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3517097e6ce4284" /><Relationship Type="http://schemas.openxmlformats.org/officeDocument/2006/relationships/extended-properties" Target="/docProps/app.xml" Id="R96c9aff2f31c4849" /><Relationship Type="http://schemas.openxmlformats.org/officeDocument/2006/relationships/officeDocument" Target="/ppt/presentation.xml" Id="R6ec578a57d4c482c" /></Relationships>
</file>

<file path=ppt/presentation.xml><?xml version="1.0" encoding="utf-8"?>
<p:presentation xmlns:p="http://schemas.openxmlformats.org/presentationml/2006/main">
  <p:sldMasterIdLst>
    <p:sldMasterId xmlns:r="http://schemas.openxmlformats.org/officeDocument/2006/relationships" id="2147483648" r:id="R3718022063084173"/>
  </p:sldMasterIdLst>
  <p:notesMasterIdLst>
    <p:notesMasterId xmlns:r="http://schemas.openxmlformats.org/officeDocument/2006/relationships" r:id="Rd760cab0db3d4793"/>
  </p:notesMasterIdLst>
  <p:sldIdLst>
    <p:sldId xmlns:r="http://schemas.openxmlformats.org/officeDocument/2006/relationships" id="256" r:id="R2715a36086ab4221"/>
    <p:sldId xmlns:r="http://schemas.openxmlformats.org/officeDocument/2006/relationships" id="257" r:id="Rb8275a76440e453b"/>
    <p:sldId xmlns:r="http://schemas.openxmlformats.org/officeDocument/2006/relationships" id="258" r:id="Rcbe00682bc0449fe"/>
    <p:sldId xmlns:r="http://schemas.openxmlformats.org/officeDocument/2006/relationships" id="259" r:id="R8a6c65ff2c0647eb"/>
    <p:sldId xmlns:r="http://schemas.openxmlformats.org/officeDocument/2006/relationships" id="260" r:id="R198abe3fc38c438f"/>
    <p:sldId xmlns:r="http://schemas.openxmlformats.org/officeDocument/2006/relationships" id="261" r:id="Rfca505c7efc34ebf"/>
    <p:sldId xmlns:r="http://schemas.openxmlformats.org/officeDocument/2006/relationships" id="262" r:id="Rdd14f58d7f4047b4"/>
    <p:sldId xmlns:r="http://schemas.openxmlformats.org/officeDocument/2006/relationships" id="263" r:id="R33aa0030344f418d"/>
    <p:sldId xmlns:r="http://schemas.openxmlformats.org/officeDocument/2006/relationships" id="264" r:id="Re207e39487384511"/>
    <p:sldId xmlns:r="http://schemas.openxmlformats.org/officeDocument/2006/relationships" id="265" r:id="R6ee4b3ddfc014e31"/>
    <p:sldId xmlns:r="http://schemas.openxmlformats.org/officeDocument/2006/relationships" id="266" r:id="R6da216fe8e6d4a27"/>
    <p:sldId xmlns:r="http://schemas.openxmlformats.org/officeDocument/2006/relationships" id="267" r:id="R595edd0fe84e4ca4"/>
    <p:sldId xmlns:r="http://schemas.openxmlformats.org/officeDocument/2006/relationships" id="268" r:id="R149f96caf3ca452e"/>
    <p:sldId xmlns:r="http://schemas.openxmlformats.org/officeDocument/2006/relationships" id="269" r:id="R61b1a32c8c81496e"/>
    <p:sldId xmlns:r="http://schemas.openxmlformats.org/officeDocument/2006/relationships" id="270" r:id="R5f6def7978fb43d6"/>
    <p:sldId xmlns:r="http://schemas.openxmlformats.org/officeDocument/2006/relationships" id="271" r:id="R95acd763279a4926"/>
    <p:sldId xmlns:r="http://schemas.openxmlformats.org/officeDocument/2006/relationships" id="272" r:id="Re5f3e6298e4a4d98"/>
    <p:sldId xmlns:r="http://schemas.openxmlformats.org/officeDocument/2006/relationships" id="273" r:id="R238956fc99ee4306"/>
    <p:sldId xmlns:r="http://schemas.openxmlformats.org/officeDocument/2006/relationships" id="274" r:id="R371679f3938248e4"/>
    <p:sldId xmlns:r="http://schemas.openxmlformats.org/officeDocument/2006/relationships" id="275" r:id="Rf11414a2c1314a5f"/>
    <p:sldId xmlns:r="http://schemas.openxmlformats.org/officeDocument/2006/relationships" id="276" r:id="Radaac1936e9c453e"/>
    <p:sldId xmlns:r="http://schemas.openxmlformats.org/officeDocument/2006/relationships" id="277" r:id="Rca4cc2b1fe274e96"/>
    <p:sldId xmlns:r="http://schemas.openxmlformats.org/officeDocument/2006/relationships" id="278" r:id="R03448a692224418e"/>
    <p:sldId xmlns:r="http://schemas.openxmlformats.org/officeDocument/2006/relationships" id="279" r:id="Rfdba1c4e49ea4de7"/>
    <p:sldId xmlns:r="http://schemas.openxmlformats.org/officeDocument/2006/relationships" id="280" r:id="R85fda3e313634d17"/>
    <p:sldId xmlns:r="http://schemas.openxmlformats.org/officeDocument/2006/relationships" id="281" r:id="R64213f5928f646a5"/>
    <p:sldId xmlns:r="http://schemas.openxmlformats.org/officeDocument/2006/relationships" id="282" r:id="Rea44c257351f4d13"/>
    <p:sldId xmlns:r="http://schemas.openxmlformats.org/officeDocument/2006/relationships" id="283" r:id="Rda9bd6f82d6e43f9"/>
    <p:sldId xmlns:r="http://schemas.openxmlformats.org/officeDocument/2006/relationships" id="284" r:id="R78cf9d21e5704187"/>
    <p:sldId xmlns:r="http://schemas.openxmlformats.org/officeDocument/2006/relationships" id="285" r:id="R6be4486b9e4546c4"/>
    <p:sldId xmlns:r="http://schemas.openxmlformats.org/officeDocument/2006/relationships" id="286" r:id="R11e57c4b80a54cd5"/>
    <p:sldId xmlns:r="http://schemas.openxmlformats.org/officeDocument/2006/relationships" id="287" r:id="R83d32a942af14c9f"/>
    <p:sldId xmlns:r="http://schemas.openxmlformats.org/officeDocument/2006/relationships" id="288" r:id="R03b8e3cc49e04cc5"/>
    <p:sldId xmlns:r="http://schemas.openxmlformats.org/officeDocument/2006/relationships" id="289" r:id="R2356b2c8784c4079"/>
    <p:sldId xmlns:r="http://schemas.openxmlformats.org/officeDocument/2006/relationships" id="290" r:id="Rb750bd1be5ae4199"/>
    <p:sldId xmlns:r="http://schemas.openxmlformats.org/officeDocument/2006/relationships" id="291" r:id="R82d62ffc18c54d4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7527a2425394993" /><Relationship Type="http://schemas.openxmlformats.org/officeDocument/2006/relationships/slideMaster" Target="/ppt/slideMasters/slideMaster1.xml" Id="R3718022063084173" /><Relationship Type="http://schemas.openxmlformats.org/officeDocument/2006/relationships/notesMaster" Target="/ppt/notesMasters/notesMaster1.xml" Id="Rd760cab0db3d4793" /><Relationship Type="http://schemas.openxmlformats.org/officeDocument/2006/relationships/presProps" Target="/ppt/presProps.xml" Id="R4806a6bd34f44126" /><Relationship Type="http://schemas.openxmlformats.org/officeDocument/2006/relationships/tableStyles" Target="/ppt/tableStyles.xml" Id="R5338e31f19e04df5" /><Relationship Type="http://schemas.openxmlformats.org/officeDocument/2006/relationships/slide" Target="/ppt/slides/slide1.xml" Id="R2715a36086ab4221" /><Relationship Type="http://schemas.openxmlformats.org/officeDocument/2006/relationships/slide" Target="/ppt/slides/slide2.xml" Id="Rb8275a76440e453b" /><Relationship Type="http://schemas.openxmlformats.org/officeDocument/2006/relationships/slide" Target="/ppt/slides/slide3.xml" Id="Rcbe00682bc0449fe" /><Relationship Type="http://schemas.openxmlformats.org/officeDocument/2006/relationships/slide" Target="/ppt/slides/slide4.xml" Id="R8a6c65ff2c0647eb" /><Relationship Type="http://schemas.openxmlformats.org/officeDocument/2006/relationships/slide" Target="/ppt/slides/slide5.xml" Id="R198abe3fc38c438f" /><Relationship Type="http://schemas.openxmlformats.org/officeDocument/2006/relationships/slide" Target="/ppt/slides/slide6.xml" Id="Rfca505c7efc34ebf" /><Relationship Type="http://schemas.openxmlformats.org/officeDocument/2006/relationships/slide" Target="/ppt/slides/slide7.xml" Id="Rdd14f58d7f4047b4" /><Relationship Type="http://schemas.openxmlformats.org/officeDocument/2006/relationships/slide" Target="/ppt/slides/slide8.xml" Id="R33aa0030344f418d" /><Relationship Type="http://schemas.openxmlformats.org/officeDocument/2006/relationships/slide" Target="/ppt/slides/slide9.xml" Id="Re207e39487384511" /><Relationship Type="http://schemas.openxmlformats.org/officeDocument/2006/relationships/slide" Target="/ppt/slides/slide10.xml" Id="R6ee4b3ddfc014e31" /><Relationship Type="http://schemas.openxmlformats.org/officeDocument/2006/relationships/slide" Target="/ppt/slides/slide11.xml" Id="R6da216fe8e6d4a27" /><Relationship Type="http://schemas.openxmlformats.org/officeDocument/2006/relationships/slide" Target="/ppt/slides/slide12.xml" Id="R595edd0fe84e4ca4" /><Relationship Type="http://schemas.openxmlformats.org/officeDocument/2006/relationships/slide" Target="/ppt/slides/slide13.xml" Id="R149f96caf3ca452e" /><Relationship Type="http://schemas.openxmlformats.org/officeDocument/2006/relationships/slide" Target="/ppt/slides/slide14.xml" Id="R61b1a32c8c81496e" /><Relationship Type="http://schemas.openxmlformats.org/officeDocument/2006/relationships/slide" Target="/ppt/slides/slide15.xml" Id="R5f6def7978fb43d6" /><Relationship Type="http://schemas.openxmlformats.org/officeDocument/2006/relationships/slide" Target="/ppt/slides/slide16.xml" Id="R95acd763279a4926" /><Relationship Type="http://schemas.openxmlformats.org/officeDocument/2006/relationships/slide" Target="/ppt/slides/slide17.xml" Id="Re5f3e6298e4a4d98" /><Relationship Type="http://schemas.openxmlformats.org/officeDocument/2006/relationships/slide" Target="/ppt/slides/slide18.xml" Id="R238956fc99ee4306" /><Relationship Type="http://schemas.openxmlformats.org/officeDocument/2006/relationships/slide" Target="/ppt/slides/slide19.xml" Id="R371679f3938248e4" /><Relationship Type="http://schemas.openxmlformats.org/officeDocument/2006/relationships/slide" Target="/ppt/slides/slide20.xml" Id="Rf11414a2c1314a5f" /><Relationship Type="http://schemas.openxmlformats.org/officeDocument/2006/relationships/slide" Target="/ppt/slides/slide21.xml" Id="Radaac1936e9c453e" /><Relationship Type="http://schemas.openxmlformats.org/officeDocument/2006/relationships/slide" Target="/ppt/slides/slide22.xml" Id="Rca4cc2b1fe274e96" /><Relationship Type="http://schemas.openxmlformats.org/officeDocument/2006/relationships/slide" Target="/ppt/slides/slide23.xml" Id="R03448a692224418e" /><Relationship Type="http://schemas.openxmlformats.org/officeDocument/2006/relationships/slide" Target="/ppt/slides/slide24.xml" Id="Rfdba1c4e49ea4de7" /><Relationship Type="http://schemas.openxmlformats.org/officeDocument/2006/relationships/slide" Target="/ppt/slides/slide25.xml" Id="R85fda3e313634d17" /><Relationship Type="http://schemas.openxmlformats.org/officeDocument/2006/relationships/slide" Target="/ppt/slides/slide26.xml" Id="R64213f5928f646a5" /><Relationship Type="http://schemas.openxmlformats.org/officeDocument/2006/relationships/slide" Target="/ppt/slides/slide27.xml" Id="Rea44c257351f4d13" /><Relationship Type="http://schemas.openxmlformats.org/officeDocument/2006/relationships/slide" Target="/ppt/slides/slide28.xml" Id="Rda9bd6f82d6e43f9" /><Relationship Type="http://schemas.openxmlformats.org/officeDocument/2006/relationships/slide" Target="/ppt/slides/slide29.xml" Id="R78cf9d21e5704187" /><Relationship Type="http://schemas.openxmlformats.org/officeDocument/2006/relationships/slide" Target="/ppt/slides/slide30.xml" Id="R6be4486b9e4546c4" /><Relationship Type="http://schemas.openxmlformats.org/officeDocument/2006/relationships/slide" Target="/ppt/slides/slide31.xml" Id="R11e57c4b80a54cd5" /><Relationship Type="http://schemas.openxmlformats.org/officeDocument/2006/relationships/slide" Target="/ppt/slides/slide32.xml" Id="R83d32a942af14c9f" /><Relationship Type="http://schemas.openxmlformats.org/officeDocument/2006/relationships/slide" Target="/ppt/slides/slide33.xml" Id="R03b8e3cc49e04cc5" /><Relationship Type="http://schemas.openxmlformats.org/officeDocument/2006/relationships/slide" Target="/ppt/slides/slide34.xml" Id="R2356b2c8784c4079" /><Relationship Type="http://schemas.openxmlformats.org/officeDocument/2006/relationships/slide" Target="/ppt/slides/slide35.xml" Id="Rb750bd1be5ae4199" /><Relationship Type="http://schemas.openxmlformats.org/officeDocument/2006/relationships/slide" Target="/ppt/slides/slide36.xml" Id="R82d62ffc18c54d4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6bfedbd77b0479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cca5ad050524d75" /><Relationship Type="http://schemas.openxmlformats.org/officeDocument/2006/relationships/notesMaster" Target="/ppt/notesMasters/notesMaster1.xml" Id="R3a2edf8b4c98441a" /></Relationships>
</file>

<file path=ppt/notesSlides/_rels/notesSlide2.xml.rels>&#65279;<?xml version="1.0" encoding="utf-8"?><Relationships xmlns="http://schemas.openxmlformats.org/package/2006/relationships"><Relationship Type="http://schemas.openxmlformats.org/officeDocument/2006/relationships/slide" Target="/ppt/slides/slide2.xml" Id="Rf879da2f462b439c" /><Relationship Type="http://schemas.openxmlformats.org/officeDocument/2006/relationships/notesMaster" Target="/ppt/notesMasters/notesMaster1.xml" Id="R25285c1a95da46ee" /></Relationships>
</file>

<file path=ppt/notesSlides/_rels/notesSlide3.xml.rels>&#65279;<?xml version="1.0" encoding="utf-8"?><Relationships xmlns="http://schemas.openxmlformats.org/package/2006/relationships"><Relationship Type="http://schemas.openxmlformats.org/officeDocument/2006/relationships/slide" Target="/ppt/slides/slide3.xml" Id="R9361086728e4473b" /><Relationship Type="http://schemas.openxmlformats.org/officeDocument/2006/relationships/notesMaster" Target="/ppt/notesMasters/notesMaster1.xml" Id="R35eb90a495c7419c" /></Relationships>
</file>

<file path=ppt/notesSlides/_rels/notesSlide4.xml.rels>&#65279;<?xml version="1.0" encoding="utf-8"?><Relationships xmlns="http://schemas.openxmlformats.org/package/2006/relationships"><Relationship Type="http://schemas.openxmlformats.org/officeDocument/2006/relationships/slide" Target="/ppt/slides/slide4.xml" Id="R30d7900dee654cc0" /><Relationship Type="http://schemas.openxmlformats.org/officeDocument/2006/relationships/notesMaster" Target="/ppt/notesMasters/notesMaster1.xml" Id="Rd93f8e1508554dfb" /></Relationships>
</file>

<file path=ppt/notesSlides/_rels/notesSlide5.xml.rels>&#65279;<?xml version="1.0" encoding="utf-8"?><Relationships xmlns="http://schemas.openxmlformats.org/package/2006/relationships"><Relationship Type="http://schemas.openxmlformats.org/officeDocument/2006/relationships/slide" Target="/ppt/slides/slide5.xml" Id="R2b27eab95c2244eb" /><Relationship Type="http://schemas.openxmlformats.org/officeDocument/2006/relationships/notesMaster" Target="/ppt/notesMasters/notesMaster1.xml" Id="Rf5f8deefb07f4cd8" /></Relationships>
</file>

<file path=ppt/notesSlides/_rels/notesSlide6.xml.rels>&#65279;<?xml version="1.0" encoding="utf-8"?><Relationships xmlns="http://schemas.openxmlformats.org/package/2006/relationships"><Relationship Type="http://schemas.openxmlformats.org/officeDocument/2006/relationships/slide" Target="/ppt/slides/slide6.xml" Id="Re873a417e07945e7" /><Relationship Type="http://schemas.openxmlformats.org/officeDocument/2006/relationships/notesMaster" Target="/ppt/notesMasters/notesMaster1.xml" Id="Rcc401d7e1d414dca" /></Relationships>
</file>

<file path=ppt/notesSlides/_rels/notesSlide7.xml.rels>&#65279;<?xml version="1.0" encoding="utf-8"?><Relationships xmlns="http://schemas.openxmlformats.org/package/2006/relationships"><Relationship Type="http://schemas.openxmlformats.org/officeDocument/2006/relationships/slide" Target="/ppt/slides/slide7.xml" Id="R6df22f5c172c4b06" /><Relationship Type="http://schemas.openxmlformats.org/officeDocument/2006/relationships/notesMaster" Target="/ppt/notesMasters/notesMaster1.xml" Id="R4f12249a946d4930" /></Relationships>
</file>

<file path=ppt/notesSlides/_rels/notesSlide8.xml.rels>&#65279;<?xml version="1.0" encoding="utf-8"?><Relationships xmlns="http://schemas.openxmlformats.org/package/2006/relationships"><Relationship Type="http://schemas.openxmlformats.org/officeDocument/2006/relationships/slide" Target="/ppt/slides/slide8.xml" Id="R5b358619f24749dc" /><Relationship Type="http://schemas.openxmlformats.org/officeDocument/2006/relationships/notesMaster" Target="/ppt/notesMasters/notesMaster1.xml" Id="Reb343d3f5ee94cba" /></Relationships>
</file>

<file path=ppt/notesSlides/_rels/notesSlide9.xml.rels>&#65279;<?xml version="1.0" encoding="utf-8"?><Relationships xmlns="http://schemas.openxmlformats.org/package/2006/relationships"><Relationship Type="http://schemas.openxmlformats.org/officeDocument/2006/relationships/slide" Target="/ppt/slides/slide9.xml" Id="Rf4fefdc32aa84fc6" /><Relationship Type="http://schemas.openxmlformats.org/officeDocument/2006/relationships/notesMaster" Target="/ppt/notesMasters/notesMaster1.xml" Id="R68861683b5e0472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5864942af5142c4" /><Relationship Type="http://schemas.openxmlformats.org/officeDocument/2006/relationships/notesMaster" Target="/ppt/notesMasters/notesMaster1.xml" Id="Rd426a2b57f2f4be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338b5abff774318" /><Relationship Type="http://schemas.openxmlformats.org/officeDocument/2006/relationships/notesMaster" Target="/ppt/notesMasters/notesMaster1.xml" Id="Rc2e3cc1d3c884d5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ab35ce69d40472a" /><Relationship Type="http://schemas.openxmlformats.org/officeDocument/2006/relationships/notesMaster" Target="/ppt/notesMasters/notesMaster1.xml" Id="R043d2168f8a94d6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872f051eb0a4176" /><Relationship Type="http://schemas.openxmlformats.org/officeDocument/2006/relationships/notesMaster" Target="/ppt/notesMasters/notesMaster1.xml" Id="Rad599a5c1e06406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2542855c231469c" /><Relationship Type="http://schemas.openxmlformats.org/officeDocument/2006/relationships/notesMaster" Target="/ppt/notesMasters/notesMaster1.xml" Id="Rb3104f5949e245c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1bacba23d934098" /><Relationship Type="http://schemas.openxmlformats.org/officeDocument/2006/relationships/notesMaster" Target="/ppt/notesMasters/notesMaster1.xml" Id="R68b019b8d4a64d8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4afa914334f4177" /><Relationship Type="http://schemas.openxmlformats.org/officeDocument/2006/relationships/notesMaster" Target="/ppt/notesMasters/notesMaster1.xml" Id="R58dfc0d417144ad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bd09dbd87d74288" /><Relationship Type="http://schemas.openxmlformats.org/officeDocument/2006/relationships/notesMaster" Target="/ppt/notesMasters/notesMaster1.xml" Id="Rce4dba6ecdc5422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75c7b86f21c4293" /><Relationship Type="http://schemas.openxmlformats.org/officeDocument/2006/relationships/notesMaster" Target="/ppt/notesMasters/notesMaster1.xml" Id="R7060c3a6354c482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2e99155ea2e4562" /><Relationship Type="http://schemas.openxmlformats.org/officeDocument/2006/relationships/notesMaster" Target="/ppt/notesMasters/notesMaster1.xml" Id="Rb6e46901d746495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26678e7a6484b65" /><Relationship Type="http://schemas.openxmlformats.org/officeDocument/2006/relationships/notesMaster" Target="/ppt/notesMasters/notesMaster1.xml" Id="R21f01b77d7b5410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d69ae9946c3495e" /><Relationship Type="http://schemas.openxmlformats.org/officeDocument/2006/relationships/notesMaster" Target="/ppt/notesMasters/notesMaster1.xml" Id="Rab0e682f7b4944c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3f04da38afe4a71" /><Relationship Type="http://schemas.openxmlformats.org/officeDocument/2006/relationships/notesMaster" Target="/ppt/notesMasters/notesMaster1.xml" Id="Rea4a90f797724a1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57dc74a1a0248fb" /><Relationship Type="http://schemas.openxmlformats.org/officeDocument/2006/relationships/notesMaster" Target="/ppt/notesMasters/notesMaster1.xml" Id="Ra323e31e64ff411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cf7907adb7040ea" /><Relationship Type="http://schemas.openxmlformats.org/officeDocument/2006/relationships/notesMaster" Target="/ppt/notesMasters/notesMaster1.xml" Id="Re4fbb1cba8904b0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c4f91621d4d4df9" /><Relationship Type="http://schemas.openxmlformats.org/officeDocument/2006/relationships/notesMaster" Target="/ppt/notesMasters/notesMaster1.xml" Id="R2b4c29b07ceb4dc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186f984e67404c9a" /><Relationship Type="http://schemas.openxmlformats.org/officeDocument/2006/relationships/notesMaster" Target="/ppt/notesMasters/notesMaster1.xml" Id="R0457585bd59b43ba"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c7c300940ca447c" /><Relationship Type="http://schemas.openxmlformats.org/officeDocument/2006/relationships/notesMaster" Target="/ppt/notesMasters/notesMaster1.xml" Id="R176afc1cd5c74f5a"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97b8967367b74b38" /><Relationship Type="http://schemas.openxmlformats.org/officeDocument/2006/relationships/notesMaster" Target="/ppt/notesMasters/notesMaster1.xml" Id="R1e4dfe30b8d441cc"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237348f64409421b" /><Relationship Type="http://schemas.openxmlformats.org/officeDocument/2006/relationships/notesMaster" Target="/ppt/notesMasters/notesMaster1.xml" Id="Re352cc5ceaec44d8"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75d1b4b752ff4ff0" /><Relationship Type="http://schemas.openxmlformats.org/officeDocument/2006/relationships/notesMaster" Target="/ppt/notesMasters/notesMaster1.xml" Id="Ra94c85321b9e4e13"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9d5ed0af570d4657" /><Relationship Type="http://schemas.openxmlformats.org/officeDocument/2006/relationships/notesMaster" Target="/ppt/notesMasters/notesMaster1.xml" Id="Rb5027ce50fb54064"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9750153ea63245dc" /><Relationship Type="http://schemas.openxmlformats.org/officeDocument/2006/relationships/notesMaster" Target="/ppt/notesMasters/notesMaster1.xml" Id="R2ed2a1cffdf34489"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a4af256e73aa4004" /><Relationship Type="http://schemas.openxmlformats.org/officeDocument/2006/relationships/notesMaster" Target="/ppt/notesMasters/notesMaster1.xml" Id="R288d7f0d94b6442e"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0509d8dacc3443b4" /><Relationship Type="http://schemas.openxmlformats.org/officeDocument/2006/relationships/notesMaster" Target="/ppt/notesMasters/notesMaster1.xml" Id="R90cf6cb0957d4a4c"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4476939d140e4afc" /><Relationship Type="http://schemas.openxmlformats.org/officeDocument/2006/relationships/notesMaster" Target="/ppt/notesMasters/notesMaster1.xml" Id="Rf98d4521d3a0443e"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5818721683624a5a" /><Relationship Type="http://schemas.openxmlformats.org/officeDocument/2006/relationships/notesMaster" Target="/ppt/notesMasters/notesMaster1.xml" Id="Rcba2a50559d64a1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Company profile</a:t>
            </a:r>
          </a:p>
          <a:p xmlns:a="http://schemas.openxmlformats.org/drawingml/2006/main">
            <a:r>
              <a:t>Owner interview 2026-10-11; old profile supplied 2026-10-12. No unverified establishment date is asserted.</a:t>
            </a:r>
          </a:p>
          <a:p xmlns:a="http://schemas.openxmlformats.org/drawingml/2006/main">
            <a:r>
              <a:t>Owner review draft. Sources: interview2026-10-11, old PDF and current role/client/address confirmations2026-10-12. Reference imagery is labeled; no logo implies endorsement. Original PPTXv4 preserved. OPC tax details still to follow.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Oceanides</a:t>
            </a:r>
          </a:p>
          <a:p xmlns:a="http://schemas.openxmlformats.org/drawingml/2006/main">
            <a:r>
              <a:t>Company history is date-neutral: old source says established2021, DTI certificate2022, BIR trade registration2023. Current SEC certificate still required.</a:t>
            </a:r>
          </a:p>
          <a:p xmlns:a="http://schemas.openxmlformats.org/drawingml/2006/main">
            <a:r>
              <a:t>Owner review draft. Sources: interview2026-10-11, old PDF and current role/client/address confirmations2026-10-12. Reference imagery is labeled; no logo implies endorsement. Original PPTXv4 preserved. OPC tax details still to follow.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Mission, vision and values</a:t>
            </a:r>
          </a:p>
          <a:p xmlns:a="http://schemas.openxmlformats.org/drawingml/2006/main">
            <a:r>
              <a:t>Adapted from old profile page3, expanding plumbing wording to the owner-confirmed service offer. These are statements of purpose, not measured results.</a:t>
            </a:r>
          </a:p>
          <a:p xmlns:a="http://schemas.openxmlformats.org/drawingml/2006/main">
            <a:r>
              <a:t>Owner review draft. Sources: interview2026-10-11, old PDF and current role/client/address confirmations2026-10-12. Reference imagery is labeled; no logo implies endorsement. Original PPTXv4 preserved. OPC tax details still to follow.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Service directory</a:t>
            </a:r>
          </a:p>
          <a:p xmlns:a="http://schemas.openxmlformats.org/drawingml/2006/main">
            <a:r>
              <a:t>All eleven service categories from owner interview included. Service scope and schedule agreed per engagement.</a:t>
            </a:r>
          </a:p>
          <a:p xmlns:a="http://schemas.openxmlformats.org/drawingml/2006/main">
            <a:r>
              <a:t>Owner review draft. Sources: interview2026-10-11, old PDF and current role/client/address confirmations2026-10-12. Reference imagery is labeled; no logo implies endorsement. Original PPTXv4 preserved. OPC tax details still to follow.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clients and service experience</a:t>
            </a:r>
          </a:p>
          <a:p xmlns:a="http://schemas.openxmlformats.org/drawingml/2006/main">
            <a:r>
              <a:t>Relationship source: owner interview and current user confirmation2026-10-12. Not independently verified by brand-mark downloads. No group-wide contract or endorsement asserted. Specific branches/sites and scopes to be completed in supporting records.</a:t>
            </a:r>
          </a:p>
          <a:p xmlns:a="http://schemas.openxmlformats.org/drawingml/2006/main">
            <a:r>
              <a:t>{"brand": "Ayala Land", "file": "ayala-land.svg", "source_page": "https://ayalaland.com/", "asset_url": "https://ayalaland.com/assets/images/logo.svg", "retrieved": "2026-10-12", "provenance": "Official website asset referenced by current site HTML", "service_history_source": "interview", "bytes": 3147, "status": "downloaded", "raster_file": "ayala-land.png", "raster_dimensions": [1000, 218], "visible_content_bbox": [4, 1, 999, 215]}</a:t>
            </a:r>
          </a:p>
          <a:p xmlns:a="http://schemas.openxmlformats.org/drawingml/2006/main">
            <a:r>
              <a:t>{"brand": "Avida Land (current official inline mark)", "file": "avida-inline.svg", "raster_file": "avida-inline.png", "source_page": "https://www.avidaland.com/", "asset_url": "https://www.avidaland.com/#inline-svg-16", "retrieved": "2026-10-12", "provenance": "Unmodified inline SVG from current official homepage; default currentColor rasterized black. Prior-profile burgundy mark also preserved.", "service_history_source": "old-profile", "status": "downloaded", "raster_dimensions": [1000, 390], "visible_content_bbox": [0, 2, 990, 389]}</a:t>
            </a:r>
          </a:p>
          <a:p xmlns:a="http://schemas.openxmlformats.org/drawingml/2006/main">
            <a:r>
              <a:t>{"brand": "Toyota", "file": "toyota.svg", "source_page": "https://brand.toyota.com/guidelines/visual/logos", "asset_url": "https://brand.toyota.com/content/dam/brandhub/VIS_toyota_logo_horiz_black_RGB_2021.svg", "retrieved": "2026-10-12", "provenance": "Official website asset referenced by current site HTML", "service_history_source": "old-profile", "bytes": 3230, "status": "downloaded", "raster_file": "toyota.png", "raster_dimensions": [1000, 268], "visible_content_bbox": [0, 0, 999, 268]}</a:t>
            </a:r>
          </a:p>
          <a:p xmlns:a="http://schemas.openxmlformats.org/drawingml/2006/main">
            <a:r>
              <a:t>{"brand": "Eagle Cement", "file": "eagle-cement.png", "source_page": "https://www.eaglecement.com.ph/", "asset_url": "https://www.eaglecement.com.ph/wp-content/uploads/2020/08/ECC-COLORED-LOGO-without-tm.png", "retrieved": "2026-10-12", "provenance": "Official website asset referenced by current site HTML", "service_history_source": "interview", "bytes": 15508, "status": "downloaded", "raster_dimensions": [146, 72], "visible_content_bbox": [1, 1, 146, 72]}</a:t>
            </a:r>
          </a:p>
          <a:p xmlns:a="http://schemas.openxmlformats.org/drawingml/2006/main">
            <a:r>
              <a:t>{"brand": "UNIQLO", "file": "old-profile-p09-X17.jpg", "source_document": "C:/Users/ADMIN/Downloads/Blue Modern Company Profile Presentation .pdf", "source_page": 9, "source_object": "X17.jpg", "retrieved": "2026-10-12", "provenance": "Original embedded raster extracted losslessly from user-supplied prior company profile; not independently downloaded from brand website", "service_history_source": "old-profile", "status": "user-reference-fallback", "raster_dimensions": [368, 366], "visible_content_bbox": [0, 0, 368, 366]}</a:t>
            </a:r>
          </a:p>
          <a:p xmlns:a="http://schemas.openxmlformats.org/drawingml/2006/main">
            <a:r>
              <a:t>{"brand": "Starmall", "file": "starmall.png", "source_page": "https://www.starmalls.com.ph/", "asset_url": "https://www.starmalls.com.ph/wp-content/uploads/2021/01/logo-1024x311.png", "retrieved": "2026-10-12", "provenance": "Official website asset referenced by current site HTML", "service_history_source": "old-profile", "bytes": 86662, "status": "downloaded", "raster_dimensions": [1024, 311], "visible_content_bbox": [14, 50, 982, 252]}</a:t>
            </a:r>
          </a:p>
          <a:p xmlns:a="http://schemas.openxmlformats.org/drawingml/2006/main">
            <a:r>
              <a:t>{"brand": "Hotel Sogo", "file": "hotel-sogo.jpg", "source_page": "https://www.hotelsogo.com/public/", "asset_url": "https://www.hotelsogo.com/public/images/logo.jpg", "retrieved": "2026-10-12", "provenance": "Official website asset referenced by current site HTML", "service_history_source": "interview", "bytes": 86042, "status": "downloaded", "raster_dimensions": [483, 198], "visible_content_bbox": [0, 0, 483, 198]}</a:t>
            </a:r>
          </a:p>
          <a:p xmlns:a="http://schemas.openxmlformats.org/drawingml/2006/main">
            <a:r>
              <a:t>{"brand": "San Miguel Properties", "file": "old-profile-p10-X15.png", "source_document": "C:/Users/ADMIN/Downloads/Blue Modern Company Profile Presentation .pdf", "source_page": 10, "source_object": "X15.png", "retrieved": "2026-10-12", "provenance": "Original embedded raster extracted losslessly from user-supplied prior company profile; not independently downloaded from brand website", "service_history_source": "old-profile", "status": "user-reference-fallback", "raster_dimensions": [500, 253], "visible_content_bbox": [31, 18, 467, 237]}</a:t>
            </a:r>
          </a:p>
          <a:p xmlns:a="http://schemas.openxmlformats.org/drawingml/2006/main">
            <a:r>
              <a:t>Owner review draft. Sources: interview2026-10-11, old PDF and current role/client/address confirmations2026-10-12. Reference imagery is labeled; no logo implies endorsement. Original PPTXv4 preserved. OPC tax details still to follow.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clients and service experience</a:t>
            </a:r>
          </a:p>
          <a:p xmlns:a="http://schemas.openxmlformats.org/drawingml/2006/main">
            <a:r>
              <a:t>Relationship source: owner interview and current user confirmation2026-10-12. Not independently verified by brand-mark downloads. No group-wide contract or endorsement asserted. Specific branches/sites and scopes to be completed in supporting records.</a:t>
            </a:r>
          </a:p>
          <a:p xmlns:a="http://schemas.openxmlformats.org/drawingml/2006/main">
            <a:r>
              <a:t>{"brand": "Jollibee Group / Jollibee Foods Corporation", "file": "jollibee-group.png", "source_page": "https://www.jollibeegroup.com/", "asset_url": "https://www.jollibeegroup.com/wp-content/themes/main/assets/img/jfc_2025_transparent_logo.png", "retrieved": "2026-10-12", "provenance": "Current official corporate identity asset referenced by company homepage; different from Jollibee restaurant mascot", "service_history_source": "interview", "bytes": 77283, "status": "downloaded", "raster_dimensions": [727, 266], "visible_content_bbox": [57, 15, 670, 244]}</a:t>
            </a:r>
          </a:p>
          <a:p xmlns:a="http://schemas.openxmlformats.org/drawingml/2006/main">
            <a:r>
              <a:t>{"brand": "Mang Inasal", "file": "mang-inasal.svg", "source_page": "https://www.manginasal.ph/", "asset_url": "https://www.manginasal.ph/wp-content/uploads/2024/12/mang-inasal-3.svg", "retrieved": "2026-10-12", "provenance": "Official website asset referenced by current site HTML", "service_history_source": "interview", "bytes": 33337, "status": "downloaded", "raster_file": "mang-inasal.png", "raster_dimensions": [1000, 559], "visible_content_bbox": [0, 0, 1000, 559]}</a:t>
            </a:r>
          </a:p>
          <a:p xmlns:a="http://schemas.openxmlformats.org/drawingml/2006/main">
            <a:r>
              <a:t>{"brand": "KFC", "file": "kfc.svg", "source_page": "https://www.kfc.com.ph/", "asset_url": "https://cdn.tictuk.com/04d917c0-7bcd-6ced-acad-3e4db2bcbfd5/assets/logoDesktopHeader.svg", "retrieved": "2026-10-12", "provenance": "Official website asset referenced by current site HTML", "service_history_source": "interview", "bytes": 3407, "status": "downloaded", "raster_file": "kfc.png", "raster_dimensions": [1000, 315], "visible_content_bbox": [0, 0, 1000, 315]}</a:t>
            </a:r>
          </a:p>
          <a:p xmlns:a="http://schemas.openxmlformats.org/drawingml/2006/main">
            <a:r>
              <a:t>{"brand": "Kenny Rogers Roasters", "file": "kenny-rogers.png", "source_page": "https://kennyrogersdelivery.com.ph/home_-2/", "asset_url": "https://kennyrogersdelivery.com.ph/wp-content/uploads/2025/03/KRRLogo.png", "retrieved": "2026-10-12", "provenance": "Official website asset referenced by current site HTML", "service_history_source": "interview", "bytes": 80535, "status": "downloaded", "raster_dimensions": [350, 181], "visible_content_bbox": [24, 9, 324, 171]}</a:t>
            </a:r>
          </a:p>
          <a:p xmlns:a="http://schemas.openxmlformats.org/drawingml/2006/main">
            <a:r>
              <a:t>{"brand": "Papa Johns", "file": "old-profile-p09-X12.png", "source_document": "C:/Users/ADMIN/Downloads/Blue Modern Company Profile Presentation .pdf", "source_page": 9, "source_object": "X12.png", "retrieved": "2026-10-12", "provenance": "Original embedded raster extracted losslessly from user-supplied prior company profile; not independently downloaded from brand website", "service_history_source": "old-profile", "status": "user-reference-fallback", "raster_dimensions": [640, 640], "visible_content_bbox": [28, 204, 613, 437]}</a:t>
            </a:r>
          </a:p>
          <a:p xmlns:a="http://schemas.openxmlformats.org/drawingml/2006/main">
            <a:r>
              <a:t>{"brand": "Yellow Cab Pizza Co.", "file": "yellow-cab.png", "source_page": "https://delivery.yellowcabpizza.com/", "asset_url": "https://mgi-deliveryportal.s3.amazonaws.com/assets/YellowCab_Logo.png", "retrieved": "2026-10-12", "provenance": "Official website asset referenced by current site HTML", "service_history_source": "old-profile", "bytes": 31729, "status": "downloaded", "raster_dimensions": [500, 239], "visible_content_bbox": [20, 11, 474, 229]}</a:t>
            </a:r>
          </a:p>
          <a:p xmlns:a="http://schemas.openxmlformats.org/drawingml/2006/main">
            <a:r>
              <a:t>{"brand": "Siomai King", "file": "old-profile-p10-X11.jpg", "source_document": "C:/Users/ADMIN/Downloads/Blue Modern Company Profile Presentation .pdf", "source_page": 10, "source_object": "X11.jpg", "retrieved": "2026-10-12", "provenance": "Original embedded raster extracted losslessly from user-supplied prior company profile; not independently downloaded from brand website", "service_history_source": "old-profile", "status": "user-reference-fallback", "raster_dimensions": [225, 225], "visible_content_bbox": [0, 0, 225, 225]}</a:t>
            </a:r>
          </a:p>
          <a:p xmlns:a="http://schemas.openxmlformats.org/drawingml/2006/main">
            <a:r>
              <a:t>{"brand": "GH Greenhills", "file": "old-profile-p10-X12.png", "source_document": "C:/Users/ADMIN/Downloads/Blue Modern Company Profile Presentation .pdf", "source_page": 10, "source_object": "X12.png", "retrieved": "2026-10-12", "provenance": "Original embedded raster extracted losslessly from user-supplied prior company profile; not independently downloaded from brand website", "service_history_source": "old-profile", "status": "user-reference-fallback", "raster_dimensions": [225, 225], "visible_content_bbox": [0, 0, 225, 225]}</a:t>
            </a:r>
          </a:p>
          <a:p xmlns:a="http://schemas.openxmlformats.org/drawingml/2006/main">
            <a:r>
              <a:t>{"brand": "BVMIC - Brenton International Venture Manufacturing Corporation", "file": "old-profile-p10-X17.png", "source_document": "C:/Users/ADMIN/Downloads/Blue Modern Company Profile Presentation .pdf", "source_page": 10, "source_object": "X17.png", "retrieved": "2026-10-12", "provenance": "Original embedded raster extracted losslessly from user-supplied prior company profile; not independently downloaded from brand website", "service_history_source": "old-profile", "status": "user-reference-fallback", "raster_dimensions": [480, 480], "visible_content_bbox": [24, 130, 457, 351]}</a:t>
            </a:r>
          </a:p>
          <a:p xmlns:a="http://schemas.openxmlformats.org/drawingml/2006/main">
            <a:r>
              <a:t>Owner review draft. Sources: interview2026-10-11, old PDF and current role/client/address confirmations2026-10-12. Reference imagery is labeled; no logo implies endorsement. Original PPTXv4 preserved. OPC tax details still to follow.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work photographs</a:t>
            </a:r>
          </a:p>
          <a:p xmlns:a="http://schemas.openxmlformats.org/drawingml/2006/main">
            <a:r>
              <a:t>Existing before-1.jpg and after-1.jpg; provenance clients/oceanides/kuya-marvin/organic/VALUE-WEEK-01.md. Site/date/client not supplied. No client logo associated with these images.</a:t>
            </a:r>
          </a:p>
          <a:p xmlns:a="http://schemas.openxmlformats.org/drawingml/2006/main">
            <a:r>
              <a:t>Owner review draft. Sources: interview2026-10-11, old PDF and current role/client/address confirmations2026-10-12. Reference imagery is labeled; no logo implies endorsement. Original PPTXv4 preserved. OPC tax details still to follow.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Septic Tank Siphoning</a:t>
            </a:r>
          </a:p>
          <a:p xmlns:a="http://schemas.openxmlformats.org/drawingml/2006/main">
            <a:r>
              <a:t>Scope based on owner interview. Final method, personnel requirements and price follow site review. A planned service schedule helps your team address tank buildup and reduce the risk of avoidable disruption.</a:t>
            </a:r>
          </a:p>
          <a:p xmlns:a="http://schemas.openxmlformats.org/drawingml/2006/main">
            <a:r>
              <a:t>AI-generated service illustration; source image: clients/oceanides/assets/tb2-hero-manhole.png</a:t>
            </a:r>
          </a:p>
          <a:p xmlns:a="http://schemas.openxmlformats.org/drawingml/2006/main">
            <a:r>
              <a:t>Owner review draft. Sources: interview2026-10-11, old PDF and current role/client/address confirmations2026-10-12. Reference imagery is labeled; no logo implies endorsement. Original PPTXv4 preserved. OPC tax details still to follow.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Manual Septic Tank Cleaning</a:t>
            </a:r>
          </a:p>
          <a:p xmlns:a="http://schemas.openxmlformats.org/drawingml/2006/main">
            <a:r>
              <a:t>Scope based on owner interview. Final method, personnel requirements and price follow site review. A site-specific cleaning plan helps resolve buildup while making the work requirements clear before service begins.</a:t>
            </a:r>
          </a:p>
          <a:p xmlns:a="http://schemas.openxmlformats.org/drawingml/2006/main">
            <a:r>
              <a:t>AI-generated service illustration; source image: clients/oceanides/assets/tb2-hero-tank.png</a:t>
            </a:r>
          </a:p>
          <a:p xmlns:a="http://schemas.openxmlformats.org/drawingml/2006/main">
            <a:r>
              <a:t>Owner review draft. Sources: interview2026-10-11, old PDF and current role/client/address confirmations2026-10-12. Reference imagery is labeled; no logo implies endorsement. Original PPTXv4 preserved. OPC tax details still to follow.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Plumbing Services</a:t>
            </a:r>
          </a:p>
          <a:p xmlns:a="http://schemas.openxmlformats.org/drawingml/2006/main">
            <a:r>
              <a:t>Scope based on owner interview. Final method, personnel requirements and price follow site review. One point of contact for plumbing concerns helps your team coordinate repairs and planned improvements.</a:t>
            </a:r>
          </a:p>
          <a:p xmlns:a="http://schemas.openxmlformats.org/drawingml/2006/main">
            <a:r>
              <a:t>AI-generated service illustration; source image: clients/oceanides/company-profile/assets-interview/plumbing-service.png</a:t>
            </a:r>
          </a:p>
          <a:p xmlns:a="http://schemas.openxmlformats.org/drawingml/2006/main">
            <a:r>
              <a:t>Owner review draft. Sources: interview2026-10-11, old PDF and current role/client/address confirmations2026-10-12. Reference imagery is labeled; no logo implies endorsement. Original PPTXv4 preserved. OPC tax details still to follow.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Excavation Services</a:t>
            </a:r>
          </a:p>
          <a:p xmlns:a="http://schemas.openxmlformats.org/drawingml/2006/main">
            <a:r>
              <a:t>Scope based on owner interview. Final method, personnel requirements and price follow site review. Coordinating excavation with the main repair helps your team plan access, work areas, and reinstatement together.</a:t>
            </a:r>
          </a:p>
          <a:p xmlns:a="http://schemas.openxmlformats.org/drawingml/2006/main">
            <a:r>
              <a:t>Stock: IntangibleArts / Wikimedia Commons, CC BY 2.0; cropped; source image: clients/oceanides/company-profile/assets-refresh/service-stock/excavation-water-main-wikimedia.jpg</a:t>
            </a:r>
          </a:p>
          <a:p xmlns:a="http://schemas.openxmlformats.org/drawingml/2006/main">
            <a:r>
              <a:t>{</a:t>
            </a:r>
          </a:p>
          <a:p xmlns:a="http://schemas.openxmlformats.org/drawingml/2006/main">
            <a:r>
              <a:t>  "downloaded_on": "2026-10-12",</a:t>
            </a:r>
          </a:p>
          <a:p xmlns:a="http://schemas.openxmlformats.org/drawingml/2006/main">
            <a:r>
              <a:t>  "purpose": "Illustrative service images for Oceanides company-profile revision",</a:t>
            </a:r>
          </a:p>
          <a:p xmlns:a="http://schemas.openxmlformats.org/drawingml/2006/main">
            <a:r>
              <a:t>  "assets": [</a:t>
            </a:r>
          </a:p>
          <a:p xmlns:a="http://schemas.openxmlformats.org/drawingml/2006/main">
            <a:r>
              <a:t>    {</a:t>
            </a:r>
          </a:p>
          <a:p xmlns:a="http://schemas.openxmlformats.org/drawingml/2006/main">
            <a:r>
              <a:t>      "filename": "general-cleaning-pexels-6195278.jpg",</a:t>
            </a:r>
          </a:p>
          <a:p xmlns:a="http://schemas.openxmlformats.org/drawingml/2006/main">
            <a:r>
              <a:t>      "source": "https://www.pexels.com/photo/cleaners-cleaning-the-tiled-floor-6195278/",</a:t>
            </a:r>
          </a:p>
          <a:p xmlns:a="http://schemas.openxmlformats.org/drawingml/2006/main">
            <a:r>
              <a:t>      "download": "https://images.pexels.com/photos/6195278/pexels-photo-6195278.jpeg?auto=compress&amp;cs=tinysrgb&amp;w=1800",</a:t>
            </a:r>
          </a:p>
          <a:p xmlns:a="http://schemas.openxmlformats.org/drawingml/2006/main">
            <a:r>
              <a:t>      "photographer": "Tima Miroshnichenko",</a:t>
            </a:r>
          </a:p>
          <a:p xmlns:a="http://schemas.openxmlformats.org/drawingml/2006/main">
            <a:r>
              <a:t>      "published": "2020-12-15",</a:t>
            </a:r>
          </a:p>
          <a:p xmlns:a="http://schemas.openxmlformats.org/drawingml/2006/main">
            <a:r>
              <a:t>      "captured": "2020-12-10",</a:t>
            </a:r>
          </a:p>
          <a:p xmlns:a="http://schemas.openxmlformats.org/drawingml/2006/main">
            <a:r>
              <a:t>      "license": "Pexels License",</a:t>
            </a:r>
          </a:p>
          <a:p xmlns:a="http://schemas.openxmlformats.org/drawingml/2006/main">
            <a:r>
              <a:t>      "license_url": "https://www.pexels.com/license/",</a:t>
            </a:r>
          </a:p>
          <a:p xmlns:a="http://schemas.openxmlformats.org/drawingml/2006/main">
            <a:r>
              <a:t>      "service": "General cleaning",</a:t>
            </a:r>
          </a:p>
          <a:p xmlns:a="http://schemas.openxmlformats.org/drawingml/2006/main">
            <a:r>
              <a:t>      "caption": "Stock photo of cleaning work; not an Oceanides project",</a:t>
            </a:r>
          </a:p>
          <a:p xmlns:a="http://schemas.openxmlformats.org/drawingml/2006/main">
            <a:r>
              <a:t>      "dimensions": [</a:t>
            </a:r>
          </a:p>
          <a:p xmlns:a="http://schemas.openxmlformats.org/drawingml/2006/main">
            <a:r>
              <a:t>        1800,</a:t>
            </a:r>
          </a:p>
          <a:p xmlns:a="http://schemas.openxmlformats.org/drawingml/2006/main">
            <a:r>
              <a:t>        2700</a:t>
            </a:r>
          </a:p>
          <a:p xmlns:a="http://schemas.openxmlformats.org/drawingml/2006/main">
            <a:r>
              <a:t>      ],</a:t>
            </a:r>
          </a:p>
          <a:p xmlns:a="http://schemas.openxmlformats.org/drawingml/2006/main">
            <a:r>
              <a:t>      "sha256": "afcdcd0292f110a6970926c48dbfb3ef59203fae4ca50a9200ebf257c83c94c3",</a:t>
            </a:r>
          </a:p>
          <a:p xmlns:a="http://schemas.openxmlformats.org/drawingml/2006/main">
            <a:r>
              <a:t>      "downloaded_on": "2026-10-12",</a:t>
            </a:r>
          </a:p>
          <a:p xmlns:a="http://schemas.openxmlformats.org/drawingml/2006/main">
            <a:r>
              <a:t>      "status": "visually-inspected",</a:t>
            </a:r>
          </a:p>
          <a:p xmlns:a="http://schemas.openxmlformats.org/drawingml/2006/main">
            <a:r>
              <a:t>      "changes": "Source image unchanged. Presentation cropping may be applied for placement.",</a:t>
            </a:r>
          </a:p>
          <a:p xmlns:a="http://schemas.openxmlformats.org/drawingml/2006/main">
            <a:r>
              <a:t>      "visual_review": "Shows two uniformed cleaners, one mopping and one vacuuming. Relevant service illustration. Crop lower two-thirds to retain action."</a:t>
            </a:r>
          </a:p>
          <a:p xmlns:a="http://schemas.openxmlformats.org/drawingml/2006/main">
            <a:r>
              <a:t>    },</a:t>
            </a:r>
          </a:p>
          <a:p xmlns:a="http://schemas.openxmlformats.org/drawingml/2006/main">
            <a:r>
              <a:t>    {</a:t>
            </a:r>
          </a:p>
          <a:p xmlns:a="http://schemas.openxmlformats.org/drawingml/2006/main">
            <a:r>
              <a:t>      "filename": "excavation-water-main-wikimedia.jpg",</a:t>
            </a:r>
          </a:p>
          <a:p xmlns:a="http://schemas.openxmlformats.org/drawingml/2006/main">
            <a:r>
              <a:t>      "source": "https://commons.wikimedia.org/wiki/File:DC_WASA_lead_water_main.jpg",</a:t>
            </a:r>
          </a:p>
          <a:p xmlns:a="http://schemas.openxmlformats.org/drawingml/2006/main">
            <a:r>
              <a:t>      "original_source": "https://www.flickr.com/photos/intangible/2697774899/in/photostream/",</a:t>
            </a:r>
          </a:p>
          <a:p xmlns:a="http://schemas.openxmlformats.org/drawingml/2006/main">
            <a:r>
              <a:t>      "download": "https://upload.wikimedia.org/wikipedia/commons/4/40/DC_WASA_lead_water_main.jpg",</a:t>
            </a:r>
          </a:p>
          <a:p xmlns:a="http://schemas.openxmlformats.org/drawingml/2006/main">
            <a:r>
              <a:t>      "photographer": "IntangibleArts",</a:t>
            </a:r>
          </a:p>
          <a:p xmlns:a="http://schemas.openxmlformats.org/drawingml/2006/main">
            <a:r>
              <a:t>      "captured": "2008-07-07",</a:t>
            </a:r>
          </a:p>
          <a:p xmlns:a="http://schemas.openxmlformats.org/drawingml/2006/main">
            <a:r>
              <a:t>      "license": "CC BY 2.0",</a:t>
            </a:r>
          </a:p>
          <a:p xmlns:a="http://schemas.openxmlformats.org/drawingml/2006/main">
            <a:r>
              <a:t>      "license_url": "https://creativecommons.org/licenses/by/2.0/",</a:t>
            </a:r>
          </a:p>
          <a:p xmlns:a="http://schemas.openxmlformats.org/drawingml/2006/main">
            <a:r>
              <a:t>      "service": "Excavation",</a:t>
            </a:r>
          </a:p>
          <a:p xmlns:a="http://schemas.openxmlformats.org/drawingml/2006/main">
            <a:r>
              <a:t>      "caption": "Excavation exposing a water-service pipe. IntangibleArts / Wikimedia Commons, CC BY 2.0; not an Oceanides project",</a:t>
            </a:r>
          </a:p>
          <a:p xmlns:a="http://schemas.openxmlformats.org/drawingml/2006/main">
            <a:r>
              <a:t>      "changes": "Source image unchanged. Presentation cropping may be applied for placement.",</a:t>
            </a:r>
          </a:p>
          <a:p xmlns:a="http://schemas.openxmlformats.org/drawingml/2006/main">
            <a:r>
              <a:t>      "dimensions": [</a:t>
            </a:r>
          </a:p>
          <a:p xmlns:a="http://schemas.openxmlformats.org/drawingml/2006/main">
            <a:r>
              <a:t>        1000,</a:t>
            </a:r>
          </a:p>
          <a:p xmlns:a="http://schemas.openxmlformats.org/drawingml/2006/main">
            <a:r>
              <a:t>        1500</a:t>
            </a:r>
          </a:p>
          <a:p xmlns:a="http://schemas.openxmlformats.org/drawingml/2006/main">
            <a:r>
              <a:t>      ],</a:t>
            </a:r>
          </a:p>
          <a:p xmlns:a="http://schemas.openxmlformats.org/drawingml/2006/main">
            <a:r>
              <a:t>      "sha256": "8f9d166fe47231e50940da8a86355f89628a162a6098288f68d7e58e77a9d149",</a:t>
            </a:r>
          </a:p>
          <a:p xmlns:a="http://schemas.openxmlformats.org/drawingml/2006/main">
            <a:r>
              <a:t>      "downloaded_on": "2026-10-12",</a:t>
            </a:r>
          </a:p>
          <a:p xmlns:a="http://schemas.openxmlformats.org/drawingml/2006/main">
            <a:r>
              <a:t>      "status": "visually-inspected",</a:t>
            </a:r>
          </a:p>
          <a:p xmlns:a="http://schemas.openxmlformats.org/drawingml/2006/main">
            <a:r>
              <a:t>      "visual_review": "Shows excavation exposing an underground water pipe; no workers or confined-space entry. Image is contextual stock, not an Oceanides worksite. Include photographer and CC BY 2.0 credit; note cropped if placed with crop."</a:t>
            </a:r>
          </a:p>
          <a:p xmlns:a="http://schemas.openxmlformats.org/drawingml/2006/main">
            <a:r>
              <a:t>    },</a:t>
            </a:r>
          </a:p>
          <a:p xmlns:a="http://schemas.openxmlformats.org/drawingml/2006/main">
            <a:r>
              <a:t>    {</a:t>
            </a:r>
          </a:p>
          <a:p xmlns:a="http://schemas.openxmlformats.org/drawingml/2006/main">
            <a:r>
              <a:t>      "filename": "aircon-service-pexels-5463576.jpg",</a:t>
            </a:r>
          </a:p>
          <a:p xmlns:a="http://schemas.openxmlformats.org/drawingml/2006/main">
            <a:r>
              <a:t>      "source": "https://www.pexels.com/photo/man-taping-a-hose-5463576/",</a:t>
            </a:r>
          </a:p>
          <a:p xmlns:a="http://schemas.openxmlformats.org/drawingml/2006/main">
            <a:r>
              <a:t>      "download": "https://images.pexels.com/photos/5463576/pexels-photo-5463576.jpeg?cs=srgb&amp;dl=pexels-jose-andres-pacheco-cortes-3641213-5463576.jpg&amp;fm=jpg",</a:t>
            </a:r>
          </a:p>
          <a:p xmlns:a="http://schemas.openxmlformats.org/drawingml/2006/main">
            <a:r>
              <a:t>      "photographer": "Jose Andres Pacheco Cortes",</a:t>
            </a:r>
          </a:p>
          <a:p xmlns:a="http://schemas.openxmlformats.org/drawingml/2006/main">
            <a:r>
              <a:t>      "published": "2020-09-28",</a:t>
            </a:r>
          </a:p>
          <a:p xmlns:a="http://schemas.openxmlformats.org/drawingml/2006/main">
            <a:r>
              <a:t>      "captured": "2020-07-22",</a:t>
            </a:r>
          </a:p>
          <a:p xmlns:a="http://schemas.openxmlformats.org/drawingml/2006/main">
            <a:r>
              <a:t>      "license": "Pexels License",</a:t>
            </a:r>
          </a:p>
          <a:p xmlns:a="http://schemas.openxmlformats.org/drawingml/2006/main">
            <a:r>
              <a:t>      "license_url": "https://www.pexels.com/license/",</a:t>
            </a:r>
          </a:p>
          <a:p xmlns:a="http://schemas.openxmlformats.org/drawingml/2006/main">
            <a:r>
              <a:t>      "service": "Air-conditioning cleaning",</a:t>
            </a:r>
          </a:p>
          <a:p xmlns:a="http://schemas.openxmlformats.org/drawingml/2006/main">
            <a:r>
              <a:t>      "caption": "Stock air-conditioning maintenance photo; not an Oceanides project",</a:t>
            </a:r>
          </a:p>
          <a:p xmlns:a="http://schemas.openxmlformats.org/drawingml/2006/main">
            <a:r>
              <a:t>      "downloaded_on": "2026-10-12",</a:t>
            </a:r>
          </a:p>
          <a:p xmlns:a="http://schemas.openxmlformats.org/drawingml/2006/main">
            <a:r>
              <a:t>      "dimensions": [</a:t>
            </a:r>
          </a:p>
          <a:p xmlns:a="http://schemas.openxmlformats.org/drawingml/2006/main">
            <a:r>
              <a:t>        4000,</a:t>
            </a:r>
          </a:p>
          <a:p xmlns:a="http://schemas.openxmlformats.org/drawingml/2006/main">
            <a:r>
              <a:t>        6000</a:t>
            </a:r>
          </a:p>
          <a:p xmlns:a="http://schemas.openxmlformats.org/drawingml/2006/main">
            <a:r>
              <a:t>      ],</a:t>
            </a:r>
          </a:p>
          <a:p xmlns:a="http://schemas.openxmlformats.org/drawingml/2006/main">
            <a:r>
              <a:t>      "sha256": "a6c64efe110e3e0ac8f706b9949c43fafb4c127422ee3e0c261389aa8886d5ac",</a:t>
            </a:r>
          </a:p>
          <a:p xmlns:a="http://schemas.openxmlformats.org/drawingml/2006/main">
            <a:r>
              <a:t>      "status": "visually-inspected",</a:t>
            </a:r>
          </a:p>
          <a:p xmlns:a="http://schemas.openxmlformats.org/drawingml/2006/main">
            <a:r>
              <a:t>      "changes": "Source image unchanged. Presentation cropping may be applied for placement.",</a:t>
            </a:r>
          </a:p>
          <a:p xmlns:a="http://schemas.openxmlformats.org/drawingml/2006/main">
            <a:r>
              <a:t>      "visual_review": "Shows maintenance of a recognizable outdoor air-conditioning unit, not filter washing. Caption must say maintenance. No Oceanides project or manufacturer partnership is asserted."</a:t>
            </a:r>
          </a:p>
          <a:p xmlns:a="http://schemas.openxmlformats.org/drawingml/2006/main">
            <a:r>
              <a:t>    }</a:t>
            </a:r>
          </a:p>
          <a:p xmlns:a="http://schemas.openxmlformats.org/drawingml/2006/main">
            <a:r>
              <a:t>  ]</a:t>
            </a:r>
          </a:p>
          <a:p xmlns:a="http://schemas.openxmlformats.org/drawingml/2006/main">
            <a:r>
              <a:t>}</a:t>
            </a:r>
          </a:p>
          <a:p xmlns:a="http://schemas.openxmlformats.org/drawingml/2006/main">
            <a:r>
              <a:t>Owner review draft. Sources: interview2026-10-11, old PDF and current role/client/address confirmations2026-10-12. Reference imagery is labeled; no logo implies endorsement. Original PPTXv4 preserved. OPC tax details still to follow.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Drain and Pipe Declogging</a:t>
            </a:r>
          </a:p>
          <a:p xmlns:a="http://schemas.openxmlformats.org/drawingml/2006/main">
            <a:r>
              <a:t>Scope based on owner interview. Final method, personnel requirements and price follow site review. Clear findings help you decide whether a drain needs cleaning, repair, or a planned maintenance schedule.</a:t>
            </a:r>
          </a:p>
          <a:p xmlns:a="http://schemas.openxmlformats.org/drawingml/2006/main">
            <a:r>
              <a:t>AI-generated drainage illustration; source image: clients/oceanides/assets/tb2-hero-banyo.png</a:t>
            </a:r>
          </a:p>
          <a:p xmlns:a="http://schemas.openxmlformats.org/drawingml/2006/main">
            <a:r>
              <a:t>Owner review draft. Sources: interview2026-10-11, old PDF and current role/client/address confirmations2026-10-12. Reference imagery is labeled; no logo implies endorsement. Original PPTXv4 preserved. OPC tax details still to follow.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Grease Tank and Trap Cleaning</a:t>
            </a:r>
          </a:p>
          <a:p xmlns:a="http://schemas.openxmlformats.org/drawingml/2006/main">
            <a:r>
              <a:t>Scope based on owner interview. Final method, personnel requirements and price follow site review. Routine servicing helps your team manage grease buildup and maintain kitchen drainage.</a:t>
            </a:r>
          </a:p>
          <a:p xmlns:a="http://schemas.openxmlformats.org/drawingml/2006/main">
            <a:r>
              <a:t>Oceanides asset-library photograph; client/site not specified; source image: clients/oceanides/assets/after-1.jpg</a:t>
            </a:r>
          </a:p>
          <a:p xmlns:a="http://schemas.openxmlformats.org/drawingml/2006/main">
            <a:r>
              <a:t>Owner review draft. Sources: interview2026-10-11, old PDF and current role/client/address confirmations2026-10-12. Reference imagery is labeled; no logo implies endorsement. Original PPTXv4 preserved. OPC tax details still to follow.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Pest Management Services</a:t>
            </a:r>
          </a:p>
          <a:p xmlns:a="http://schemas.openxmlformats.org/drawingml/2006/main">
            <a:r>
              <a:t>Scope based on owner interview. Final method, personnel requirements and price follow site review. A planned program combines treatment with practical prevention advice and clearer follow-up responsibilities.</a:t>
            </a:r>
          </a:p>
          <a:p xmlns:a="http://schemas.openxmlformats.org/drawingml/2006/main">
            <a:r>
              <a:t>AI-generated service illustration; source image: clients/oceanides/company-profile/assets-interview/pest-control-service.png</a:t>
            </a:r>
          </a:p>
          <a:p xmlns:a="http://schemas.openxmlformats.org/drawingml/2006/main">
            <a:r>
              <a:t>Owner review draft. Sources: interview2026-10-11, old PDF and current role/client/address confirmations2026-10-12. Reference imagery is labeled; no logo implies endorsement. Original PPTXv4 preserved. OPC tax details still to follow.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General Cleaning Services</a:t>
            </a:r>
          </a:p>
          <a:p xmlns:a="http://schemas.openxmlformats.org/drawingml/2006/main">
            <a:r>
              <a:t>Scope based on owner interview. Final method, personnel requirements and price follow site review. A clear checklist makes it easier to coordinate cleaning work and review the result.</a:t>
            </a:r>
          </a:p>
          <a:p xmlns:a="http://schemas.openxmlformats.org/drawingml/2006/main">
            <a:r>
              <a:t>Representative stock photograph; not an Oceanides project; source image: clients/oceanides/company-profile/assets-refresh/service-stock/general-cleaning-pexels-6195278.jpg</a:t>
            </a:r>
          </a:p>
          <a:p xmlns:a="http://schemas.openxmlformats.org/drawingml/2006/main">
            <a:r>
              <a:t>{</a:t>
            </a:r>
          </a:p>
          <a:p xmlns:a="http://schemas.openxmlformats.org/drawingml/2006/main">
            <a:r>
              <a:t>  "downloaded_on": "2026-10-12",</a:t>
            </a:r>
          </a:p>
          <a:p xmlns:a="http://schemas.openxmlformats.org/drawingml/2006/main">
            <a:r>
              <a:t>  "purpose": "Illustrative service images for Oceanides company-profile revision",</a:t>
            </a:r>
          </a:p>
          <a:p xmlns:a="http://schemas.openxmlformats.org/drawingml/2006/main">
            <a:r>
              <a:t>  "assets": [</a:t>
            </a:r>
          </a:p>
          <a:p xmlns:a="http://schemas.openxmlformats.org/drawingml/2006/main">
            <a:r>
              <a:t>    {</a:t>
            </a:r>
          </a:p>
          <a:p xmlns:a="http://schemas.openxmlformats.org/drawingml/2006/main">
            <a:r>
              <a:t>      "filename": "general-cleaning-pexels-6195278.jpg",</a:t>
            </a:r>
          </a:p>
          <a:p xmlns:a="http://schemas.openxmlformats.org/drawingml/2006/main">
            <a:r>
              <a:t>      "source": "https://www.pexels.com/photo/cleaners-cleaning-the-tiled-floor-6195278/",</a:t>
            </a:r>
          </a:p>
          <a:p xmlns:a="http://schemas.openxmlformats.org/drawingml/2006/main">
            <a:r>
              <a:t>      "download": "https://images.pexels.com/photos/6195278/pexels-photo-6195278.jpeg?auto=compress&amp;cs=tinysrgb&amp;w=1800",</a:t>
            </a:r>
          </a:p>
          <a:p xmlns:a="http://schemas.openxmlformats.org/drawingml/2006/main">
            <a:r>
              <a:t>      "photographer": "Tima Miroshnichenko",</a:t>
            </a:r>
          </a:p>
          <a:p xmlns:a="http://schemas.openxmlformats.org/drawingml/2006/main">
            <a:r>
              <a:t>      "published": "2020-12-15",</a:t>
            </a:r>
          </a:p>
          <a:p xmlns:a="http://schemas.openxmlformats.org/drawingml/2006/main">
            <a:r>
              <a:t>      "captured": "2020-12-10",</a:t>
            </a:r>
          </a:p>
          <a:p xmlns:a="http://schemas.openxmlformats.org/drawingml/2006/main">
            <a:r>
              <a:t>      "license": "Pexels License",</a:t>
            </a:r>
          </a:p>
          <a:p xmlns:a="http://schemas.openxmlformats.org/drawingml/2006/main">
            <a:r>
              <a:t>      "license_url": "https://www.pexels.com/license/",</a:t>
            </a:r>
          </a:p>
          <a:p xmlns:a="http://schemas.openxmlformats.org/drawingml/2006/main">
            <a:r>
              <a:t>      "service": "General cleaning",</a:t>
            </a:r>
          </a:p>
          <a:p xmlns:a="http://schemas.openxmlformats.org/drawingml/2006/main">
            <a:r>
              <a:t>      "caption": "Stock photo of cleaning work; not an Oceanides project",</a:t>
            </a:r>
          </a:p>
          <a:p xmlns:a="http://schemas.openxmlformats.org/drawingml/2006/main">
            <a:r>
              <a:t>      "dimensions": [</a:t>
            </a:r>
          </a:p>
          <a:p xmlns:a="http://schemas.openxmlformats.org/drawingml/2006/main">
            <a:r>
              <a:t>        1800,</a:t>
            </a:r>
          </a:p>
          <a:p xmlns:a="http://schemas.openxmlformats.org/drawingml/2006/main">
            <a:r>
              <a:t>        2700</a:t>
            </a:r>
          </a:p>
          <a:p xmlns:a="http://schemas.openxmlformats.org/drawingml/2006/main">
            <a:r>
              <a:t>      ],</a:t>
            </a:r>
          </a:p>
          <a:p xmlns:a="http://schemas.openxmlformats.org/drawingml/2006/main">
            <a:r>
              <a:t>      "sha256": "afcdcd0292f110a6970926c48dbfb3ef59203fae4ca50a9200ebf257c83c94c3",</a:t>
            </a:r>
          </a:p>
          <a:p xmlns:a="http://schemas.openxmlformats.org/drawingml/2006/main">
            <a:r>
              <a:t>      "downloaded_on": "2026-10-12",</a:t>
            </a:r>
          </a:p>
          <a:p xmlns:a="http://schemas.openxmlformats.org/drawingml/2006/main">
            <a:r>
              <a:t>      "status": "visually-inspected",</a:t>
            </a:r>
          </a:p>
          <a:p xmlns:a="http://schemas.openxmlformats.org/drawingml/2006/main">
            <a:r>
              <a:t>      "changes": "Source image unchanged. Presentation cropping may be applied for placement.",</a:t>
            </a:r>
          </a:p>
          <a:p xmlns:a="http://schemas.openxmlformats.org/drawingml/2006/main">
            <a:r>
              <a:t>      "visual_review": "Shows two uniformed cleaners, one mopping and one vacuuming. Relevant service illustration. Crop lower two-thirds to retain action."</a:t>
            </a:r>
          </a:p>
          <a:p xmlns:a="http://schemas.openxmlformats.org/drawingml/2006/main">
            <a:r>
              <a:t>    },</a:t>
            </a:r>
          </a:p>
          <a:p xmlns:a="http://schemas.openxmlformats.org/drawingml/2006/main">
            <a:r>
              <a:t>    {</a:t>
            </a:r>
          </a:p>
          <a:p xmlns:a="http://schemas.openxmlformats.org/drawingml/2006/main">
            <a:r>
              <a:t>      "filename": "excavation-water-main-wikimedia.jpg",</a:t>
            </a:r>
          </a:p>
          <a:p xmlns:a="http://schemas.openxmlformats.org/drawingml/2006/main">
            <a:r>
              <a:t>      "source": "https://commons.wikimedia.org/wiki/File:DC_WASA_lead_water_main.jpg",</a:t>
            </a:r>
          </a:p>
          <a:p xmlns:a="http://schemas.openxmlformats.org/drawingml/2006/main">
            <a:r>
              <a:t>      "original_source": "https://www.flickr.com/photos/intangible/2697774899/in/photostream/",</a:t>
            </a:r>
          </a:p>
          <a:p xmlns:a="http://schemas.openxmlformats.org/drawingml/2006/main">
            <a:r>
              <a:t>      "download": "https://upload.wikimedia.org/wikipedia/commons/4/40/DC_WASA_lead_water_main.jpg",</a:t>
            </a:r>
          </a:p>
          <a:p xmlns:a="http://schemas.openxmlformats.org/drawingml/2006/main">
            <a:r>
              <a:t>      "photographer": "IntangibleArts",</a:t>
            </a:r>
          </a:p>
          <a:p xmlns:a="http://schemas.openxmlformats.org/drawingml/2006/main">
            <a:r>
              <a:t>      "captured": "2008-07-07",</a:t>
            </a:r>
          </a:p>
          <a:p xmlns:a="http://schemas.openxmlformats.org/drawingml/2006/main">
            <a:r>
              <a:t>      "license": "CC BY 2.0",</a:t>
            </a:r>
          </a:p>
          <a:p xmlns:a="http://schemas.openxmlformats.org/drawingml/2006/main">
            <a:r>
              <a:t>      "license_url": "https://creativecommons.org/licenses/by/2.0/",</a:t>
            </a:r>
          </a:p>
          <a:p xmlns:a="http://schemas.openxmlformats.org/drawingml/2006/main">
            <a:r>
              <a:t>      "service": "Excavation",</a:t>
            </a:r>
          </a:p>
          <a:p xmlns:a="http://schemas.openxmlformats.org/drawingml/2006/main">
            <a:r>
              <a:t>      "caption": "Excavation exposing a water-service pipe. IntangibleArts / Wikimedia Commons, CC BY 2.0; not an Oceanides project",</a:t>
            </a:r>
          </a:p>
          <a:p xmlns:a="http://schemas.openxmlformats.org/drawingml/2006/main">
            <a:r>
              <a:t>      "changes": "Source image unchanged. Presentation cropping may be applied for placement.",</a:t>
            </a:r>
          </a:p>
          <a:p xmlns:a="http://schemas.openxmlformats.org/drawingml/2006/main">
            <a:r>
              <a:t>      "dimensions": [</a:t>
            </a:r>
          </a:p>
          <a:p xmlns:a="http://schemas.openxmlformats.org/drawingml/2006/main">
            <a:r>
              <a:t>        1000,</a:t>
            </a:r>
          </a:p>
          <a:p xmlns:a="http://schemas.openxmlformats.org/drawingml/2006/main">
            <a:r>
              <a:t>        1500</a:t>
            </a:r>
          </a:p>
          <a:p xmlns:a="http://schemas.openxmlformats.org/drawingml/2006/main">
            <a:r>
              <a:t>      ],</a:t>
            </a:r>
          </a:p>
          <a:p xmlns:a="http://schemas.openxmlformats.org/drawingml/2006/main">
            <a:r>
              <a:t>      "sha256": "8f9d166fe47231e50940da8a86355f89628a162a6098288f68d7e58e77a9d149",</a:t>
            </a:r>
          </a:p>
          <a:p xmlns:a="http://schemas.openxmlformats.org/drawingml/2006/main">
            <a:r>
              <a:t>      "downloaded_on": "2026-10-12",</a:t>
            </a:r>
          </a:p>
          <a:p xmlns:a="http://schemas.openxmlformats.org/drawingml/2006/main">
            <a:r>
              <a:t>      "status": "visually-inspected",</a:t>
            </a:r>
          </a:p>
          <a:p xmlns:a="http://schemas.openxmlformats.org/drawingml/2006/main">
            <a:r>
              <a:t>      "visual_review": "Shows excavation exposing an underground water pipe; no workers or confined-space entry. Image is contextual stock, not an Oceanides worksite. Include photographer and CC BY 2.0 credit; note cropped if placed with crop."</a:t>
            </a:r>
          </a:p>
          <a:p xmlns:a="http://schemas.openxmlformats.org/drawingml/2006/main">
            <a:r>
              <a:t>    },</a:t>
            </a:r>
          </a:p>
          <a:p xmlns:a="http://schemas.openxmlformats.org/drawingml/2006/main">
            <a:r>
              <a:t>    {</a:t>
            </a:r>
          </a:p>
          <a:p xmlns:a="http://schemas.openxmlformats.org/drawingml/2006/main">
            <a:r>
              <a:t>      "filename": "aircon-service-pexels-5463576.jpg",</a:t>
            </a:r>
          </a:p>
          <a:p xmlns:a="http://schemas.openxmlformats.org/drawingml/2006/main">
            <a:r>
              <a:t>      "source": "https://www.pexels.com/photo/man-taping-a-hose-5463576/",</a:t>
            </a:r>
          </a:p>
          <a:p xmlns:a="http://schemas.openxmlformats.org/drawingml/2006/main">
            <a:r>
              <a:t>      "download": "https://images.pexels.com/photos/5463576/pexels-photo-5463576.jpeg?cs=srgb&amp;dl=pexels-jose-andres-pacheco-cortes-3641213-5463576.jpg&amp;fm=jpg",</a:t>
            </a:r>
          </a:p>
          <a:p xmlns:a="http://schemas.openxmlformats.org/drawingml/2006/main">
            <a:r>
              <a:t>      "photographer": "Jose Andres Pacheco Cortes",</a:t>
            </a:r>
          </a:p>
          <a:p xmlns:a="http://schemas.openxmlformats.org/drawingml/2006/main">
            <a:r>
              <a:t>      "published": "2020-09-28",</a:t>
            </a:r>
          </a:p>
          <a:p xmlns:a="http://schemas.openxmlformats.org/drawingml/2006/main">
            <a:r>
              <a:t>      "captured": "2020-07-22",</a:t>
            </a:r>
          </a:p>
          <a:p xmlns:a="http://schemas.openxmlformats.org/drawingml/2006/main">
            <a:r>
              <a:t>      "license": "Pexels License",</a:t>
            </a:r>
          </a:p>
          <a:p xmlns:a="http://schemas.openxmlformats.org/drawingml/2006/main">
            <a:r>
              <a:t>      "license_url": "https://www.pexels.com/license/",</a:t>
            </a:r>
          </a:p>
          <a:p xmlns:a="http://schemas.openxmlformats.org/drawingml/2006/main">
            <a:r>
              <a:t>      "service": "Air-conditioning cleaning",</a:t>
            </a:r>
          </a:p>
          <a:p xmlns:a="http://schemas.openxmlformats.org/drawingml/2006/main">
            <a:r>
              <a:t>      "caption": "Stock air-conditioning maintenance photo; not an Oceanides project",</a:t>
            </a:r>
          </a:p>
          <a:p xmlns:a="http://schemas.openxmlformats.org/drawingml/2006/main">
            <a:r>
              <a:t>      "downloaded_on": "2026-10-12",</a:t>
            </a:r>
          </a:p>
          <a:p xmlns:a="http://schemas.openxmlformats.org/drawingml/2006/main">
            <a:r>
              <a:t>      "dimensions": [</a:t>
            </a:r>
          </a:p>
          <a:p xmlns:a="http://schemas.openxmlformats.org/drawingml/2006/main">
            <a:r>
              <a:t>        4000,</a:t>
            </a:r>
          </a:p>
          <a:p xmlns:a="http://schemas.openxmlformats.org/drawingml/2006/main">
            <a:r>
              <a:t>        6000</a:t>
            </a:r>
          </a:p>
          <a:p xmlns:a="http://schemas.openxmlformats.org/drawingml/2006/main">
            <a:r>
              <a:t>      ],</a:t>
            </a:r>
          </a:p>
          <a:p xmlns:a="http://schemas.openxmlformats.org/drawingml/2006/main">
            <a:r>
              <a:t>      "sha256": "a6c64efe110e3e0ac8f706b9949c43fafb4c127422ee3e0c261389aa8886d5ac",</a:t>
            </a:r>
          </a:p>
          <a:p xmlns:a="http://schemas.openxmlformats.org/drawingml/2006/main">
            <a:r>
              <a:t>      "status": "visually-inspected",</a:t>
            </a:r>
          </a:p>
          <a:p xmlns:a="http://schemas.openxmlformats.org/drawingml/2006/main">
            <a:r>
              <a:t>      "changes": "Source image unchanged. Presentation cropping may be applied for placement.",</a:t>
            </a:r>
          </a:p>
          <a:p xmlns:a="http://schemas.openxmlformats.org/drawingml/2006/main">
            <a:r>
              <a:t>      "visual_review": "Shows maintenance of a recognizable outdoor air-conditioning unit, not filter washing. Caption must say maintenance. No Oceanides project or manufacturer partnership is asserted."</a:t>
            </a:r>
          </a:p>
          <a:p xmlns:a="http://schemas.openxmlformats.org/drawingml/2006/main">
            <a:r>
              <a:t>    }</a:t>
            </a:r>
          </a:p>
          <a:p xmlns:a="http://schemas.openxmlformats.org/drawingml/2006/main">
            <a:r>
              <a:t>  ]</a:t>
            </a:r>
          </a:p>
          <a:p xmlns:a="http://schemas.openxmlformats.org/drawingml/2006/main">
            <a:r>
              <a:t>}</a:t>
            </a:r>
          </a:p>
          <a:p xmlns:a="http://schemas.openxmlformats.org/drawingml/2006/main">
            <a:r>
              <a:t>Owner review draft. Sources: interview2026-10-11, old PDF and current role/client/address confirmations2026-10-12. Reference imagery is labeled; no logo implies endorsement. Original PPTXv4 preserved. OPC tax details still to follow.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Renovation, Restoration and Leak Repairs</a:t>
            </a:r>
          </a:p>
          <a:p xmlns:a="http://schemas.openxmlformats.org/drawingml/2006/main">
            <a:r>
              <a:t>Scope based on owner interview. Final method, personnel requirements and price follow site review. Combining related repair work under one coordinated scope helps your team manage access, schedules, and turnover.</a:t>
            </a:r>
          </a:p>
          <a:p xmlns:a="http://schemas.openxmlformats.org/drawingml/2006/main">
            <a:r>
              <a:t>AI-generated service illustration; source image: clients/oceanides/company-profile/assets-interview/renovation-service.png</a:t>
            </a:r>
          </a:p>
          <a:p xmlns:a="http://schemas.openxmlformats.org/drawingml/2006/main">
            <a:r>
              <a:t>Owner review draft. Sources: interview2026-10-11, old PDF and current role/client/address confirmations2026-10-12. Reference imagery is labeled; no logo implies endorsement. Original PPTXv4 preserved. OPC tax details still to follow.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Air-Conditioning Cleaning</a:t>
            </a:r>
          </a:p>
          <a:p xmlns:a="http://schemas.openxmlformats.org/drawingml/2006/main">
            <a:r>
              <a:t>Scope based on owner interview. Final method, personnel requirements and price follow site review. Planned cleaning helps you manage unit upkeep and identify concerns that need further attention.</a:t>
            </a:r>
          </a:p>
          <a:p xmlns:a="http://schemas.openxmlformats.org/drawingml/2006/main">
            <a:r>
              <a:t>Stock air-conditioning maintenance photo; not an Oceanides project; source image: clients/oceanides/company-profile/assets-refresh/service-stock/aircon-service-pexels-5463576.jpg</a:t>
            </a:r>
          </a:p>
          <a:p xmlns:a="http://schemas.openxmlformats.org/drawingml/2006/main">
            <a:r>
              <a:t>{</a:t>
            </a:r>
          </a:p>
          <a:p xmlns:a="http://schemas.openxmlformats.org/drawingml/2006/main">
            <a:r>
              <a:t>  "downloaded_on": "2026-10-12",</a:t>
            </a:r>
          </a:p>
          <a:p xmlns:a="http://schemas.openxmlformats.org/drawingml/2006/main">
            <a:r>
              <a:t>  "purpose": "Illustrative service images for Oceanides company-profile revision",</a:t>
            </a:r>
          </a:p>
          <a:p xmlns:a="http://schemas.openxmlformats.org/drawingml/2006/main">
            <a:r>
              <a:t>  "assets": [</a:t>
            </a:r>
          </a:p>
          <a:p xmlns:a="http://schemas.openxmlformats.org/drawingml/2006/main">
            <a:r>
              <a:t>    {</a:t>
            </a:r>
          </a:p>
          <a:p xmlns:a="http://schemas.openxmlformats.org/drawingml/2006/main">
            <a:r>
              <a:t>      "filename": "general-cleaning-pexels-6195278.jpg",</a:t>
            </a:r>
          </a:p>
          <a:p xmlns:a="http://schemas.openxmlformats.org/drawingml/2006/main">
            <a:r>
              <a:t>      "source": "https://www.pexels.com/photo/cleaners-cleaning-the-tiled-floor-6195278/",</a:t>
            </a:r>
          </a:p>
          <a:p xmlns:a="http://schemas.openxmlformats.org/drawingml/2006/main">
            <a:r>
              <a:t>      "download": "https://images.pexels.com/photos/6195278/pexels-photo-6195278.jpeg?auto=compress&amp;cs=tinysrgb&amp;w=1800",</a:t>
            </a:r>
          </a:p>
          <a:p xmlns:a="http://schemas.openxmlformats.org/drawingml/2006/main">
            <a:r>
              <a:t>      "photographer": "Tima Miroshnichenko",</a:t>
            </a:r>
          </a:p>
          <a:p xmlns:a="http://schemas.openxmlformats.org/drawingml/2006/main">
            <a:r>
              <a:t>      "published": "2020-12-15",</a:t>
            </a:r>
          </a:p>
          <a:p xmlns:a="http://schemas.openxmlformats.org/drawingml/2006/main">
            <a:r>
              <a:t>      "captured": "2020-12-10",</a:t>
            </a:r>
          </a:p>
          <a:p xmlns:a="http://schemas.openxmlformats.org/drawingml/2006/main">
            <a:r>
              <a:t>      "license": "Pexels License",</a:t>
            </a:r>
          </a:p>
          <a:p xmlns:a="http://schemas.openxmlformats.org/drawingml/2006/main">
            <a:r>
              <a:t>      "license_url": "https://www.pexels.com/license/",</a:t>
            </a:r>
          </a:p>
          <a:p xmlns:a="http://schemas.openxmlformats.org/drawingml/2006/main">
            <a:r>
              <a:t>      "service": "General cleaning",</a:t>
            </a:r>
          </a:p>
          <a:p xmlns:a="http://schemas.openxmlformats.org/drawingml/2006/main">
            <a:r>
              <a:t>      "caption": "Stock photo of cleaning work; not an Oceanides project",</a:t>
            </a:r>
          </a:p>
          <a:p xmlns:a="http://schemas.openxmlformats.org/drawingml/2006/main">
            <a:r>
              <a:t>      "dimensions": [</a:t>
            </a:r>
          </a:p>
          <a:p xmlns:a="http://schemas.openxmlformats.org/drawingml/2006/main">
            <a:r>
              <a:t>        1800,</a:t>
            </a:r>
          </a:p>
          <a:p xmlns:a="http://schemas.openxmlformats.org/drawingml/2006/main">
            <a:r>
              <a:t>        2700</a:t>
            </a:r>
          </a:p>
          <a:p xmlns:a="http://schemas.openxmlformats.org/drawingml/2006/main">
            <a:r>
              <a:t>      ],</a:t>
            </a:r>
          </a:p>
          <a:p xmlns:a="http://schemas.openxmlformats.org/drawingml/2006/main">
            <a:r>
              <a:t>      "sha256": "afcdcd0292f110a6970926c48dbfb3ef59203fae4ca50a9200ebf257c83c94c3",</a:t>
            </a:r>
          </a:p>
          <a:p xmlns:a="http://schemas.openxmlformats.org/drawingml/2006/main">
            <a:r>
              <a:t>      "downloaded_on": "2026-10-12",</a:t>
            </a:r>
          </a:p>
          <a:p xmlns:a="http://schemas.openxmlformats.org/drawingml/2006/main">
            <a:r>
              <a:t>      "status": "visually-inspected",</a:t>
            </a:r>
          </a:p>
          <a:p xmlns:a="http://schemas.openxmlformats.org/drawingml/2006/main">
            <a:r>
              <a:t>      "changes": "Source image unchanged. Presentation cropping may be applied for placement.",</a:t>
            </a:r>
          </a:p>
          <a:p xmlns:a="http://schemas.openxmlformats.org/drawingml/2006/main">
            <a:r>
              <a:t>      "visual_review": "Shows two uniformed cleaners, one mopping and one vacuuming. Relevant service illustration. Crop lower two-thirds to retain action."</a:t>
            </a:r>
          </a:p>
          <a:p xmlns:a="http://schemas.openxmlformats.org/drawingml/2006/main">
            <a:r>
              <a:t>    },</a:t>
            </a:r>
          </a:p>
          <a:p xmlns:a="http://schemas.openxmlformats.org/drawingml/2006/main">
            <a:r>
              <a:t>    {</a:t>
            </a:r>
          </a:p>
          <a:p xmlns:a="http://schemas.openxmlformats.org/drawingml/2006/main">
            <a:r>
              <a:t>      "filename": "excavation-water-main-wikimedia.jpg",</a:t>
            </a:r>
          </a:p>
          <a:p xmlns:a="http://schemas.openxmlformats.org/drawingml/2006/main">
            <a:r>
              <a:t>      "source": "https://commons.wikimedia.org/wiki/File:DC_WASA_lead_water_main.jpg",</a:t>
            </a:r>
          </a:p>
          <a:p xmlns:a="http://schemas.openxmlformats.org/drawingml/2006/main">
            <a:r>
              <a:t>      "original_source": "https://www.flickr.com/photos/intangible/2697774899/in/photostream/",</a:t>
            </a:r>
          </a:p>
          <a:p xmlns:a="http://schemas.openxmlformats.org/drawingml/2006/main">
            <a:r>
              <a:t>      "download": "https://upload.wikimedia.org/wikipedia/commons/4/40/DC_WASA_lead_water_main.jpg",</a:t>
            </a:r>
          </a:p>
          <a:p xmlns:a="http://schemas.openxmlformats.org/drawingml/2006/main">
            <a:r>
              <a:t>      "photographer": "IntangibleArts",</a:t>
            </a:r>
          </a:p>
          <a:p xmlns:a="http://schemas.openxmlformats.org/drawingml/2006/main">
            <a:r>
              <a:t>      "captured": "2008-07-07",</a:t>
            </a:r>
          </a:p>
          <a:p xmlns:a="http://schemas.openxmlformats.org/drawingml/2006/main">
            <a:r>
              <a:t>      "license": "CC BY 2.0",</a:t>
            </a:r>
          </a:p>
          <a:p xmlns:a="http://schemas.openxmlformats.org/drawingml/2006/main">
            <a:r>
              <a:t>      "license_url": "https://creativecommons.org/licenses/by/2.0/",</a:t>
            </a:r>
          </a:p>
          <a:p xmlns:a="http://schemas.openxmlformats.org/drawingml/2006/main">
            <a:r>
              <a:t>      "service": "Excavation",</a:t>
            </a:r>
          </a:p>
          <a:p xmlns:a="http://schemas.openxmlformats.org/drawingml/2006/main">
            <a:r>
              <a:t>      "caption": "Excavation exposing a water-service pipe. IntangibleArts / Wikimedia Commons, CC BY 2.0; not an Oceanides project",</a:t>
            </a:r>
          </a:p>
          <a:p xmlns:a="http://schemas.openxmlformats.org/drawingml/2006/main">
            <a:r>
              <a:t>      "changes": "Source image unchanged. Presentation cropping may be applied for placement.",</a:t>
            </a:r>
          </a:p>
          <a:p xmlns:a="http://schemas.openxmlformats.org/drawingml/2006/main">
            <a:r>
              <a:t>      "dimensions": [</a:t>
            </a:r>
          </a:p>
          <a:p xmlns:a="http://schemas.openxmlformats.org/drawingml/2006/main">
            <a:r>
              <a:t>        1000,</a:t>
            </a:r>
          </a:p>
          <a:p xmlns:a="http://schemas.openxmlformats.org/drawingml/2006/main">
            <a:r>
              <a:t>        1500</a:t>
            </a:r>
          </a:p>
          <a:p xmlns:a="http://schemas.openxmlformats.org/drawingml/2006/main">
            <a:r>
              <a:t>      ],</a:t>
            </a:r>
          </a:p>
          <a:p xmlns:a="http://schemas.openxmlformats.org/drawingml/2006/main">
            <a:r>
              <a:t>      "sha256": "8f9d166fe47231e50940da8a86355f89628a162a6098288f68d7e58e77a9d149",</a:t>
            </a:r>
          </a:p>
          <a:p xmlns:a="http://schemas.openxmlformats.org/drawingml/2006/main">
            <a:r>
              <a:t>      "downloaded_on": "2026-10-12",</a:t>
            </a:r>
          </a:p>
          <a:p xmlns:a="http://schemas.openxmlformats.org/drawingml/2006/main">
            <a:r>
              <a:t>      "status": "visually-inspected",</a:t>
            </a:r>
          </a:p>
          <a:p xmlns:a="http://schemas.openxmlformats.org/drawingml/2006/main">
            <a:r>
              <a:t>      "visual_review": "Shows excavation exposing an underground water pipe; no workers or confined-space entry. Image is contextual stock, not an Oceanides worksite. Include photographer and CC BY 2.0 credit; note cropped if placed with crop."</a:t>
            </a:r>
          </a:p>
          <a:p xmlns:a="http://schemas.openxmlformats.org/drawingml/2006/main">
            <a:r>
              <a:t>    },</a:t>
            </a:r>
          </a:p>
          <a:p xmlns:a="http://schemas.openxmlformats.org/drawingml/2006/main">
            <a:r>
              <a:t>    {</a:t>
            </a:r>
          </a:p>
          <a:p xmlns:a="http://schemas.openxmlformats.org/drawingml/2006/main">
            <a:r>
              <a:t>      "filename": "aircon-service-pexels-5463576.jpg",</a:t>
            </a:r>
          </a:p>
          <a:p xmlns:a="http://schemas.openxmlformats.org/drawingml/2006/main">
            <a:r>
              <a:t>      "source": "https://www.pexels.com/photo/man-taping-a-hose-5463576/",</a:t>
            </a:r>
          </a:p>
          <a:p xmlns:a="http://schemas.openxmlformats.org/drawingml/2006/main">
            <a:r>
              <a:t>      "download": "https://images.pexels.com/photos/5463576/pexels-photo-5463576.jpeg?cs=srgb&amp;dl=pexels-jose-andres-pacheco-cortes-3641213-5463576.jpg&amp;fm=jpg",</a:t>
            </a:r>
          </a:p>
          <a:p xmlns:a="http://schemas.openxmlformats.org/drawingml/2006/main">
            <a:r>
              <a:t>      "photographer": "Jose Andres Pacheco Cortes",</a:t>
            </a:r>
          </a:p>
          <a:p xmlns:a="http://schemas.openxmlformats.org/drawingml/2006/main">
            <a:r>
              <a:t>      "published": "2020-09-28",</a:t>
            </a:r>
          </a:p>
          <a:p xmlns:a="http://schemas.openxmlformats.org/drawingml/2006/main">
            <a:r>
              <a:t>      "captured": "2020-07-22",</a:t>
            </a:r>
          </a:p>
          <a:p xmlns:a="http://schemas.openxmlformats.org/drawingml/2006/main">
            <a:r>
              <a:t>      "license": "Pexels License",</a:t>
            </a:r>
          </a:p>
          <a:p xmlns:a="http://schemas.openxmlformats.org/drawingml/2006/main">
            <a:r>
              <a:t>      "license_url": "https://www.pexels.com/license/",</a:t>
            </a:r>
          </a:p>
          <a:p xmlns:a="http://schemas.openxmlformats.org/drawingml/2006/main">
            <a:r>
              <a:t>      "service": "Air-conditioning cleaning",</a:t>
            </a:r>
          </a:p>
          <a:p xmlns:a="http://schemas.openxmlformats.org/drawingml/2006/main">
            <a:r>
              <a:t>      "caption": "Stock air-conditioning maintenance photo; not an Oceanides project",</a:t>
            </a:r>
          </a:p>
          <a:p xmlns:a="http://schemas.openxmlformats.org/drawingml/2006/main">
            <a:r>
              <a:t>      "downloaded_on": "2026-10-12",</a:t>
            </a:r>
          </a:p>
          <a:p xmlns:a="http://schemas.openxmlformats.org/drawingml/2006/main">
            <a:r>
              <a:t>      "dimensions": [</a:t>
            </a:r>
          </a:p>
          <a:p xmlns:a="http://schemas.openxmlformats.org/drawingml/2006/main">
            <a:r>
              <a:t>        4000,</a:t>
            </a:r>
          </a:p>
          <a:p xmlns:a="http://schemas.openxmlformats.org/drawingml/2006/main">
            <a:r>
              <a:t>        6000</a:t>
            </a:r>
          </a:p>
          <a:p xmlns:a="http://schemas.openxmlformats.org/drawingml/2006/main">
            <a:r>
              <a:t>      ],</a:t>
            </a:r>
          </a:p>
          <a:p xmlns:a="http://schemas.openxmlformats.org/drawingml/2006/main">
            <a:r>
              <a:t>      "sha256": "a6c64efe110e3e0ac8f706b9949c43fafb4c127422ee3e0c261389aa8886d5ac",</a:t>
            </a:r>
          </a:p>
          <a:p xmlns:a="http://schemas.openxmlformats.org/drawingml/2006/main">
            <a:r>
              <a:t>      "status": "visually-inspected",</a:t>
            </a:r>
          </a:p>
          <a:p xmlns:a="http://schemas.openxmlformats.org/drawingml/2006/main">
            <a:r>
              <a:t>      "changes": "Source image unchanged. Presentation cropping may be applied for placement.",</a:t>
            </a:r>
          </a:p>
          <a:p xmlns:a="http://schemas.openxmlformats.org/drawingml/2006/main">
            <a:r>
              <a:t>      "visual_review": "Shows maintenance of a recognizable outdoor air-conditioning unit, not filter washing. Caption must say maintenance. No Oceanides project or manufacturer partnership is asserted."</a:t>
            </a:r>
          </a:p>
          <a:p xmlns:a="http://schemas.openxmlformats.org/drawingml/2006/main">
            <a:r>
              <a:t>    }</a:t>
            </a:r>
          </a:p>
          <a:p xmlns:a="http://schemas.openxmlformats.org/drawingml/2006/main">
            <a:r>
              <a:t>  ]</a:t>
            </a:r>
          </a:p>
          <a:p xmlns:a="http://schemas.openxmlformats.org/drawingml/2006/main">
            <a:r>
              <a:t>}</a:t>
            </a:r>
          </a:p>
          <a:p xmlns:a="http://schemas.openxmlformats.org/drawingml/2006/main">
            <a:r>
              <a:t>Owner review draft. Sources: interview2026-10-11, old PDF and current role/client/address confirmations2026-10-12. Reference imagery is labeled; no logo implies endorsement. Original PPTXv4 preserved. OPC tax details still to follow.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Onsite treatment system offer</a:t>
            </a:r>
          </a:p>
          <a:p xmlns:a="http://schemas.openxmlformats.org/drawingml/2006/main">
            <a:r>
              <a:t>Owner calls this Septage Treatment Facility. Wastewater source and volume, technology, supplier, design capacity and discharge requirements are not yet established. Generic process diagram below is a project scoping diagram, not a technical flow sheet.</a:t>
            </a:r>
          </a:p>
          <a:p xmlns:a="http://schemas.openxmlformats.org/drawingml/2006/main">
            <a:r>
              <a:t>Owner review draft. Sources: interview2026-10-11, old PDF and current role/client/address confirmations2026-10-12. Reference imagery is labeled; no logo implies endorsement. Original PPTXv4 preserved. OPC tax details still to follow.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Treatment planning</a:t>
            </a:r>
          </a:p>
          <a:p xmlns:a="http://schemas.openxmlformats.org/drawingml/2006/main">
            <a:r>
              <a:t>Decision framework only; no fixed saving, zero-siphoning, automatic self-treatment or maintenance-free guarantee. Economics and service intervals depend on the chosen system and site.</a:t>
            </a:r>
          </a:p>
          <a:p xmlns:a="http://schemas.openxmlformats.org/drawingml/2006/main">
            <a:r>
              <a:t>Owner review draft. Sources: interview2026-10-11, old PDF and current role/client/address confirmations2026-10-12. Reference imagery is labeled; no logo implies endorsement. Original PPTXv4 preserved. OPC tax details still to follow.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Treatment project and after-sales support</a:t>
            </a:r>
          </a:p>
          <a:p xmlns:a="http://schemas.openxmlformats.org/drawingml/2006/main">
            <a:r>
              <a:t>Proposed sequence. Support duration, fees, warranty, response arrangements and client operating duties to be agreed. Permit-document assistance is not guaranteed regulatory approval.</a:t>
            </a:r>
          </a:p>
          <a:p xmlns:a="http://schemas.openxmlformats.org/drawingml/2006/main">
            <a:r>
              <a:t>Owner review draft. Sources: interview2026-10-11, old PDF and current role/client/address confirmations2026-10-12. Reference imagery is labeled; no logo implies endorsement. Original PPTXv4 preserved. OPC tax details still to follow.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Organizational structure</a:t>
            </a:r>
          </a:p>
          <a:p xmlns:a="http://schemas.openxmlformats.org/drawingml/2006/main">
            <a:r>
              <a:t>Names and existing roles confirmed current by user2026-10-12. Reporting lines are proposed for management confirmation. Operations supervisor is a role, not an invented named manager. No headcount or new specialist license asserted.</a:t>
            </a:r>
          </a:p>
          <a:p xmlns:a="http://schemas.openxmlformats.org/drawingml/2006/main">
            <a:r>
              <a:t>Owner review draft. Sources: interview2026-10-11, old PDF and current role/client/address confirmations2026-10-12. Reference imagery is labeled; no logo implies endorsement. Original PPTXv4 preserved. OPC tax details still to follow.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Leadership and management</a:t>
            </a:r>
          </a:p>
          <a:p xmlns:a="http://schemas.openxmlformats.org/drawingml/2006/main">
            <a:r>
              <a:t>Portraits extracted unchanged from old profile pages6 and8. User confirmed all names/roles current2026-10-12. No surnames for staff invented. Photo framing only; no generated people.</a:t>
            </a:r>
          </a:p>
          <a:p xmlns:a="http://schemas.openxmlformats.org/drawingml/2006/main">
            <a:r>
              <a:t>Owner review draft. Sources: interview2026-10-11, old PDF and current role/client/address confirmations2026-10-12. Reference imagery is labeled; no logo implies endorsement. Original PPTXv4 preserved. OPC tax details still to follow.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Marketing and client support</a:t>
            </a:r>
          </a:p>
          <a:p xmlns:a="http://schemas.openxmlformats.org/drawingml/2006/main">
            <a:r>
              <a:t>Portraits extracted unchanged from old profile pages6 and8. User confirmed all names/roles current2026-10-12. No surnames for staff invented. Photo framing only; no generated people.</a:t>
            </a:r>
          </a:p>
          <a:p xmlns:a="http://schemas.openxmlformats.org/drawingml/2006/main">
            <a:r>
              <a:t>Owner review draft. Sources: interview2026-10-11, old PDF and current role/client/address confirmations2026-10-12. Reference imagery is labeled; no logo implies endorsement. Original PPTXv4 preserved. OPC tax details still to follow.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Supplier documentation</a:t>
            </a:r>
          </a:p>
          <a:p xmlns:a="http://schemas.openxmlformats.org/drawingml/2006/main">
            <a:r>
              <a:t>Old profile pages13-22 contain historical sole-proprietor records and Reed provider records. Current OPC SEC certificate, BIR COR and current business permit not supplied. Do not label applicant affidavit, individual PCO accreditation or payment receipt as Oceanides facility permits. No agency logo badges used as proof.</a:t>
            </a:r>
          </a:p>
          <a:p xmlns:a="http://schemas.openxmlformats.org/drawingml/2006/main">
            <a:r>
              <a:t>Owner review draft. Sources: interview2026-10-11, old PDF and current role/client/address confirmations2026-10-12. Reference imagery is labeled; no logo implies endorsement. Original PPTXv4 preserved. OPC tax details still to follow.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Service coordination</a:t>
            </a:r>
          </a:p>
          <a:p xmlns:a="http://schemas.openxmlformats.org/drawingml/2006/main">
            <a:r>
              <a:t>Proposed client engagement workflow. All scope, cost, timing and responsibilities documented in the service agreement.</a:t>
            </a:r>
          </a:p>
          <a:p xmlns:a="http://schemas.openxmlformats.org/drawingml/2006/main">
            <a:r>
              <a:t>Owner review draft. Sources: interview2026-10-11, old PDF and current role/client/address confirmations2026-10-12. Reference imagery is labeled; no logo implies endorsement. Original PPTXv4 preserved. OPC tax details still to follow.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Service coverage overview</a:t>
            </a:r>
          </a:p>
          <a:p xmlns:a="http://schemas.openxmlformats.org/drawingml/2006/main">
            <a:r>
              <a:t>Owner-confirmed priority service areas. Availability depends on service/site/schedule. Detailed190LGUs in appendix; nationwidebyarrangement. No instantarrivalpromise.</a:t>
            </a:r>
          </a:p>
          <a:p xmlns:a="http://schemas.openxmlformats.org/drawingml/2006/main">
            <a:r>
              <a:t>Owner review draft. Sources: interview2026-10-11, old PDF and current role/client/address confirmations2026-10-12. Reference imagery is labeled; no logo implies endorsement. Original PPTXv4 preserved. OPC tax details still to follow.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Contact Oceanides</a:t>
            </a:r>
          </a:p>
          <a:p xmlns:a="http://schemas.openxmlformats.org/drawingml/2006/main">
            <a:r>
              <a:t>Mobiles and primary landline agree between new letterhead and oldprofile. Conflicting secondlandline omitted pendingconfirmation. Address supplied by user screenshot2026-10-12: TramoStreetCornerDandan,PasayCity,Philippines1300. OPC TIN userconfirmedtofollow. Website and Facebook from client configuration. No unverified office number added.</a:t>
            </a:r>
          </a:p>
          <a:p xmlns:a="http://schemas.openxmlformats.org/drawingml/2006/main">
            <a:r>
              <a:t>Owner review draft. Sources: interview2026-10-11, old PDF and current role/client/address confirmations2026-10-12. Reference imagery is labeled; no logo implies endorsement. Original PPTXv4 preserved. OPC tax details still to follow.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Coverage appendix - Metro Manila</a:t>
            </a:r>
          </a:p>
          <a:p xmlns:a="http://schemas.openxmlformats.org/drawingml/2006/main">
            <a:r>
              <a:t>Owner service coverage. Geographic names verified against PSA PSGC: https://psa.gov.ph/classification/psgc/summary</a:t>
            </a:r>
          </a:p>
          <a:p xmlns:a="http://schemas.openxmlformats.org/drawingml/2006/main">
            <a:r>
              <a:t>Owner review draft. Sources: interview2026-10-11, old PDF and current role/client/address confirmations2026-10-12. Reference imagery is labeled; no logo implies endorsement. Original PPTXv4 preserved. OPC tax details still to follow.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Coverage appendix - Cavite</a:t>
            </a:r>
          </a:p>
          <a:p xmlns:a="http://schemas.openxmlformats.org/drawingml/2006/main">
            <a:r>
              <a:t>Owner service coverage. Geographic names verified against PSA PSGC: https://psa.gov.ph/classification/psgc/citimuni/0402100000</a:t>
            </a:r>
          </a:p>
          <a:p xmlns:a="http://schemas.openxmlformats.org/drawingml/2006/main">
            <a:r>
              <a:t>Owner review draft. Sources: interview2026-10-11, old PDF and current role/client/address confirmations2026-10-12. Reference imagery is labeled; no logo implies endorsement. Original PPTXv4 preserved. OPC tax details still to follow.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Coverage appendix - Laguna</a:t>
            </a:r>
          </a:p>
          <a:p xmlns:a="http://schemas.openxmlformats.org/drawingml/2006/main">
            <a:r>
              <a:t>Owner service coverage. Geographic names verified against PSA PSGC: https://psa.gov.ph/classification/psgc/citimuni/0403400000</a:t>
            </a:r>
          </a:p>
          <a:p xmlns:a="http://schemas.openxmlformats.org/drawingml/2006/main">
            <a:r>
              <a:t>Owner review draft. Sources: interview2026-10-11, old PDF and current role/client/address confirmations2026-10-12. Reference imagery is labeled; no logo implies endorsement. Original PPTXv4 preserved. OPC tax details still to follow.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Coverage appendix - Batangas</a:t>
            </a:r>
          </a:p>
          <a:p xmlns:a="http://schemas.openxmlformats.org/drawingml/2006/main">
            <a:r>
              <a:t>Owner service coverage. Geographic names verified against PSA PSGC: https://psa.gov.ph/classification/psgc/citimuni/0401000000</a:t>
            </a:r>
          </a:p>
          <a:p xmlns:a="http://schemas.openxmlformats.org/drawingml/2006/main">
            <a:r>
              <a:t>Owner review draft. Sources: interview2026-10-11, old PDF and current role/client/address confirmations2026-10-12. Reference imagery is labeled; no logo implies endorsement. Original PPTXv4 preserved. OPC tax details still to follow.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Coverage appendix - Rizal</a:t>
            </a:r>
          </a:p>
          <a:p xmlns:a="http://schemas.openxmlformats.org/drawingml/2006/main">
            <a:r>
              <a:t>Owner service coverage. Geographic names verified against PSA PSGC: https://psa.gov.ph/classification/psgc/citimuni/0405800000</a:t>
            </a:r>
          </a:p>
          <a:p xmlns:a="http://schemas.openxmlformats.org/drawingml/2006/main">
            <a:r>
              <a:t>Owner review draft. Sources: interview2026-10-11, old PDF and current role/client/address confirmations2026-10-12. Reference imagery is labeled; no logo implies endorsement. Original PPTXv4 preserved. OPC tax details still to follow.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Coverage appendix - Bulacan</a:t>
            </a:r>
          </a:p>
          <a:p xmlns:a="http://schemas.openxmlformats.org/drawingml/2006/main">
            <a:r>
              <a:t>Owner service coverage. Geographic names verified against PSA PSGC: https://psa.gov.ph/classification/psgc/citimuni/0301400000</a:t>
            </a:r>
          </a:p>
          <a:p xmlns:a="http://schemas.openxmlformats.org/drawingml/2006/main">
            <a:r>
              <a:t>Owner review draft. Sources: interview2026-10-11, old PDF and current role/client/address confirmations2026-10-12. Reference imagery is labeled; no logo implies endorsement. Original PPTXv4 preserved. OPC tax details still to follow.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Coverage appendix - Pampanga and Angeles</a:t>
            </a:r>
          </a:p>
          <a:p xmlns:a="http://schemas.openxmlformats.org/drawingml/2006/main">
            <a:r>
              <a:t>Owner service coverage. Geographic names verified against PSA PSGC: https://psa.gov.ph/classification/psgc/summary</a:t>
            </a:r>
          </a:p>
          <a:p xmlns:a="http://schemas.openxmlformats.org/drawingml/2006/main">
            <a:r>
              <a:t>Owner review draft. Sources: interview2026-10-11, old PDF and current role/client/address confirmations2026-10-12. Reference imagery is labeled; no logo implies endorsement. Original PPTXv4 preserved. OPC tax details still to follow.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Coverage appendix - Zambales and Olongapo</a:t>
            </a:r>
          </a:p>
          <a:p xmlns:a="http://schemas.openxmlformats.org/drawingml/2006/main">
            <a:r>
              <a:t>Owner service coverage. Geographic names verified against PSA PSGC: https://psa.gov.ph/classification/psgc/summary</a:t>
            </a:r>
          </a:p>
          <a:p xmlns:a="http://schemas.openxmlformats.org/drawingml/2006/main">
            <a:r>
              <a:t>Owner review draft. Sources: interview2026-10-11, old PDF and current role/client/address confirmations2026-10-12. Reference imagery is labeled; no logo implies endorsement. Original PPTXv4 preserved. OPC tax details still to follow.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Coverage appendix - Bataan</a:t>
            </a:r>
          </a:p>
          <a:p xmlns:a="http://schemas.openxmlformats.org/drawingml/2006/main">
            <a:r>
              <a:t>Owner service coverage. Geographic names verified against PSA PSGC: https://psa.gov.ph/classification/psgc/citimuni/0300800000</a:t>
            </a:r>
          </a:p>
          <a:p xmlns:a="http://schemas.openxmlformats.org/drawingml/2006/main">
            <a:r>
              <a:t>Owner review draft. Sources: interview2026-10-11, old PDF and current role/client/address confirmations2026-10-12. Reference imagery is labeled; no logo implies endorsement. Original PPTXv4 preserved. OPC tax details still to follow.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ce34e66c4604c7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3b596eda08f45c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73e4de98747493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2498c7b8be5415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15bd9f172b14a2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2006d7094bc478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8A2067F-27D5-4907-8624-BEC7D44CE5F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1546D3C-BA25-4D85-82BA-275F5A5AFBC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A32732E-DAC6-4931-88DA-2F969DD7039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A46C3E1-4DB2-4FA5-9FE9-A6330EA23F4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F3963E4-8C9A-4358-AD5A-682816638AD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437BFD4-3E22-4676-B2CD-51F5F468C77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1A07A82-6248-4888-9C2E-71541DE8414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C5D4844-FD3D-4F36-AAE3-21CA5E41C8A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C80A574-4E58-45FF-863C-B1B8DD6E10C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2F871D0-1EBB-406C-A196-E46E4F4F05B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55aed8863f64902" /><Relationship Type="http://schemas.openxmlformats.org/officeDocument/2006/relationships/slideLayout" Target="/ppt/slideLayouts/slideLayout1.xml" Id="R1e4cb05a2f344e7f" /><Relationship Type="http://schemas.openxmlformats.org/officeDocument/2006/relationships/slideLayout" Target="/ppt/slideLayouts/slideLayout2.xml" Id="R05df3f61483740e9" /><Relationship Type="http://schemas.openxmlformats.org/officeDocument/2006/relationships/slideLayout" Target="/ppt/slideLayouts/slideLayout3.xml" Id="Rea269e90ede04aa5" /><Relationship Type="http://schemas.openxmlformats.org/officeDocument/2006/relationships/slideLayout" Target="/ppt/slideLayouts/slideLayout4.xml" Id="R11055b9f68334848" /><Relationship Type="http://schemas.openxmlformats.org/officeDocument/2006/relationships/slideLayout" Target="/ppt/slideLayouts/slideLayout5.xml" Id="Refb2a4d0678646a2" /><Relationship Type="http://schemas.openxmlformats.org/officeDocument/2006/relationships/slideLayout" Target="/ppt/slideLayouts/slideLayout6.xml" Id="R4e8a45fcd738474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e4cb05a2f344e7f"/>
    <p:sldLayoutId xmlns:r="http://schemas.openxmlformats.org/officeDocument/2006/relationships" id="2147483650" r:id="R05df3f61483740e9"/>
    <p:sldLayoutId xmlns:r="http://schemas.openxmlformats.org/officeDocument/2006/relationships" id="2147483651" r:id="Rea269e90ede04aa5"/>
    <p:sldLayoutId xmlns:r="http://schemas.openxmlformats.org/officeDocument/2006/relationships" id="2147483652" r:id="R11055b9f68334848"/>
    <p:sldLayoutId xmlns:r="http://schemas.openxmlformats.org/officeDocument/2006/relationships" id="2147483653" r:id="Refb2a4d0678646a2"/>
    <p:sldLayoutId xmlns:r="http://schemas.openxmlformats.org/officeDocument/2006/relationships" id="2147483654" r:id="R4e8a45fcd738474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b1491302ab548d6" /><Relationship Type="http://schemas.openxmlformats.org/officeDocument/2006/relationships/image" Target="/ppt/media/image.jpeg" Id="R0d431cddfb494101" /><Relationship Type="http://schemas.openxmlformats.org/officeDocument/2006/relationships/image" Target="/ppt/media/image2.jpeg" Id="R1aaadc1fdde54f1b" /><Relationship Type="http://schemas.openxmlformats.org/officeDocument/2006/relationships/notesSlide" Target="/ppt/notesSlides/notesSlide1.xml" Id="Rb7cf43942870485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76cc760f23a4c3f" /><Relationship Type="http://schemas.openxmlformats.org/officeDocument/2006/relationships/image" Target="/ppt/media/image3.jpeg" Id="R1697960bb4cb4ff9" /><Relationship Type="http://schemas.openxmlformats.org/officeDocument/2006/relationships/image" Target="/ppt/media/image4.jpeg" Id="R980cd36fcb8c4329" /><Relationship Type="http://schemas.openxmlformats.org/officeDocument/2006/relationships/notesSlide" Target="/ppt/notesSlides/notesSlide2.xml" Id="R30df49060291437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120fb07a1c9460c" /><Relationship Type="http://schemas.openxmlformats.org/officeDocument/2006/relationships/image" Target="/ppt/media/image5.jpeg" Id="R0cd4ef3185384a0c" /><Relationship Type="http://schemas.openxmlformats.org/officeDocument/2006/relationships/notesSlide" Target="/ppt/notesSlides/notesSlide3.xml" Id="Rfc6977ec07cf44e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e0e4927976840ff" /><Relationship Type="http://schemas.openxmlformats.org/officeDocument/2006/relationships/image" Target="/ppt/media/image6.jpeg" Id="R88947d27de9b4fa2" /><Relationship Type="http://schemas.openxmlformats.org/officeDocument/2006/relationships/notesSlide" Target="/ppt/notesSlides/notesSlide4.xml" Id="R5bc403a6cb974a9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bf64bdbf7f749c3" /><Relationship Type="http://schemas.openxmlformats.org/officeDocument/2006/relationships/image" Target="/ppt/media/image7.jpeg" Id="R03f1098a8b2247e9" /><Relationship Type="http://schemas.openxmlformats.org/officeDocument/2006/relationships/image" Target="/ppt/media/image8.jpeg" Id="R7118bd5363ec4f7b" /><Relationship Type="http://schemas.openxmlformats.org/officeDocument/2006/relationships/image" Target="/ppt/media/image9.jpeg" Id="Rb90c98ee43194eb0" /><Relationship Type="http://schemas.openxmlformats.org/officeDocument/2006/relationships/image" Target="/ppt/media/image10.jpeg" Id="Rcee3ef41a2e3437b" /><Relationship Type="http://schemas.openxmlformats.org/officeDocument/2006/relationships/image" Target="/ppt/media/image11.jpeg" Id="R597af83ddad04359" /><Relationship Type="http://schemas.openxmlformats.org/officeDocument/2006/relationships/image" Target="/ppt/media/image12.jpeg" Id="Rf1fe304a9cc0425f" /><Relationship Type="http://schemas.openxmlformats.org/officeDocument/2006/relationships/image" Target="/ppt/media/image13.jpeg" Id="Rd5402c563bd4419e" /><Relationship Type="http://schemas.openxmlformats.org/officeDocument/2006/relationships/image" Target="/ppt/media/image14.jpeg" Id="R932648c050e545f8" /><Relationship Type="http://schemas.openxmlformats.org/officeDocument/2006/relationships/image" Target="/ppt/media/image15.jpeg" Id="R26952881d3b4438e" /><Relationship Type="http://schemas.openxmlformats.org/officeDocument/2006/relationships/notesSlide" Target="/ppt/notesSlides/notesSlide5.xml" Id="R950521d032d9423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8478ea5f0be4fda" /><Relationship Type="http://schemas.openxmlformats.org/officeDocument/2006/relationships/image" Target="/ppt/media/image16.jpeg" Id="Rda1a7911cca84886" /><Relationship Type="http://schemas.openxmlformats.org/officeDocument/2006/relationships/image" Target="/ppt/media/image17.jpeg" Id="R86042bf618464184" /><Relationship Type="http://schemas.openxmlformats.org/officeDocument/2006/relationships/image" Target="/ppt/media/image18.jpeg" Id="R5f920cd11de0480c" /><Relationship Type="http://schemas.openxmlformats.org/officeDocument/2006/relationships/image" Target="/ppt/media/image19.jpeg" Id="R5e54372dca054f0d" /><Relationship Type="http://schemas.openxmlformats.org/officeDocument/2006/relationships/image" Target="/ppt/media/image20.jpeg" Id="R25f8b039402a4caf" /><Relationship Type="http://schemas.openxmlformats.org/officeDocument/2006/relationships/image" Target="/ppt/media/image21.jpeg" Id="R32e40120cdbb4ab5" /><Relationship Type="http://schemas.openxmlformats.org/officeDocument/2006/relationships/image" Target="/ppt/media/image22.jpeg" Id="R65397798ed084ccf" /><Relationship Type="http://schemas.openxmlformats.org/officeDocument/2006/relationships/image" Target="/ppt/media/image23.jpeg" Id="R6231cbfacc414146" /><Relationship Type="http://schemas.openxmlformats.org/officeDocument/2006/relationships/image" Target="/ppt/media/image24.jpeg" Id="R84afd7d88e8d4368" /><Relationship Type="http://schemas.openxmlformats.org/officeDocument/2006/relationships/image" Target="/ppt/media/image25.jpeg" Id="R91815717b91243d2" /><Relationship Type="http://schemas.openxmlformats.org/officeDocument/2006/relationships/notesSlide" Target="/ppt/notesSlides/notesSlide6.xml" Id="Re18e852c20e94de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4b641a398d541c1" /><Relationship Type="http://schemas.openxmlformats.org/officeDocument/2006/relationships/image" Target="/ppt/media/image26.jpeg" Id="R91df7228427040c0" /><Relationship Type="http://schemas.openxmlformats.org/officeDocument/2006/relationships/image" Target="/ppt/media/image27.jpeg" Id="Rf50ef01ec2454819" /><Relationship Type="http://schemas.openxmlformats.org/officeDocument/2006/relationships/image" Target="/ppt/media/image28.jpeg" Id="R9bf2b5edb32546d7" /><Relationship Type="http://schemas.openxmlformats.org/officeDocument/2006/relationships/notesSlide" Target="/ppt/notesSlides/notesSlide7.xml" Id="Re6a47da970f14dc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15fd48bd5774c12" /><Relationship Type="http://schemas.openxmlformats.org/officeDocument/2006/relationships/image" Target="/ppt/media/image29.jpeg" Id="Rd43300715746418f" /><Relationship Type="http://schemas.openxmlformats.org/officeDocument/2006/relationships/image" Target="/ppt/media/image30.jpeg" Id="R91eda64a96ba4915" /><Relationship Type="http://schemas.openxmlformats.org/officeDocument/2006/relationships/notesSlide" Target="/ppt/notesSlides/notesSlide8.xml" Id="Rb958b96c9817461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30693e736ec4fe3" /><Relationship Type="http://schemas.openxmlformats.org/officeDocument/2006/relationships/image" Target="/ppt/media/image31.jpeg" Id="R5c563fe34afe410a" /><Relationship Type="http://schemas.openxmlformats.org/officeDocument/2006/relationships/image" Target="/ppt/media/image32.jpeg" Id="R26a4a63ad79e4b55" /><Relationship Type="http://schemas.openxmlformats.org/officeDocument/2006/relationships/notesSlide" Target="/ppt/notesSlides/notesSlide9.xml" Id="Reebfb6bb0ca44a3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a86ccca8b184fb1" /><Relationship Type="http://schemas.openxmlformats.org/officeDocument/2006/relationships/image" Target="/ppt/media/image33.jpeg" Id="Rfdd33e31e1844d0e" /><Relationship Type="http://schemas.openxmlformats.org/officeDocument/2006/relationships/image" Target="/ppt/media/image34.jpeg" Id="R344106f89ccc41d9" /><Relationship Type="http://schemas.openxmlformats.org/officeDocument/2006/relationships/notesSlide" Target="/ppt/notesSlides/notesSlide10.xml" Id="R509b1e164e76486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3c4766884864ef6" /><Relationship Type="http://schemas.openxmlformats.org/officeDocument/2006/relationships/image" Target="/ppt/media/image35.jpeg" Id="Red9d9ce0c5094037" /><Relationship Type="http://schemas.openxmlformats.org/officeDocument/2006/relationships/image" Target="/ppt/media/image36.jpeg" Id="Raa34b73f7eaf4ff9" /><Relationship Type="http://schemas.openxmlformats.org/officeDocument/2006/relationships/notesSlide" Target="/ppt/notesSlides/notesSlide11.xml" Id="R1917477c93ca4fb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291a51f76904460" /><Relationship Type="http://schemas.openxmlformats.org/officeDocument/2006/relationships/image" Target="/ppt/media/image37.jpeg" Id="R082581498acb4388" /><Relationship Type="http://schemas.openxmlformats.org/officeDocument/2006/relationships/image" Target="/ppt/media/image38.jpeg" Id="R55ced3822b0b4c5d" /><Relationship Type="http://schemas.openxmlformats.org/officeDocument/2006/relationships/notesSlide" Target="/ppt/notesSlides/notesSlide12.xml" Id="Rd1fb17d968cd488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00e7056ea9d64800" /><Relationship Type="http://schemas.openxmlformats.org/officeDocument/2006/relationships/image" Target="/ppt/media/image39.jpeg" Id="R5c24ee109e244245" /><Relationship Type="http://schemas.openxmlformats.org/officeDocument/2006/relationships/image" Target="/ppt/media/image40.jpeg" Id="Rffa07dcaf8c84d47" /><Relationship Type="http://schemas.openxmlformats.org/officeDocument/2006/relationships/notesSlide" Target="/ppt/notesSlides/notesSlide13.xml" Id="R46da66815830473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ea4ca50730324891" /><Relationship Type="http://schemas.openxmlformats.org/officeDocument/2006/relationships/image" Target="/ppt/media/image41.jpeg" Id="Rc3396d0e9e5d44da" /><Relationship Type="http://schemas.openxmlformats.org/officeDocument/2006/relationships/image" Target="/ppt/media/image42.jpeg" Id="R9bfd6dda86a84785" /><Relationship Type="http://schemas.openxmlformats.org/officeDocument/2006/relationships/notesSlide" Target="/ppt/notesSlides/notesSlide14.xml" Id="Rcac830deac5b494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252de9e3820d46ab" /><Relationship Type="http://schemas.openxmlformats.org/officeDocument/2006/relationships/image" Target="/ppt/media/image43.jpeg" Id="R5d5dfad80c6d4f90" /><Relationship Type="http://schemas.openxmlformats.org/officeDocument/2006/relationships/image" Target="/ppt/media/image44.jpeg" Id="R4b79d1d4b4cc436b" /><Relationship Type="http://schemas.openxmlformats.org/officeDocument/2006/relationships/notesSlide" Target="/ppt/notesSlides/notesSlide15.xml" Id="Ra9152832ec864be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55272ab75dc34c22" /><Relationship Type="http://schemas.openxmlformats.org/officeDocument/2006/relationships/image" Target="/ppt/media/image45.jpeg" Id="R38b70b944757445e" /><Relationship Type="http://schemas.openxmlformats.org/officeDocument/2006/relationships/image" Target="/ppt/media/image46.jpeg" Id="Rdad7e8eac40649d6" /><Relationship Type="http://schemas.openxmlformats.org/officeDocument/2006/relationships/notesSlide" Target="/ppt/notesSlides/notesSlide16.xml" Id="Rb19d28cc160a4f1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9d947d8b5e774ce2" /><Relationship Type="http://schemas.openxmlformats.org/officeDocument/2006/relationships/image" Target="/ppt/media/image47.jpeg" Id="R262eecd5ccd14a69" /><Relationship Type="http://schemas.openxmlformats.org/officeDocument/2006/relationships/image" Target="/ppt/media/image48.jpeg" Id="Rbfacfd342cba4e4c" /><Relationship Type="http://schemas.openxmlformats.org/officeDocument/2006/relationships/notesSlide" Target="/ppt/notesSlides/notesSlide17.xml" Id="Rb1861d04c0df4df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98fbaa3209144f3a" /><Relationship Type="http://schemas.openxmlformats.org/officeDocument/2006/relationships/image" Target="/ppt/media/image49.jpeg" Id="R26eb1b96bc7a4d16" /><Relationship Type="http://schemas.openxmlformats.org/officeDocument/2006/relationships/notesSlide" Target="/ppt/notesSlides/notesSlide18.xml" Id="R814b77dacab8416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d7209ef13a5044a2" /><Relationship Type="http://schemas.openxmlformats.org/officeDocument/2006/relationships/image" Target="/ppt/media/image50.jpeg" Id="R6c2f1482803b4d44" /><Relationship Type="http://schemas.openxmlformats.org/officeDocument/2006/relationships/notesSlide" Target="/ppt/notesSlides/notesSlide19.xml" Id="R3ec6dd1aeb45429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a1951db4526049eb" /><Relationship Type="http://schemas.openxmlformats.org/officeDocument/2006/relationships/image" Target="/ppt/media/image51.jpeg" Id="R8bdfd5540abb4201" /><Relationship Type="http://schemas.openxmlformats.org/officeDocument/2006/relationships/notesSlide" Target="/ppt/notesSlides/notesSlide20.xml" Id="R02295b7b4508425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edd53715faf44ae2" /><Relationship Type="http://schemas.openxmlformats.org/officeDocument/2006/relationships/image" Target="/ppt/media/image52.jpeg" Id="Ra640f17d53834d5c" /><Relationship Type="http://schemas.openxmlformats.org/officeDocument/2006/relationships/notesSlide" Target="/ppt/notesSlides/notesSlide21.xml" Id="Rce5aea95eb1f4aa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9a67990b9903425b" /><Relationship Type="http://schemas.openxmlformats.org/officeDocument/2006/relationships/image" Target="/ppt/media/image53.jpeg" Id="Rcac0d5b56dbc40b5" /><Relationship Type="http://schemas.openxmlformats.org/officeDocument/2006/relationships/image" Target="/ppt/media/image54.jpeg" Id="R432a8941612046e5" /><Relationship Type="http://schemas.openxmlformats.org/officeDocument/2006/relationships/image" Target="/ppt/media/image55.jpeg" Id="R2aa28223e87c463f" /><Relationship Type="http://schemas.openxmlformats.org/officeDocument/2006/relationships/image" Target="/ppt/media/image56.jpeg" Id="Rb27a1d38bc674a90" /><Relationship Type="http://schemas.openxmlformats.org/officeDocument/2006/relationships/notesSlide" Target="/ppt/notesSlides/notesSlide22.xml" Id="Rca0619f824cc46a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b6384440cbb24533" /><Relationship Type="http://schemas.openxmlformats.org/officeDocument/2006/relationships/image" Target="/ppt/media/image57.jpeg" Id="R754b3886218a431a" /><Relationship Type="http://schemas.openxmlformats.org/officeDocument/2006/relationships/image" Target="/ppt/media/image58.jpeg" Id="R92e9837cd1674627" /><Relationship Type="http://schemas.openxmlformats.org/officeDocument/2006/relationships/image" Target="/ppt/media/image59.jpeg" Id="R84c990fb82c84b86" /><Relationship Type="http://schemas.openxmlformats.org/officeDocument/2006/relationships/image" Target="/ppt/media/image60.jpeg" Id="R7f6e6957439a41b7" /><Relationship Type="http://schemas.openxmlformats.org/officeDocument/2006/relationships/notesSlide" Target="/ppt/notesSlides/notesSlide23.xml" Id="Rc16da9cb5194446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3b10bb05c6d84fb8" /><Relationship Type="http://schemas.openxmlformats.org/officeDocument/2006/relationships/image" Target="/ppt/media/image61.jpeg" Id="R6454f596eb4a46cc" /><Relationship Type="http://schemas.openxmlformats.org/officeDocument/2006/relationships/notesSlide" Target="/ppt/notesSlides/notesSlide24.xml" Id="Rd9c2eb0d8d1a48a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3804d32eb64543bf" /><Relationship Type="http://schemas.openxmlformats.org/officeDocument/2006/relationships/image" Target="/ppt/media/image62.jpeg" Id="R787ab30312fd4640" /><Relationship Type="http://schemas.openxmlformats.org/officeDocument/2006/relationships/notesSlide" Target="/ppt/notesSlides/notesSlide25.xml" Id="Reeaee5eb8e144fe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70f6c66593b4481c" /><Relationship Type="http://schemas.openxmlformats.org/officeDocument/2006/relationships/image" Target="/ppt/media/image63.jpeg" Id="R42733990b5c3472c" /><Relationship Type="http://schemas.openxmlformats.org/officeDocument/2006/relationships/notesSlide" Target="/ppt/notesSlides/notesSlide26.xml" Id="Ra196ceb7b38c48e7"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abae17499a474e7f" /><Relationship Type="http://schemas.openxmlformats.org/officeDocument/2006/relationships/image" Target="/ppt/media/image64.jpeg" Id="R52c0eb9fb8994a73" /><Relationship Type="http://schemas.openxmlformats.org/officeDocument/2006/relationships/notesSlide" Target="/ppt/notesSlides/notesSlide27.xml" Id="Rcc050a98471d4fb4"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3ec3b7d48a6c43a3" /><Relationship Type="http://schemas.openxmlformats.org/officeDocument/2006/relationships/image" Target="/ppt/media/image65.jpeg" Id="Rbe45a64e80fa4ced" /><Relationship Type="http://schemas.openxmlformats.org/officeDocument/2006/relationships/notesSlide" Target="/ppt/notesSlides/notesSlide28.xml" Id="R9b7b1c44e37348da"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74b9a581a8a54361" /><Relationship Type="http://schemas.openxmlformats.org/officeDocument/2006/relationships/image" Target="/ppt/media/image66.jpeg" Id="R0279788cdf5f4097" /><Relationship Type="http://schemas.openxmlformats.org/officeDocument/2006/relationships/notesSlide" Target="/ppt/notesSlides/notesSlide29.xml" Id="R29d84655c5074ca5"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23ac4d938cb940fa" /><Relationship Type="http://schemas.openxmlformats.org/officeDocument/2006/relationships/image" Target="/ppt/media/image67.jpeg" Id="R55157b0365c84194" /><Relationship Type="http://schemas.openxmlformats.org/officeDocument/2006/relationships/notesSlide" Target="/ppt/notesSlides/notesSlide30.xml" Id="R97e92215869248d6"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6c35705459bb4e0e" /><Relationship Type="http://schemas.openxmlformats.org/officeDocument/2006/relationships/image" Target="/ppt/media/image68.jpeg" Id="Ra6f04464a17b406e" /><Relationship Type="http://schemas.openxmlformats.org/officeDocument/2006/relationships/notesSlide" Target="/ppt/notesSlides/notesSlide31.xml" Id="R0b13319cb8b64182"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23525dd50f274bc3" /><Relationship Type="http://schemas.openxmlformats.org/officeDocument/2006/relationships/image" Target="/ppt/media/image69.jpeg" Id="Ra42d0ae7d6c2435d" /><Relationship Type="http://schemas.openxmlformats.org/officeDocument/2006/relationships/notesSlide" Target="/ppt/notesSlides/notesSlide32.xml" Id="Raae9110c0a3a4da2"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4bec308500034e94" /><Relationship Type="http://schemas.openxmlformats.org/officeDocument/2006/relationships/image" Target="/ppt/media/image70.jpeg" Id="R5d4e4f5521054507" /><Relationship Type="http://schemas.openxmlformats.org/officeDocument/2006/relationships/notesSlide" Target="/ppt/notesSlides/notesSlide33.xml" Id="R1b1c3b8b88024600"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52d3a18b74994e0b" /><Relationship Type="http://schemas.openxmlformats.org/officeDocument/2006/relationships/image" Target="/ppt/media/image71.jpeg" Id="R26128b7400774529" /><Relationship Type="http://schemas.openxmlformats.org/officeDocument/2006/relationships/notesSlide" Target="/ppt/notesSlides/notesSlide34.xml" Id="R97f62c1720064af7"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72bd2c2473ef4a95" /><Relationship Type="http://schemas.openxmlformats.org/officeDocument/2006/relationships/image" Target="/ppt/media/image72.jpeg" Id="R6beaee4d7ef24f69" /><Relationship Type="http://schemas.openxmlformats.org/officeDocument/2006/relationships/notesSlide" Target="/ppt/notesSlides/notesSlide35.xml" Id="R874aa45f006d4ef9"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7172002a3bd040e7" /><Relationship Type="http://schemas.openxmlformats.org/officeDocument/2006/relationships/image" Target="/ppt/media/image73.jpeg" Id="R5e0ed3cef8bf4ad9" /><Relationship Type="http://schemas.openxmlformats.org/officeDocument/2006/relationships/notesSlide" Target="/ppt/notesSlides/notesSlide36.xml" Id="Re863debaa2744df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profile-1">
            <a:extLst xmlns:a="http://schemas.openxmlformats.org/drawingml/2006/main">
              <a:ext uri="{FF2B5EF4-FFF2-40B4-BE49-F238E27FC236}">
                <a16:creationId xmlns:a16="http://schemas.microsoft.com/office/drawing/2014/main" id="{2D191EC8-C5CC-49EB-B358-EF19BB2F10FF}"/>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2">
            <a:extLst xmlns:a="http://schemas.openxmlformats.org/drawingml/2006/main">
              <a:ext uri="{FF2B5EF4-FFF2-40B4-BE49-F238E27FC236}">
                <a16:creationId xmlns:a16="http://schemas.microsoft.com/office/drawing/2014/main" id="{CF3A0DF6-1D55-462B-9B06-F326F3781A50}"/>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95C3C2CA-4847-4F37-B3E3-313DFA22C42C}"/>
              </a:ext>
            </a:extLst>
          </p:cNvPr>
          <p:cNvPicPr>
            <a:picLocks xmlns:a="http://schemas.openxmlformats.org/drawingml/2006/main" noChangeAspect="1"/>
          </p:cNvPicPr>
          <p:nvPr/>
        </p:nvPicPr>
        <p:blipFill>
          <a:blip xmlns:r="http://schemas.openxmlformats.org/officeDocument/2006/relationships" xmlns:a="http://schemas.openxmlformats.org/drawingml/2006/main" r:embed="R0d431cddfb494101"/>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3">
            <a:extLst xmlns:a="http://schemas.openxmlformats.org/drawingml/2006/main">
              <a:ext uri="{FF2B5EF4-FFF2-40B4-BE49-F238E27FC236}">
                <a16:creationId xmlns:a16="http://schemas.microsoft.com/office/drawing/2014/main" id="{4E19D648-B1CD-4A03-8C8A-BF43407B1890}"/>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4">
            <a:extLst xmlns:a="http://schemas.openxmlformats.org/drawingml/2006/main">
              <a:ext uri="{FF2B5EF4-FFF2-40B4-BE49-F238E27FC236}">
                <a16:creationId xmlns:a16="http://schemas.microsoft.com/office/drawing/2014/main" id="{10D84568-44FA-449D-AB38-082BCFB0DF50}"/>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and Pest Management Services OPC</a:t>
            </a:r>
          </a:p>
        </p:txBody>
      </p:sp>
      <p:sp>
        <p:nvSpPr>
          <p:cNvPr id="6" name="profile-5">
            <a:extLst xmlns:a="http://schemas.openxmlformats.org/drawingml/2006/main">
              <a:ext uri="{FF2B5EF4-FFF2-40B4-BE49-F238E27FC236}">
                <a16:creationId xmlns:a16="http://schemas.microsoft.com/office/drawing/2014/main" id="{28FDAC42-32B8-4BCF-8E10-5B015E3875C1}"/>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Globe 0917 671 6383   |   Smart 0939 245 6217</a:t>
            </a:r>
          </a:p>
        </p:txBody>
      </p:sp>
      <p:sp>
        <p:nvSpPr>
          <p:cNvPr id="7" name="profile-6">
            <a:extLst xmlns:a="http://schemas.openxmlformats.org/drawingml/2006/main">
              <a:ext uri="{FF2B5EF4-FFF2-40B4-BE49-F238E27FC236}">
                <a16:creationId xmlns:a16="http://schemas.microsoft.com/office/drawing/2014/main" id="{67D9A94C-F599-41A8-B0BB-7DC853BA9BD6}"/>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7">
            <a:extLst xmlns:a="http://schemas.openxmlformats.org/drawingml/2006/main">
              <a:ext uri="{FF2B5EF4-FFF2-40B4-BE49-F238E27FC236}">
                <a16:creationId xmlns:a16="http://schemas.microsoft.com/office/drawing/2014/main" id="{FD29D9DB-16BC-47F1-90E2-176B5D5B0E82}"/>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TO FOLLOW</a:t>
            </a:r>
          </a:p>
        </p:txBody>
      </p:sp>
      <p:sp>
        <p:nvSpPr>
          <p:cNvPr id="9" name="profile-8">
            <a:extLst xmlns:a="http://schemas.openxmlformats.org/drawingml/2006/main">
              <a:ext uri="{FF2B5EF4-FFF2-40B4-BE49-F238E27FC236}">
                <a16:creationId xmlns:a16="http://schemas.microsoft.com/office/drawing/2014/main" id="{D373EF83-342E-47A0-A869-84CA88D51E4E}"/>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9">
            <a:extLst xmlns:a="http://schemas.openxmlformats.org/drawingml/2006/main">
              <a:ext uri="{FF2B5EF4-FFF2-40B4-BE49-F238E27FC236}">
                <a16:creationId xmlns:a16="http://schemas.microsoft.com/office/drawing/2014/main" id="{EC15096B-0867-46D9-AE7A-B3A82480AA1D}"/>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10">
            <a:extLst xmlns:a="http://schemas.openxmlformats.org/drawingml/2006/main">
              <a:ext uri="{FF2B5EF4-FFF2-40B4-BE49-F238E27FC236}">
                <a16:creationId xmlns:a16="http://schemas.microsoft.com/office/drawing/2014/main" id="{4C3A2412-6BDE-420F-B9D3-0D41D322623C}"/>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11">
            <a:extLst xmlns:a="http://schemas.openxmlformats.org/drawingml/2006/main">
              <a:ext uri="{FF2B5EF4-FFF2-40B4-BE49-F238E27FC236}">
                <a16:creationId xmlns:a16="http://schemas.microsoft.com/office/drawing/2014/main" id="{7EA3EF0A-E721-430B-83A3-78EE1BE91C94}"/>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12">
            <a:extLst xmlns:a="http://schemas.openxmlformats.org/drawingml/2006/main">
              <a:ext uri="{FF2B5EF4-FFF2-40B4-BE49-F238E27FC236}">
                <a16:creationId xmlns:a16="http://schemas.microsoft.com/office/drawing/2014/main" id="{277315F6-DC59-45FD-A205-091C1E7DC10B}"/>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13">
            <a:extLst xmlns:a="http://schemas.openxmlformats.org/drawingml/2006/main">
              <a:ext uri="{FF2B5EF4-FFF2-40B4-BE49-F238E27FC236}">
                <a16:creationId xmlns:a16="http://schemas.microsoft.com/office/drawing/2014/main" id="{3DF41C86-A92E-45E8-9817-42F1FB1BA884}"/>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14">
            <a:extLst xmlns:a="http://schemas.openxmlformats.org/drawingml/2006/main">
              <a:ext uri="{FF2B5EF4-FFF2-40B4-BE49-F238E27FC236}">
                <a16:creationId xmlns:a16="http://schemas.microsoft.com/office/drawing/2014/main" id="{5DECA45B-5395-4F2D-AFDE-6478E068A596}"/>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01</a:t>
            </a:r>
          </a:p>
        </p:txBody>
      </p:sp>
      <p:sp>
        <p:nvSpPr>
          <p:cNvPr id="16" name="profile-15">
            <a:extLst xmlns:a="http://schemas.openxmlformats.org/drawingml/2006/main">
              <a:ext uri="{FF2B5EF4-FFF2-40B4-BE49-F238E27FC236}">
                <a16:creationId xmlns:a16="http://schemas.microsoft.com/office/drawing/2014/main" id="{43145C40-796F-4880-B6DB-8A9B28E49FFC}"/>
              </a:ext>
            </a:extLst>
          </p:cNvPr>
          <p:cNvSpPr>
            <a:spLocks xmlns:a="http://schemas.openxmlformats.org/drawingml/2006/main" noGrp="1"/>
          </p:cNvSpPr>
          <p:nvPr/>
        </p:nvSpPr>
        <p:spPr>
          <a:xfrm xmlns:a="http://schemas.openxmlformats.org/drawingml/2006/main">
            <a:off x="6048375" y="1133475"/>
            <a:ext cx="6143625" cy="5133975"/>
          </a:xfrm>
          <a:prstGeom xmlns:a="http://schemas.openxmlformats.org/drawingml/2006/main" prst="rect">
            <a:avLst/>
          </a:prstGeom>
          <a:solidFill xmlns:a="http://schemas.openxmlformats.org/drawingml/2006/main">
            <a:srgbClr val="0E2C5E"/>
          </a:solidFill>
          <a:ln xmlns:a="http://schemas.openxmlformats.org/drawingml/2006/main" w="0">
            <a:noFill/>
          </a:ln>
        </p:spPr>
      </p:sp>
      <p:pic>
        <p:nvPicPr>
          <p:cNvPr id="17" name="">
            <a:extLst xmlns:a="http://schemas.openxmlformats.org/drawingml/2006/main">
              <a:ext uri="{FF2B5EF4-FFF2-40B4-BE49-F238E27FC236}">
                <a16:creationId xmlns:a16="http://schemas.microsoft.com/office/drawing/2014/main" id="{F920E251-28C8-4CA1-B7B3-A2C3973789AA}"/>
              </a:ext>
            </a:extLst>
          </p:cNvPr>
          <p:cNvPicPr>
            <a:picLocks xmlns:a="http://schemas.openxmlformats.org/drawingml/2006/main" noChangeAspect="1"/>
          </p:cNvPicPr>
          <p:nvPr/>
        </p:nvPicPr>
        <p:blipFill>
          <a:blip xmlns:r="http://schemas.openxmlformats.org/officeDocument/2006/relationships" xmlns:a="http://schemas.openxmlformats.org/drawingml/2006/main" r:embed="R1aaadc1fdde54f1b"/>
          <a:srcRect xmlns:a="http://schemas.openxmlformats.org/drawingml/2006/main" l="0" t="0" r="0" b="0"/>
          <a:stretch xmlns:a="http://schemas.openxmlformats.org/drawingml/2006/main">
            <a:fillRect l="0" t="0" r="0" b="0"/>
          </a:stretch>
        </p:blipFill>
        <p:spPr>
          <a:xfrm xmlns:a="http://schemas.openxmlformats.org/drawingml/2006/main">
            <a:off x="6048375" y="1714500"/>
            <a:ext cx="6143625" cy="4048125"/>
          </a:xfrm>
          <a:prstGeom xmlns:a="http://schemas.openxmlformats.org/drawingml/2006/main" prst="rect">
            <a:avLst/>
          </a:prstGeom>
        </p:spPr>
      </p:pic>
      <p:sp>
        <p:nvSpPr>
          <p:cNvPr id="18" name="profile-16">
            <a:extLst xmlns:a="http://schemas.openxmlformats.org/drawingml/2006/main">
              <a:ext uri="{FF2B5EF4-FFF2-40B4-BE49-F238E27FC236}">
                <a16:creationId xmlns:a16="http://schemas.microsoft.com/office/drawing/2014/main" id="{B53CF132-569F-4339-AAD1-86DADAA8FC3D}"/>
              </a:ext>
            </a:extLst>
          </p:cNvPr>
          <p:cNvSpPr>
            <a:spLocks xmlns:a="http://schemas.openxmlformats.org/drawingml/2006/main" noGrp="1"/>
          </p:cNvSpPr>
          <p:nvPr/>
        </p:nvSpPr>
        <p:spPr>
          <a:xfrm xmlns:a="http://schemas.openxmlformats.org/drawingml/2006/main">
            <a:off x="400050" y="1533525"/>
            <a:ext cx="514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1267A5"/>
                </a:solidFill>
                <a:latin typeface="Segoe UI"/>
                <a:ea typeface="Segoe UI"/>
                <a:cs typeface="Segoe UI"/>
              </a:defRPr>
            </a:defPPr>
          </a:lstStyle>
          <a:p xmlns:a="http://schemas.openxmlformats.org/drawingml/2006/main">
            <a:pPr algn="l">
              <a:defRPr sz="1275" b="1">
                <a:solidFill>
                  <a:srgbClr val="1267A5"/>
                </a:solidFill>
                <a:latin typeface="Segoe UI"/>
                <a:ea typeface="Segoe UI"/>
                <a:cs typeface="Segoe UI"/>
              </a:defRPr>
            </a:pPr>
            <a:r>
              <a:rPr sz="1275" b="1">
                <a:solidFill>
                  <a:srgbClr val="1267A5"/>
                </a:solidFill>
                <a:latin typeface="Segoe UI"/>
                <a:ea typeface="Segoe UI"/>
                <a:cs typeface="Segoe UI"/>
              </a:rPr>
              <a:t>COMPANY PROFILE</a:t>
            </a:r>
          </a:p>
        </p:txBody>
      </p:sp>
      <p:sp>
        <p:nvSpPr>
          <p:cNvPr id="19" name="profile-17">
            <a:extLst xmlns:a="http://schemas.openxmlformats.org/drawingml/2006/main">
              <a:ext uri="{FF2B5EF4-FFF2-40B4-BE49-F238E27FC236}">
                <a16:creationId xmlns:a16="http://schemas.microsoft.com/office/drawing/2014/main" id="{C555D06A-F336-42CB-98EC-62A8787A56CE}"/>
              </a:ext>
            </a:extLst>
          </p:cNvPr>
          <p:cNvSpPr>
            <a:spLocks xmlns:a="http://schemas.openxmlformats.org/drawingml/2006/main" noGrp="1"/>
          </p:cNvSpPr>
          <p:nvPr/>
        </p:nvSpPr>
        <p:spPr>
          <a:xfrm xmlns:a="http://schemas.openxmlformats.org/drawingml/2006/main">
            <a:off x="400050" y="2133600"/>
            <a:ext cx="5476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275" b="1">
                <a:solidFill>
                  <a:srgbClr val="0E2C5E"/>
                </a:solidFill>
                <a:latin typeface="Segoe UI"/>
                <a:ea typeface="Segoe UI"/>
                <a:cs typeface="Segoe UI"/>
              </a:defRPr>
            </a:defPPr>
          </a:lstStyle>
          <a:p xmlns:a="http://schemas.openxmlformats.org/drawingml/2006/main">
            <a:pPr algn="l">
              <a:defRPr sz="4275" b="1">
                <a:solidFill>
                  <a:srgbClr val="0E2C5E"/>
                </a:solidFill>
                <a:latin typeface="Segoe UI"/>
                <a:ea typeface="Segoe UI"/>
                <a:cs typeface="Segoe UI"/>
              </a:defRPr>
            </a:pPr>
            <a:r>
              <a:rPr sz="4275" b="1">
                <a:solidFill>
                  <a:srgbClr val="0E2C5E"/>
                </a:solidFill>
                <a:latin typeface="Segoe UI"/>
                <a:ea typeface="Segoe UI"/>
                <a:cs typeface="Segoe UI"/>
              </a:rPr>
              <a:t>One partner for</a:t>
            </a:r>
          </a:p>
        </p:txBody>
      </p:sp>
      <p:sp>
        <p:nvSpPr>
          <p:cNvPr id="20" name="profile-18">
            <a:extLst xmlns:a="http://schemas.openxmlformats.org/drawingml/2006/main">
              <a:ext uri="{FF2B5EF4-FFF2-40B4-BE49-F238E27FC236}">
                <a16:creationId xmlns:a16="http://schemas.microsoft.com/office/drawing/2014/main" id="{8C961B5F-FCDA-4703-B921-73397DDCE20E}"/>
              </a:ext>
            </a:extLst>
          </p:cNvPr>
          <p:cNvSpPr>
            <a:spLocks xmlns:a="http://schemas.openxmlformats.org/drawingml/2006/main" noGrp="1"/>
          </p:cNvSpPr>
          <p:nvPr/>
        </p:nvSpPr>
        <p:spPr>
          <a:xfrm xmlns:a="http://schemas.openxmlformats.org/drawingml/2006/main">
            <a:off x="400050" y="2752725"/>
            <a:ext cx="5476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275" b="1">
                <a:solidFill>
                  <a:srgbClr val="0E2C5E"/>
                </a:solidFill>
                <a:latin typeface="Segoe UI"/>
                <a:ea typeface="Segoe UI"/>
                <a:cs typeface="Segoe UI"/>
              </a:defRPr>
            </a:defPPr>
          </a:lstStyle>
          <a:p xmlns:a="http://schemas.openxmlformats.org/drawingml/2006/main">
            <a:pPr algn="l">
              <a:defRPr sz="4275" b="1">
                <a:solidFill>
                  <a:srgbClr val="0E2C5E"/>
                </a:solidFill>
                <a:latin typeface="Segoe UI"/>
                <a:ea typeface="Segoe UI"/>
                <a:cs typeface="Segoe UI"/>
              </a:defRPr>
            </a:pPr>
            <a:r>
              <a:rPr sz="4275" b="1">
                <a:solidFill>
                  <a:srgbClr val="0E2C5E"/>
                </a:solidFill>
                <a:latin typeface="Segoe UI"/>
                <a:ea typeface="Segoe UI"/>
                <a:cs typeface="Segoe UI"/>
              </a:rPr>
              <a:t>your property</a:t>
            </a:r>
          </a:p>
        </p:txBody>
      </p:sp>
      <p:sp>
        <p:nvSpPr>
          <p:cNvPr id="21" name="profile-19">
            <a:extLst xmlns:a="http://schemas.openxmlformats.org/drawingml/2006/main">
              <a:ext uri="{FF2B5EF4-FFF2-40B4-BE49-F238E27FC236}">
                <a16:creationId xmlns:a16="http://schemas.microsoft.com/office/drawing/2014/main" id="{B682A919-7EF1-484A-87D6-86B90F5F6240}"/>
              </a:ext>
            </a:extLst>
          </p:cNvPr>
          <p:cNvSpPr>
            <a:spLocks xmlns:a="http://schemas.openxmlformats.org/drawingml/2006/main" noGrp="1"/>
          </p:cNvSpPr>
          <p:nvPr/>
        </p:nvSpPr>
        <p:spPr>
          <a:xfrm xmlns:a="http://schemas.openxmlformats.org/drawingml/2006/main">
            <a:off x="400050" y="3371850"/>
            <a:ext cx="5476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275" b="1">
                <a:solidFill>
                  <a:srgbClr val="0E2C5E"/>
                </a:solidFill>
                <a:latin typeface="Segoe UI"/>
                <a:ea typeface="Segoe UI"/>
                <a:cs typeface="Segoe UI"/>
              </a:defRPr>
            </a:defPPr>
          </a:lstStyle>
          <a:p xmlns:a="http://schemas.openxmlformats.org/drawingml/2006/main">
            <a:pPr algn="l">
              <a:defRPr sz="4275" b="1">
                <a:solidFill>
                  <a:srgbClr val="0E2C5E"/>
                </a:solidFill>
                <a:latin typeface="Segoe UI"/>
                <a:ea typeface="Segoe UI"/>
                <a:cs typeface="Segoe UI"/>
              </a:defRPr>
            </a:pPr>
            <a:r>
              <a:rPr sz="4275" b="1">
                <a:solidFill>
                  <a:srgbClr val="0E2C5E"/>
                </a:solidFill>
                <a:latin typeface="Segoe UI"/>
                <a:ea typeface="Segoe UI"/>
                <a:cs typeface="Segoe UI"/>
              </a:rPr>
              <a:t>service needs</a:t>
            </a:r>
          </a:p>
        </p:txBody>
      </p:sp>
      <p:sp>
        <p:nvSpPr>
          <p:cNvPr id="22" name="profile-20">
            <a:extLst xmlns:a="http://schemas.openxmlformats.org/drawingml/2006/main">
              <a:ext uri="{FF2B5EF4-FFF2-40B4-BE49-F238E27FC236}">
                <a16:creationId xmlns:a16="http://schemas.microsoft.com/office/drawing/2014/main" id="{A9418E72-B088-446D-88BC-3D45E86CD418}"/>
              </a:ext>
            </a:extLst>
          </p:cNvPr>
          <p:cNvSpPr>
            <a:spLocks xmlns:a="http://schemas.openxmlformats.org/drawingml/2006/main" noGrp="1"/>
          </p:cNvSpPr>
          <p:nvPr/>
        </p:nvSpPr>
        <p:spPr>
          <a:xfrm xmlns:a="http://schemas.openxmlformats.org/drawingml/2006/main">
            <a:off x="400050" y="4333875"/>
            <a:ext cx="53816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02B49"/>
                </a:solidFill>
                <a:latin typeface="Segoe UI"/>
                <a:ea typeface="Segoe UI"/>
                <a:cs typeface="Segoe UI"/>
              </a:defRPr>
            </a:defPPr>
          </a:lstStyle>
          <a:p xmlns:a="http://schemas.openxmlformats.org/drawingml/2006/main">
            <a:pPr algn="l">
              <a:defRPr sz="1725" b="0">
                <a:solidFill>
                  <a:srgbClr val="102B49"/>
                </a:solidFill>
                <a:latin typeface="Segoe UI"/>
                <a:ea typeface="Segoe UI"/>
                <a:cs typeface="Segoe UI"/>
              </a:defRPr>
            </a:pPr>
            <a:r>
              <a:rPr sz="1725" b="0">
                <a:solidFill>
                  <a:srgbClr val="102B49"/>
                </a:solidFill>
                <a:latin typeface="Segoe UI"/>
                <a:ea typeface="Segoe UI"/>
                <a:cs typeface="Segoe UI"/>
              </a:rPr>
              <a:t>Plumbing. Septic services. Pest management.</a:t>
            </a:r>
          </a:p>
        </p:txBody>
      </p:sp>
      <p:sp>
        <p:nvSpPr>
          <p:cNvPr id="23" name="profile-21">
            <a:extLst xmlns:a="http://schemas.openxmlformats.org/drawingml/2006/main">
              <a:ext uri="{FF2B5EF4-FFF2-40B4-BE49-F238E27FC236}">
                <a16:creationId xmlns:a16="http://schemas.microsoft.com/office/drawing/2014/main" id="{81F274B5-BEAF-48E9-A257-C25E672129E7}"/>
              </a:ext>
            </a:extLst>
          </p:cNvPr>
          <p:cNvSpPr>
            <a:spLocks xmlns:a="http://schemas.openxmlformats.org/drawingml/2006/main" noGrp="1"/>
          </p:cNvSpPr>
          <p:nvPr/>
        </p:nvSpPr>
        <p:spPr>
          <a:xfrm xmlns:a="http://schemas.openxmlformats.org/drawingml/2006/main">
            <a:off x="400050" y="4657725"/>
            <a:ext cx="53816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02B49"/>
                </a:solidFill>
                <a:latin typeface="Segoe UI"/>
                <a:ea typeface="Segoe UI"/>
                <a:cs typeface="Segoe UI"/>
              </a:defRPr>
            </a:defPPr>
          </a:lstStyle>
          <a:p xmlns:a="http://schemas.openxmlformats.org/drawingml/2006/main">
            <a:pPr algn="l">
              <a:defRPr sz="1725" b="0">
                <a:solidFill>
                  <a:srgbClr val="102B49"/>
                </a:solidFill>
                <a:latin typeface="Segoe UI"/>
                <a:ea typeface="Segoe UI"/>
                <a:cs typeface="Segoe UI"/>
              </a:defRPr>
            </a:pPr>
            <a:r>
              <a:rPr sz="1725" b="0">
                <a:solidFill>
                  <a:srgbClr val="102B49"/>
                </a:solidFill>
                <a:latin typeface="Segoe UI"/>
                <a:ea typeface="Segoe UI"/>
                <a:cs typeface="Segoe UI"/>
              </a:rPr>
              <a:t>Cleaning. Renovation. Treatment systems.</a:t>
            </a:r>
          </a:p>
        </p:txBody>
      </p:sp>
      <p:sp>
        <p:nvSpPr>
          <p:cNvPr id="24" name="profile-22">
            <a:extLst xmlns:a="http://schemas.openxmlformats.org/drawingml/2006/main">
              <a:ext uri="{FF2B5EF4-FFF2-40B4-BE49-F238E27FC236}">
                <a16:creationId xmlns:a16="http://schemas.microsoft.com/office/drawing/2014/main" id="{43C00739-6954-49E5-A726-80BD5D045290}"/>
              </a:ext>
            </a:extLst>
          </p:cNvPr>
          <p:cNvSpPr>
            <a:spLocks xmlns:a="http://schemas.openxmlformats.org/drawingml/2006/main" noGrp="1"/>
          </p:cNvSpPr>
          <p:nvPr/>
        </p:nvSpPr>
        <p:spPr>
          <a:xfrm xmlns:a="http://schemas.openxmlformats.org/drawingml/2006/main">
            <a:off x="400050" y="5505450"/>
            <a:ext cx="552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1">
                <a:solidFill>
                  <a:srgbClr val="1267A5"/>
                </a:solidFill>
                <a:latin typeface="Segoe UI"/>
                <a:ea typeface="Segoe UI"/>
                <a:cs typeface="Segoe UI"/>
              </a:defRPr>
            </a:defPPr>
          </a:lstStyle>
          <a:p xmlns:a="http://schemas.openxmlformats.org/drawingml/2006/main">
            <a:pPr algn="l">
              <a:defRPr sz="1575" b="1">
                <a:solidFill>
                  <a:srgbClr val="1267A5"/>
                </a:solidFill>
                <a:latin typeface="Segoe UI"/>
                <a:ea typeface="Segoe UI"/>
                <a:cs typeface="Segoe UI"/>
              </a:defRPr>
            </a:pPr>
            <a:r>
              <a:rPr sz="1575" b="1">
                <a:solidFill>
                  <a:srgbClr val="1267A5"/>
                </a:solidFill>
                <a:latin typeface="Segoe UI"/>
                <a:ea typeface="Segoe UI"/>
                <a:cs typeface="Segoe UI"/>
              </a:rPr>
              <a:t>Commercial  /  Industrial  /  Residential</a:t>
            </a:r>
          </a:p>
        </p:txBody>
      </p:sp>
      <p:sp>
        <p:nvSpPr>
          <p:cNvPr id="25" name="profile-23">
            <a:extLst xmlns:a="http://schemas.openxmlformats.org/drawingml/2006/main">
              <a:ext uri="{FF2B5EF4-FFF2-40B4-BE49-F238E27FC236}">
                <a16:creationId xmlns:a16="http://schemas.microsoft.com/office/drawing/2014/main" id="{5B66061E-7CC5-4599-9AA8-C66DE9DDD8B3}"/>
              </a:ext>
            </a:extLst>
          </p:cNvPr>
          <p:cNvSpPr>
            <a:spLocks xmlns:a="http://schemas.openxmlformats.org/drawingml/2006/main" noGrp="1"/>
          </p:cNvSpPr>
          <p:nvPr/>
        </p:nvSpPr>
        <p:spPr>
          <a:xfrm xmlns:a="http://schemas.openxmlformats.org/drawingml/2006/main">
            <a:off x="6286500" y="5905500"/>
            <a:ext cx="5429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a:solidFill>
                  <a:srgbClr val="FFFFFF"/>
                </a:solidFill>
                <a:latin typeface="Segoe UI"/>
                <a:ea typeface="Segoe UI"/>
                <a:cs typeface="Segoe UI"/>
              </a:defRPr>
            </a:defPPr>
          </a:lstStyle>
          <a:p xmlns:a="http://schemas.openxmlformats.org/drawingml/2006/main">
            <a:pPr algn="l">
              <a:defRPr sz="900" b="0">
                <a:solidFill>
                  <a:srgbClr val="FFFFFF"/>
                </a:solidFill>
                <a:latin typeface="Segoe UI"/>
                <a:ea typeface="Segoe UI"/>
                <a:cs typeface="Segoe UI"/>
              </a:defRPr>
            </a:pPr>
            <a:r>
              <a:rPr sz="900" b="0">
                <a:solidFill>
                  <a:srgbClr val="FFFFFF"/>
                </a:solidFill>
                <a:latin typeface="Segoe UI"/>
                <a:ea typeface="Segoe UI"/>
                <a:cs typeface="Segoe UI"/>
              </a:rPr>
              <a:t>AI conceptual illustration; not a project or engineering design.</a:t>
            </a:r>
          </a:p>
        </p:txBody>
      </p:sp>
    </p:spTree>
    <p:extLst>
      <p:ext uri="{BB962C8B-B14F-4D97-AF65-F5344CB8AC3E}">
        <p14:creationId xmlns:p14="http://schemas.microsoft.com/office/powerpoint/2010/main" val="142815589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profile-24">
            <a:extLst xmlns:a="http://schemas.openxmlformats.org/drawingml/2006/main">
              <a:ext uri="{FF2B5EF4-FFF2-40B4-BE49-F238E27FC236}">
                <a16:creationId xmlns:a16="http://schemas.microsoft.com/office/drawing/2014/main" id="{F7194CD9-1231-4A41-8155-CBBC43C0DDE6}"/>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25">
            <a:extLst xmlns:a="http://schemas.openxmlformats.org/drawingml/2006/main">
              <a:ext uri="{FF2B5EF4-FFF2-40B4-BE49-F238E27FC236}">
                <a16:creationId xmlns:a16="http://schemas.microsoft.com/office/drawing/2014/main" id="{553F7E98-8E5A-4860-87C8-475B014B75EB}"/>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042DA18D-18DE-4E16-8498-EE2BA534ABF2}"/>
              </a:ext>
            </a:extLst>
          </p:cNvPr>
          <p:cNvPicPr>
            <a:picLocks xmlns:a="http://schemas.openxmlformats.org/drawingml/2006/main" noChangeAspect="1"/>
          </p:cNvPicPr>
          <p:nvPr/>
        </p:nvPicPr>
        <p:blipFill>
          <a:blip xmlns:r="http://schemas.openxmlformats.org/officeDocument/2006/relationships" xmlns:a="http://schemas.openxmlformats.org/drawingml/2006/main" r:embed="R1697960bb4cb4ff9"/>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26">
            <a:extLst xmlns:a="http://schemas.openxmlformats.org/drawingml/2006/main">
              <a:ext uri="{FF2B5EF4-FFF2-40B4-BE49-F238E27FC236}">
                <a16:creationId xmlns:a16="http://schemas.microsoft.com/office/drawing/2014/main" id="{32268C46-3726-4208-B105-D486CA6A32CB}"/>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27">
            <a:extLst xmlns:a="http://schemas.openxmlformats.org/drawingml/2006/main">
              <a:ext uri="{FF2B5EF4-FFF2-40B4-BE49-F238E27FC236}">
                <a16:creationId xmlns:a16="http://schemas.microsoft.com/office/drawing/2014/main" id="{FE1021DE-66F8-4F73-ADDC-246D29D16C72}"/>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and Pest Management Services OPC</a:t>
            </a:r>
          </a:p>
        </p:txBody>
      </p:sp>
      <p:sp>
        <p:nvSpPr>
          <p:cNvPr id="6" name="profile-28">
            <a:extLst xmlns:a="http://schemas.openxmlformats.org/drawingml/2006/main">
              <a:ext uri="{FF2B5EF4-FFF2-40B4-BE49-F238E27FC236}">
                <a16:creationId xmlns:a16="http://schemas.microsoft.com/office/drawing/2014/main" id="{6A13E71A-741D-434E-B7C7-CC6C39AF2848}"/>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Globe 0917 671 6383   |   Smart 0939 245 6217</a:t>
            </a:r>
          </a:p>
        </p:txBody>
      </p:sp>
      <p:sp>
        <p:nvSpPr>
          <p:cNvPr id="7" name="profile-29">
            <a:extLst xmlns:a="http://schemas.openxmlformats.org/drawingml/2006/main">
              <a:ext uri="{FF2B5EF4-FFF2-40B4-BE49-F238E27FC236}">
                <a16:creationId xmlns:a16="http://schemas.microsoft.com/office/drawing/2014/main" id="{81B19FF4-75BE-43DC-A335-4FECA364C9C8}"/>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30">
            <a:extLst xmlns:a="http://schemas.openxmlformats.org/drawingml/2006/main">
              <a:ext uri="{FF2B5EF4-FFF2-40B4-BE49-F238E27FC236}">
                <a16:creationId xmlns:a16="http://schemas.microsoft.com/office/drawing/2014/main" id="{850F8C1B-753E-43EA-AB5F-5A7D994B9534}"/>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TO FOLLOW</a:t>
            </a:r>
          </a:p>
        </p:txBody>
      </p:sp>
      <p:sp>
        <p:nvSpPr>
          <p:cNvPr id="9" name="profile-31">
            <a:extLst xmlns:a="http://schemas.openxmlformats.org/drawingml/2006/main">
              <a:ext uri="{FF2B5EF4-FFF2-40B4-BE49-F238E27FC236}">
                <a16:creationId xmlns:a16="http://schemas.microsoft.com/office/drawing/2014/main" id="{90CC829B-91CB-496E-BF8A-6DB54B117DC7}"/>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32">
            <a:extLst xmlns:a="http://schemas.openxmlformats.org/drawingml/2006/main">
              <a:ext uri="{FF2B5EF4-FFF2-40B4-BE49-F238E27FC236}">
                <a16:creationId xmlns:a16="http://schemas.microsoft.com/office/drawing/2014/main" id="{34486194-D0B2-4AAC-90B9-A4CC23A80D57}"/>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33">
            <a:extLst xmlns:a="http://schemas.openxmlformats.org/drawingml/2006/main">
              <a:ext uri="{FF2B5EF4-FFF2-40B4-BE49-F238E27FC236}">
                <a16:creationId xmlns:a16="http://schemas.microsoft.com/office/drawing/2014/main" id="{59CD4E72-87EF-4D38-B4CE-F184A0C7628B}"/>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34">
            <a:extLst xmlns:a="http://schemas.openxmlformats.org/drawingml/2006/main">
              <a:ext uri="{FF2B5EF4-FFF2-40B4-BE49-F238E27FC236}">
                <a16:creationId xmlns:a16="http://schemas.microsoft.com/office/drawing/2014/main" id="{397A131B-FE85-4D88-8654-42C993D8383F}"/>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35">
            <a:extLst xmlns:a="http://schemas.openxmlformats.org/drawingml/2006/main">
              <a:ext uri="{FF2B5EF4-FFF2-40B4-BE49-F238E27FC236}">
                <a16:creationId xmlns:a16="http://schemas.microsoft.com/office/drawing/2014/main" id="{7CF7FF96-8E92-4D36-AAA3-4E3FD2B6273F}"/>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36">
            <a:extLst xmlns:a="http://schemas.openxmlformats.org/drawingml/2006/main">
              <a:ext uri="{FF2B5EF4-FFF2-40B4-BE49-F238E27FC236}">
                <a16:creationId xmlns:a16="http://schemas.microsoft.com/office/drawing/2014/main" id="{5AE8A11F-0E28-4B62-A437-89057B57A575}"/>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37">
            <a:extLst xmlns:a="http://schemas.openxmlformats.org/drawingml/2006/main">
              <a:ext uri="{FF2B5EF4-FFF2-40B4-BE49-F238E27FC236}">
                <a16:creationId xmlns:a16="http://schemas.microsoft.com/office/drawing/2014/main" id="{5781DAE5-777E-43EB-AE84-77C271BDD51E}"/>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02</a:t>
            </a:r>
          </a:p>
        </p:txBody>
      </p:sp>
      <p:sp>
        <p:nvSpPr>
          <p:cNvPr id="16" name="profile-38">
            <a:extLst xmlns:a="http://schemas.openxmlformats.org/drawingml/2006/main">
              <a:ext uri="{FF2B5EF4-FFF2-40B4-BE49-F238E27FC236}">
                <a16:creationId xmlns:a16="http://schemas.microsoft.com/office/drawing/2014/main" id="{138C42CB-A3A7-47B8-824E-CFC38C4272D0}"/>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Essential services, one point of contact</a:t>
            </a:r>
          </a:p>
        </p:txBody>
      </p:sp>
      <p:sp>
        <p:nvSpPr>
          <p:cNvPr id="17" name="profile-39">
            <a:extLst xmlns:a="http://schemas.openxmlformats.org/drawingml/2006/main">
              <a:ext uri="{FF2B5EF4-FFF2-40B4-BE49-F238E27FC236}">
                <a16:creationId xmlns:a16="http://schemas.microsoft.com/office/drawing/2014/main" id="{BCCFE2AF-1622-4E2C-9EFF-4C9DB9C19BDA}"/>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40">
            <a:extLst xmlns:a="http://schemas.openxmlformats.org/drawingml/2006/main">
              <a:ext uri="{FF2B5EF4-FFF2-40B4-BE49-F238E27FC236}">
                <a16:creationId xmlns:a16="http://schemas.microsoft.com/office/drawing/2014/main" id="{293A9EF2-5A55-4DB9-ACEA-27F9F17C9397}"/>
              </a:ext>
            </a:extLst>
          </p:cNvPr>
          <p:cNvSpPr>
            <a:spLocks xmlns:a="http://schemas.openxmlformats.org/drawingml/2006/main" noGrp="1"/>
          </p:cNvSpPr>
          <p:nvPr/>
        </p:nvSpPr>
        <p:spPr>
          <a:xfrm xmlns:a="http://schemas.openxmlformats.org/drawingml/2006/main">
            <a:off x="400050" y="2238375"/>
            <a:ext cx="67151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1">
                <a:solidFill>
                  <a:srgbClr val="0E2C5E"/>
                </a:solidFill>
                <a:latin typeface="Segoe UI"/>
                <a:ea typeface="Segoe UI"/>
                <a:cs typeface="Segoe UI"/>
              </a:defRPr>
            </a:defPPr>
          </a:lstStyle>
          <a:p xmlns:a="http://schemas.openxmlformats.org/drawingml/2006/main">
            <a:pPr algn="l">
              <a:defRPr sz="2025" b="1">
                <a:solidFill>
                  <a:srgbClr val="0E2C5E"/>
                </a:solidFill>
                <a:latin typeface="Segoe UI"/>
                <a:ea typeface="Segoe UI"/>
                <a:cs typeface="Segoe UI"/>
              </a:defRPr>
            </a:pPr>
            <a:r>
              <a:rPr sz="2025" b="1">
                <a:solidFill>
                  <a:srgbClr val="0E2C5E"/>
                </a:solidFill>
                <a:latin typeface="Segoe UI"/>
                <a:ea typeface="Segoe UI"/>
                <a:cs typeface="Segoe UI"/>
              </a:rPr>
              <a:t>Oceanides brings plumbing, septic tank services, pest</a:t>
            </a:r>
          </a:p>
        </p:txBody>
      </p:sp>
      <p:sp>
        <p:nvSpPr>
          <p:cNvPr id="19" name="profile-41">
            <a:extLst xmlns:a="http://schemas.openxmlformats.org/drawingml/2006/main">
              <a:ext uri="{FF2B5EF4-FFF2-40B4-BE49-F238E27FC236}">
                <a16:creationId xmlns:a16="http://schemas.microsoft.com/office/drawing/2014/main" id="{D5384286-8061-4F8D-B929-B601B3375AAF}"/>
              </a:ext>
            </a:extLst>
          </p:cNvPr>
          <p:cNvSpPr>
            <a:spLocks xmlns:a="http://schemas.openxmlformats.org/drawingml/2006/main" noGrp="1"/>
          </p:cNvSpPr>
          <p:nvPr/>
        </p:nvSpPr>
        <p:spPr>
          <a:xfrm xmlns:a="http://schemas.openxmlformats.org/drawingml/2006/main">
            <a:off x="400050" y="2581275"/>
            <a:ext cx="67151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1">
                <a:solidFill>
                  <a:srgbClr val="0E2C5E"/>
                </a:solidFill>
                <a:latin typeface="Segoe UI"/>
                <a:ea typeface="Segoe UI"/>
                <a:cs typeface="Segoe UI"/>
              </a:defRPr>
            </a:defPPr>
          </a:lstStyle>
          <a:p xmlns:a="http://schemas.openxmlformats.org/drawingml/2006/main">
            <a:pPr algn="l">
              <a:defRPr sz="2025" b="1">
                <a:solidFill>
                  <a:srgbClr val="0E2C5E"/>
                </a:solidFill>
                <a:latin typeface="Segoe UI"/>
                <a:ea typeface="Segoe UI"/>
                <a:cs typeface="Segoe UI"/>
              </a:defRPr>
            </a:pPr>
            <a:r>
              <a:rPr sz="2025" b="1">
                <a:solidFill>
                  <a:srgbClr val="0E2C5E"/>
                </a:solidFill>
                <a:latin typeface="Segoe UI"/>
                <a:ea typeface="Segoe UI"/>
                <a:cs typeface="Segoe UI"/>
              </a:rPr>
              <a:t>management, cleaning and property improvement</a:t>
            </a:r>
          </a:p>
        </p:txBody>
      </p:sp>
      <p:sp>
        <p:nvSpPr>
          <p:cNvPr id="20" name="profile-42">
            <a:extLst xmlns:a="http://schemas.openxmlformats.org/drawingml/2006/main">
              <a:ext uri="{FF2B5EF4-FFF2-40B4-BE49-F238E27FC236}">
                <a16:creationId xmlns:a16="http://schemas.microsoft.com/office/drawing/2014/main" id="{142BEC89-A720-496D-9807-B063DB0E73F4}"/>
              </a:ext>
            </a:extLst>
          </p:cNvPr>
          <p:cNvSpPr>
            <a:spLocks xmlns:a="http://schemas.openxmlformats.org/drawingml/2006/main" noGrp="1"/>
          </p:cNvSpPr>
          <p:nvPr/>
        </p:nvSpPr>
        <p:spPr>
          <a:xfrm xmlns:a="http://schemas.openxmlformats.org/drawingml/2006/main">
            <a:off x="400050" y="2924175"/>
            <a:ext cx="67151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1">
                <a:solidFill>
                  <a:srgbClr val="0E2C5E"/>
                </a:solidFill>
                <a:latin typeface="Segoe UI"/>
                <a:ea typeface="Segoe UI"/>
                <a:cs typeface="Segoe UI"/>
              </a:defRPr>
            </a:defPPr>
          </a:lstStyle>
          <a:p xmlns:a="http://schemas.openxmlformats.org/drawingml/2006/main">
            <a:pPr algn="l">
              <a:defRPr sz="2025" b="1">
                <a:solidFill>
                  <a:srgbClr val="0E2C5E"/>
                </a:solidFill>
                <a:latin typeface="Segoe UI"/>
                <a:ea typeface="Segoe UI"/>
                <a:cs typeface="Segoe UI"/>
              </a:defRPr>
            </a:pPr>
            <a:r>
              <a:rPr sz="2025" b="1">
                <a:solidFill>
                  <a:srgbClr val="0E2C5E"/>
                </a:solidFill>
                <a:latin typeface="Segoe UI"/>
                <a:ea typeface="Segoe UI"/>
                <a:cs typeface="Segoe UI"/>
              </a:rPr>
              <a:t>together for commercial, industrial and residential</a:t>
            </a:r>
          </a:p>
        </p:txBody>
      </p:sp>
      <p:sp>
        <p:nvSpPr>
          <p:cNvPr id="21" name="profile-43">
            <a:extLst xmlns:a="http://schemas.openxmlformats.org/drawingml/2006/main">
              <a:ext uri="{FF2B5EF4-FFF2-40B4-BE49-F238E27FC236}">
                <a16:creationId xmlns:a16="http://schemas.microsoft.com/office/drawing/2014/main" id="{0595FBF3-F567-4FCA-AD4B-9867D5E7908B}"/>
              </a:ext>
            </a:extLst>
          </p:cNvPr>
          <p:cNvSpPr>
            <a:spLocks xmlns:a="http://schemas.openxmlformats.org/drawingml/2006/main" noGrp="1"/>
          </p:cNvSpPr>
          <p:nvPr/>
        </p:nvSpPr>
        <p:spPr>
          <a:xfrm xmlns:a="http://schemas.openxmlformats.org/drawingml/2006/main">
            <a:off x="400050" y="3267075"/>
            <a:ext cx="67151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1">
                <a:solidFill>
                  <a:srgbClr val="0E2C5E"/>
                </a:solidFill>
                <a:latin typeface="Segoe UI"/>
                <a:ea typeface="Segoe UI"/>
                <a:cs typeface="Segoe UI"/>
              </a:defRPr>
            </a:defPPr>
          </a:lstStyle>
          <a:p xmlns:a="http://schemas.openxmlformats.org/drawingml/2006/main">
            <a:pPr algn="l">
              <a:defRPr sz="2025" b="1">
                <a:solidFill>
                  <a:srgbClr val="0E2C5E"/>
                </a:solidFill>
                <a:latin typeface="Segoe UI"/>
                <a:ea typeface="Segoe UI"/>
                <a:cs typeface="Segoe UI"/>
              </a:defRPr>
            </a:pPr>
            <a:r>
              <a:rPr sz="2025" b="1">
                <a:solidFill>
                  <a:srgbClr val="0E2C5E"/>
                </a:solidFill>
                <a:latin typeface="Segoe UI"/>
                <a:ea typeface="Segoe UI"/>
                <a:cs typeface="Segoe UI"/>
              </a:rPr>
              <a:t>clients.</a:t>
            </a:r>
          </a:p>
        </p:txBody>
      </p:sp>
      <p:sp>
        <p:nvSpPr>
          <p:cNvPr id="22" name="profile-44">
            <a:extLst xmlns:a="http://schemas.openxmlformats.org/drawingml/2006/main">
              <a:ext uri="{FF2B5EF4-FFF2-40B4-BE49-F238E27FC236}">
                <a16:creationId xmlns:a16="http://schemas.microsoft.com/office/drawing/2014/main" id="{C2053E81-A963-43F5-8A51-5A05BC811655}"/>
              </a:ext>
            </a:extLst>
          </p:cNvPr>
          <p:cNvSpPr>
            <a:spLocks xmlns:a="http://schemas.openxmlformats.org/drawingml/2006/main" noGrp="1"/>
          </p:cNvSpPr>
          <p:nvPr/>
        </p:nvSpPr>
        <p:spPr>
          <a:xfrm xmlns:a="http://schemas.openxmlformats.org/drawingml/2006/main">
            <a:off x="400050" y="3790950"/>
            <a:ext cx="6715125" cy="3177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02B49"/>
                </a:solidFill>
                <a:latin typeface="Segoe UI"/>
                <a:ea typeface="Segoe UI"/>
                <a:cs typeface="Segoe UI"/>
              </a:defRPr>
            </a:defPPr>
          </a:lstStyle>
          <a:p xmlns:a="http://schemas.openxmlformats.org/drawingml/2006/main">
            <a:pPr algn="l">
              <a:defRPr sz="1725" b="0">
                <a:solidFill>
                  <a:srgbClr val="102B49"/>
                </a:solidFill>
                <a:latin typeface="Segoe UI"/>
                <a:ea typeface="Segoe UI"/>
                <a:cs typeface="Segoe UI"/>
              </a:defRPr>
            </a:pPr>
            <a:r>
              <a:rPr sz="1725" b="0">
                <a:solidFill>
                  <a:srgbClr val="102B49"/>
                </a:solidFill>
                <a:latin typeface="Segoe UI"/>
                <a:ea typeface="Segoe UI"/>
                <a:cs typeface="Segoe UI"/>
              </a:rPr>
              <a:t>Our service relationships grew through recurring plumbing, septic</a:t>
            </a:r>
          </a:p>
        </p:txBody>
      </p:sp>
      <p:sp>
        <p:nvSpPr>
          <p:cNvPr id="23" name="profile-45">
            <a:extLst xmlns:a="http://schemas.openxmlformats.org/drawingml/2006/main">
              <a:ext uri="{FF2B5EF4-FFF2-40B4-BE49-F238E27FC236}">
                <a16:creationId xmlns:a16="http://schemas.microsoft.com/office/drawing/2014/main" id="{EA12FAA2-10B2-405C-BB45-B347A8B4F069}"/>
              </a:ext>
            </a:extLst>
          </p:cNvPr>
          <p:cNvSpPr>
            <a:spLocks xmlns:a="http://schemas.openxmlformats.org/drawingml/2006/main" noGrp="1"/>
          </p:cNvSpPr>
          <p:nvPr/>
        </p:nvSpPr>
        <p:spPr>
          <a:xfrm xmlns:a="http://schemas.openxmlformats.org/drawingml/2006/main">
            <a:off x="400050" y="4080129"/>
            <a:ext cx="6715125" cy="3177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02B49"/>
                </a:solidFill>
                <a:latin typeface="Segoe UI"/>
                <a:ea typeface="Segoe UI"/>
                <a:cs typeface="Segoe UI"/>
              </a:defRPr>
            </a:defPPr>
          </a:lstStyle>
          <a:p xmlns:a="http://schemas.openxmlformats.org/drawingml/2006/main">
            <a:pPr algn="l">
              <a:defRPr sz="1725" b="0">
                <a:solidFill>
                  <a:srgbClr val="102B49"/>
                </a:solidFill>
                <a:latin typeface="Segoe UI"/>
                <a:ea typeface="Segoe UI"/>
                <a:cs typeface="Segoe UI"/>
              </a:defRPr>
            </a:pPr>
            <a:r>
              <a:rPr sz="1725" b="0">
                <a:solidFill>
                  <a:srgbClr val="102B49"/>
                </a:solidFill>
                <a:latin typeface="Segoe UI"/>
                <a:ea typeface="Segoe UI"/>
                <a:cs typeface="Segoe UI"/>
              </a:rPr>
              <a:t>tank and grease tank work. We have expanded our offer under</a:t>
            </a:r>
          </a:p>
        </p:txBody>
      </p:sp>
      <p:sp>
        <p:nvSpPr>
          <p:cNvPr id="24" name="profile-46">
            <a:extLst xmlns:a="http://schemas.openxmlformats.org/drawingml/2006/main">
              <a:ext uri="{FF2B5EF4-FFF2-40B4-BE49-F238E27FC236}">
                <a16:creationId xmlns:a16="http://schemas.microsoft.com/office/drawing/2014/main" id="{01DCFBF6-CD2C-4635-BE2E-BC3DA46FEAC8}"/>
              </a:ext>
            </a:extLst>
          </p:cNvPr>
          <p:cNvSpPr>
            <a:spLocks xmlns:a="http://schemas.openxmlformats.org/drawingml/2006/main" noGrp="1"/>
          </p:cNvSpPr>
          <p:nvPr/>
        </p:nvSpPr>
        <p:spPr>
          <a:xfrm xmlns:a="http://schemas.openxmlformats.org/drawingml/2006/main">
            <a:off x="400050" y="4369308"/>
            <a:ext cx="6715125" cy="3177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02B49"/>
                </a:solidFill>
                <a:latin typeface="Segoe UI"/>
                <a:ea typeface="Segoe UI"/>
                <a:cs typeface="Segoe UI"/>
              </a:defRPr>
            </a:defPPr>
          </a:lstStyle>
          <a:p xmlns:a="http://schemas.openxmlformats.org/drawingml/2006/main">
            <a:pPr algn="l">
              <a:defRPr sz="1725" b="0">
                <a:solidFill>
                  <a:srgbClr val="102B49"/>
                </a:solidFill>
                <a:latin typeface="Segoe UI"/>
                <a:ea typeface="Segoe UI"/>
                <a:cs typeface="Segoe UI"/>
              </a:defRPr>
            </a:pPr>
            <a:r>
              <a:rPr sz="1725" b="0">
                <a:solidFill>
                  <a:srgbClr val="102B49"/>
                </a:solidFill>
                <a:latin typeface="Segoe UI"/>
                <a:ea typeface="Segoe UI"/>
                <a:cs typeface="Segoe UI"/>
              </a:rPr>
              <a:t>Oceanides Plumbing, Siphoning, and Pest Management Services</a:t>
            </a:r>
          </a:p>
        </p:txBody>
      </p:sp>
      <p:sp>
        <p:nvSpPr>
          <p:cNvPr id="25" name="profile-47">
            <a:extLst xmlns:a="http://schemas.openxmlformats.org/drawingml/2006/main">
              <a:ext uri="{FF2B5EF4-FFF2-40B4-BE49-F238E27FC236}">
                <a16:creationId xmlns:a16="http://schemas.microsoft.com/office/drawing/2014/main" id="{84290046-F145-45B9-B233-2F6E52D1AF1D}"/>
              </a:ext>
            </a:extLst>
          </p:cNvPr>
          <p:cNvSpPr>
            <a:spLocks xmlns:a="http://schemas.openxmlformats.org/drawingml/2006/main" noGrp="1"/>
          </p:cNvSpPr>
          <p:nvPr/>
        </p:nvSpPr>
        <p:spPr>
          <a:xfrm xmlns:a="http://schemas.openxmlformats.org/drawingml/2006/main">
            <a:off x="400050" y="4658487"/>
            <a:ext cx="6715125" cy="3177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02B49"/>
                </a:solidFill>
                <a:latin typeface="Segoe UI"/>
                <a:ea typeface="Segoe UI"/>
                <a:cs typeface="Segoe UI"/>
              </a:defRPr>
            </a:defPPr>
          </a:lstStyle>
          <a:p xmlns:a="http://schemas.openxmlformats.org/drawingml/2006/main">
            <a:pPr algn="l">
              <a:defRPr sz="1725" b="0">
                <a:solidFill>
                  <a:srgbClr val="102B49"/>
                </a:solidFill>
                <a:latin typeface="Segoe UI"/>
                <a:ea typeface="Segoe UI"/>
                <a:cs typeface="Segoe UI"/>
              </a:defRPr>
            </a:pPr>
            <a:r>
              <a:rPr sz="1725" b="0">
                <a:solidFill>
                  <a:srgbClr val="102B49"/>
                </a:solidFill>
                <a:latin typeface="Segoe UI"/>
                <a:ea typeface="Segoe UI"/>
                <a:cs typeface="Segoe UI"/>
              </a:rPr>
              <a:t>OPC.</a:t>
            </a:r>
          </a:p>
        </p:txBody>
      </p:sp>
      <p:pic>
        <p:nvPicPr>
          <p:cNvPr id="26" name="">
            <a:extLst xmlns:a="http://schemas.openxmlformats.org/drawingml/2006/main">
              <a:ext uri="{FF2B5EF4-FFF2-40B4-BE49-F238E27FC236}">
                <a16:creationId xmlns:a16="http://schemas.microsoft.com/office/drawing/2014/main" id="{3536D059-70D4-4AF2-AD03-358F03F42A31}"/>
              </a:ext>
            </a:extLst>
          </p:cNvPr>
          <p:cNvPicPr>
            <a:picLocks xmlns:a="http://schemas.openxmlformats.org/drawingml/2006/main" noChangeAspect="1"/>
          </p:cNvPicPr>
          <p:nvPr/>
        </p:nvPicPr>
        <p:blipFill>
          <a:blip xmlns:r="http://schemas.openxmlformats.org/officeDocument/2006/relationships" xmlns:a="http://schemas.openxmlformats.org/drawingml/2006/main" r:embed="R980cd36fcb8c4329"/>
          <a:srcRect xmlns:a="http://schemas.openxmlformats.org/drawingml/2006/main" l="0" t="60" r="0" b="60"/>
          <a:stretch xmlns:a="http://schemas.openxmlformats.org/drawingml/2006/main">
            <a:fillRect l="0" t="0" r="0" b="0"/>
          </a:stretch>
        </p:blipFill>
        <p:spPr>
          <a:xfrm xmlns:a="http://schemas.openxmlformats.org/drawingml/2006/main">
            <a:off x="7715250" y="2228850"/>
            <a:ext cx="4076700" cy="3067050"/>
          </a:xfrm>
          <a:prstGeom xmlns:a="http://schemas.openxmlformats.org/drawingml/2006/main" prst="rect">
            <a:avLst/>
          </a:prstGeom>
        </p:spPr>
      </p:pic>
      <p:sp>
        <p:nvSpPr>
          <p:cNvPr id="27" name="profile-48">
            <a:extLst xmlns:a="http://schemas.openxmlformats.org/drawingml/2006/main">
              <a:ext uri="{FF2B5EF4-FFF2-40B4-BE49-F238E27FC236}">
                <a16:creationId xmlns:a16="http://schemas.microsoft.com/office/drawing/2014/main" id="{EB8D0E38-AA17-4C3C-8AB9-C1F3098C4534}"/>
              </a:ext>
            </a:extLst>
          </p:cNvPr>
          <p:cNvSpPr>
            <a:spLocks xmlns:a="http://schemas.openxmlformats.org/drawingml/2006/main" noGrp="1"/>
          </p:cNvSpPr>
          <p:nvPr/>
        </p:nvSpPr>
        <p:spPr>
          <a:xfrm xmlns:a="http://schemas.openxmlformats.org/drawingml/2006/main">
            <a:off x="7715250" y="5410200"/>
            <a:ext cx="4000500" cy="1895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456079"/>
                </a:solidFill>
                <a:latin typeface="Segoe UI"/>
                <a:ea typeface="Segoe UI"/>
                <a:cs typeface="Segoe UI"/>
              </a:defRPr>
            </a:defPPr>
          </a:lstStyle>
          <a:p xmlns:a="http://schemas.openxmlformats.org/drawingml/2006/main">
            <a:pPr algn="l">
              <a:defRPr sz="975" b="0">
                <a:solidFill>
                  <a:srgbClr val="456079"/>
                </a:solidFill>
                <a:latin typeface="Segoe UI"/>
                <a:ea typeface="Segoe UI"/>
                <a:cs typeface="Segoe UI"/>
              </a:defRPr>
            </a:pPr>
            <a:r>
              <a:rPr sz="975" b="0">
                <a:solidFill>
                  <a:srgbClr val="456079"/>
                </a:solidFill>
                <a:latin typeface="Segoe UI"/>
                <a:ea typeface="Segoe UI"/>
                <a:cs typeface="Segoe UI"/>
              </a:rPr>
              <a:t>Oceanides asset-library photograph</a:t>
            </a:r>
          </a:p>
        </p:txBody>
      </p:sp>
      <p:sp>
        <p:nvSpPr>
          <p:cNvPr id="28" name="profile-49">
            <a:extLst xmlns:a="http://schemas.openxmlformats.org/drawingml/2006/main">
              <a:ext uri="{FF2B5EF4-FFF2-40B4-BE49-F238E27FC236}">
                <a16:creationId xmlns:a16="http://schemas.microsoft.com/office/drawing/2014/main" id="{BE925888-A35A-4AF3-B23F-C593A44823C7}"/>
              </a:ext>
            </a:extLst>
          </p:cNvPr>
          <p:cNvSpPr>
            <a:spLocks xmlns:a="http://schemas.openxmlformats.org/drawingml/2006/main" noGrp="1"/>
          </p:cNvSpPr>
          <p:nvPr/>
        </p:nvSpPr>
        <p:spPr>
          <a:xfrm xmlns:a="http://schemas.openxmlformats.org/drawingml/2006/main">
            <a:off x="400050" y="5362575"/>
            <a:ext cx="7048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1267A5"/>
                </a:solidFill>
                <a:latin typeface="Segoe UI"/>
                <a:ea typeface="Segoe UI"/>
                <a:cs typeface="Segoe UI"/>
              </a:defRPr>
            </a:defPPr>
          </a:lstStyle>
          <a:p xmlns:a="http://schemas.openxmlformats.org/drawingml/2006/main">
            <a:pPr algn="l">
              <a:defRPr sz="1650" b="1">
                <a:solidFill>
                  <a:srgbClr val="1267A5"/>
                </a:solidFill>
                <a:latin typeface="Segoe UI"/>
                <a:ea typeface="Segoe UI"/>
                <a:cs typeface="Segoe UI"/>
              </a:defRPr>
            </a:pPr>
            <a:r>
              <a:rPr sz="1650" b="1">
                <a:solidFill>
                  <a:srgbClr val="1267A5"/>
                </a:solidFill>
                <a:latin typeface="Segoe UI"/>
                <a:ea typeface="Segoe UI"/>
                <a:cs typeface="Segoe UI"/>
              </a:rPr>
              <a:t>Priority service in Metro Manila and nearby provinces.</a:t>
            </a:r>
          </a:p>
        </p:txBody>
      </p:sp>
      <p:sp>
        <p:nvSpPr>
          <p:cNvPr id="29" name="profile-50">
            <a:extLst xmlns:a="http://schemas.openxmlformats.org/drawingml/2006/main">
              <a:ext uri="{FF2B5EF4-FFF2-40B4-BE49-F238E27FC236}">
                <a16:creationId xmlns:a16="http://schemas.microsoft.com/office/drawing/2014/main" id="{C0A85BAC-94BB-4171-A065-0589C33E2965}"/>
              </a:ext>
            </a:extLst>
          </p:cNvPr>
          <p:cNvSpPr>
            <a:spLocks xmlns:a="http://schemas.openxmlformats.org/drawingml/2006/main" noGrp="1"/>
          </p:cNvSpPr>
          <p:nvPr/>
        </p:nvSpPr>
        <p:spPr>
          <a:xfrm xmlns:a="http://schemas.openxmlformats.org/drawingml/2006/main">
            <a:off x="400050" y="5648325"/>
            <a:ext cx="7048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1267A5"/>
                </a:solidFill>
                <a:latin typeface="Segoe UI"/>
                <a:ea typeface="Segoe UI"/>
                <a:cs typeface="Segoe UI"/>
              </a:defRPr>
            </a:defPPr>
          </a:lstStyle>
          <a:p xmlns:a="http://schemas.openxmlformats.org/drawingml/2006/main">
            <a:pPr algn="l">
              <a:defRPr sz="1650" b="1">
                <a:solidFill>
                  <a:srgbClr val="1267A5"/>
                </a:solidFill>
                <a:latin typeface="Segoe UI"/>
                <a:ea typeface="Segoe UI"/>
                <a:cs typeface="Segoe UI"/>
              </a:defRPr>
            </a:pPr>
            <a:r>
              <a:rPr sz="1650" b="1">
                <a:solidFill>
                  <a:srgbClr val="1267A5"/>
                </a:solidFill>
                <a:latin typeface="Segoe UI"/>
                <a:ea typeface="Segoe UI"/>
                <a:cs typeface="Segoe UI"/>
              </a:rPr>
              <a:t>Nationwide work by arrangement.</a:t>
            </a:r>
          </a:p>
        </p:txBody>
      </p:sp>
    </p:spTree>
    <p:extLst>
      <p:ext uri="{BB962C8B-B14F-4D97-AF65-F5344CB8AC3E}">
        <p14:creationId xmlns:p14="http://schemas.microsoft.com/office/powerpoint/2010/main" val="768550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profile-51">
            <a:extLst xmlns:a="http://schemas.openxmlformats.org/drawingml/2006/main">
              <a:ext uri="{FF2B5EF4-FFF2-40B4-BE49-F238E27FC236}">
                <a16:creationId xmlns:a16="http://schemas.microsoft.com/office/drawing/2014/main" id="{8EA9D4BB-2E5E-434D-9B1A-1A68B39EEB9D}"/>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52">
            <a:extLst xmlns:a="http://schemas.openxmlformats.org/drawingml/2006/main">
              <a:ext uri="{FF2B5EF4-FFF2-40B4-BE49-F238E27FC236}">
                <a16:creationId xmlns:a16="http://schemas.microsoft.com/office/drawing/2014/main" id="{66585C71-EF70-4420-B662-86DFA8CA7C5B}"/>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0170369B-1700-45BD-AEFD-4A576B0D91E7}"/>
              </a:ext>
            </a:extLst>
          </p:cNvPr>
          <p:cNvPicPr>
            <a:picLocks xmlns:a="http://schemas.openxmlformats.org/drawingml/2006/main" noChangeAspect="1"/>
          </p:cNvPicPr>
          <p:nvPr/>
        </p:nvPicPr>
        <p:blipFill>
          <a:blip xmlns:r="http://schemas.openxmlformats.org/officeDocument/2006/relationships" xmlns:a="http://schemas.openxmlformats.org/drawingml/2006/main" r:embed="R0cd4ef3185384a0c"/>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53">
            <a:extLst xmlns:a="http://schemas.openxmlformats.org/drawingml/2006/main">
              <a:ext uri="{FF2B5EF4-FFF2-40B4-BE49-F238E27FC236}">
                <a16:creationId xmlns:a16="http://schemas.microsoft.com/office/drawing/2014/main" id="{32E85280-70CE-4C42-AF00-06C9E8AB16C0}"/>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54">
            <a:extLst xmlns:a="http://schemas.openxmlformats.org/drawingml/2006/main">
              <a:ext uri="{FF2B5EF4-FFF2-40B4-BE49-F238E27FC236}">
                <a16:creationId xmlns:a16="http://schemas.microsoft.com/office/drawing/2014/main" id="{402CB17F-84C4-4724-A503-CD2B05E792F4}"/>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and Pest Management Services OPC</a:t>
            </a:r>
          </a:p>
        </p:txBody>
      </p:sp>
      <p:sp>
        <p:nvSpPr>
          <p:cNvPr id="6" name="profile-55">
            <a:extLst xmlns:a="http://schemas.openxmlformats.org/drawingml/2006/main">
              <a:ext uri="{FF2B5EF4-FFF2-40B4-BE49-F238E27FC236}">
                <a16:creationId xmlns:a16="http://schemas.microsoft.com/office/drawing/2014/main" id="{7C081053-6CB2-4FBE-AF44-EF069CDDE4D6}"/>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Globe 0917 671 6383   |   Smart 0939 245 6217</a:t>
            </a:r>
          </a:p>
        </p:txBody>
      </p:sp>
      <p:sp>
        <p:nvSpPr>
          <p:cNvPr id="7" name="profile-56">
            <a:extLst xmlns:a="http://schemas.openxmlformats.org/drawingml/2006/main">
              <a:ext uri="{FF2B5EF4-FFF2-40B4-BE49-F238E27FC236}">
                <a16:creationId xmlns:a16="http://schemas.microsoft.com/office/drawing/2014/main" id="{4D33B93F-D5A9-495D-8760-8A18628100BF}"/>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57">
            <a:extLst xmlns:a="http://schemas.openxmlformats.org/drawingml/2006/main">
              <a:ext uri="{FF2B5EF4-FFF2-40B4-BE49-F238E27FC236}">
                <a16:creationId xmlns:a16="http://schemas.microsoft.com/office/drawing/2014/main" id="{C2201F40-9BA4-4ACA-BC4D-8D128B2AF5C1}"/>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TO FOLLOW</a:t>
            </a:r>
          </a:p>
        </p:txBody>
      </p:sp>
      <p:sp>
        <p:nvSpPr>
          <p:cNvPr id="9" name="profile-58">
            <a:extLst xmlns:a="http://schemas.openxmlformats.org/drawingml/2006/main">
              <a:ext uri="{FF2B5EF4-FFF2-40B4-BE49-F238E27FC236}">
                <a16:creationId xmlns:a16="http://schemas.microsoft.com/office/drawing/2014/main" id="{B3A46E5D-2FC7-4923-9BF9-7D17610D583A}"/>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59">
            <a:extLst xmlns:a="http://schemas.openxmlformats.org/drawingml/2006/main">
              <a:ext uri="{FF2B5EF4-FFF2-40B4-BE49-F238E27FC236}">
                <a16:creationId xmlns:a16="http://schemas.microsoft.com/office/drawing/2014/main" id="{D43F6744-4C86-414E-811B-2C2276A7A4E5}"/>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60">
            <a:extLst xmlns:a="http://schemas.openxmlformats.org/drawingml/2006/main">
              <a:ext uri="{FF2B5EF4-FFF2-40B4-BE49-F238E27FC236}">
                <a16:creationId xmlns:a16="http://schemas.microsoft.com/office/drawing/2014/main" id="{1040B818-33A2-4772-80D9-B2BCA546839E}"/>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61">
            <a:extLst xmlns:a="http://schemas.openxmlformats.org/drawingml/2006/main">
              <a:ext uri="{FF2B5EF4-FFF2-40B4-BE49-F238E27FC236}">
                <a16:creationId xmlns:a16="http://schemas.microsoft.com/office/drawing/2014/main" id="{39DB89EA-0BD0-4D39-A4CA-4953D1C9A34B}"/>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62">
            <a:extLst xmlns:a="http://schemas.openxmlformats.org/drawingml/2006/main">
              <a:ext uri="{FF2B5EF4-FFF2-40B4-BE49-F238E27FC236}">
                <a16:creationId xmlns:a16="http://schemas.microsoft.com/office/drawing/2014/main" id="{F76B61CA-1217-4CEF-9887-B96B387CCE5D}"/>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63">
            <a:extLst xmlns:a="http://schemas.openxmlformats.org/drawingml/2006/main">
              <a:ext uri="{FF2B5EF4-FFF2-40B4-BE49-F238E27FC236}">
                <a16:creationId xmlns:a16="http://schemas.microsoft.com/office/drawing/2014/main" id="{49A45356-BEDA-4D90-8275-03EBF9F05D37}"/>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64">
            <a:extLst xmlns:a="http://schemas.openxmlformats.org/drawingml/2006/main">
              <a:ext uri="{FF2B5EF4-FFF2-40B4-BE49-F238E27FC236}">
                <a16:creationId xmlns:a16="http://schemas.microsoft.com/office/drawing/2014/main" id="{ADDD37C8-337C-4DBC-9060-D00F49A09F8C}"/>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03</a:t>
            </a:r>
          </a:p>
        </p:txBody>
      </p:sp>
      <p:sp>
        <p:nvSpPr>
          <p:cNvPr id="16" name="profile-65">
            <a:extLst xmlns:a="http://schemas.openxmlformats.org/drawingml/2006/main">
              <a:ext uri="{FF2B5EF4-FFF2-40B4-BE49-F238E27FC236}">
                <a16:creationId xmlns:a16="http://schemas.microsoft.com/office/drawing/2014/main" id="{22E7A1D5-09D9-460A-9C71-665F950BD7C8}"/>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Our purpose and service values</a:t>
            </a:r>
          </a:p>
        </p:txBody>
      </p:sp>
      <p:sp>
        <p:nvSpPr>
          <p:cNvPr id="17" name="profile-66">
            <a:extLst xmlns:a="http://schemas.openxmlformats.org/drawingml/2006/main">
              <a:ext uri="{FF2B5EF4-FFF2-40B4-BE49-F238E27FC236}">
                <a16:creationId xmlns:a16="http://schemas.microsoft.com/office/drawing/2014/main" id="{B1BC40CE-9043-4749-9538-64F8879B533A}"/>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67">
            <a:extLst xmlns:a="http://schemas.openxmlformats.org/drawingml/2006/main">
              <a:ext uri="{FF2B5EF4-FFF2-40B4-BE49-F238E27FC236}">
                <a16:creationId xmlns:a16="http://schemas.microsoft.com/office/drawing/2014/main" id="{30634BDC-A423-4C92-9FAC-E8353CD845DA}"/>
              </a:ext>
            </a:extLst>
          </p:cNvPr>
          <p:cNvSpPr>
            <a:spLocks xmlns:a="http://schemas.openxmlformats.org/drawingml/2006/main" noGrp="1"/>
          </p:cNvSpPr>
          <p:nvPr/>
        </p:nvSpPr>
        <p:spPr>
          <a:xfrm xmlns:a="http://schemas.openxmlformats.org/drawingml/2006/main">
            <a:off x="400050" y="2238375"/>
            <a:ext cx="5067300" cy="31432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9" name="profile-68">
            <a:extLst xmlns:a="http://schemas.openxmlformats.org/drawingml/2006/main">
              <a:ext uri="{FF2B5EF4-FFF2-40B4-BE49-F238E27FC236}">
                <a16:creationId xmlns:a16="http://schemas.microsoft.com/office/drawing/2014/main" id="{AAFA02B3-BC3E-44A3-AAF3-94A9ADD9399E}"/>
              </a:ext>
            </a:extLst>
          </p:cNvPr>
          <p:cNvSpPr>
            <a:spLocks xmlns:a="http://schemas.openxmlformats.org/drawingml/2006/main" noGrp="1"/>
          </p:cNvSpPr>
          <p:nvPr/>
        </p:nvSpPr>
        <p:spPr>
          <a:xfrm xmlns:a="http://schemas.openxmlformats.org/drawingml/2006/main">
            <a:off x="666750" y="2543175"/>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FFFFFF"/>
                </a:solidFill>
                <a:latin typeface="Segoe UI"/>
                <a:ea typeface="Segoe UI"/>
                <a:cs typeface="Segoe UI"/>
              </a:defRPr>
            </a:defPPr>
          </a:lstStyle>
          <a:p xmlns:a="http://schemas.openxmlformats.org/drawingml/2006/main">
            <a:pPr algn="l">
              <a:defRPr sz="1275" b="1">
                <a:solidFill>
                  <a:srgbClr val="FFFFFF"/>
                </a:solidFill>
                <a:latin typeface="Segoe UI"/>
                <a:ea typeface="Segoe UI"/>
                <a:cs typeface="Segoe UI"/>
              </a:defRPr>
            </a:pPr>
            <a:r>
              <a:rPr sz="1275" b="1">
                <a:solidFill>
                  <a:srgbClr val="FFFFFF"/>
                </a:solidFill>
                <a:latin typeface="Segoe UI"/>
                <a:ea typeface="Segoe UI"/>
                <a:cs typeface="Segoe UI"/>
              </a:rPr>
              <a:t>OUR MISSION</a:t>
            </a:r>
          </a:p>
        </p:txBody>
      </p:sp>
      <p:sp>
        <p:nvSpPr>
          <p:cNvPr id="20" name="profile-69">
            <a:extLst xmlns:a="http://schemas.openxmlformats.org/drawingml/2006/main">
              <a:ext uri="{FF2B5EF4-FFF2-40B4-BE49-F238E27FC236}">
                <a16:creationId xmlns:a16="http://schemas.microsoft.com/office/drawing/2014/main" id="{B81C7156-9C94-42F5-833B-7EB8219A00B3}"/>
              </a:ext>
            </a:extLst>
          </p:cNvPr>
          <p:cNvSpPr>
            <a:spLocks xmlns:a="http://schemas.openxmlformats.org/drawingml/2006/main" noGrp="1"/>
          </p:cNvSpPr>
          <p:nvPr/>
        </p:nvSpPr>
        <p:spPr>
          <a:xfrm xmlns:a="http://schemas.openxmlformats.org/drawingml/2006/main">
            <a:off x="666750" y="3067050"/>
            <a:ext cx="44386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FFFFFF"/>
                </a:solidFill>
                <a:latin typeface="Segoe UI"/>
                <a:ea typeface="Segoe UI"/>
                <a:cs typeface="Segoe UI"/>
              </a:defRPr>
            </a:defPPr>
          </a:lstStyle>
          <a:p xmlns:a="http://schemas.openxmlformats.org/drawingml/2006/main">
            <a:pPr algn="l">
              <a:defRPr sz="2175" b="1">
                <a:solidFill>
                  <a:srgbClr val="FFFFFF"/>
                </a:solidFill>
                <a:latin typeface="Segoe UI"/>
                <a:ea typeface="Segoe UI"/>
                <a:cs typeface="Segoe UI"/>
              </a:defRPr>
            </a:pPr>
            <a:r>
              <a:rPr sz="2175" b="1">
                <a:solidFill>
                  <a:srgbClr val="FFFFFF"/>
                </a:solidFill>
                <a:latin typeface="Segoe UI"/>
                <a:ea typeface="Segoe UI"/>
                <a:cs typeface="Segoe UI"/>
              </a:rPr>
              <a:t>Provide professional, reliable</a:t>
            </a:r>
          </a:p>
        </p:txBody>
      </p:sp>
      <p:sp>
        <p:nvSpPr>
          <p:cNvPr id="21" name="profile-70">
            <a:extLst xmlns:a="http://schemas.openxmlformats.org/drawingml/2006/main">
              <a:ext uri="{FF2B5EF4-FFF2-40B4-BE49-F238E27FC236}">
                <a16:creationId xmlns:a16="http://schemas.microsoft.com/office/drawing/2014/main" id="{98208597-229C-4A81-8FF1-40838374F4AD}"/>
              </a:ext>
            </a:extLst>
          </p:cNvPr>
          <p:cNvSpPr>
            <a:spLocks xmlns:a="http://schemas.openxmlformats.org/drawingml/2006/main" noGrp="1"/>
          </p:cNvSpPr>
          <p:nvPr/>
        </p:nvSpPr>
        <p:spPr>
          <a:xfrm xmlns:a="http://schemas.openxmlformats.org/drawingml/2006/main">
            <a:off x="666750" y="3438525"/>
            <a:ext cx="44386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FFFFFF"/>
                </a:solidFill>
                <a:latin typeface="Segoe UI"/>
                <a:ea typeface="Segoe UI"/>
                <a:cs typeface="Segoe UI"/>
              </a:defRPr>
            </a:defPPr>
          </a:lstStyle>
          <a:p xmlns:a="http://schemas.openxmlformats.org/drawingml/2006/main">
            <a:pPr algn="l">
              <a:defRPr sz="2175" b="1">
                <a:solidFill>
                  <a:srgbClr val="FFFFFF"/>
                </a:solidFill>
                <a:latin typeface="Segoe UI"/>
                <a:ea typeface="Segoe UI"/>
                <a:cs typeface="Segoe UI"/>
              </a:defRPr>
            </a:pPr>
            <a:r>
              <a:rPr sz="2175" b="1">
                <a:solidFill>
                  <a:srgbClr val="FFFFFF"/>
                </a:solidFill>
                <a:latin typeface="Segoe UI"/>
                <a:ea typeface="Segoe UI"/>
                <a:cs typeface="Segoe UI"/>
              </a:rPr>
              <a:t>property services with clear</a:t>
            </a:r>
          </a:p>
        </p:txBody>
      </p:sp>
      <p:sp>
        <p:nvSpPr>
          <p:cNvPr id="22" name="profile-71">
            <a:extLst xmlns:a="http://schemas.openxmlformats.org/drawingml/2006/main">
              <a:ext uri="{FF2B5EF4-FFF2-40B4-BE49-F238E27FC236}">
                <a16:creationId xmlns:a16="http://schemas.microsoft.com/office/drawing/2014/main" id="{6A34490B-822A-48C8-A98A-8A3025F7E832}"/>
              </a:ext>
            </a:extLst>
          </p:cNvPr>
          <p:cNvSpPr>
            <a:spLocks xmlns:a="http://schemas.openxmlformats.org/drawingml/2006/main" noGrp="1"/>
          </p:cNvSpPr>
          <p:nvPr/>
        </p:nvSpPr>
        <p:spPr>
          <a:xfrm xmlns:a="http://schemas.openxmlformats.org/drawingml/2006/main">
            <a:off x="666750" y="3810000"/>
            <a:ext cx="44386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FFFFFF"/>
                </a:solidFill>
                <a:latin typeface="Segoe UI"/>
                <a:ea typeface="Segoe UI"/>
                <a:cs typeface="Segoe UI"/>
              </a:defRPr>
            </a:defPPr>
          </a:lstStyle>
          <a:p xmlns:a="http://schemas.openxmlformats.org/drawingml/2006/main">
            <a:pPr algn="l">
              <a:defRPr sz="2175" b="1">
                <a:solidFill>
                  <a:srgbClr val="FFFFFF"/>
                </a:solidFill>
                <a:latin typeface="Segoe UI"/>
                <a:ea typeface="Segoe UI"/>
                <a:cs typeface="Segoe UI"/>
              </a:defRPr>
            </a:pPr>
            <a:r>
              <a:rPr sz="2175" b="1">
                <a:solidFill>
                  <a:srgbClr val="FFFFFF"/>
                </a:solidFill>
                <a:latin typeface="Segoe UI"/>
                <a:ea typeface="Segoe UI"/>
                <a:cs typeface="Segoe UI"/>
              </a:rPr>
              <a:t>scope, responsive coordination</a:t>
            </a:r>
          </a:p>
        </p:txBody>
      </p:sp>
      <p:sp>
        <p:nvSpPr>
          <p:cNvPr id="23" name="profile-72">
            <a:extLst xmlns:a="http://schemas.openxmlformats.org/drawingml/2006/main">
              <a:ext uri="{FF2B5EF4-FFF2-40B4-BE49-F238E27FC236}">
                <a16:creationId xmlns:a16="http://schemas.microsoft.com/office/drawing/2014/main" id="{1895ECE4-FB24-4FC8-8721-9EDE008762E6}"/>
              </a:ext>
            </a:extLst>
          </p:cNvPr>
          <p:cNvSpPr>
            <a:spLocks xmlns:a="http://schemas.openxmlformats.org/drawingml/2006/main" noGrp="1"/>
          </p:cNvSpPr>
          <p:nvPr/>
        </p:nvSpPr>
        <p:spPr>
          <a:xfrm xmlns:a="http://schemas.openxmlformats.org/drawingml/2006/main">
            <a:off x="666750" y="4181475"/>
            <a:ext cx="44386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FFFFFF"/>
                </a:solidFill>
                <a:latin typeface="Segoe UI"/>
                <a:ea typeface="Segoe UI"/>
                <a:cs typeface="Segoe UI"/>
              </a:defRPr>
            </a:defPPr>
          </a:lstStyle>
          <a:p xmlns:a="http://schemas.openxmlformats.org/drawingml/2006/main">
            <a:pPr algn="l">
              <a:defRPr sz="2175" b="1">
                <a:solidFill>
                  <a:srgbClr val="FFFFFF"/>
                </a:solidFill>
                <a:latin typeface="Segoe UI"/>
                <a:ea typeface="Segoe UI"/>
                <a:cs typeface="Segoe UI"/>
              </a:defRPr>
            </a:pPr>
            <a:r>
              <a:rPr sz="2175" b="1">
                <a:solidFill>
                  <a:srgbClr val="FFFFFF"/>
                </a:solidFill>
                <a:latin typeface="Segoe UI"/>
                <a:ea typeface="Segoe UI"/>
                <a:cs typeface="Segoe UI"/>
              </a:rPr>
              <a:t>and care for the client's site.</a:t>
            </a:r>
          </a:p>
        </p:txBody>
      </p:sp>
      <p:sp>
        <p:nvSpPr>
          <p:cNvPr id="24" name="profile-73">
            <a:extLst xmlns:a="http://schemas.openxmlformats.org/drawingml/2006/main">
              <a:ext uri="{FF2B5EF4-FFF2-40B4-BE49-F238E27FC236}">
                <a16:creationId xmlns:a16="http://schemas.microsoft.com/office/drawing/2014/main" id="{B21C3DE1-0F9B-40C9-BD44-25FA0A339C78}"/>
              </a:ext>
            </a:extLst>
          </p:cNvPr>
          <p:cNvSpPr>
            <a:spLocks xmlns:a="http://schemas.openxmlformats.org/drawingml/2006/main" noGrp="1"/>
          </p:cNvSpPr>
          <p:nvPr/>
        </p:nvSpPr>
        <p:spPr>
          <a:xfrm xmlns:a="http://schemas.openxmlformats.org/drawingml/2006/main">
            <a:off x="5962650" y="2286000"/>
            <a:ext cx="581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1267A5"/>
                </a:solidFill>
                <a:latin typeface="Segoe UI"/>
                <a:ea typeface="Segoe UI"/>
                <a:cs typeface="Segoe UI"/>
              </a:defRPr>
            </a:defPPr>
          </a:lstStyle>
          <a:p xmlns:a="http://schemas.openxmlformats.org/drawingml/2006/main">
            <a:pPr algn="l">
              <a:defRPr sz="1275" b="1">
                <a:solidFill>
                  <a:srgbClr val="1267A5"/>
                </a:solidFill>
                <a:latin typeface="Segoe UI"/>
                <a:ea typeface="Segoe UI"/>
                <a:cs typeface="Segoe UI"/>
              </a:defRPr>
            </a:pPr>
            <a:r>
              <a:rPr sz="1275" b="1">
                <a:solidFill>
                  <a:srgbClr val="1267A5"/>
                </a:solidFill>
                <a:latin typeface="Segoe UI"/>
                <a:ea typeface="Segoe UI"/>
                <a:cs typeface="Segoe UI"/>
              </a:rPr>
              <a:t>OUR VISION</a:t>
            </a:r>
          </a:p>
        </p:txBody>
      </p:sp>
      <p:sp>
        <p:nvSpPr>
          <p:cNvPr id="25" name="profile-74">
            <a:extLst xmlns:a="http://schemas.openxmlformats.org/drawingml/2006/main">
              <a:ext uri="{FF2B5EF4-FFF2-40B4-BE49-F238E27FC236}">
                <a16:creationId xmlns:a16="http://schemas.microsoft.com/office/drawing/2014/main" id="{D891D24A-6462-444E-A848-664029807B48}"/>
              </a:ext>
            </a:extLst>
          </p:cNvPr>
          <p:cNvSpPr>
            <a:spLocks xmlns:a="http://schemas.openxmlformats.org/drawingml/2006/main" noGrp="1"/>
          </p:cNvSpPr>
          <p:nvPr/>
        </p:nvSpPr>
        <p:spPr>
          <a:xfrm xmlns:a="http://schemas.openxmlformats.org/drawingml/2006/main">
            <a:off x="5962650" y="2724150"/>
            <a:ext cx="5715000" cy="3554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0">
                <a:solidFill>
                  <a:srgbClr val="102B49"/>
                </a:solidFill>
                <a:latin typeface="Segoe UI"/>
                <a:ea typeface="Segoe UI"/>
                <a:cs typeface="Segoe UI"/>
              </a:defRPr>
            </a:defPPr>
          </a:lstStyle>
          <a:p xmlns:a="http://schemas.openxmlformats.org/drawingml/2006/main">
            <a:pPr algn="l">
              <a:defRPr sz="1950" b="0">
                <a:solidFill>
                  <a:srgbClr val="102B49"/>
                </a:solidFill>
                <a:latin typeface="Segoe UI"/>
                <a:ea typeface="Segoe UI"/>
                <a:cs typeface="Segoe UI"/>
              </a:defRPr>
            </a:pPr>
            <a:r>
              <a:rPr sz="1950" b="0">
                <a:solidFill>
                  <a:srgbClr val="102B49"/>
                </a:solidFill>
                <a:latin typeface="Segoe UI"/>
                <a:ea typeface="Segoe UI"/>
                <a:cs typeface="Segoe UI"/>
              </a:rPr>
              <a:t>Be a long-term service partner that clients trust with</a:t>
            </a:r>
          </a:p>
        </p:txBody>
      </p:sp>
      <p:sp>
        <p:nvSpPr>
          <p:cNvPr id="26" name="profile-75">
            <a:extLst xmlns:a="http://schemas.openxmlformats.org/drawingml/2006/main">
              <a:ext uri="{FF2B5EF4-FFF2-40B4-BE49-F238E27FC236}">
                <a16:creationId xmlns:a16="http://schemas.microsoft.com/office/drawing/2014/main" id="{21DF9FCC-6A56-4978-A375-47D7E5132CF4}"/>
              </a:ext>
            </a:extLst>
          </p:cNvPr>
          <p:cNvSpPr>
            <a:spLocks xmlns:a="http://schemas.openxmlformats.org/drawingml/2006/main" noGrp="1"/>
          </p:cNvSpPr>
          <p:nvPr/>
        </p:nvSpPr>
        <p:spPr>
          <a:xfrm xmlns:a="http://schemas.openxmlformats.org/drawingml/2006/main">
            <a:off x="5962650" y="3051048"/>
            <a:ext cx="5715000" cy="3554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0">
                <a:solidFill>
                  <a:srgbClr val="102B49"/>
                </a:solidFill>
                <a:latin typeface="Segoe UI"/>
                <a:ea typeface="Segoe UI"/>
                <a:cs typeface="Segoe UI"/>
              </a:defRPr>
            </a:defPPr>
          </a:lstStyle>
          <a:p xmlns:a="http://schemas.openxmlformats.org/drawingml/2006/main">
            <a:pPr algn="l">
              <a:defRPr sz="1950" b="0">
                <a:solidFill>
                  <a:srgbClr val="102B49"/>
                </a:solidFill>
                <a:latin typeface="Segoe UI"/>
                <a:ea typeface="Segoe UI"/>
                <a:cs typeface="Segoe UI"/>
              </a:defRPr>
            </a:pPr>
            <a:r>
              <a:rPr sz="1950" b="0">
                <a:solidFill>
                  <a:srgbClr val="102B49"/>
                </a:solidFill>
                <a:latin typeface="Segoe UI"/>
                <a:ea typeface="Segoe UI"/>
                <a:cs typeface="Segoe UI"/>
              </a:rPr>
              <a:t>their property maintenance and improvement</a:t>
            </a:r>
          </a:p>
        </p:txBody>
      </p:sp>
      <p:sp>
        <p:nvSpPr>
          <p:cNvPr id="27" name="profile-76">
            <a:extLst xmlns:a="http://schemas.openxmlformats.org/drawingml/2006/main">
              <a:ext uri="{FF2B5EF4-FFF2-40B4-BE49-F238E27FC236}">
                <a16:creationId xmlns:a16="http://schemas.microsoft.com/office/drawing/2014/main" id="{425AA316-9A94-43B8-8737-B8335A07D1C9}"/>
              </a:ext>
            </a:extLst>
          </p:cNvPr>
          <p:cNvSpPr>
            <a:spLocks xmlns:a="http://schemas.openxmlformats.org/drawingml/2006/main" noGrp="1"/>
          </p:cNvSpPr>
          <p:nvPr/>
        </p:nvSpPr>
        <p:spPr>
          <a:xfrm xmlns:a="http://schemas.openxmlformats.org/drawingml/2006/main">
            <a:off x="5962650" y="3377946"/>
            <a:ext cx="5715000" cy="3554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0">
                <a:solidFill>
                  <a:srgbClr val="102B49"/>
                </a:solidFill>
                <a:latin typeface="Segoe UI"/>
                <a:ea typeface="Segoe UI"/>
                <a:cs typeface="Segoe UI"/>
              </a:defRPr>
            </a:defPPr>
          </a:lstStyle>
          <a:p xmlns:a="http://schemas.openxmlformats.org/drawingml/2006/main">
            <a:pPr algn="l">
              <a:defRPr sz="1950" b="0">
                <a:solidFill>
                  <a:srgbClr val="102B49"/>
                </a:solidFill>
                <a:latin typeface="Segoe UI"/>
                <a:ea typeface="Segoe UI"/>
                <a:cs typeface="Segoe UI"/>
              </a:defRPr>
            </a:pPr>
            <a:r>
              <a:rPr sz="1950" b="0">
                <a:solidFill>
                  <a:srgbClr val="102B49"/>
                </a:solidFill>
                <a:latin typeface="Segoe UI"/>
                <a:ea typeface="Segoe UI"/>
                <a:cs typeface="Segoe UI"/>
              </a:rPr>
              <a:t>needs.</a:t>
            </a:r>
          </a:p>
        </p:txBody>
      </p:sp>
      <p:sp>
        <p:nvSpPr>
          <p:cNvPr id="28" name="profile-77">
            <a:extLst xmlns:a="http://schemas.openxmlformats.org/drawingml/2006/main">
              <a:ext uri="{FF2B5EF4-FFF2-40B4-BE49-F238E27FC236}">
                <a16:creationId xmlns:a16="http://schemas.microsoft.com/office/drawing/2014/main" id="{CBB54776-E79C-454A-952A-A578684C53B6}"/>
              </a:ext>
            </a:extLst>
          </p:cNvPr>
          <p:cNvSpPr>
            <a:spLocks xmlns:a="http://schemas.openxmlformats.org/drawingml/2006/main" noGrp="1"/>
          </p:cNvSpPr>
          <p:nvPr/>
        </p:nvSpPr>
        <p:spPr>
          <a:xfrm xmlns:a="http://schemas.openxmlformats.org/drawingml/2006/main">
            <a:off x="5962650" y="4143375"/>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1267A5"/>
                </a:solidFill>
                <a:latin typeface="Segoe UI"/>
                <a:ea typeface="Segoe UI"/>
                <a:cs typeface="Segoe UI"/>
              </a:defRPr>
            </a:defPPr>
          </a:lstStyle>
          <a:p xmlns:a="http://schemas.openxmlformats.org/drawingml/2006/main">
            <a:pPr algn="l">
              <a:defRPr sz="1275" b="1">
                <a:solidFill>
                  <a:srgbClr val="1267A5"/>
                </a:solidFill>
                <a:latin typeface="Segoe UI"/>
                <a:ea typeface="Segoe UI"/>
                <a:cs typeface="Segoe UI"/>
              </a:defRPr>
            </a:pPr>
            <a:r>
              <a:rPr sz="1275" b="1">
                <a:solidFill>
                  <a:srgbClr val="1267A5"/>
                </a:solidFill>
                <a:latin typeface="Segoe UI"/>
                <a:ea typeface="Segoe UI"/>
                <a:cs typeface="Segoe UI"/>
              </a:rPr>
              <a:t>OUR VALUES</a:t>
            </a:r>
          </a:p>
        </p:txBody>
      </p:sp>
      <p:sp>
        <p:nvSpPr>
          <p:cNvPr id="29" name="profile-78">
            <a:extLst xmlns:a="http://schemas.openxmlformats.org/drawingml/2006/main">
              <a:ext uri="{FF2B5EF4-FFF2-40B4-BE49-F238E27FC236}">
                <a16:creationId xmlns:a16="http://schemas.microsoft.com/office/drawing/2014/main" id="{B793226F-001E-4BD8-B74B-2881B6A5B3AC}"/>
              </a:ext>
            </a:extLst>
          </p:cNvPr>
          <p:cNvSpPr>
            <a:spLocks xmlns:a="http://schemas.openxmlformats.org/drawingml/2006/main" noGrp="1"/>
          </p:cNvSpPr>
          <p:nvPr/>
        </p:nvSpPr>
        <p:spPr>
          <a:xfrm xmlns:a="http://schemas.openxmlformats.org/drawingml/2006/main">
            <a:off x="5962650" y="4572000"/>
            <a:ext cx="571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1">
                <a:solidFill>
                  <a:srgbClr val="0E2C5E"/>
                </a:solidFill>
                <a:latin typeface="Segoe UI"/>
                <a:ea typeface="Segoe UI"/>
                <a:cs typeface="Segoe UI"/>
              </a:defRPr>
            </a:defPPr>
          </a:lstStyle>
          <a:p xmlns:a="http://schemas.openxmlformats.org/drawingml/2006/main">
            <a:pPr algn="l">
              <a:defRPr sz="2025" b="1">
                <a:solidFill>
                  <a:srgbClr val="0E2C5E"/>
                </a:solidFill>
                <a:latin typeface="Segoe UI"/>
                <a:ea typeface="Segoe UI"/>
                <a:cs typeface="Segoe UI"/>
              </a:defRPr>
            </a:pPr>
            <a:r>
              <a:rPr sz="2025" b="1">
                <a:solidFill>
                  <a:srgbClr val="0E2C5E"/>
                </a:solidFill>
                <a:latin typeface="Segoe UI"/>
                <a:ea typeface="Segoe UI"/>
                <a:cs typeface="Segoe UI"/>
              </a:rPr>
              <a:t>Quality. Integrity. Respect.</a:t>
            </a:r>
          </a:p>
        </p:txBody>
      </p:sp>
      <p:sp>
        <p:nvSpPr>
          <p:cNvPr id="30" name="profile-79">
            <a:extLst xmlns:a="http://schemas.openxmlformats.org/drawingml/2006/main">
              <a:ext uri="{FF2B5EF4-FFF2-40B4-BE49-F238E27FC236}">
                <a16:creationId xmlns:a16="http://schemas.microsoft.com/office/drawing/2014/main" id="{DC4C6DB9-7118-4A23-B5D1-8B4784CEFA8C}"/>
              </a:ext>
            </a:extLst>
          </p:cNvPr>
          <p:cNvSpPr>
            <a:spLocks xmlns:a="http://schemas.openxmlformats.org/drawingml/2006/main" noGrp="1"/>
          </p:cNvSpPr>
          <p:nvPr/>
        </p:nvSpPr>
        <p:spPr>
          <a:xfrm xmlns:a="http://schemas.openxmlformats.org/drawingml/2006/main">
            <a:off x="5962650" y="4943475"/>
            <a:ext cx="571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1">
                <a:solidFill>
                  <a:srgbClr val="0E2C5E"/>
                </a:solidFill>
                <a:latin typeface="Segoe UI"/>
                <a:ea typeface="Segoe UI"/>
                <a:cs typeface="Segoe UI"/>
              </a:defRPr>
            </a:defPPr>
          </a:lstStyle>
          <a:p xmlns:a="http://schemas.openxmlformats.org/drawingml/2006/main">
            <a:pPr algn="l">
              <a:defRPr sz="2025" b="1">
                <a:solidFill>
                  <a:srgbClr val="0E2C5E"/>
                </a:solidFill>
                <a:latin typeface="Segoe UI"/>
                <a:ea typeface="Segoe UI"/>
                <a:cs typeface="Segoe UI"/>
              </a:defRPr>
            </a:pPr>
            <a:r>
              <a:rPr sz="2025" b="1">
                <a:solidFill>
                  <a:srgbClr val="0E2C5E"/>
                </a:solidFill>
                <a:latin typeface="Segoe UI"/>
                <a:ea typeface="Segoe UI"/>
                <a:cs typeface="Segoe UI"/>
              </a:rPr>
              <a:t>Teamwork. Customer satisfaction.</a:t>
            </a:r>
          </a:p>
        </p:txBody>
      </p:sp>
    </p:spTree>
    <p:extLst>
      <p:ext uri="{BB962C8B-B14F-4D97-AF65-F5344CB8AC3E}">
        <p14:creationId xmlns:p14="http://schemas.microsoft.com/office/powerpoint/2010/main" val="148168296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8" name="profile-80">
            <a:extLst xmlns:a="http://schemas.openxmlformats.org/drawingml/2006/main">
              <a:ext uri="{FF2B5EF4-FFF2-40B4-BE49-F238E27FC236}">
                <a16:creationId xmlns:a16="http://schemas.microsoft.com/office/drawing/2014/main" id="{8DCD34D9-E90B-457E-81AC-21400504739F}"/>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81">
            <a:extLst xmlns:a="http://schemas.openxmlformats.org/drawingml/2006/main">
              <a:ext uri="{FF2B5EF4-FFF2-40B4-BE49-F238E27FC236}">
                <a16:creationId xmlns:a16="http://schemas.microsoft.com/office/drawing/2014/main" id="{ABC85351-4099-4728-9CBF-23C2090431AC}"/>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474C67DF-F099-477C-9C20-DCD3F3BB003E}"/>
              </a:ext>
            </a:extLst>
          </p:cNvPr>
          <p:cNvPicPr>
            <a:picLocks xmlns:a="http://schemas.openxmlformats.org/drawingml/2006/main" noChangeAspect="1"/>
          </p:cNvPicPr>
          <p:nvPr/>
        </p:nvPicPr>
        <p:blipFill>
          <a:blip xmlns:r="http://schemas.openxmlformats.org/officeDocument/2006/relationships" xmlns:a="http://schemas.openxmlformats.org/drawingml/2006/main" r:embed="R88947d27de9b4fa2"/>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82">
            <a:extLst xmlns:a="http://schemas.openxmlformats.org/drawingml/2006/main">
              <a:ext uri="{FF2B5EF4-FFF2-40B4-BE49-F238E27FC236}">
                <a16:creationId xmlns:a16="http://schemas.microsoft.com/office/drawing/2014/main" id="{87BC2022-21BA-43C2-9F2B-B4F9570AC48D}"/>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83">
            <a:extLst xmlns:a="http://schemas.openxmlformats.org/drawingml/2006/main">
              <a:ext uri="{FF2B5EF4-FFF2-40B4-BE49-F238E27FC236}">
                <a16:creationId xmlns:a16="http://schemas.microsoft.com/office/drawing/2014/main" id="{689E57F0-D149-441E-A877-168A0DF768E1}"/>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and Pest Management Services OPC</a:t>
            </a:r>
          </a:p>
        </p:txBody>
      </p:sp>
      <p:sp>
        <p:nvSpPr>
          <p:cNvPr id="6" name="profile-84">
            <a:extLst xmlns:a="http://schemas.openxmlformats.org/drawingml/2006/main">
              <a:ext uri="{FF2B5EF4-FFF2-40B4-BE49-F238E27FC236}">
                <a16:creationId xmlns:a16="http://schemas.microsoft.com/office/drawing/2014/main" id="{BDC145A7-E2E1-483B-A48A-0D4F28BE379E}"/>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Globe 0917 671 6383   |   Smart 0939 245 6217</a:t>
            </a:r>
          </a:p>
        </p:txBody>
      </p:sp>
      <p:sp>
        <p:nvSpPr>
          <p:cNvPr id="7" name="profile-85">
            <a:extLst xmlns:a="http://schemas.openxmlformats.org/drawingml/2006/main">
              <a:ext uri="{FF2B5EF4-FFF2-40B4-BE49-F238E27FC236}">
                <a16:creationId xmlns:a16="http://schemas.microsoft.com/office/drawing/2014/main" id="{AC44D2EB-6ED8-4016-A912-53B135996C1D}"/>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86">
            <a:extLst xmlns:a="http://schemas.openxmlformats.org/drawingml/2006/main">
              <a:ext uri="{FF2B5EF4-FFF2-40B4-BE49-F238E27FC236}">
                <a16:creationId xmlns:a16="http://schemas.microsoft.com/office/drawing/2014/main" id="{8DBE330E-3FCF-44CA-B259-4FC6D47A5658}"/>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TO FOLLOW</a:t>
            </a:r>
          </a:p>
        </p:txBody>
      </p:sp>
      <p:sp>
        <p:nvSpPr>
          <p:cNvPr id="9" name="profile-87">
            <a:extLst xmlns:a="http://schemas.openxmlformats.org/drawingml/2006/main">
              <a:ext uri="{FF2B5EF4-FFF2-40B4-BE49-F238E27FC236}">
                <a16:creationId xmlns:a16="http://schemas.microsoft.com/office/drawing/2014/main" id="{9FD86820-7D99-4DD8-9F9E-63A0BE8F26A3}"/>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88">
            <a:extLst xmlns:a="http://schemas.openxmlformats.org/drawingml/2006/main">
              <a:ext uri="{FF2B5EF4-FFF2-40B4-BE49-F238E27FC236}">
                <a16:creationId xmlns:a16="http://schemas.microsoft.com/office/drawing/2014/main" id="{A4A08CDD-E6F8-4786-A298-B98197F126B2}"/>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89">
            <a:extLst xmlns:a="http://schemas.openxmlformats.org/drawingml/2006/main">
              <a:ext uri="{FF2B5EF4-FFF2-40B4-BE49-F238E27FC236}">
                <a16:creationId xmlns:a16="http://schemas.microsoft.com/office/drawing/2014/main" id="{438C26D7-55BC-4A93-94B2-5F694C4404C5}"/>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90">
            <a:extLst xmlns:a="http://schemas.openxmlformats.org/drawingml/2006/main">
              <a:ext uri="{FF2B5EF4-FFF2-40B4-BE49-F238E27FC236}">
                <a16:creationId xmlns:a16="http://schemas.microsoft.com/office/drawing/2014/main" id="{0C885B70-D038-4518-9632-4B96F3AD3B7F}"/>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91">
            <a:extLst xmlns:a="http://schemas.openxmlformats.org/drawingml/2006/main">
              <a:ext uri="{FF2B5EF4-FFF2-40B4-BE49-F238E27FC236}">
                <a16:creationId xmlns:a16="http://schemas.microsoft.com/office/drawing/2014/main" id="{4733F4A6-34FB-4D02-913D-E55E125F064E}"/>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92">
            <a:extLst xmlns:a="http://schemas.openxmlformats.org/drawingml/2006/main">
              <a:ext uri="{FF2B5EF4-FFF2-40B4-BE49-F238E27FC236}">
                <a16:creationId xmlns:a16="http://schemas.microsoft.com/office/drawing/2014/main" id="{0255A8AD-640B-4AA6-9942-7CA663A3925A}"/>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93">
            <a:extLst xmlns:a="http://schemas.openxmlformats.org/drawingml/2006/main">
              <a:ext uri="{FF2B5EF4-FFF2-40B4-BE49-F238E27FC236}">
                <a16:creationId xmlns:a16="http://schemas.microsoft.com/office/drawing/2014/main" id="{9EC4AE74-C441-46F6-B50F-F525977F730B}"/>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04</a:t>
            </a:r>
          </a:p>
        </p:txBody>
      </p:sp>
      <p:sp>
        <p:nvSpPr>
          <p:cNvPr id="16" name="profile-94">
            <a:extLst xmlns:a="http://schemas.openxmlformats.org/drawingml/2006/main">
              <a:ext uri="{FF2B5EF4-FFF2-40B4-BE49-F238E27FC236}">
                <a16:creationId xmlns:a16="http://schemas.microsoft.com/office/drawing/2014/main" id="{5D252032-F559-4D74-A418-2D40C4EE1881}"/>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A broader range of property services</a:t>
            </a:r>
          </a:p>
        </p:txBody>
      </p:sp>
      <p:sp>
        <p:nvSpPr>
          <p:cNvPr id="17" name="profile-95">
            <a:extLst xmlns:a="http://schemas.openxmlformats.org/drawingml/2006/main">
              <a:ext uri="{FF2B5EF4-FFF2-40B4-BE49-F238E27FC236}">
                <a16:creationId xmlns:a16="http://schemas.microsoft.com/office/drawing/2014/main" id="{5549347A-DCF3-4AB2-9089-3690EDB937AA}"/>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96">
            <a:extLst xmlns:a="http://schemas.openxmlformats.org/drawingml/2006/main">
              <a:ext uri="{FF2B5EF4-FFF2-40B4-BE49-F238E27FC236}">
                <a16:creationId xmlns:a16="http://schemas.microsoft.com/office/drawing/2014/main" id="{7F9BC66B-8C4E-41AD-ABE4-B6946ACC2476}"/>
              </a:ext>
            </a:extLst>
          </p:cNvPr>
          <p:cNvSpPr>
            <a:spLocks xmlns:a="http://schemas.openxmlformats.org/drawingml/2006/main" noGrp="1"/>
          </p:cNvSpPr>
          <p:nvPr/>
        </p:nvSpPr>
        <p:spPr>
          <a:xfrm xmlns:a="http://schemas.openxmlformats.org/drawingml/2006/main">
            <a:off x="400050" y="2276475"/>
            <a:ext cx="3571875"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9" name="profile-97">
            <a:extLst xmlns:a="http://schemas.openxmlformats.org/drawingml/2006/main">
              <a:ext uri="{FF2B5EF4-FFF2-40B4-BE49-F238E27FC236}">
                <a16:creationId xmlns:a16="http://schemas.microsoft.com/office/drawing/2014/main" id="{DC6C00C6-E654-4D0B-B3E8-CFAFF4E8ED91}"/>
              </a:ext>
            </a:extLst>
          </p:cNvPr>
          <p:cNvSpPr>
            <a:spLocks xmlns:a="http://schemas.openxmlformats.org/drawingml/2006/main" noGrp="1"/>
          </p:cNvSpPr>
          <p:nvPr/>
        </p:nvSpPr>
        <p:spPr>
          <a:xfrm xmlns:a="http://schemas.openxmlformats.org/drawingml/2006/main">
            <a:off x="400050" y="2533650"/>
            <a:ext cx="3476625"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1267A5"/>
                </a:solidFill>
                <a:latin typeface="Segoe UI"/>
                <a:ea typeface="Segoe UI"/>
                <a:cs typeface="Segoe UI"/>
              </a:defRPr>
            </a:defPPr>
          </a:lstStyle>
          <a:p xmlns:a="http://schemas.openxmlformats.org/drawingml/2006/main">
            <a:pPr algn="l">
              <a:defRPr sz="1425" b="1">
                <a:solidFill>
                  <a:srgbClr val="1267A5"/>
                </a:solidFill>
                <a:latin typeface="Segoe UI"/>
                <a:ea typeface="Segoe UI"/>
                <a:cs typeface="Segoe UI"/>
              </a:defRPr>
            </a:pPr>
            <a:r>
              <a:rPr sz="1425" b="1">
                <a:solidFill>
                  <a:srgbClr val="1267A5"/>
                </a:solidFill>
                <a:latin typeface="Segoe UI"/>
                <a:ea typeface="Segoe UI"/>
                <a:cs typeface="Segoe UI"/>
              </a:rPr>
              <a:t>SEPTIC AND DRAINAGE</a:t>
            </a:r>
          </a:p>
        </p:txBody>
      </p:sp>
      <p:sp>
        <p:nvSpPr>
          <p:cNvPr id="20" name="profile-98">
            <a:extLst xmlns:a="http://schemas.openxmlformats.org/drawingml/2006/main">
              <a:ext uri="{FF2B5EF4-FFF2-40B4-BE49-F238E27FC236}">
                <a16:creationId xmlns:a16="http://schemas.microsoft.com/office/drawing/2014/main" id="{CEE0D971-C49E-44E2-91EA-9FB7D169F128}"/>
              </a:ext>
            </a:extLst>
          </p:cNvPr>
          <p:cNvSpPr>
            <a:spLocks xmlns:a="http://schemas.openxmlformats.org/drawingml/2006/main" noGrp="1"/>
          </p:cNvSpPr>
          <p:nvPr/>
        </p:nvSpPr>
        <p:spPr>
          <a:xfrm xmlns:a="http://schemas.openxmlformats.org/drawingml/2006/main">
            <a:off x="400050" y="3333750"/>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1" name="profile-99">
            <a:extLst xmlns:a="http://schemas.openxmlformats.org/drawingml/2006/main">
              <a:ext uri="{FF2B5EF4-FFF2-40B4-BE49-F238E27FC236}">
                <a16:creationId xmlns:a16="http://schemas.microsoft.com/office/drawing/2014/main" id="{A307CC81-0068-4EE7-959D-0ADD1DE5F707}"/>
              </a:ext>
            </a:extLst>
          </p:cNvPr>
          <p:cNvSpPr>
            <a:spLocks xmlns:a="http://schemas.openxmlformats.org/drawingml/2006/main" noGrp="1"/>
          </p:cNvSpPr>
          <p:nvPr/>
        </p:nvSpPr>
        <p:spPr>
          <a:xfrm xmlns:a="http://schemas.openxmlformats.org/drawingml/2006/main">
            <a:off x="600075" y="3238500"/>
            <a:ext cx="3276600" cy="3177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02B49"/>
                </a:solidFill>
                <a:latin typeface="Segoe UI"/>
                <a:ea typeface="Segoe UI"/>
                <a:cs typeface="Segoe UI"/>
              </a:defRPr>
            </a:defPPr>
          </a:lstStyle>
          <a:p xmlns:a="http://schemas.openxmlformats.org/drawingml/2006/main">
            <a:pPr algn="l">
              <a:defRPr sz="1725" b="0">
                <a:solidFill>
                  <a:srgbClr val="102B49"/>
                </a:solidFill>
                <a:latin typeface="Segoe UI"/>
                <a:ea typeface="Segoe UI"/>
                <a:cs typeface="Segoe UI"/>
              </a:defRPr>
            </a:pPr>
            <a:r>
              <a:rPr sz="1725" b="0">
                <a:solidFill>
                  <a:srgbClr val="102B49"/>
                </a:solidFill>
                <a:latin typeface="Segoe UI"/>
                <a:ea typeface="Segoe UI"/>
                <a:cs typeface="Segoe UI"/>
              </a:rPr>
              <a:t>Septic tank siphoning</a:t>
            </a:r>
          </a:p>
        </p:txBody>
      </p:sp>
      <p:sp>
        <p:nvSpPr>
          <p:cNvPr id="22" name="profile-100">
            <a:extLst xmlns:a="http://schemas.openxmlformats.org/drawingml/2006/main">
              <a:ext uri="{FF2B5EF4-FFF2-40B4-BE49-F238E27FC236}">
                <a16:creationId xmlns:a16="http://schemas.microsoft.com/office/drawing/2014/main" id="{6E141D98-26D2-490C-8A44-8D4DDE343906}"/>
              </a:ext>
            </a:extLst>
          </p:cNvPr>
          <p:cNvSpPr>
            <a:spLocks xmlns:a="http://schemas.openxmlformats.org/drawingml/2006/main" noGrp="1"/>
          </p:cNvSpPr>
          <p:nvPr/>
        </p:nvSpPr>
        <p:spPr>
          <a:xfrm xmlns:a="http://schemas.openxmlformats.org/drawingml/2006/main">
            <a:off x="400050" y="3718179"/>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3" name="profile-101">
            <a:extLst xmlns:a="http://schemas.openxmlformats.org/drawingml/2006/main">
              <a:ext uri="{FF2B5EF4-FFF2-40B4-BE49-F238E27FC236}">
                <a16:creationId xmlns:a16="http://schemas.microsoft.com/office/drawing/2014/main" id="{A369339E-2D9A-4C20-8B3A-915405DBD117}"/>
              </a:ext>
            </a:extLst>
          </p:cNvPr>
          <p:cNvSpPr>
            <a:spLocks xmlns:a="http://schemas.openxmlformats.org/drawingml/2006/main" noGrp="1"/>
          </p:cNvSpPr>
          <p:nvPr/>
        </p:nvSpPr>
        <p:spPr>
          <a:xfrm xmlns:a="http://schemas.openxmlformats.org/drawingml/2006/main">
            <a:off x="600075" y="3622929"/>
            <a:ext cx="3276600" cy="3177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02B49"/>
                </a:solidFill>
                <a:latin typeface="Segoe UI"/>
                <a:ea typeface="Segoe UI"/>
                <a:cs typeface="Segoe UI"/>
              </a:defRPr>
            </a:defPPr>
          </a:lstStyle>
          <a:p xmlns:a="http://schemas.openxmlformats.org/drawingml/2006/main">
            <a:pPr algn="l">
              <a:defRPr sz="1725" b="0">
                <a:solidFill>
                  <a:srgbClr val="102B49"/>
                </a:solidFill>
                <a:latin typeface="Segoe UI"/>
                <a:ea typeface="Segoe UI"/>
                <a:cs typeface="Segoe UI"/>
              </a:defRPr>
            </a:pPr>
            <a:r>
              <a:rPr sz="1725" b="0">
                <a:solidFill>
                  <a:srgbClr val="102B49"/>
                </a:solidFill>
                <a:latin typeface="Segoe UI"/>
                <a:ea typeface="Segoe UI"/>
                <a:cs typeface="Segoe UI"/>
              </a:rPr>
              <a:t>Manual septic tank cleaning</a:t>
            </a:r>
          </a:p>
        </p:txBody>
      </p:sp>
      <p:sp>
        <p:nvSpPr>
          <p:cNvPr id="24" name="profile-102">
            <a:extLst xmlns:a="http://schemas.openxmlformats.org/drawingml/2006/main">
              <a:ext uri="{FF2B5EF4-FFF2-40B4-BE49-F238E27FC236}">
                <a16:creationId xmlns:a16="http://schemas.microsoft.com/office/drawing/2014/main" id="{64130D76-A74B-41B2-B521-6145B31A94D1}"/>
              </a:ext>
            </a:extLst>
          </p:cNvPr>
          <p:cNvSpPr>
            <a:spLocks xmlns:a="http://schemas.openxmlformats.org/drawingml/2006/main" noGrp="1"/>
          </p:cNvSpPr>
          <p:nvPr/>
        </p:nvSpPr>
        <p:spPr>
          <a:xfrm xmlns:a="http://schemas.openxmlformats.org/drawingml/2006/main">
            <a:off x="400050" y="4102608"/>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5" name="profile-103">
            <a:extLst xmlns:a="http://schemas.openxmlformats.org/drawingml/2006/main">
              <a:ext uri="{FF2B5EF4-FFF2-40B4-BE49-F238E27FC236}">
                <a16:creationId xmlns:a16="http://schemas.microsoft.com/office/drawing/2014/main" id="{463FDA20-2739-43B2-9FC7-D378BF34275C}"/>
              </a:ext>
            </a:extLst>
          </p:cNvPr>
          <p:cNvSpPr>
            <a:spLocks xmlns:a="http://schemas.openxmlformats.org/drawingml/2006/main" noGrp="1"/>
          </p:cNvSpPr>
          <p:nvPr/>
        </p:nvSpPr>
        <p:spPr>
          <a:xfrm xmlns:a="http://schemas.openxmlformats.org/drawingml/2006/main">
            <a:off x="600075" y="4007358"/>
            <a:ext cx="3276600" cy="3177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02B49"/>
                </a:solidFill>
                <a:latin typeface="Segoe UI"/>
                <a:ea typeface="Segoe UI"/>
                <a:cs typeface="Segoe UI"/>
              </a:defRPr>
            </a:defPPr>
          </a:lstStyle>
          <a:p xmlns:a="http://schemas.openxmlformats.org/drawingml/2006/main">
            <a:pPr algn="l">
              <a:defRPr sz="1725" b="0">
                <a:solidFill>
                  <a:srgbClr val="102B49"/>
                </a:solidFill>
                <a:latin typeface="Segoe UI"/>
                <a:ea typeface="Segoe UI"/>
                <a:cs typeface="Segoe UI"/>
              </a:defRPr>
            </a:pPr>
            <a:r>
              <a:rPr sz="1725" b="0">
                <a:solidFill>
                  <a:srgbClr val="102B49"/>
                </a:solidFill>
                <a:latin typeface="Segoe UI"/>
                <a:ea typeface="Segoe UI"/>
                <a:cs typeface="Segoe UI"/>
              </a:rPr>
              <a:t>Drain and pipe declogging</a:t>
            </a:r>
          </a:p>
        </p:txBody>
      </p:sp>
      <p:sp>
        <p:nvSpPr>
          <p:cNvPr id="26" name="profile-104">
            <a:extLst xmlns:a="http://schemas.openxmlformats.org/drawingml/2006/main">
              <a:ext uri="{FF2B5EF4-FFF2-40B4-BE49-F238E27FC236}">
                <a16:creationId xmlns:a16="http://schemas.microsoft.com/office/drawing/2014/main" id="{79A70366-F65D-42FA-91E4-BFBEA37EA3B2}"/>
              </a:ext>
            </a:extLst>
          </p:cNvPr>
          <p:cNvSpPr>
            <a:spLocks xmlns:a="http://schemas.openxmlformats.org/drawingml/2006/main" noGrp="1"/>
          </p:cNvSpPr>
          <p:nvPr/>
        </p:nvSpPr>
        <p:spPr>
          <a:xfrm xmlns:a="http://schemas.openxmlformats.org/drawingml/2006/main">
            <a:off x="400050" y="4487037"/>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7" name="profile-105">
            <a:extLst xmlns:a="http://schemas.openxmlformats.org/drawingml/2006/main">
              <a:ext uri="{FF2B5EF4-FFF2-40B4-BE49-F238E27FC236}">
                <a16:creationId xmlns:a16="http://schemas.microsoft.com/office/drawing/2014/main" id="{3C7C483C-77AD-4A9C-A288-21318C300D48}"/>
              </a:ext>
            </a:extLst>
          </p:cNvPr>
          <p:cNvSpPr>
            <a:spLocks xmlns:a="http://schemas.openxmlformats.org/drawingml/2006/main" noGrp="1"/>
          </p:cNvSpPr>
          <p:nvPr/>
        </p:nvSpPr>
        <p:spPr>
          <a:xfrm xmlns:a="http://schemas.openxmlformats.org/drawingml/2006/main">
            <a:off x="600075" y="4391787"/>
            <a:ext cx="3276600" cy="3177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02B49"/>
                </a:solidFill>
                <a:latin typeface="Segoe UI"/>
                <a:ea typeface="Segoe UI"/>
                <a:cs typeface="Segoe UI"/>
              </a:defRPr>
            </a:defPPr>
          </a:lstStyle>
          <a:p xmlns:a="http://schemas.openxmlformats.org/drawingml/2006/main">
            <a:pPr algn="l">
              <a:defRPr sz="1725" b="0">
                <a:solidFill>
                  <a:srgbClr val="102B49"/>
                </a:solidFill>
                <a:latin typeface="Segoe UI"/>
                <a:ea typeface="Segoe UI"/>
                <a:cs typeface="Segoe UI"/>
              </a:defRPr>
            </a:pPr>
            <a:r>
              <a:rPr sz="1725" b="0">
                <a:solidFill>
                  <a:srgbClr val="102B49"/>
                </a:solidFill>
                <a:latin typeface="Segoe UI"/>
                <a:ea typeface="Segoe UI"/>
                <a:cs typeface="Segoe UI"/>
              </a:rPr>
              <a:t>Grease tank and trap cleaning</a:t>
            </a:r>
          </a:p>
        </p:txBody>
      </p:sp>
      <p:sp>
        <p:nvSpPr>
          <p:cNvPr id="28" name="profile-106">
            <a:extLst xmlns:a="http://schemas.openxmlformats.org/drawingml/2006/main">
              <a:ext uri="{FF2B5EF4-FFF2-40B4-BE49-F238E27FC236}">
                <a16:creationId xmlns:a16="http://schemas.microsoft.com/office/drawing/2014/main" id="{B69D2B77-71F3-48D4-B689-DF915EBF7B5E}"/>
              </a:ext>
            </a:extLst>
          </p:cNvPr>
          <p:cNvSpPr>
            <a:spLocks xmlns:a="http://schemas.openxmlformats.org/drawingml/2006/main" noGrp="1"/>
          </p:cNvSpPr>
          <p:nvPr/>
        </p:nvSpPr>
        <p:spPr>
          <a:xfrm xmlns:a="http://schemas.openxmlformats.org/drawingml/2006/main">
            <a:off x="4276725" y="2276475"/>
            <a:ext cx="3571875"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9" name="profile-107">
            <a:extLst xmlns:a="http://schemas.openxmlformats.org/drawingml/2006/main">
              <a:ext uri="{FF2B5EF4-FFF2-40B4-BE49-F238E27FC236}">
                <a16:creationId xmlns:a16="http://schemas.microsoft.com/office/drawing/2014/main" id="{A1C59757-4684-48EE-9C8E-BCA50831080A}"/>
              </a:ext>
            </a:extLst>
          </p:cNvPr>
          <p:cNvSpPr>
            <a:spLocks xmlns:a="http://schemas.openxmlformats.org/drawingml/2006/main" noGrp="1"/>
          </p:cNvSpPr>
          <p:nvPr/>
        </p:nvSpPr>
        <p:spPr>
          <a:xfrm xmlns:a="http://schemas.openxmlformats.org/drawingml/2006/main">
            <a:off x="4276725" y="2533650"/>
            <a:ext cx="3476625"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1267A5"/>
                </a:solidFill>
                <a:latin typeface="Segoe UI"/>
                <a:ea typeface="Segoe UI"/>
                <a:cs typeface="Segoe UI"/>
              </a:defRPr>
            </a:defPPr>
          </a:lstStyle>
          <a:p xmlns:a="http://schemas.openxmlformats.org/drawingml/2006/main">
            <a:pPr algn="l">
              <a:defRPr sz="1425" b="1">
                <a:solidFill>
                  <a:srgbClr val="1267A5"/>
                </a:solidFill>
                <a:latin typeface="Segoe UI"/>
                <a:ea typeface="Segoe UI"/>
                <a:cs typeface="Segoe UI"/>
              </a:defRPr>
            </a:pPr>
            <a:r>
              <a:rPr sz="1425" b="1">
                <a:solidFill>
                  <a:srgbClr val="1267A5"/>
                </a:solidFill>
                <a:latin typeface="Segoe UI"/>
                <a:ea typeface="Segoe UI"/>
                <a:cs typeface="Segoe UI"/>
              </a:rPr>
              <a:t>REPAIRS AND PROPERTY CARE</a:t>
            </a:r>
          </a:p>
        </p:txBody>
      </p:sp>
      <p:sp>
        <p:nvSpPr>
          <p:cNvPr id="30" name="profile-108">
            <a:extLst xmlns:a="http://schemas.openxmlformats.org/drawingml/2006/main">
              <a:ext uri="{FF2B5EF4-FFF2-40B4-BE49-F238E27FC236}">
                <a16:creationId xmlns:a16="http://schemas.microsoft.com/office/drawing/2014/main" id="{8733619D-8067-48CA-94C8-693E36E3FFEE}"/>
              </a:ext>
            </a:extLst>
          </p:cNvPr>
          <p:cNvSpPr>
            <a:spLocks xmlns:a="http://schemas.openxmlformats.org/drawingml/2006/main" noGrp="1"/>
          </p:cNvSpPr>
          <p:nvPr/>
        </p:nvSpPr>
        <p:spPr>
          <a:xfrm xmlns:a="http://schemas.openxmlformats.org/drawingml/2006/main">
            <a:off x="4276725" y="3333750"/>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1" name="profile-109">
            <a:extLst xmlns:a="http://schemas.openxmlformats.org/drawingml/2006/main">
              <a:ext uri="{FF2B5EF4-FFF2-40B4-BE49-F238E27FC236}">
                <a16:creationId xmlns:a16="http://schemas.microsoft.com/office/drawing/2014/main" id="{AFA02240-19BD-43FC-8F47-4BE301DB524B}"/>
              </a:ext>
            </a:extLst>
          </p:cNvPr>
          <p:cNvSpPr>
            <a:spLocks xmlns:a="http://schemas.openxmlformats.org/drawingml/2006/main" noGrp="1"/>
          </p:cNvSpPr>
          <p:nvPr/>
        </p:nvSpPr>
        <p:spPr>
          <a:xfrm xmlns:a="http://schemas.openxmlformats.org/drawingml/2006/main">
            <a:off x="4476750" y="3238500"/>
            <a:ext cx="3276600" cy="3177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02B49"/>
                </a:solidFill>
                <a:latin typeface="Segoe UI"/>
                <a:ea typeface="Segoe UI"/>
                <a:cs typeface="Segoe UI"/>
              </a:defRPr>
            </a:defPPr>
          </a:lstStyle>
          <a:p xmlns:a="http://schemas.openxmlformats.org/drawingml/2006/main">
            <a:pPr algn="l">
              <a:defRPr sz="1725" b="0">
                <a:solidFill>
                  <a:srgbClr val="102B49"/>
                </a:solidFill>
                <a:latin typeface="Segoe UI"/>
                <a:ea typeface="Segoe UI"/>
                <a:cs typeface="Segoe UI"/>
              </a:defRPr>
            </a:pPr>
            <a:r>
              <a:rPr sz="1725" b="0">
                <a:solidFill>
                  <a:srgbClr val="102B49"/>
                </a:solidFill>
                <a:latin typeface="Segoe UI"/>
                <a:ea typeface="Segoe UI"/>
                <a:cs typeface="Segoe UI"/>
              </a:rPr>
              <a:t>Plumbing</a:t>
            </a:r>
          </a:p>
        </p:txBody>
      </p:sp>
      <p:sp>
        <p:nvSpPr>
          <p:cNvPr id="32" name="profile-110">
            <a:extLst xmlns:a="http://schemas.openxmlformats.org/drawingml/2006/main">
              <a:ext uri="{FF2B5EF4-FFF2-40B4-BE49-F238E27FC236}">
                <a16:creationId xmlns:a16="http://schemas.microsoft.com/office/drawing/2014/main" id="{02ACFFA9-78B0-4D5F-90A3-FB881C805556}"/>
              </a:ext>
            </a:extLst>
          </p:cNvPr>
          <p:cNvSpPr>
            <a:spLocks xmlns:a="http://schemas.openxmlformats.org/drawingml/2006/main" noGrp="1"/>
          </p:cNvSpPr>
          <p:nvPr/>
        </p:nvSpPr>
        <p:spPr>
          <a:xfrm xmlns:a="http://schemas.openxmlformats.org/drawingml/2006/main">
            <a:off x="4276725" y="3718179"/>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3" name="profile-111">
            <a:extLst xmlns:a="http://schemas.openxmlformats.org/drawingml/2006/main">
              <a:ext uri="{FF2B5EF4-FFF2-40B4-BE49-F238E27FC236}">
                <a16:creationId xmlns:a16="http://schemas.microsoft.com/office/drawing/2014/main" id="{6DFB4568-1777-4B1A-A92F-6C2F6CDC14E8}"/>
              </a:ext>
            </a:extLst>
          </p:cNvPr>
          <p:cNvSpPr>
            <a:spLocks xmlns:a="http://schemas.openxmlformats.org/drawingml/2006/main" noGrp="1"/>
          </p:cNvSpPr>
          <p:nvPr/>
        </p:nvSpPr>
        <p:spPr>
          <a:xfrm xmlns:a="http://schemas.openxmlformats.org/drawingml/2006/main">
            <a:off x="4476750" y="3622929"/>
            <a:ext cx="3276600" cy="3177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02B49"/>
                </a:solidFill>
                <a:latin typeface="Segoe UI"/>
                <a:ea typeface="Segoe UI"/>
                <a:cs typeface="Segoe UI"/>
              </a:defRPr>
            </a:defPPr>
          </a:lstStyle>
          <a:p xmlns:a="http://schemas.openxmlformats.org/drawingml/2006/main">
            <a:pPr algn="l">
              <a:defRPr sz="1725" b="0">
                <a:solidFill>
                  <a:srgbClr val="102B49"/>
                </a:solidFill>
                <a:latin typeface="Segoe UI"/>
                <a:ea typeface="Segoe UI"/>
                <a:cs typeface="Segoe UI"/>
              </a:defRPr>
            </a:pPr>
            <a:r>
              <a:rPr sz="1725" b="0">
                <a:solidFill>
                  <a:srgbClr val="102B49"/>
                </a:solidFill>
                <a:latin typeface="Segoe UI"/>
                <a:ea typeface="Segoe UI"/>
                <a:cs typeface="Segoe UI"/>
              </a:rPr>
              <a:t>Excavation</a:t>
            </a:r>
          </a:p>
        </p:txBody>
      </p:sp>
      <p:sp>
        <p:nvSpPr>
          <p:cNvPr id="34" name="profile-112">
            <a:extLst xmlns:a="http://schemas.openxmlformats.org/drawingml/2006/main">
              <a:ext uri="{FF2B5EF4-FFF2-40B4-BE49-F238E27FC236}">
                <a16:creationId xmlns:a16="http://schemas.microsoft.com/office/drawing/2014/main" id="{0BF6F131-58EF-4F07-8105-2F81E7CF048B}"/>
              </a:ext>
            </a:extLst>
          </p:cNvPr>
          <p:cNvSpPr>
            <a:spLocks xmlns:a="http://schemas.openxmlformats.org/drawingml/2006/main" noGrp="1"/>
          </p:cNvSpPr>
          <p:nvPr/>
        </p:nvSpPr>
        <p:spPr>
          <a:xfrm xmlns:a="http://schemas.openxmlformats.org/drawingml/2006/main">
            <a:off x="4276725" y="4102608"/>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5" name="profile-113">
            <a:extLst xmlns:a="http://schemas.openxmlformats.org/drawingml/2006/main">
              <a:ext uri="{FF2B5EF4-FFF2-40B4-BE49-F238E27FC236}">
                <a16:creationId xmlns:a16="http://schemas.microsoft.com/office/drawing/2014/main" id="{BA7D74A8-2CF5-461C-BD22-8AF1A260D53E}"/>
              </a:ext>
            </a:extLst>
          </p:cNvPr>
          <p:cNvSpPr>
            <a:spLocks xmlns:a="http://schemas.openxmlformats.org/drawingml/2006/main" noGrp="1"/>
          </p:cNvSpPr>
          <p:nvPr/>
        </p:nvSpPr>
        <p:spPr>
          <a:xfrm xmlns:a="http://schemas.openxmlformats.org/drawingml/2006/main">
            <a:off x="4476750" y="4007358"/>
            <a:ext cx="3276600" cy="3177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02B49"/>
                </a:solidFill>
                <a:latin typeface="Segoe UI"/>
                <a:ea typeface="Segoe UI"/>
                <a:cs typeface="Segoe UI"/>
              </a:defRPr>
            </a:defPPr>
          </a:lstStyle>
          <a:p xmlns:a="http://schemas.openxmlformats.org/drawingml/2006/main">
            <a:pPr algn="l">
              <a:defRPr sz="1725" b="0">
                <a:solidFill>
                  <a:srgbClr val="102B49"/>
                </a:solidFill>
                <a:latin typeface="Segoe UI"/>
                <a:ea typeface="Segoe UI"/>
                <a:cs typeface="Segoe UI"/>
              </a:defRPr>
            </a:pPr>
            <a:r>
              <a:rPr sz="1725" b="0">
                <a:solidFill>
                  <a:srgbClr val="102B49"/>
                </a:solidFill>
                <a:latin typeface="Segoe UI"/>
                <a:ea typeface="Segoe UI"/>
                <a:cs typeface="Segoe UI"/>
              </a:rPr>
              <a:t>General cleaning</a:t>
            </a:r>
          </a:p>
        </p:txBody>
      </p:sp>
      <p:sp>
        <p:nvSpPr>
          <p:cNvPr id="36" name="profile-114">
            <a:extLst xmlns:a="http://schemas.openxmlformats.org/drawingml/2006/main">
              <a:ext uri="{FF2B5EF4-FFF2-40B4-BE49-F238E27FC236}">
                <a16:creationId xmlns:a16="http://schemas.microsoft.com/office/drawing/2014/main" id="{D3F54286-A529-4A36-9C88-A816A7C27566}"/>
              </a:ext>
            </a:extLst>
          </p:cNvPr>
          <p:cNvSpPr>
            <a:spLocks xmlns:a="http://schemas.openxmlformats.org/drawingml/2006/main" noGrp="1"/>
          </p:cNvSpPr>
          <p:nvPr/>
        </p:nvSpPr>
        <p:spPr>
          <a:xfrm xmlns:a="http://schemas.openxmlformats.org/drawingml/2006/main">
            <a:off x="4276725" y="4487037"/>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7" name="profile-115">
            <a:extLst xmlns:a="http://schemas.openxmlformats.org/drawingml/2006/main">
              <a:ext uri="{FF2B5EF4-FFF2-40B4-BE49-F238E27FC236}">
                <a16:creationId xmlns:a16="http://schemas.microsoft.com/office/drawing/2014/main" id="{A2035B11-F643-4A97-A421-5E887B39C5C9}"/>
              </a:ext>
            </a:extLst>
          </p:cNvPr>
          <p:cNvSpPr>
            <a:spLocks xmlns:a="http://schemas.openxmlformats.org/drawingml/2006/main" noGrp="1"/>
          </p:cNvSpPr>
          <p:nvPr/>
        </p:nvSpPr>
        <p:spPr>
          <a:xfrm xmlns:a="http://schemas.openxmlformats.org/drawingml/2006/main">
            <a:off x="4476750" y="4391787"/>
            <a:ext cx="3276600" cy="3177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02B49"/>
                </a:solidFill>
                <a:latin typeface="Segoe UI"/>
                <a:ea typeface="Segoe UI"/>
                <a:cs typeface="Segoe UI"/>
              </a:defRPr>
            </a:defPPr>
          </a:lstStyle>
          <a:p xmlns:a="http://schemas.openxmlformats.org/drawingml/2006/main">
            <a:pPr algn="l">
              <a:defRPr sz="1725" b="0">
                <a:solidFill>
                  <a:srgbClr val="102B49"/>
                </a:solidFill>
                <a:latin typeface="Segoe UI"/>
                <a:ea typeface="Segoe UI"/>
                <a:cs typeface="Segoe UI"/>
              </a:defRPr>
            </a:pPr>
            <a:r>
              <a:rPr sz="1725" b="0">
                <a:solidFill>
                  <a:srgbClr val="102B49"/>
                </a:solidFill>
                <a:latin typeface="Segoe UI"/>
                <a:ea typeface="Segoe UI"/>
                <a:cs typeface="Segoe UI"/>
              </a:rPr>
              <a:t>Renovation, restoration and leak</a:t>
            </a:r>
          </a:p>
        </p:txBody>
      </p:sp>
      <p:sp>
        <p:nvSpPr>
          <p:cNvPr id="38" name="profile-116">
            <a:extLst xmlns:a="http://schemas.openxmlformats.org/drawingml/2006/main">
              <a:ext uri="{FF2B5EF4-FFF2-40B4-BE49-F238E27FC236}">
                <a16:creationId xmlns:a16="http://schemas.microsoft.com/office/drawing/2014/main" id="{141EECD6-B72C-4B18-B712-95B8C8C97DD1}"/>
              </a:ext>
            </a:extLst>
          </p:cNvPr>
          <p:cNvSpPr>
            <a:spLocks xmlns:a="http://schemas.openxmlformats.org/drawingml/2006/main" noGrp="1"/>
          </p:cNvSpPr>
          <p:nvPr/>
        </p:nvSpPr>
        <p:spPr>
          <a:xfrm xmlns:a="http://schemas.openxmlformats.org/drawingml/2006/main">
            <a:off x="4476750" y="4680966"/>
            <a:ext cx="3276600" cy="3177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02B49"/>
                </a:solidFill>
                <a:latin typeface="Segoe UI"/>
                <a:ea typeface="Segoe UI"/>
                <a:cs typeface="Segoe UI"/>
              </a:defRPr>
            </a:defPPr>
          </a:lstStyle>
          <a:p xmlns:a="http://schemas.openxmlformats.org/drawingml/2006/main">
            <a:pPr algn="l">
              <a:defRPr sz="1725" b="0">
                <a:solidFill>
                  <a:srgbClr val="102B49"/>
                </a:solidFill>
                <a:latin typeface="Segoe UI"/>
                <a:ea typeface="Segoe UI"/>
                <a:cs typeface="Segoe UI"/>
              </a:defRPr>
            </a:pPr>
            <a:r>
              <a:rPr sz="1725" b="0">
                <a:solidFill>
                  <a:srgbClr val="102B49"/>
                </a:solidFill>
                <a:latin typeface="Segoe UI"/>
                <a:ea typeface="Segoe UI"/>
                <a:cs typeface="Segoe UI"/>
              </a:rPr>
              <a:t>repairs</a:t>
            </a:r>
          </a:p>
        </p:txBody>
      </p:sp>
      <p:sp>
        <p:nvSpPr>
          <p:cNvPr id="39" name="profile-117">
            <a:extLst xmlns:a="http://schemas.openxmlformats.org/drawingml/2006/main">
              <a:ext uri="{FF2B5EF4-FFF2-40B4-BE49-F238E27FC236}">
                <a16:creationId xmlns:a16="http://schemas.microsoft.com/office/drawing/2014/main" id="{75E1A546-0D29-455F-878F-F969BDCE2811}"/>
              </a:ext>
            </a:extLst>
          </p:cNvPr>
          <p:cNvSpPr>
            <a:spLocks xmlns:a="http://schemas.openxmlformats.org/drawingml/2006/main" noGrp="1"/>
          </p:cNvSpPr>
          <p:nvPr/>
        </p:nvSpPr>
        <p:spPr>
          <a:xfrm xmlns:a="http://schemas.openxmlformats.org/drawingml/2006/main">
            <a:off x="4276725" y="5160645"/>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0" name="profile-118">
            <a:extLst xmlns:a="http://schemas.openxmlformats.org/drawingml/2006/main">
              <a:ext uri="{FF2B5EF4-FFF2-40B4-BE49-F238E27FC236}">
                <a16:creationId xmlns:a16="http://schemas.microsoft.com/office/drawing/2014/main" id="{23F4F509-781E-44B6-B6C1-85C048545B93}"/>
              </a:ext>
            </a:extLst>
          </p:cNvPr>
          <p:cNvSpPr>
            <a:spLocks xmlns:a="http://schemas.openxmlformats.org/drawingml/2006/main" noGrp="1"/>
          </p:cNvSpPr>
          <p:nvPr/>
        </p:nvSpPr>
        <p:spPr>
          <a:xfrm xmlns:a="http://schemas.openxmlformats.org/drawingml/2006/main">
            <a:off x="4476750" y="5065395"/>
            <a:ext cx="3276600" cy="3177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02B49"/>
                </a:solidFill>
                <a:latin typeface="Segoe UI"/>
                <a:ea typeface="Segoe UI"/>
                <a:cs typeface="Segoe UI"/>
              </a:defRPr>
            </a:defPPr>
          </a:lstStyle>
          <a:p xmlns:a="http://schemas.openxmlformats.org/drawingml/2006/main">
            <a:pPr algn="l">
              <a:defRPr sz="1725" b="0">
                <a:solidFill>
                  <a:srgbClr val="102B49"/>
                </a:solidFill>
                <a:latin typeface="Segoe UI"/>
                <a:ea typeface="Segoe UI"/>
                <a:cs typeface="Segoe UI"/>
              </a:defRPr>
            </a:pPr>
            <a:r>
              <a:rPr sz="1725" b="0">
                <a:solidFill>
                  <a:srgbClr val="102B49"/>
                </a:solidFill>
                <a:latin typeface="Segoe UI"/>
                <a:ea typeface="Segoe UI"/>
                <a:cs typeface="Segoe UI"/>
              </a:rPr>
              <a:t>Air-conditioning cleaning</a:t>
            </a:r>
          </a:p>
        </p:txBody>
      </p:sp>
      <p:sp>
        <p:nvSpPr>
          <p:cNvPr id="41" name="profile-119">
            <a:extLst xmlns:a="http://schemas.openxmlformats.org/drawingml/2006/main">
              <a:ext uri="{FF2B5EF4-FFF2-40B4-BE49-F238E27FC236}">
                <a16:creationId xmlns:a16="http://schemas.microsoft.com/office/drawing/2014/main" id="{8D7978AC-2F5E-4588-9D24-27F68ACFEA19}"/>
              </a:ext>
            </a:extLst>
          </p:cNvPr>
          <p:cNvSpPr>
            <a:spLocks xmlns:a="http://schemas.openxmlformats.org/drawingml/2006/main" noGrp="1"/>
          </p:cNvSpPr>
          <p:nvPr/>
        </p:nvSpPr>
        <p:spPr>
          <a:xfrm xmlns:a="http://schemas.openxmlformats.org/drawingml/2006/main">
            <a:off x="8153400" y="2276475"/>
            <a:ext cx="3571875"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2" name="profile-120">
            <a:extLst xmlns:a="http://schemas.openxmlformats.org/drawingml/2006/main">
              <a:ext uri="{FF2B5EF4-FFF2-40B4-BE49-F238E27FC236}">
                <a16:creationId xmlns:a16="http://schemas.microsoft.com/office/drawing/2014/main" id="{72CE499F-2A29-47CF-9E76-0DF32B23ADB3}"/>
              </a:ext>
            </a:extLst>
          </p:cNvPr>
          <p:cNvSpPr>
            <a:spLocks xmlns:a="http://schemas.openxmlformats.org/drawingml/2006/main" noGrp="1"/>
          </p:cNvSpPr>
          <p:nvPr/>
        </p:nvSpPr>
        <p:spPr>
          <a:xfrm xmlns:a="http://schemas.openxmlformats.org/drawingml/2006/main">
            <a:off x="8153400" y="2533650"/>
            <a:ext cx="3476625"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1267A5"/>
                </a:solidFill>
                <a:latin typeface="Segoe UI"/>
                <a:ea typeface="Segoe UI"/>
                <a:cs typeface="Segoe UI"/>
              </a:defRPr>
            </a:defPPr>
          </a:lstStyle>
          <a:p xmlns:a="http://schemas.openxmlformats.org/drawingml/2006/main">
            <a:pPr algn="l">
              <a:defRPr sz="1425" b="1">
                <a:solidFill>
                  <a:srgbClr val="1267A5"/>
                </a:solidFill>
                <a:latin typeface="Segoe UI"/>
                <a:ea typeface="Segoe UI"/>
                <a:cs typeface="Segoe UI"/>
              </a:defRPr>
            </a:pPr>
            <a:r>
              <a:rPr sz="1425" b="1">
                <a:solidFill>
                  <a:srgbClr val="1267A5"/>
                </a:solidFill>
                <a:latin typeface="Segoe UI"/>
                <a:ea typeface="Segoe UI"/>
                <a:cs typeface="Segoe UI"/>
              </a:rPr>
              <a:t>PEST AND TREATMENT SYSTEMS</a:t>
            </a:r>
          </a:p>
        </p:txBody>
      </p:sp>
      <p:sp>
        <p:nvSpPr>
          <p:cNvPr id="43" name="profile-121">
            <a:extLst xmlns:a="http://schemas.openxmlformats.org/drawingml/2006/main">
              <a:ext uri="{FF2B5EF4-FFF2-40B4-BE49-F238E27FC236}">
                <a16:creationId xmlns:a16="http://schemas.microsoft.com/office/drawing/2014/main" id="{6480AD14-292A-4CD9-812F-08690B9F8159}"/>
              </a:ext>
            </a:extLst>
          </p:cNvPr>
          <p:cNvSpPr>
            <a:spLocks xmlns:a="http://schemas.openxmlformats.org/drawingml/2006/main" noGrp="1"/>
          </p:cNvSpPr>
          <p:nvPr/>
        </p:nvSpPr>
        <p:spPr>
          <a:xfrm xmlns:a="http://schemas.openxmlformats.org/drawingml/2006/main">
            <a:off x="8153400" y="3333750"/>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4" name="profile-122">
            <a:extLst xmlns:a="http://schemas.openxmlformats.org/drawingml/2006/main">
              <a:ext uri="{FF2B5EF4-FFF2-40B4-BE49-F238E27FC236}">
                <a16:creationId xmlns:a16="http://schemas.microsoft.com/office/drawing/2014/main" id="{24CF21F3-3221-4A2B-9DD5-17652C94A2B4}"/>
              </a:ext>
            </a:extLst>
          </p:cNvPr>
          <p:cNvSpPr>
            <a:spLocks xmlns:a="http://schemas.openxmlformats.org/drawingml/2006/main" noGrp="1"/>
          </p:cNvSpPr>
          <p:nvPr/>
        </p:nvSpPr>
        <p:spPr>
          <a:xfrm xmlns:a="http://schemas.openxmlformats.org/drawingml/2006/main">
            <a:off x="8353425" y="3238500"/>
            <a:ext cx="3276600" cy="3177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02B49"/>
                </a:solidFill>
                <a:latin typeface="Segoe UI"/>
                <a:ea typeface="Segoe UI"/>
                <a:cs typeface="Segoe UI"/>
              </a:defRPr>
            </a:defPPr>
          </a:lstStyle>
          <a:p xmlns:a="http://schemas.openxmlformats.org/drawingml/2006/main">
            <a:pPr algn="l">
              <a:defRPr sz="1725" b="0">
                <a:solidFill>
                  <a:srgbClr val="102B49"/>
                </a:solidFill>
                <a:latin typeface="Segoe UI"/>
                <a:ea typeface="Segoe UI"/>
                <a:cs typeface="Segoe UI"/>
              </a:defRPr>
            </a:pPr>
            <a:r>
              <a:rPr sz="1725" b="0">
                <a:solidFill>
                  <a:srgbClr val="102B49"/>
                </a:solidFill>
                <a:latin typeface="Segoe UI"/>
                <a:ea typeface="Segoe UI"/>
                <a:cs typeface="Segoe UI"/>
              </a:rPr>
              <a:t>Pest management</a:t>
            </a:r>
          </a:p>
        </p:txBody>
      </p:sp>
      <p:sp>
        <p:nvSpPr>
          <p:cNvPr id="45" name="profile-123">
            <a:extLst xmlns:a="http://schemas.openxmlformats.org/drawingml/2006/main">
              <a:ext uri="{FF2B5EF4-FFF2-40B4-BE49-F238E27FC236}">
                <a16:creationId xmlns:a16="http://schemas.microsoft.com/office/drawing/2014/main" id="{9D797394-0796-4DD7-AD04-CEB72CD69D30}"/>
              </a:ext>
            </a:extLst>
          </p:cNvPr>
          <p:cNvSpPr>
            <a:spLocks xmlns:a="http://schemas.openxmlformats.org/drawingml/2006/main" noGrp="1"/>
          </p:cNvSpPr>
          <p:nvPr/>
        </p:nvSpPr>
        <p:spPr>
          <a:xfrm xmlns:a="http://schemas.openxmlformats.org/drawingml/2006/main">
            <a:off x="8153400" y="3718179"/>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6" name="profile-124">
            <a:extLst xmlns:a="http://schemas.openxmlformats.org/drawingml/2006/main">
              <a:ext uri="{FF2B5EF4-FFF2-40B4-BE49-F238E27FC236}">
                <a16:creationId xmlns:a16="http://schemas.microsoft.com/office/drawing/2014/main" id="{12AB30C7-6B28-4495-A2C9-22A57BE7DEC6}"/>
              </a:ext>
            </a:extLst>
          </p:cNvPr>
          <p:cNvSpPr>
            <a:spLocks xmlns:a="http://schemas.openxmlformats.org/drawingml/2006/main" noGrp="1"/>
          </p:cNvSpPr>
          <p:nvPr/>
        </p:nvSpPr>
        <p:spPr>
          <a:xfrm xmlns:a="http://schemas.openxmlformats.org/drawingml/2006/main">
            <a:off x="8353425" y="3622929"/>
            <a:ext cx="3276600" cy="3177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02B49"/>
                </a:solidFill>
                <a:latin typeface="Segoe UI"/>
                <a:ea typeface="Segoe UI"/>
                <a:cs typeface="Segoe UI"/>
              </a:defRPr>
            </a:defPPr>
          </a:lstStyle>
          <a:p xmlns:a="http://schemas.openxmlformats.org/drawingml/2006/main">
            <a:pPr algn="l">
              <a:defRPr sz="1725" b="0">
                <a:solidFill>
                  <a:srgbClr val="102B49"/>
                </a:solidFill>
                <a:latin typeface="Segoe UI"/>
                <a:ea typeface="Segoe UI"/>
                <a:cs typeface="Segoe UI"/>
              </a:defRPr>
            </a:pPr>
            <a:r>
              <a:rPr sz="1725" b="0">
                <a:solidFill>
                  <a:srgbClr val="102B49"/>
                </a:solidFill>
                <a:latin typeface="Segoe UI"/>
                <a:ea typeface="Segoe UI"/>
                <a:cs typeface="Segoe UI"/>
              </a:rPr>
              <a:t>Onsite wastewater treatment</a:t>
            </a:r>
          </a:p>
        </p:txBody>
      </p:sp>
      <p:sp>
        <p:nvSpPr>
          <p:cNvPr id="47" name="profile-125">
            <a:extLst xmlns:a="http://schemas.openxmlformats.org/drawingml/2006/main">
              <a:ext uri="{FF2B5EF4-FFF2-40B4-BE49-F238E27FC236}">
                <a16:creationId xmlns:a16="http://schemas.microsoft.com/office/drawing/2014/main" id="{1B40C33B-FE98-442E-90D5-3C76ADA30E87}"/>
              </a:ext>
            </a:extLst>
          </p:cNvPr>
          <p:cNvSpPr>
            <a:spLocks xmlns:a="http://schemas.openxmlformats.org/drawingml/2006/main" noGrp="1"/>
          </p:cNvSpPr>
          <p:nvPr/>
        </p:nvSpPr>
        <p:spPr>
          <a:xfrm xmlns:a="http://schemas.openxmlformats.org/drawingml/2006/main">
            <a:off x="8353425" y="3912108"/>
            <a:ext cx="3276600" cy="3177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02B49"/>
                </a:solidFill>
                <a:latin typeface="Segoe UI"/>
                <a:ea typeface="Segoe UI"/>
                <a:cs typeface="Segoe UI"/>
              </a:defRPr>
            </a:defPPr>
          </a:lstStyle>
          <a:p xmlns:a="http://schemas.openxmlformats.org/drawingml/2006/main">
            <a:pPr algn="l">
              <a:defRPr sz="1725" b="0">
                <a:solidFill>
                  <a:srgbClr val="102B49"/>
                </a:solidFill>
                <a:latin typeface="Segoe UI"/>
                <a:ea typeface="Segoe UI"/>
                <a:cs typeface="Segoe UI"/>
              </a:defRPr>
            </a:pPr>
            <a:r>
              <a:rPr sz="1725" b="0">
                <a:solidFill>
                  <a:srgbClr val="102B49"/>
                </a:solidFill>
                <a:latin typeface="Segoe UI"/>
                <a:ea typeface="Segoe UI"/>
                <a:cs typeface="Segoe UI"/>
              </a:rPr>
              <a:t>systems</a:t>
            </a:r>
          </a:p>
        </p:txBody>
      </p:sp>
    </p:spTree>
    <p:extLst>
      <p:ext uri="{BB962C8B-B14F-4D97-AF65-F5344CB8AC3E}">
        <p14:creationId xmlns:p14="http://schemas.microsoft.com/office/powerpoint/2010/main" val="120206521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profile-126">
            <a:extLst xmlns:a="http://schemas.openxmlformats.org/drawingml/2006/main">
              <a:ext uri="{FF2B5EF4-FFF2-40B4-BE49-F238E27FC236}">
                <a16:creationId xmlns:a16="http://schemas.microsoft.com/office/drawing/2014/main" id="{BED97D41-0BF4-439D-AC96-374D4170181A}"/>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127">
            <a:extLst xmlns:a="http://schemas.openxmlformats.org/drawingml/2006/main">
              <a:ext uri="{FF2B5EF4-FFF2-40B4-BE49-F238E27FC236}">
                <a16:creationId xmlns:a16="http://schemas.microsoft.com/office/drawing/2014/main" id="{D529862E-815C-4A00-A42A-2376FBE5F772}"/>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89D9D36B-4060-4C0D-8879-AD982FA08AD7}"/>
              </a:ext>
            </a:extLst>
          </p:cNvPr>
          <p:cNvPicPr>
            <a:picLocks xmlns:a="http://schemas.openxmlformats.org/drawingml/2006/main" noChangeAspect="1"/>
          </p:cNvPicPr>
          <p:nvPr/>
        </p:nvPicPr>
        <p:blipFill>
          <a:blip xmlns:r="http://schemas.openxmlformats.org/officeDocument/2006/relationships" xmlns:a="http://schemas.openxmlformats.org/drawingml/2006/main" r:embed="R03f1098a8b2247e9"/>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128">
            <a:extLst xmlns:a="http://schemas.openxmlformats.org/drawingml/2006/main">
              <a:ext uri="{FF2B5EF4-FFF2-40B4-BE49-F238E27FC236}">
                <a16:creationId xmlns:a16="http://schemas.microsoft.com/office/drawing/2014/main" id="{71A570C5-9A78-454D-8C7F-E31D07C306F8}"/>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129">
            <a:extLst xmlns:a="http://schemas.openxmlformats.org/drawingml/2006/main">
              <a:ext uri="{FF2B5EF4-FFF2-40B4-BE49-F238E27FC236}">
                <a16:creationId xmlns:a16="http://schemas.microsoft.com/office/drawing/2014/main" id="{60FDBEB0-BAD9-41E0-A87A-7B30BF4A0AC6}"/>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and Pest Management Services OPC</a:t>
            </a:r>
          </a:p>
        </p:txBody>
      </p:sp>
      <p:sp>
        <p:nvSpPr>
          <p:cNvPr id="6" name="profile-130">
            <a:extLst xmlns:a="http://schemas.openxmlformats.org/drawingml/2006/main">
              <a:ext uri="{FF2B5EF4-FFF2-40B4-BE49-F238E27FC236}">
                <a16:creationId xmlns:a16="http://schemas.microsoft.com/office/drawing/2014/main" id="{5EFE3B39-8FD0-4BD6-9681-6E991CF2FEA1}"/>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Globe 0917 671 6383   |   Smart 0939 245 6217</a:t>
            </a:r>
          </a:p>
        </p:txBody>
      </p:sp>
      <p:sp>
        <p:nvSpPr>
          <p:cNvPr id="7" name="profile-131">
            <a:extLst xmlns:a="http://schemas.openxmlformats.org/drawingml/2006/main">
              <a:ext uri="{FF2B5EF4-FFF2-40B4-BE49-F238E27FC236}">
                <a16:creationId xmlns:a16="http://schemas.microsoft.com/office/drawing/2014/main" id="{7A74C0DB-C398-47A5-9ED8-E9D43B693C93}"/>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132">
            <a:extLst xmlns:a="http://schemas.openxmlformats.org/drawingml/2006/main">
              <a:ext uri="{FF2B5EF4-FFF2-40B4-BE49-F238E27FC236}">
                <a16:creationId xmlns:a16="http://schemas.microsoft.com/office/drawing/2014/main" id="{B57DE757-E4BD-4D39-8542-BC95BD4BEF40}"/>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TO FOLLOW</a:t>
            </a:r>
          </a:p>
        </p:txBody>
      </p:sp>
      <p:sp>
        <p:nvSpPr>
          <p:cNvPr id="9" name="profile-133">
            <a:extLst xmlns:a="http://schemas.openxmlformats.org/drawingml/2006/main">
              <a:ext uri="{FF2B5EF4-FFF2-40B4-BE49-F238E27FC236}">
                <a16:creationId xmlns:a16="http://schemas.microsoft.com/office/drawing/2014/main" id="{42D1337C-095F-41FD-9C74-BABFA383D765}"/>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134">
            <a:extLst xmlns:a="http://schemas.openxmlformats.org/drawingml/2006/main">
              <a:ext uri="{FF2B5EF4-FFF2-40B4-BE49-F238E27FC236}">
                <a16:creationId xmlns:a16="http://schemas.microsoft.com/office/drawing/2014/main" id="{C7BD2AAC-A403-4759-BC28-2D306BB6B114}"/>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135">
            <a:extLst xmlns:a="http://schemas.openxmlformats.org/drawingml/2006/main">
              <a:ext uri="{FF2B5EF4-FFF2-40B4-BE49-F238E27FC236}">
                <a16:creationId xmlns:a16="http://schemas.microsoft.com/office/drawing/2014/main" id="{09BF462A-F1AE-4635-860F-4B5063EF2479}"/>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136">
            <a:extLst xmlns:a="http://schemas.openxmlformats.org/drawingml/2006/main">
              <a:ext uri="{FF2B5EF4-FFF2-40B4-BE49-F238E27FC236}">
                <a16:creationId xmlns:a16="http://schemas.microsoft.com/office/drawing/2014/main" id="{25F62604-5171-426A-B6CF-2BEBE0B507FA}"/>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137">
            <a:extLst xmlns:a="http://schemas.openxmlformats.org/drawingml/2006/main">
              <a:ext uri="{FF2B5EF4-FFF2-40B4-BE49-F238E27FC236}">
                <a16:creationId xmlns:a16="http://schemas.microsoft.com/office/drawing/2014/main" id="{60D3898C-59E8-4ADE-AF82-E3438865F997}"/>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138">
            <a:extLst xmlns:a="http://schemas.openxmlformats.org/drawingml/2006/main">
              <a:ext uri="{FF2B5EF4-FFF2-40B4-BE49-F238E27FC236}">
                <a16:creationId xmlns:a16="http://schemas.microsoft.com/office/drawing/2014/main" id="{D66A5ED8-D832-40BE-9F25-40690D1C1FD6}"/>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139">
            <a:extLst xmlns:a="http://schemas.openxmlformats.org/drawingml/2006/main">
              <a:ext uri="{FF2B5EF4-FFF2-40B4-BE49-F238E27FC236}">
                <a16:creationId xmlns:a16="http://schemas.microsoft.com/office/drawing/2014/main" id="{9C62FA3B-3650-49B6-9B25-34AE97A043B0}"/>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05</a:t>
            </a:r>
          </a:p>
        </p:txBody>
      </p:sp>
      <p:sp>
        <p:nvSpPr>
          <p:cNvPr id="16" name="profile-140">
            <a:extLst xmlns:a="http://schemas.openxmlformats.org/drawingml/2006/main">
              <a:ext uri="{FF2B5EF4-FFF2-40B4-BE49-F238E27FC236}">
                <a16:creationId xmlns:a16="http://schemas.microsoft.com/office/drawing/2014/main" id="{FBA7EB0F-31E5-4D5D-ACEF-267869386EBC}"/>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Selected clients and service experience</a:t>
            </a:r>
          </a:p>
        </p:txBody>
      </p:sp>
      <p:sp>
        <p:nvSpPr>
          <p:cNvPr id="17" name="profile-141">
            <a:extLst xmlns:a="http://schemas.openxmlformats.org/drawingml/2006/main">
              <a:ext uri="{FF2B5EF4-FFF2-40B4-BE49-F238E27FC236}">
                <a16:creationId xmlns:a16="http://schemas.microsoft.com/office/drawing/2014/main" id="{C619E12C-CC0B-4314-846F-A13C4D5313CF}"/>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142">
            <a:extLst xmlns:a="http://schemas.openxmlformats.org/drawingml/2006/main">
              <a:ext uri="{FF2B5EF4-FFF2-40B4-BE49-F238E27FC236}">
                <a16:creationId xmlns:a16="http://schemas.microsoft.com/office/drawing/2014/main" id="{4B38D97B-3784-4B6C-860D-9DFC15D098AB}"/>
              </a:ext>
            </a:extLst>
          </p:cNvPr>
          <p:cNvSpPr>
            <a:spLocks xmlns:a="http://schemas.openxmlformats.org/drawingml/2006/main" noGrp="1"/>
          </p:cNvSpPr>
          <p:nvPr/>
        </p:nvSpPr>
        <p:spPr>
          <a:xfrm xmlns:a="http://schemas.openxmlformats.org/drawingml/2006/main">
            <a:off x="400050" y="2114550"/>
            <a:ext cx="1128712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456079"/>
                </a:solidFill>
                <a:latin typeface="Segoe UI"/>
                <a:ea typeface="Segoe UI"/>
                <a:cs typeface="Segoe UI"/>
              </a:defRPr>
            </a:defPPr>
          </a:lstStyle>
          <a:p xmlns:a="http://schemas.openxmlformats.org/drawingml/2006/main">
            <a:pPr algn="l">
              <a:defRPr sz="1500" b="0">
                <a:solidFill>
                  <a:srgbClr val="456079"/>
                </a:solidFill>
                <a:latin typeface="Segoe UI"/>
                <a:ea typeface="Segoe UI"/>
                <a:cs typeface="Segoe UI"/>
              </a:defRPr>
            </a:pPr>
            <a:r>
              <a:rPr sz="1500" b="0">
                <a:solidFill>
                  <a:srgbClr val="456079"/>
                </a:solidFill>
                <a:latin typeface="Segoe UI"/>
                <a:ea typeface="Segoe UI"/>
                <a:cs typeface="Segoe UI"/>
              </a:rPr>
              <a:t>Property, industrial and business clients</a:t>
            </a:r>
          </a:p>
        </p:txBody>
      </p:sp>
      <p:pic>
        <p:nvPicPr>
          <p:cNvPr id="19" name="">
            <a:extLst xmlns:a="http://schemas.openxmlformats.org/drawingml/2006/main">
              <a:ext uri="{FF2B5EF4-FFF2-40B4-BE49-F238E27FC236}">
                <a16:creationId xmlns:a16="http://schemas.microsoft.com/office/drawing/2014/main" id="{C5EF69B0-180B-4068-91CB-724A4DECEA14}"/>
              </a:ext>
            </a:extLst>
          </p:cNvPr>
          <p:cNvPicPr>
            <a:picLocks xmlns:a="http://schemas.openxmlformats.org/drawingml/2006/main" noChangeAspect="1"/>
          </p:cNvPicPr>
          <p:nvPr/>
        </p:nvPicPr>
        <p:blipFill>
          <a:blip xmlns:r="http://schemas.openxmlformats.org/officeDocument/2006/relationships" xmlns:a="http://schemas.openxmlformats.org/drawingml/2006/main" r:embed="R7118bd5363ec4f7b"/>
          <a:srcRect xmlns:a="http://schemas.openxmlformats.org/drawingml/2006/main" l="0" t="148" r="0" b="148"/>
          <a:stretch xmlns:a="http://schemas.openxmlformats.org/drawingml/2006/main">
            <a:fillRect l="0" t="0" r="0" b="0"/>
          </a:stretch>
        </p:blipFill>
        <p:spPr>
          <a:xfrm xmlns:a="http://schemas.openxmlformats.org/drawingml/2006/main">
            <a:off x="609600" y="2571750"/>
            <a:ext cx="3105150" cy="638175"/>
          </a:xfrm>
          <a:prstGeom xmlns:a="http://schemas.openxmlformats.org/drawingml/2006/main" prst="rect">
            <a:avLst/>
          </a:prstGeom>
        </p:spPr>
      </p:pic>
      <p:sp>
        <p:nvSpPr>
          <p:cNvPr id="20" name="profile-143">
            <a:extLst xmlns:a="http://schemas.openxmlformats.org/drawingml/2006/main">
              <a:ext uri="{FF2B5EF4-FFF2-40B4-BE49-F238E27FC236}">
                <a16:creationId xmlns:a16="http://schemas.microsoft.com/office/drawing/2014/main" id="{50D04F8E-61B4-4F93-89F7-986047421386}"/>
              </a:ext>
            </a:extLst>
          </p:cNvPr>
          <p:cNvSpPr>
            <a:spLocks xmlns:a="http://schemas.openxmlformats.org/drawingml/2006/main" noGrp="1"/>
          </p:cNvSpPr>
          <p:nvPr/>
        </p:nvSpPr>
        <p:spPr>
          <a:xfrm xmlns:a="http://schemas.openxmlformats.org/drawingml/2006/main">
            <a:off x="609600" y="3295650"/>
            <a:ext cx="3295650" cy="242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0E2C5E"/>
                </a:solidFill>
                <a:latin typeface="Segoe UI"/>
                <a:ea typeface="Segoe UI"/>
                <a:cs typeface="Segoe UI"/>
              </a:defRPr>
            </a:defPPr>
          </a:lstStyle>
          <a:p xmlns:a="http://schemas.openxmlformats.org/drawingml/2006/main">
            <a:pPr algn="l">
              <a:defRPr sz="1275" b="1">
                <a:solidFill>
                  <a:srgbClr val="0E2C5E"/>
                </a:solidFill>
                <a:latin typeface="Segoe UI"/>
                <a:ea typeface="Segoe UI"/>
                <a:cs typeface="Segoe UI"/>
              </a:defRPr>
            </a:pPr>
            <a:r>
              <a:rPr sz="1275" b="1">
                <a:solidFill>
                  <a:srgbClr val="0E2C5E"/>
                </a:solidFill>
                <a:latin typeface="Segoe UI"/>
                <a:ea typeface="Segoe UI"/>
                <a:cs typeface="Segoe UI"/>
              </a:rPr>
              <a:t>Ayala Land</a:t>
            </a:r>
          </a:p>
        </p:txBody>
      </p:sp>
      <p:pic>
        <p:nvPicPr>
          <p:cNvPr id="21" name="">
            <a:extLst xmlns:a="http://schemas.openxmlformats.org/drawingml/2006/main">
              <a:ext uri="{FF2B5EF4-FFF2-40B4-BE49-F238E27FC236}">
                <a16:creationId xmlns:a16="http://schemas.microsoft.com/office/drawing/2014/main" id="{E1937877-1DB8-4897-BE43-FF80BFAA647B}"/>
              </a:ext>
            </a:extLst>
          </p:cNvPr>
          <p:cNvPicPr>
            <a:picLocks xmlns:a="http://schemas.openxmlformats.org/drawingml/2006/main" noChangeAspect="1"/>
          </p:cNvPicPr>
          <p:nvPr/>
        </p:nvPicPr>
        <p:blipFill>
          <a:blip xmlns:r="http://schemas.openxmlformats.org/officeDocument/2006/relationships" xmlns:a="http://schemas.openxmlformats.org/drawingml/2006/main" r:embed="Rb90c98ee43194eb0"/>
          <a:srcRect xmlns:a="http://schemas.openxmlformats.org/drawingml/2006/main" l="0" t="148" r="0" b="148"/>
          <a:stretch xmlns:a="http://schemas.openxmlformats.org/drawingml/2006/main">
            <a:fillRect l="0" t="0" r="0" b="0"/>
          </a:stretch>
        </p:blipFill>
        <p:spPr>
          <a:xfrm xmlns:a="http://schemas.openxmlformats.org/drawingml/2006/main">
            <a:off x="4419600" y="2571750"/>
            <a:ext cx="3105150" cy="638175"/>
          </a:xfrm>
          <a:prstGeom xmlns:a="http://schemas.openxmlformats.org/drawingml/2006/main" prst="rect">
            <a:avLst/>
          </a:prstGeom>
        </p:spPr>
      </p:pic>
      <p:sp>
        <p:nvSpPr>
          <p:cNvPr id="22" name="profile-144">
            <a:extLst xmlns:a="http://schemas.openxmlformats.org/drawingml/2006/main">
              <a:ext uri="{FF2B5EF4-FFF2-40B4-BE49-F238E27FC236}">
                <a16:creationId xmlns:a16="http://schemas.microsoft.com/office/drawing/2014/main" id="{625C705F-ACAD-45BD-B848-E7B432710456}"/>
              </a:ext>
            </a:extLst>
          </p:cNvPr>
          <p:cNvSpPr>
            <a:spLocks xmlns:a="http://schemas.openxmlformats.org/drawingml/2006/main" noGrp="1"/>
          </p:cNvSpPr>
          <p:nvPr/>
        </p:nvSpPr>
        <p:spPr>
          <a:xfrm xmlns:a="http://schemas.openxmlformats.org/drawingml/2006/main">
            <a:off x="4419600" y="3295650"/>
            <a:ext cx="3295650" cy="242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0E2C5E"/>
                </a:solidFill>
                <a:latin typeface="Segoe UI"/>
                <a:ea typeface="Segoe UI"/>
                <a:cs typeface="Segoe UI"/>
              </a:defRPr>
            </a:defPPr>
          </a:lstStyle>
          <a:p xmlns:a="http://schemas.openxmlformats.org/drawingml/2006/main">
            <a:pPr algn="l">
              <a:defRPr sz="1275" b="1">
                <a:solidFill>
                  <a:srgbClr val="0E2C5E"/>
                </a:solidFill>
                <a:latin typeface="Segoe UI"/>
                <a:ea typeface="Segoe UI"/>
                <a:cs typeface="Segoe UI"/>
              </a:defRPr>
            </a:pPr>
            <a:r>
              <a:rPr sz="1275" b="1">
                <a:solidFill>
                  <a:srgbClr val="0E2C5E"/>
                </a:solidFill>
                <a:latin typeface="Segoe UI"/>
                <a:ea typeface="Segoe UI"/>
                <a:cs typeface="Segoe UI"/>
              </a:rPr>
              <a:t>Avida Land</a:t>
            </a:r>
          </a:p>
        </p:txBody>
      </p:sp>
      <p:pic>
        <p:nvPicPr>
          <p:cNvPr id="23" name="">
            <a:extLst xmlns:a="http://schemas.openxmlformats.org/drawingml/2006/main">
              <a:ext uri="{FF2B5EF4-FFF2-40B4-BE49-F238E27FC236}">
                <a16:creationId xmlns:a16="http://schemas.microsoft.com/office/drawing/2014/main" id="{1806AB13-B854-4A73-AD96-4E57AFED0B98}"/>
              </a:ext>
            </a:extLst>
          </p:cNvPr>
          <p:cNvPicPr>
            <a:picLocks xmlns:a="http://schemas.openxmlformats.org/drawingml/2006/main" noChangeAspect="1"/>
          </p:cNvPicPr>
          <p:nvPr/>
        </p:nvPicPr>
        <p:blipFill>
          <a:blip xmlns:r="http://schemas.openxmlformats.org/officeDocument/2006/relationships" xmlns:a="http://schemas.openxmlformats.org/drawingml/2006/main" r:embed="Rcee3ef41a2e3437b"/>
          <a:srcRect xmlns:a="http://schemas.openxmlformats.org/drawingml/2006/main" l="0" t="148" r="0" b="148"/>
          <a:stretch xmlns:a="http://schemas.openxmlformats.org/drawingml/2006/main">
            <a:fillRect l="0" t="0" r="0" b="0"/>
          </a:stretch>
        </p:blipFill>
        <p:spPr>
          <a:xfrm xmlns:a="http://schemas.openxmlformats.org/drawingml/2006/main">
            <a:off x="8229600" y="2571750"/>
            <a:ext cx="3105150" cy="638175"/>
          </a:xfrm>
          <a:prstGeom xmlns:a="http://schemas.openxmlformats.org/drawingml/2006/main" prst="rect">
            <a:avLst/>
          </a:prstGeom>
        </p:spPr>
      </p:pic>
      <p:sp>
        <p:nvSpPr>
          <p:cNvPr id="24" name="profile-145">
            <a:extLst xmlns:a="http://schemas.openxmlformats.org/drawingml/2006/main">
              <a:ext uri="{FF2B5EF4-FFF2-40B4-BE49-F238E27FC236}">
                <a16:creationId xmlns:a16="http://schemas.microsoft.com/office/drawing/2014/main" id="{62CF783E-2240-4429-8F34-0E197FB32C65}"/>
              </a:ext>
            </a:extLst>
          </p:cNvPr>
          <p:cNvSpPr>
            <a:spLocks xmlns:a="http://schemas.openxmlformats.org/drawingml/2006/main" noGrp="1"/>
          </p:cNvSpPr>
          <p:nvPr/>
        </p:nvSpPr>
        <p:spPr>
          <a:xfrm xmlns:a="http://schemas.openxmlformats.org/drawingml/2006/main">
            <a:off x="8229600" y="3295650"/>
            <a:ext cx="3295650" cy="242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0E2C5E"/>
                </a:solidFill>
                <a:latin typeface="Segoe UI"/>
                <a:ea typeface="Segoe UI"/>
                <a:cs typeface="Segoe UI"/>
              </a:defRPr>
            </a:defPPr>
          </a:lstStyle>
          <a:p xmlns:a="http://schemas.openxmlformats.org/drawingml/2006/main">
            <a:pPr algn="l">
              <a:defRPr sz="1275" b="1">
                <a:solidFill>
                  <a:srgbClr val="0E2C5E"/>
                </a:solidFill>
                <a:latin typeface="Segoe UI"/>
                <a:ea typeface="Segoe UI"/>
                <a:cs typeface="Segoe UI"/>
              </a:defRPr>
            </a:pPr>
            <a:r>
              <a:rPr sz="1275" b="1">
                <a:solidFill>
                  <a:srgbClr val="0E2C5E"/>
                </a:solidFill>
                <a:latin typeface="Segoe UI"/>
                <a:ea typeface="Segoe UI"/>
                <a:cs typeface="Segoe UI"/>
              </a:rPr>
              <a:t>Toyota</a:t>
            </a:r>
          </a:p>
        </p:txBody>
      </p:sp>
      <p:sp>
        <p:nvSpPr>
          <p:cNvPr id="25" name="profile-146">
            <a:extLst xmlns:a="http://schemas.openxmlformats.org/drawingml/2006/main">
              <a:ext uri="{FF2B5EF4-FFF2-40B4-BE49-F238E27FC236}">
                <a16:creationId xmlns:a16="http://schemas.microsoft.com/office/drawing/2014/main" id="{716C76F5-6142-4509-B99F-625F64FD955B}"/>
              </a:ext>
            </a:extLst>
          </p:cNvPr>
          <p:cNvSpPr>
            <a:spLocks xmlns:a="http://schemas.openxmlformats.org/drawingml/2006/main" noGrp="1"/>
          </p:cNvSpPr>
          <p:nvPr/>
        </p:nvSpPr>
        <p:spPr>
          <a:xfrm xmlns:a="http://schemas.openxmlformats.org/drawingml/2006/main">
            <a:off x="400050" y="3552825"/>
            <a:ext cx="3543300" cy="9525"/>
          </a:xfrm>
          <a:prstGeom xmlns:a="http://schemas.openxmlformats.org/drawingml/2006/main" prst="rect">
            <a:avLst/>
          </a:prstGeom>
          <a:solidFill xmlns:a="http://schemas.openxmlformats.org/drawingml/2006/main">
            <a:srgbClr val="D5E8F5"/>
          </a:solidFill>
          <a:ln xmlns:a="http://schemas.openxmlformats.org/drawingml/2006/main" w="0">
            <a:noFill/>
          </a:ln>
        </p:spPr>
      </p:sp>
      <p:pic>
        <p:nvPicPr>
          <p:cNvPr id="26" name="">
            <a:extLst xmlns:a="http://schemas.openxmlformats.org/drawingml/2006/main">
              <a:ext uri="{FF2B5EF4-FFF2-40B4-BE49-F238E27FC236}">
                <a16:creationId xmlns:a16="http://schemas.microsoft.com/office/drawing/2014/main" id="{B286854B-BBA0-4ED5-82FF-AF3EB9ED155E}"/>
              </a:ext>
            </a:extLst>
          </p:cNvPr>
          <p:cNvPicPr>
            <a:picLocks xmlns:a="http://schemas.openxmlformats.org/drawingml/2006/main" noChangeAspect="1"/>
          </p:cNvPicPr>
          <p:nvPr/>
        </p:nvPicPr>
        <p:blipFill>
          <a:blip xmlns:r="http://schemas.openxmlformats.org/officeDocument/2006/relationships" xmlns:a="http://schemas.openxmlformats.org/drawingml/2006/main" r:embed="R597af83ddad04359"/>
          <a:srcRect xmlns:a="http://schemas.openxmlformats.org/drawingml/2006/main" l="0" t="148" r="0" b="148"/>
          <a:stretch xmlns:a="http://schemas.openxmlformats.org/drawingml/2006/main">
            <a:fillRect l="0" t="0" r="0" b="0"/>
          </a:stretch>
        </p:blipFill>
        <p:spPr>
          <a:xfrm xmlns:a="http://schemas.openxmlformats.org/drawingml/2006/main">
            <a:off x="609600" y="3667125"/>
            <a:ext cx="3105150" cy="638175"/>
          </a:xfrm>
          <a:prstGeom xmlns:a="http://schemas.openxmlformats.org/drawingml/2006/main" prst="rect">
            <a:avLst/>
          </a:prstGeom>
        </p:spPr>
      </p:pic>
      <p:sp>
        <p:nvSpPr>
          <p:cNvPr id="27" name="profile-147">
            <a:extLst xmlns:a="http://schemas.openxmlformats.org/drawingml/2006/main">
              <a:ext uri="{FF2B5EF4-FFF2-40B4-BE49-F238E27FC236}">
                <a16:creationId xmlns:a16="http://schemas.microsoft.com/office/drawing/2014/main" id="{630B8A5A-1D51-4993-98AF-ED1C73BDC8EC}"/>
              </a:ext>
            </a:extLst>
          </p:cNvPr>
          <p:cNvSpPr>
            <a:spLocks xmlns:a="http://schemas.openxmlformats.org/drawingml/2006/main" noGrp="1"/>
          </p:cNvSpPr>
          <p:nvPr/>
        </p:nvSpPr>
        <p:spPr>
          <a:xfrm xmlns:a="http://schemas.openxmlformats.org/drawingml/2006/main">
            <a:off x="609600" y="4391025"/>
            <a:ext cx="3295650" cy="242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0E2C5E"/>
                </a:solidFill>
                <a:latin typeface="Segoe UI"/>
                <a:ea typeface="Segoe UI"/>
                <a:cs typeface="Segoe UI"/>
              </a:defRPr>
            </a:defPPr>
          </a:lstStyle>
          <a:p xmlns:a="http://schemas.openxmlformats.org/drawingml/2006/main">
            <a:pPr algn="l">
              <a:defRPr sz="1275" b="1">
                <a:solidFill>
                  <a:srgbClr val="0E2C5E"/>
                </a:solidFill>
                <a:latin typeface="Segoe UI"/>
                <a:ea typeface="Segoe UI"/>
                <a:cs typeface="Segoe UI"/>
              </a:defRPr>
            </a:pPr>
            <a:r>
              <a:rPr sz="1275" b="1">
                <a:solidFill>
                  <a:srgbClr val="0E2C5E"/>
                </a:solidFill>
                <a:latin typeface="Segoe UI"/>
                <a:ea typeface="Segoe UI"/>
                <a:cs typeface="Segoe UI"/>
              </a:rPr>
              <a:t>Eagle Cement</a:t>
            </a:r>
          </a:p>
        </p:txBody>
      </p:sp>
      <p:sp>
        <p:nvSpPr>
          <p:cNvPr id="28" name="profile-148">
            <a:extLst xmlns:a="http://schemas.openxmlformats.org/drawingml/2006/main">
              <a:ext uri="{FF2B5EF4-FFF2-40B4-BE49-F238E27FC236}">
                <a16:creationId xmlns:a16="http://schemas.microsoft.com/office/drawing/2014/main" id="{B08A4E44-1DC3-4ADC-B101-F0A06DD738EB}"/>
              </a:ext>
            </a:extLst>
          </p:cNvPr>
          <p:cNvSpPr>
            <a:spLocks xmlns:a="http://schemas.openxmlformats.org/drawingml/2006/main" noGrp="1"/>
          </p:cNvSpPr>
          <p:nvPr/>
        </p:nvSpPr>
        <p:spPr>
          <a:xfrm xmlns:a="http://schemas.openxmlformats.org/drawingml/2006/main">
            <a:off x="4210050" y="3552825"/>
            <a:ext cx="3543300" cy="9525"/>
          </a:xfrm>
          <a:prstGeom xmlns:a="http://schemas.openxmlformats.org/drawingml/2006/main" prst="rect">
            <a:avLst/>
          </a:prstGeom>
          <a:solidFill xmlns:a="http://schemas.openxmlformats.org/drawingml/2006/main">
            <a:srgbClr val="D5E8F5"/>
          </a:solidFill>
          <a:ln xmlns:a="http://schemas.openxmlformats.org/drawingml/2006/main" w="0">
            <a:noFill/>
          </a:ln>
        </p:spPr>
      </p:sp>
      <p:pic>
        <p:nvPicPr>
          <p:cNvPr id="29" name="">
            <a:extLst xmlns:a="http://schemas.openxmlformats.org/drawingml/2006/main">
              <a:ext uri="{FF2B5EF4-FFF2-40B4-BE49-F238E27FC236}">
                <a16:creationId xmlns:a16="http://schemas.microsoft.com/office/drawing/2014/main" id="{E705E870-94C7-4399-A657-B1AD578BB130}"/>
              </a:ext>
            </a:extLst>
          </p:cNvPr>
          <p:cNvPicPr>
            <a:picLocks xmlns:a="http://schemas.openxmlformats.org/drawingml/2006/main" noChangeAspect="1"/>
          </p:cNvPicPr>
          <p:nvPr/>
        </p:nvPicPr>
        <p:blipFill>
          <a:blip xmlns:r="http://schemas.openxmlformats.org/officeDocument/2006/relationships" xmlns:a="http://schemas.openxmlformats.org/drawingml/2006/main" r:embed="Rf1fe304a9cc0425f"/>
          <a:srcRect xmlns:a="http://schemas.openxmlformats.org/drawingml/2006/main" l="0" t="148" r="0" b="148"/>
          <a:stretch xmlns:a="http://schemas.openxmlformats.org/drawingml/2006/main">
            <a:fillRect l="0" t="0" r="0" b="0"/>
          </a:stretch>
        </p:blipFill>
        <p:spPr>
          <a:xfrm xmlns:a="http://schemas.openxmlformats.org/drawingml/2006/main">
            <a:off x="4419600" y="3667125"/>
            <a:ext cx="3105150" cy="638175"/>
          </a:xfrm>
          <a:prstGeom xmlns:a="http://schemas.openxmlformats.org/drawingml/2006/main" prst="rect">
            <a:avLst/>
          </a:prstGeom>
        </p:spPr>
      </p:pic>
      <p:sp>
        <p:nvSpPr>
          <p:cNvPr id="30" name="profile-149">
            <a:extLst xmlns:a="http://schemas.openxmlformats.org/drawingml/2006/main">
              <a:ext uri="{FF2B5EF4-FFF2-40B4-BE49-F238E27FC236}">
                <a16:creationId xmlns:a16="http://schemas.microsoft.com/office/drawing/2014/main" id="{DDD5A9FA-EE69-4ED3-B20D-A4CC1BBB1C26}"/>
              </a:ext>
            </a:extLst>
          </p:cNvPr>
          <p:cNvSpPr>
            <a:spLocks xmlns:a="http://schemas.openxmlformats.org/drawingml/2006/main" noGrp="1"/>
          </p:cNvSpPr>
          <p:nvPr/>
        </p:nvSpPr>
        <p:spPr>
          <a:xfrm xmlns:a="http://schemas.openxmlformats.org/drawingml/2006/main">
            <a:off x="4419600" y="4391025"/>
            <a:ext cx="3295650" cy="242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0E2C5E"/>
                </a:solidFill>
                <a:latin typeface="Segoe UI"/>
                <a:ea typeface="Segoe UI"/>
                <a:cs typeface="Segoe UI"/>
              </a:defRPr>
            </a:defPPr>
          </a:lstStyle>
          <a:p xmlns:a="http://schemas.openxmlformats.org/drawingml/2006/main">
            <a:pPr algn="l">
              <a:defRPr sz="1275" b="1">
                <a:solidFill>
                  <a:srgbClr val="0E2C5E"/>
                </a:solidFill>
                <a:latin typeface="Segoe UI"/>
                <a:ea typeface="Segoe UI"/>
                <a:cs typeface="Segoe UI"/>
              </a:defRPr>
            </a:pPr>
            <a:r>
              <a:rPr sz="1275" b="1">
                <a:solidFill>
                  <a:srgbClr val="0E2C5E"/>
                </a:solidFill>
                <a:latin typeface="Segoe UI"/>
                <a:ea typeface="Segoe UI"/>
                <a:cs typeface="Segoe UI"/>
              </a:rPr>
              <a:t>UNIQLO</a:t>
            </a:r>
          </a:p>
        </p:txBody>
      </p:sp>
      <p:sp>
        <p:nvSpPr>
          <p:cNvPr id="31" name="profile-150">
            <a:extLst xmlns:a="http://schemas.openxmlformats.org/drawingml/2006/main">
              <a:ext uri="{FF2B5EF4-FFF2-40B4-BE49-F238E27FC236}">
                <a16:creationId xmlns:a16="http://schemas.microsoft.com/office/drawing/2014/main" id="{9753CB07-F74A-4608-8A81-F5205750B4CF}"/>
              </a:ext>
            </a:extLst>
          </p:cNvPr>
          <p:cNvSpPr>
            <a:spLocks xmlns:a="http://schemas.openxmlformats.org/drawingml/2006/main" noGrp="1"/>
          </p:cNvSpPr>
          <p:nvPr/>
        </p:nvSpPr>
        <p:spPr>
          <a:xfrm xmlns:a="http://schemas.openxmlformats.org/drawingml/2006/main">
            <a:off x="8020050" y="3552825"/>
            <a:ext cx="3543300" cy="9525"/>
          </a:xfrm>
          <a:prstGeom xmlns:a="http://schemas.openxmlformats.org/drawingml/2006/main" prst="rect">
            <a:avLst/>
          </a:prstGeom>
          <a:solidFill xmlns:a="http://schemas.openxmlformats.org/drawingml/2006/main">
            <a:srgbClr val="D5E8F5"/>
          </a:solidFill>
          <a:ln xmlns:a="http://schemas.openxmlformats.org/drawingml/2006/main" w="0">
            <a:noFill/>
          </a:ln>
        </p:spPr>
      </p:sp>
      <p:pic>
        <p:nvPicPr>
          <p:cNvPr id="32" name="">
            <a:extLst xmlns:a="http://schemas.openxmlformats.org/drawingml/2006/main">
              <a:ext uri="{FF2B5EF4-FFF2-40B4-BE49-F238E27FC236}">
                <a16:creationId xmlns:a16="http://schemas.microsoft.com/office/drawing/2014/main" id="{04F0DE63-A23B-4E59-A607-95BB6868B3FE}"/>
              </a:ext>
            </a:extLst>
          </p:cNvPr>
          <p:cNvPicPr>
            <a:picLocks xmlns:a="http://schemas.openxmlformats.org/drawingml/2006/main" noChangeAspect="1"/>
          </p:cNvPicPr>
          <p:nvPr/>
        </p:nvPicPr>
        <p:blipFill>
          <a:blip xmlns:r="http://schemas.openxmlformats.org/officeDocument/2006/relationships" xmlns:a="http://schemas.openxmlformats.org/drawingml/2006/main" r:embed="Rd5402c563bd4419e"/>
          <a:srcRect xmlns:a="http://schemas.openxmlformats.org/drawingml/2006/main" l="0" t="148" r="0" b="148"/>
          <a:stretch xmlns:a="http://schemas.openxmlformats.org/drawingml/2006/main">
            <a:fillRect l="0" t="0" r="0" b="0"/>
          </a:stretch>
        </p:blipFill>
        <p:spPr>
          <a:xfrm xmlns:a="http://schemas.openxmlformats.org/drawingml/2006/main">
            <a:off x="8229600" y="3667125"/>
            <a:ext cx="3105150" cy="638175"/>
          </a:xfrm>
          <a:prstGeom xmlns:a="http://schemas.openxmlformats.org/drawingml/2006/main" prst="rect">
            <a:avLst/>
          </a:prstGeom>
        </p:spPr>
      </p:pic>
      <p:sp>
        <p:nvSpPr>
          <p:cNvPr id="33" name="profile-151">
            <a:extLst xmlns:a="http://schemas.openxmlformats.org/drawingml/2006/main">
              <a:ext uri="{FF2B5EF4-FFF2-40B4-BE49-F238E27FC236}">
                <a16:creationId xmlns:a16="http://schemas.microsoft.com/office/drawing/2014/main" id="{83181C6E-E626-4D54-9EDF-2B326B4303FC}"/>
              </a:ext>
            </a:extLst>
          </p:cNvPr>
          <p:cNvSpPr>
            <a:spLocks xmlns:a="http://schemas.openxmlformats.org/drawingml/2006/main" noGrp="1"/>
          </p:cNvSpPr>
          <p:nvPr/>
        </p:nvSpPr>
        <p:spPr>
          <a:xfrm xmlns:a="http://schemas.openxmlformats.org/drawingml/2006/main">
            <a:off x="8229600" y="4391025"/>
            <a:ext cx="3295650" cy="242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0E2C5E"/>
                </a:solidFill>
                <a:latin typeface="Segoe UI"/>
                <a:ea typeface="Segoe UI"/>
                <a:cs typeface="Segoe UI"/>
              </a:defRPr>
            </a:defPPr>
          </a:lstStyle>
          <a:p xmlns:a="http://schemas.openxmlformats.org/drawingml/2006/main">
            <a:pPr algn="l">
              <a:defRPr sz="1275" b="1">
                <a:solidFill>
                  <a:srgbClr val="0E2C5E"/>
                </a:solidFill>
                <a:latin typeface="Segoe UI"/>
                <a:ea typeface="Segoe UI"/>
                <a:cs typeface="Segoe UI"/>
              </a:defRPr>
            </a:pPr>
            <a:r>
              <a:rPr sz="1275" b="1">
                <a:solidFill>
                  <a:srgbClr val="0E2C5E"/>
                </a:solidFill>
                <a:latin typeface="Segoe UI"/>
                <a:ea typeface="Segoe UI"/>
                <a:cs typeface="Segoe UI"/>
              </a:rPr>
              <a:t>Starmall</a:t>
            </a:r>
          </a:p>
        </p:txBody>
      </p:sp>
      <p:sp>
        <p:nvSpPr>
          <p:cNvPr id="34" name="profile-152">
            <a:extLst xmlns:a="http://schemas.openxmlformats.org/drawingml/2006/main">
              <a:ext uri="{FF2B5EF4-FFF2-40B4-BE49-F238E27FC236}">
                <a16:creationId xmlns:a16="http://schemas.microsoft.com/office/drawing/2014/main" id="{BFD6514E-11DA-4DDD-BE70-A9799166C549}"/>
              </a:ext>
            </a:extLst>
          </p:cNvPr>
          <p:cNvSpPr>
            <a:spLocks xmlns:a="http://schemas.openxmlformats.org/drawingml/2006/main" noGrp="1"/>
          </p:cNvSpPr>
          <p:nvPr/>
        </p:nvSpPr>
        <p:spPr>
          <a:xfrm xmlns:a="http://schemas.openxmlformats.org/drawingml/2006/main">
            <a:off x="400050" y="4648200"/>
            <a:ext cx="3543300" cy="9525"/>
          </a:xfrm>
          <a:prstGeom xmlns:a="http://schemas.openxmlformats.org/drawingml/2006/main" prst="rect">
            <a:avLst/>
          </a:prstGeom>
          <a:solidFill xmlns:a="http://schemas.openxmlformats.org/drawingml/2006/main">
            <a:srgbClr val="D5E8F5"/>
          </a:solidFill>
          <a:ln xmlns:a="http://schemas.openxmlformats.org/drawingml/2006/main" w="0">
            <a:noFill/>
          </a:ln>
        </p:spPr>
      </p:sp>
      <p:pic>
        <p:nvPicPr>
          <p:cNvPr id="35" name="">
            <a:extLst xmlns:a="http://schemas.openxmlformats.org/drawingml/2006/main">
              <a:ext uri="{FF2B5EF4-FFF2-40B4-BE49-F238E27FC236}">
                <a16:creationId xmlns:a16="http://schemas.microsoft.com/office/drawing/2014/main" id="{FB8F8C49-38C0-4383-A1C2-4799820F605B}"/>
              </a:ext>
            </a:extLst>
          </p:cNvPr>
          <p:cNvPicPr>
            <a:picLocks xmlns:a="http://schemas.openxmlformats.org/drawingml/2006/main" noChangeAspect="1"/>
          </p:cNvPicPr>
          <p:nvPr/>
        </p:nvPicPr>
        <p:blipFill>
          <a:blip xmlns:r="http://schemas.openxmlformats.org/officeDocument/2006/relationships" xmlns:a="http://schemas.openxmlformats.org/drawingml/2006/main" r:embed="R932648c050e545f8"/>
          <a:srcRect xmlns:a="http://schemas.openxmlformats.org/drawingml/2006/main" l="0" t="148" r="0" b="148"/>
          <a:stretch xmlns:a="http://schemas.openxmlformats.org/drawingml/2006/main">
            <a:fillRect l="0" t="0" r="0" b="0"/>
          </a:stretch>
        </p:blipFill>
        <p:spPr>
          <a:xfrm xmlns:a="http://schemas.openxmlformats.org/drawingml/2006/main">
            <a:off x="609600" y="4762500"/>
            <a:ext cx="3105150" cy="638175"/>
          </a:xfrm>
          <a:prstGeom xmlns:a="http://schemas.openxmlformats.org/drawingml/2006/main" prst="rect">
            <a:avLst/>
          </a:prstGeom>
        </p:spPr>
      </p:pic>
      <p:sp>
        <p:nvSpPr>
          <p:cNvPr id="36" name="profile-153">
            <a:extLst xmlns:a="http://schemas.openxmlformats.org/drawingml/2006/main">
              <a:ext uri="{FF2B5EF4-FFF2-40B4-BE49-F238E27FC236}">
                <a16:creationId xmlns:a16="http://schemas.microsoft.com/office/drawing/2014/main" id="{CFD68984-C4E8-458E-BA0F-FE357D0C6791}"/>
              </a:ext>
            </a:extLst>
          </p:cNvPr>
          <p:cNvSpPr>
            <a:spLocks xmlns:a="http://schemas.openxmlformats.org/drawingml/2006/main" noGrp="1"/>
          </p:cNvSpPr>
          <p:nvPr/>
        </p:nvSpPr>
        <p:spPr>
          <a:xfrm xmlns:a="http://schemas.openxmlformats.org/drawingml/2006/main">
            <a:off x="609600" y="5486400"/>
            <a:ext cx="3295650" cy="242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0E2C5E"/>
                </a:solidFill>
                <a:latin typeface="Segoe UI"/>
                <a:ea typeface="Segoe UI"/>
                <a:cs typeface="Segoe UI"/>
              </a:defRPr>
            </a:defPPr>
          </a:lstStyle>
          <a:p xmlns:a="http://schemas.openxmlformats.org/drawingml/2006/main">
            <a:pPr algn="l">
              <a:defRPr sz="1275" b="1">
                <a:solidFill>
                  <a:srgbClr val="0E2C5E"/>
                </a:solidFill>
                <a:latin typeface="Segoe UI"/>
                <a:ea typeface="Segoe UI"/>
                <a:cs typeface="Segoe UI"/>
              </a:defRPr>
            </a:pPr>
            <a:r>
              <a:rPr sz="1275" b="1">
                <a:solidFill>
                  <a:srgbClr val="0E2C5E"/>
                </a:solidFill>
                <a:latin typeface="Segoe UI"/>
                <a:ea typeface="Segoe UI"/>
                <a:cs typeface="Segoe UI"/>
              </a:rPr>
              <a:t>Hotel Sogo</a:t>
            </a:r>
          </a:p>
        </p:txBody>
      </p:sp>
      <p:sp>
        <p:nvSpPr>
          <p:cNvPr id="37" name="profile-154">
            <a:extLst xmlns:a="http://schemas.openxmlformats.org/drawingml/2006/main">
              <a:ext uri="{FF2B5EF4-FFF2-40B4-BE49-F238E27FC236}">
                <a16:creationId xmlns:a16="http://schemas.microsoft.com/office/drawing/2014/main" id="{975A631A-9100-4E5A-A908-70D34C59FDD1}"/>
              </a:ext>
            </a:extLst>
          </p:cNvPr>
          <p:cNvSpPr>
            <a:spLocks xmlns:a="http://schemas.openxmlformats.org/drawingml/2006/main" noGrp="1"/>
          </p:cNvSpPr>
          <p:nvPr/>
        </p:nvSpPr>
        <p:spPr>
          <a:xfrm xmlns:a="http://schemas.openxmlformats.org/drawingml/2006/main">
            <a:off x="4210050" y="4648200"/>
            <a:ext cx="3543300" cy="9525"/>
          </a:xfrm>
          <a:prstGeom xmlns:a="http://schemas.openxmlformats.org/drawingml/2006/main" prst="rect">
            <a:avLst/>
          </a:prstGeom>
          <a:solidFill xmlns:a="http://schemas.openxmlformats.org/drawingml/2006/main">
            <a:srgbClr val="D5E8F5"/>
          </a:solidFill>
          <a:ln xmlns:a="http://schemas.openxmlformats.org/drawingml/2006/main" w="0">
            <a:noFill/>
          </a:ln>
        </p:spPr>
      </p:sp>
      <p:sp>
        <p:nvSpPr>
          <p:cNvPr id="38" name="profile-155">
            <a:extLst xmlns:a="http://schemas.openxmlformats.org/drawingml/2006/main">
              <a:ext uri="{FF2B5EF4-FFF2-40B4-BE49-F238E27FC236}">
                <a16:creationId xmlns:a16="http://schemas.microsoft.com/office/drawing/2014/main" id="{5CEB30F0-9B56-4C82-8722-BFED1109D9C6}"/>
              </a:ext>
            </a:extLst>
          </p:cNvPr>
          <p:cNvSpPr>
            <a:spLocks xmlns:a="http://schemas.openxmlformats.org/drawingml/2006/main" noGrp="1"/>
          </p:cNvSpPr>
          <p:nvPr/>
        </p:nvSpPr>
        <p:spPr>
          <a:xfrm xmlns:a="http://schemas.openxmlformats.org/drawingml/2006/main">
            <a:off x="4419600" y="5048250"/>
            <a:ext cx="31051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San Miguel Beer</a:t>
            </a:r>
          </a:p>
        </p:txBody>
      </p:sp>
      <p:sp>
        <p:nvSpPr>
          <p:cNvPr id="39" name="profile-156">
            <a:extLst xmlns:a="http://schemas.openxmlformats.org/drawingml/2006/main">
              <a:ext uri="{FF2B5EF4-FFF2-40B4-BE49-F238E27FC236}">
                <a16:creationId xmlns:a16="http://schemas.microsoft.com/office/drawing/2014/main" id="{641DFD57-120F-4B2A-AD11-E5D8B8EB1B38}"/>
              </a:ext>
            </a:extLst>
          </p:cNvPr>
          <p:cNvSpPr>
            <a:spLocks xmlns:a="http://schemas.openxmlformats.org/drawingml/2006/main" noGrp="1"/>
          </p:cNvSpPr>
          <p:nvPr/>
        </p:nvSpPr>
        <p:spPr>
          <a:xfrm xmlns:a="http://schemas.openxmlformats.org/drawingml/2006/main">
            <a:off x="8020050" y="4648200"/>
            <a:ext cx="3543300" cy="9525"/>
          </a:xfrm>
          <a:prstGeom xmlns:a="http://schemas.openxmlformats.org/drawingml/2006/main" prst="rect">
            <a:avLst/>
          </a:prstGeom>
          <a:solidFill xmlns:a="http://schemas.openxmlformats.org/drawingml/2006/main">
            <a:srgbClr val="D5E8F5"/>
          </a:solidFill>
          <a:ln xmlns:a="http://schemas.openxmlformats.org/drawingml/2006/main" w="0">
            <a:noFill/>
          </a:ln>
        </p:spPr>
      </p:sp>
      <p:pic>
        <p:nvPicPr>
          <p:cNvPr id="40" name="">
            <a:extLst xmlns:a="http://schemas.openxmlformats.org/drawingml/2006/main">
              <a:ext uri="{FF2B5EF4-FFF2-40B4-BE49-F238E27FC236}">
                <a16:creationId xmlns:a16="http://schemas.microsoft.com/office/drawing/2014/main" id="{B1ADAE2A-3F5A-4347-908A-85F1D3CD4D2D}"/>
              </a:ext>
            </a:extLst>
          </p:cNvPr>
          <p:cNvPicPr>
            <a:picLocks xmlns:a="http://schemas.openxmlformats.org/drawingml/2006/main" noChangeAspect="1"/>
          </p:cNvPicPr>
          <p:nvPr/>
        </p:nvPicPr>
        <p:blipFill>
          <a:blip xmlns:r="http://schemas.openxmlformats.org/officeDocument/2006/relationships" xmlns:a="http://schemas.openxmlformats.org/drawingml/2006/main" r:embed="R26952881d3b4438e"/>
          <a:srcRect xmlns:a="http://schemas.openxmlformats.org/drawingml/2006/main" l="0" t="148" r="0" b="148"/>
          <a:stretch xmlns:a="http://schemas.openxmlformats.org/drawingml/2006/main">
            <a:fillRect l="0" t="0" r="0" b="0"/>
          </a:stretch>
        </p:blipFill>
        <p:spPr>
          <a:xfrm xmlns:a="http://schemas.openxmlformats.org/drawingml/2006/main">
            <a:off x="8229600" y="4762500"/>
            <a:ext cx="3105150" cy="638175"/>
          </a:xfrm>
          <a:prstGeom xmlns:a="http://schemas.openxmlformats.org/drawingml/2006/main" prst="rect">
            <a:avLst/>
          </a:prstGeom>
        </p:spPr>
      </p:pic>
      <p:sp>
        <p:nvSpPr>
          <p:cNvPr id="41" name="profile-157">
            <a:extLst xmlns:a="http://schemas.openxmlformats.org/drawingml/2006/main">
              <a:ext uri="{FF2B5EF4-FFF2-40B4-BE49-F238E27FC236}">
                <a16:creationId xmlns:a16="http://schemas.microsoft.com/office/drawing/2014/main" id="{036DA416-C583-4831-9294-4D848EB7D59B}"/>
              </a:ext>
            </a:extLst>
          </p:cNvPr>
          <p:cNvSpPr>
            <a:spLocks xmlns:a="http://schemas.openxmlformats.org/drawingml/2006/main" noGrp="1"/>
          </p:cNvSpPr>
          <p:nvPr/>
        </p:nvSpPr>
        <p:spPr>
          <a:xfrm xmlns:a="http://schemas.openxmlformats.org/drawingml/2006/main">
            <a:off x="8229600" y="5486400"/>
            <a:ext cx="3295650" cy="242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0E2C5E"/>
                </a:solidFill>
                <a:latin typeface="Segoe UI"/>
                <a:ea typeface="Segoe UI"/>
                <a:cs typeface="Segoe UI"/>
              </a:defRPr>
            </a:defPPr>
          </a:lstStyle>
          <a:p xmlns:a="http://schemas.openxmlformats.org/drawingml/2006/main">
            <a:pPr algn="l">
              <a:defRPr sz="1275" b="1">
                <a:solidFill>
                  <a:srgbClr val="0E2C5E"/>
                </a:solidFill>
                <a:latin typeface="Segoe UI"/>
                <a:ea typeface="Segoe UI"/>
                <a:cs typeface="Segoe UI"/>
              </a:defRPr>
            </a:pPr>
            <a:r>
              <a:rPr sz="1275" b="1">
                <a:solidFill>
                  <a:srgbClr val="0E2C5E"/>
                </a:solidFill>
                <a:latin typeface="Segoe UI"/>
                <a:ea typeface="Segoe UI"/>
                <a:cs typeface="Segoe UI"/>
              </a:rPr>
              <a:t>San Miguel Properties</a:t>
            </a:r>
          </a:p>
        </p:txBody>
      </p:sp>
      <p:sp>
        <p:nvSpPr>
          <p:cNvPr id="42" name="profile-158">
            <a:extLst xmlns:a="http://schemas.openxmlformats.org/drawingml/2006/main">
              <a:ext uri="{FF2B5EF4-FFF2-40B4-BE49-F238E27FC236}">
                <a16:creationId xmlns:a16="http://schemas.microsoft.com/office/drawing/2014/main" id="{477C4B79-0EFD-420E-BC36-D8557C17BC8F}"/>
              </a:ext>
            </a:extLst>
          </p:cNvPr>
          <p:cNvSpPr>
            <a:spLocks xmlns:a="http://schemas.openxmlformats.org/drawingml/2006/main" noGrp="1"/>
          </p:cNvSpPr>
          <p:nvPr/>
        </p:nvSpPr>
        <p:spPr>
          <a:xfrm xmlns:a="http://schemas.openxmlformats.org/drawingml/2006/main">
            <a:off x="400050" y="5943600"/>
            <a:ext cx="11334750" cy="1895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456079"/>
                </a:solidFill>
                <a:latin typeface="Segoe UI"/>
                <a:ea typeface="Segoe UI"/>
                <a:cs typeface="Segoe UI"/>
              </a:defRPr>
            </a:defPPr>
          </a:lstStyle>
          <a:p xmlns:a="http://schemas.openxmlformats.org/drawingml/2006/main">
            <a:pPr algn="l">
              <a:defRPr sz="975" b="0">
                <a:solidFill>
                  <a:srgbClr val="456079"/>
                </a:solidFill>
                <a:latin typeface="Segoe UI"/>
                <a:ea typeface="Segoe UI"/>
                <a:cs typeface="Segoe UI"/>
              </a:defRPr>
            </a:pPr>
            <a:r>
              <a:rPr sz="975" b="0">
                <a:solidFill>
                  <a:srgbClr val="456079"/>
                </a:solidFill>
                <a:latin typeface="Segoe UI"/>
                <a:ea typeface="Segoe UI"/>
                <a:cs typeface="Segoe UI"/>
              </a:rPr>
              <a:t>Company-supplied service history. Engagements relate to individual sites and service scopes; no endorsement is implied.</a:t>
            </a:r>
          </a:p>
        </p:txBody>
      </p:sp>
    </p:spTree>
    <p:extLst>
      <p:ext uri="{BB962C8B-B14F-4D97-AF65-F5344CB8AC3E}">
        <p14:creationId xmlns:p14="http://schemas.microsoft.com/office/powerpoint/2010/main" val="133009577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profile-159">
            <a:extLst xmlns:a="http://schemas.openxmlformats.org/drawingml/2006/main">
              <a:ext uri="{FF2B5EF4-FFF2-40B4-BE49-F238E27FC236}">
                <a16:creationId xmlns:a16="http://schemas.microsoft.com/office/drawing/2014/main" id="{85136D3B-6CD9-405A-9081-3FE4329372AC}"/>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160">
            <a:extLst xmlns:a="http://schemas.openxmlformats.org/drawingml/2006/main">
              <a:ext uri="{FF2B5EF4-FFF2-40B4-BE49-F238E27FC236}">
                <a16:creationId xmlns:a16="http://schemas.microsoft.com/office/drawing/2014/main" id="{0E5E5B0F-A444-42DA-BB82-11FAF3DE7155}"/>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C229DE3E-2B18-4F35-8820-F6578D7498D4}"/>
              </a:ext>
            </a:extLst>
          </p:cNvPr>
          <p:cNvPicPr>
            <a:picLocks xmlns:a="http://schemas.openxmlformats.org/drawingml/2006/main" noChangeAspect="1"/>
          </p:cNvPicPr>
          <p:nvPr/>
        </p:nvPicPr>
        <p:blipFill>
          <a:blip xmlns:r="http://schemas.openxmlformats.org/officeDocument/2006/relationships" xmlns:a="http://schemas.openxmlformats.org/drawingml/2006/main" r:embed="Rda1a7911cca84886"/>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161">
            <a:extLst xmlns:a="http://schemas.openxmlformats.org/drawingml/2006/main">
              <a:ext uri="{FF2B5EF4-FFF2-40B4-BE49-F238E27FC236}">
                <a16:creationId xmlns:a16="http://schemas.microsoft.com/office/drawing/2014/main" id="{C511F9B7-F4CC-401F-9EF0-CADB0ADA8309}"/>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162">
            <a:extLst xmlns:a="http://schemas.openxmlformats.org/drawingml/2006/main">
              <a:ext uri="{FF2B5EF4-FFF2-40B4-BE49-F238E27FC236}">
                <a16:creationId xmlns:a16="http://schemas.microsoft.com/office/drawing/2014/main" id="{41FD2482-F0AB-405A-B698-C8C69C61E12A}"/>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and Pest Management Services OPC</a:t>
            </a:r>
          </a:p>
        </p:txBody>
      </p:sp>
      <p:sp>
        <p:nvSpPr>
          <p:cNvPr id="6" name="profile-163">
            <a:extLst xmlns:a="http://schemas.openxmlformats.org/drawingml/2006/main">
              <a:ext uri="{FF2B5EF4-FFF2-40B4-BE49-F238E27FC236}">
                <a16:creationId xmlns:a16="http://schemas.microsoft.com/office/drawing/2014/main" id="{20EDC15E-1AB8-44D2-9DF9-56F3391993C2}"/>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Globe 0917 671 6383   |   Smart 0939 245 6217</a:t>
            </a:r>
          </a:p>
        </p:txBody>
      </p:sp>
      <p:sp>
        <p:nvSpPr>
          <p:cNvPr id="7" name="profile-164">
            <a:extLst xmlns:a="http://schemas.openxmlformats.org/drawingml/2006/main">
              <a:ext uri="{FF2B5EF4-FFF2-40B4-BE49-F238E27FC236}">
                <a16:creationId xmlns:a16="http://schemas.microsoft.com/office/drawing/2014/main" id="{FE83323C-4184-4F93-BC5E-B77152FBDD90}"/>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165">
            <a:extLst xmlns:a="http://schemas.openxmlformats.org/drawingml/2006/main">
              <a:ext uri="{FF2B5EF4-FFF2-40B4-BE49-F238E27FC236}">
                <a16:creationId xmlns:a16="http://schemas.microsoft.com/office/drawing/2014/main" id="{B9B72A5C-8510-40F9-B13E-0514A9E3B219}"/>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TO FOLLOW</a:t>
            </a:r>
          </a:p>
        </p:txBody>
      </p:sp>
      <p:sp>
        <p:nvSpPr>
          <p:cNvPr id="9" name="profile-166">
            <a:extLst xmlns:a="http://schemas.openxmlformats.org/drawingml/2006/main">
              <a:ext uri="{FF2B5EF4-FFF2-40B4-BE49-F238E27FC236}">
                <a16:creationId xmlns:a16="http://schemas.microsoft.com/office/drawing/2014/main" id="{02022FEE-311C-45C8-8E93-D3018F8C9E46}"/>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167">
            <a:extLst xmlns:a="http://schemas.openxmlformats.org/drawingml/2006/main">
              <a:ext uri="{FF2B5EF4-FFF2-40B4-BE49-F238E27FC236}">
                <a16:creationId xmlns:a16="http://schemas.microsoft.com/office/drawing/2014/main" id="{1B6F4E5A-7C74-4AC6-A986-68E2530F84EF}"/>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168">
            <a:extLst xmlns:a="http://schemas.openxmlformats.org/drawingml/2006/main">
              <a:ext uri="{FF2B5EF4-FFF2-40B4-BE49-F238E27FC236}">
                <a16:creationId xmlns:a16="http://schemas.microsoft.com/office/drawing/2014/main" id="{D5C04840-2DB4-4D95-8692-7944C6FF2E0F}"/>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169">
            <a:extLst xmlns:a="http://schemas.openxmlformats.org/drawingml/2006/main">
              <a:ext uri="{FF2B5EF4-FFF2-40B4-BE49-F238E27FC236}">
                <a16:creationId xmlns:a16="http://schemas.microsoft.com/office/drawing/2014/main" id="{DFE275A2-D41A-42A6-8C53-9E62C92BE43A}"/>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170">
            <a:extLst xmlns:a="http://schemas.openxmlformats.org/drawingml/2006/main">
              <a:ext uri="{FF2B5EF4-FFF2-40B4-BE49-F238E27FC236}">
                <a16:creationId xmlns:a16="http://schemas.microsoft.com/office/drawing/2014/main" id="{947215B1-80AC-457B-99DF-664F0B803AC2}"/>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171">
            <a:extLst xmlns:a="http://schemas.openxmlformats.org/drawingml/2006/main">
              <a:ext uri="{FF2B5EF4-FFF2-40B4-BE49-F238E27FC236}">
                <a16:creationId xmlns:a16="http://schemas.microsoft.com/office/drawing/2014/main" id="{D1774AFC-09A4-402D-BA0D-1EB10E70ED7F}"/>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172">
            <a:extLst xmlns:a="http://schemas.openxmlformats.org/drawingml/2006/main">
              <a:ext uri="{FF2B5EF4-FFF2-40B4-BE49-F238E27FC236}">
                <a16:creationId xmlns:a16="http://schemas.microsoft.com/office/drawing/2014/main" id="{B6BE176E-B896-460E-B2CD-840A38D3FA30}"/>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06</a:t>
            </a:r>
          </a:p>
        </p:txBody>
      </p:sp>
      <p:sp>
        <p:nvSpPr>
          <p:cNvPr id="16" name="profile-173">
            <a:extLst xmlns:a="http://schemas.openxmlformats.org/drawingml/2006/main">
              <a:ext uri="{FF2B5EF4-FFF2-40B4-BE49-F238E27FC236}">
                <a16:creationId xmlns:a16="http://schemas.microsoft.com/office/drawing/2014/main" id="{DAE178BB-0BA9-46DF-836C-3CB95E91C544}"/>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Selected clients and service experience</a:t>
            </a:r>
          </a:p>
        </p:txBody>
      </p:sp>
      <p:sp>
        <p:nvSpPr>
          <p:cNvPr id="17" name="profile-174">
            <a:extLst xmlns:a="http://schemas.openxmlformats.org/drawingml/2006/main">
              <a:ext uri="{FF2B5EF4-FFF2-40B4-BE49-F238E27FC236}">
                <a16:creationId xmlns:a16="http://schemas.microsoft.com/office/drawing/2014/main" id="{6DDFB123-0D17-41D1-9C83-03D3BF5F2972}"/>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175">
            <a:extLst xmlns:a="http://schemas.openxmlformats.org/drawingml/2006/main">
              <a:ext uri="{FF2B5EF4-FFF2-40B4-BE49-F238E27FC236}">
                <a16:creationId xmlns:a16="http://schemas.microsoft.com/office/drawing/2014/main" id="{2DEEB0F1-F515-4803-9DE9-14B17BDC556D}"/>
              </a:ext>
            </a:extLst>
          </p:cNvPr>
          <p:cNvSpPr>
            <a:spLocks xmlns:a="http://schemas.openxmlformats.org/drawingml/2006/main" noGrp="1"/>
          </p:cNvSpPr>
          <p:nvPr/>
        </p:nvSpPr>
        <p:spPr>
          <a:xfrm xmlns:a="http://schemas.openxmlformats.org/drawingml/2006/main">
            <a:off x="400050" y="2114550"/>
            <a:ext cx="1128712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456079"/>
                </a:solidFill>
                <a:latin typeface="Segoe UI"/>
                <a:ea typeface="Segoe UI"/>
                <a:cs typeface="Segoe UI"/>
              </a:defRPr>
            </a:defPPr>
          </a:lstStyle>
          <a:p xmlns:a="http://schemas.openxmlformats.org/drawingml/2006/main">
            <a:pPr algn="l">
              <a:defRPr sz="1500" b="0">
                <a:solidFill>
                  <a:srgbClr val="456079"/>
                </a:solidFill>
                <a:latin typeface="Segoe UI"/>
                <a:ea typeface="Segoe UI"/>
                <a:cs typeface="Segoe UI"/>
              </a:defRPr>
            </a:pPr>
            <a:r>
              <a:rPr sz="1500" b="0">
                <a:solidFill>
                  <a:srgbClr val="456079"/>
                </a:solidFill>
                <a:latin typeface="Segoe UI"/>
                <a:ea typeface="Segoe UI"/>
                <a:cs typeface="Segoe UI"/>
              </a:rPr>
              <a:t>Food-service and other client experience</a:t>
            </a:r>
          </a:p>
        </p:txBody>
      </p:sp>
      <p:pic>
        <p:nvPicPr>
          <p:cNvPr id="19" name="">
            <a:extLst xmlns:a="http://schemas.openxmlformats.org/drawingml/2006/main">
              <a:ext uri="{FF2B5EF4-FFF2-40B4-BE49-F238E27FC236}">
                <a16:creationId xmlns:a16="http://schemas.microsoft.com/office/drawing/2014/main" id="{DF51D89B-F72B-4660-9519-A27E27E04145}"/>
              </a:ext>
            </a:extLst>
          </p:cNvPr>
          <p:cNvPicPr>
            <a:picLocks xmlns:a="http://schemas.openxmlformats.org/drawingml/2006/main" noChangeAspect="1"/>
          </p:cNvPicPr>
          <p:nvPr/>
        </p:nvPicPr>
        <p:blipFill>
          <a:blip xmlns:r="http://schemas.openxmlformats.org/officeDocument/2006/relationships" xmlns:a="http://schemas.openxmlformats.org/drawingml/2006/main" r:embed="R86042bf618464184"/>
          <a:srcRect xmlns:a="http://schemas.openxmlformats.org/drawingml/2006/main" l="0" t="148" r="0" b="148"/>
          <a:stretch xmlns:a="http://schemas.openxmlformats.org/drawingml/2006/main">
            <a:fillRect l="0" t="0" r="0" b="0"/>
          </a:stretch>
        </p:blipFill>
        <p:spPr>
          <a:xfrm xmlns:a="http://schemas.openxmlformats.org/drawingml/2006/main">
            <a:off x="609600" y="2571750"/>
            <a:ext cx="3105150" cy="638175"/>
          </a:xfrm>
          <a:prstGeom xmlns:a="http://schemas.openxmlformats.org/drawingml/2006/main" prst="rect">
            <a:avLst/>
          </a:prstGeom>
        </p:spPr>
      </p:pic>
      <p:sp>
        <p:nvSpPr>
          <p:cNvPr id="20" name="profile-176">
            <a:extLst xmlns:a="http://schemas.openxmlformats.org/drawingml/2006/main">
              <a:ext uri="{FF2B5EF4-FFF2-40B4-BE49-F238E27FC236}">
                <a16:creationId xmlns:a16="http://schemas.microsoft.com/office/drawing/2014/main" id="{29163C4B-1EF0-4938-9315-1B40969395B9}"/>
              </a:ext>
            </a:extLst>
          </p:cNvPr>
          <p:cNvSpPr>
            <a:spLocks xmlns:a="http://schemas.openxmlformats.org/drawingml/2006/main" noGrp="1"/>
          </p:cNvSpPr>
          <p:nvPr/>
        </p:nvSpPr>
        <p:spPr>
          <a:xfrm xmlns:a="http://schemas.openxmlformats.org/drawingml/2006/main">
            <a:off x="609600" y="3295650"/>
            <a:ext cx="3295650" cy="242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0E2C5E"/>
                </a:solidFill>
                <a:latin typeface="Segoe UI"/>
                <a:ea typeface="Segoe UI"/>
                <a:cs typeface="Segoe UI"/>
              </a:defRPr>
            </a:defPPr>
          </a:lstStyle>
          <a:p xmlns:a="http://schemas.openxmlformats.org/drawingml/2006/main">
            <a:pPr algn="l">
              <a:defRPr sz="1275" b="1">
                <a:solidFill>
                  <a:srgbClr val="0E2C5E"/>
                </a:solidFill>
                <a:latin typeface="Segoe UI"/>
                <a:ea typeface="Segoe UI"/>
                <a:cs typeface="Segoe UI"/>
              </a:defRPr>
            </a:pPr>
            <a:r>
              <a:rPr sz="1275" b="1">
                <a:solidFill>
                  <a:srgbClr val="0E2C5E"/>
                </a:solidFill>
                <a:latin typeface="Segoe UI"/>
                <a:ea typeface="Segoe UI"/>
                <a:cs typeface="Segoe UI"/>
              </a:rPr>
              <a:t>Jollibee Foods Corporation</a:t>
            </a:r>
          </a:p>
        </p:txBody>
      </p:sp>
      <p:pic>
        <p:nvPicPr>
          <p:cNvPr id="21" name="">
            <a:extLst xmlns:a="http://schemas.openxmlformats.org/drawingml/2006/main">
              <a:ext uri="{FF2B5EF4-FFF2-40B4-BE49-F238E27FC236}">
                <a16:creationId xmlns:a16="http://schemas.microsoft.com/office/drawing/2014/main" id="{7AE71176-A286-4C70-8371-4F6EC7D07ADF}"/>
              </a:ext>
            </a:extLst>
          </p:cNvPr>
          <p:cNvPicPr>
            <a:picLocks xmlns:a="http://schemas.openxmlformats.org/drawingml/2006/main" noChangeAspect="1"/>
          </p:cNvPicPr>
          <p:nvPr/>
        </p:nvPicPr>
        <p:blipFill>
          <a:blip xmlns:r="http://schemas.openxmlformats.org/officeDocument/2006/relationships" xmlns:a="http://schemas.openxmlformats.org/drawingml/2006/main" r:embed="R5f920cd11de0480c"/>
          <a:srcRect xmlns:a="http://schemas.openxmlformats.org/drawingml/2006/main" l="0" t="148" r="0" b="148"/>
          <a:stretch xmlns:a="http://schemas.openxmlformats.org/drawingml/2006/main">
            <a:fillRect l="0" t="0" r="0" b="0"/>
          </a:stretch>
        </p:blipFill>
        <p:spPr>
          <a:xfrm xmlns:a="http://schemas.openxmlformats.org/drawingml/2006/main">
            <a:off x="4419600" y="2571750"/>
            <a:ext cx="3105150" cy="638175"/>
          </a:xfrm>
          <a:prstGeom xmlns:a="http://schemas.openxmlformats.org/drawingml/2006/main" prst="rect">
            <a:avLst/>
          </a:prstGeom>
        </p:spPr>
      </p:pic>
      <p:sp>
        <p:nvSpPr>
          <p:cNvPr id="22" name="profile-177">
            <a:extLst xmlns:a="http://schemas.openxmlformats.org/drawingml/2006/main">
              <a:ext uri="{FF2B5EF4-FFF2-40B4-BE49-F238E27FC236}">
                <a16:creationId xmlns:a16="http://schemas.microsoft.com/office/drawing/2014/main" id="{4F0E9B59-1FEE-4038-984F-BD5F330FC51A}"/>
              </a:ext>
            </a:extLst>
          </p:cNvPr>
          <p:cNvSpPr>
            <a:spLocks xmlns:a="http://schemas.openxmlformats.org/drawingml/2006/main" noGrp="1"/>
          </p:cNvSpPr>
          <p:nvPr/>
        </p:nvSpPr>
        <p:spPr>
          <a:xfrm xmlns:a="http://schemas.openxmlformats.org/drawingml/2006/main">
            <a:off x="4419600" y="3295650"/>
            <a:ext cx="3295650" cy="242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0E2C5E"/>
                </a:solidFill>
                <a:latin typeface="Segoe UI"/>
                <a:ea typeface="Segoe UI"/>
                <a:cs typeface="Segoe UI"/>
              </a:defRPr>
            </a:defPPr>
          </a:lstStyle>
          <a:p xmlns:a="http://schemas.openxmlformats.org/drawingml/2006/main">
            <a:pPr algn="l">
              <a:defRPr sz="1275" b="1">
                <a:solidFill>
                  <a:srgbClr val="0E2C5E"/>
                </a:solidFill>
                <a:latin typeface="Segoe UI"/>
                <a:ea typeface="Segoe UI"/>
                <a:cs typeface="Segoe UI"/>
              </a:defRPr>
            </a:pPr>
            <a:r>
              <a:rPr sz="1275" b="1">
                <a:solidFill>
                  <a:srgbClr val="0E2C5E"/>
                </a:solidFill>
                <a:latin typeface="Segoe UI"/>
                <a:ea typeface="Segoe UI"/>
                <a:cs typeface="Segoe UI"/>
              </a:rPr>
              <a:t>Mang Inasal</a:t>
            </a:r>
          </a:p>
        </p:txBody>
      </p:sp>
      <p:pic>
        <p:nvPicPr>
          <p:cNvPr id="23" name="">
            <a:extLst xmlns:a="http://schemas.openxmlformats.org/drawingml/2006/main">
              <a:ext uri="{FF2B5EF4-FFF2-40B4-BE49-F238E27FC236}">
                <a16:creationId xmlns:a16="http://schemas.microsoft.com/office/drawing/2014/main" id="{41DFF1C4-DD3F-4B85-8144-E004EAF5A37C}"/>
              </a:ext>
            </a:extLst>
          </p:cNvPr>
          <p:cNvPicPr>
            <a:picLocks xmlns:a="http://schemas.openxmlformats.org/drawingml/2006/main" noChangeAspect="1"/>
          </p:cNvPicPr>
          <p:nvPr/>
        </p:nvPicPr>
        <p:blipFill>
          <a:blip xmlns:r="http://schemas.openxmlformats.org/officeDocument/2006/relationships" xmlns:a="http://schemas.openxmlformats.org/drawingml/2006/main" r:embed="R5e54372dca054f0d"/>
          <a:srcRect xmlns:a="http://schemas.openxmlformats.org/drawingml/2006/main" l="0" t="148" r="0" b="148"/>
          <a:stretch xmlns:a="http://schemas.openxmlformats.org/drawingml/2006/main">
            <a:fillRect l="0" t="0" r="0" b="0"/>
          </a:stretch>
        </p:blipFill>
        <p:spPr>
          <a:xfrm xmlns:a="http://schemas.openxmlformats.org/drawingml/2006/main">
            <a:off x="8229600" y="2571750"/>
            <a:ext cx="3105150" cy="638175"/>
          </a:xfrm>
          <a:prstGeom xmlns:a="http://schemas.openxmlformats.org/drawingml/2006/main" prst="rect">
            <a:avLst/>
          </a:prstGeom>
        </p:spPr>
      </p:pic>
      <p:sp>
        <p:nvSpPr>
          <p:cNvPr id="24" name="profile-178">
            <a:extLst xmlns:a="http://schemas.openxmlformats.org/drawingml/2006/main">
              <a:ext uri="{FF2B5EF4-FFF2-40B4-BE49-F238E27FC236}">
                <a16:creationId xmlns:a16="http://schemas.microsoft.com/office/drawing/2014/main" id="{D7FF226B-53CB-4D92-834D-951B19B37AAB}"/>
              </a:ext>
            </a:extLst>
          </p:cNvPr>
          <p:cNvSpPr>
            <a:spLocks xmlns:a="http://schemas.openxmlformats.org/drawingml/2006/main" noGrp="1"/>
          </p:cNvSpPr>
          <p:nvPr/>
        </p:nvSpPr>
        <p:spPr>
          <a:xfrm xmlns:a="http://schemas.openxmlformats.org/drawingml/2006/main">
            <a:off x="8229600" y="3295650"/>
            <a:ext cx="3295650" cy="242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0E2C5E"/>
                </a:solidFill>
                <a:latin typeface="Segoe UI"/>
                <a:ea typeface="Segoe UI"/>
                <a:cs typeface="Segoe UI"/>
              </a:defRPr>
            </a:defPPr>
          </a:lstStyle>
          <a:p xmlns:a="http://schemas.openxmlformats.org/drawingml/2006/main">
            <a:pPr algn="l">
              <a:defRPr sz="1275" b="1">
                <a:solidFill>
                  <a:srgbClr val="0E2C5E"/>
                </a:solidFill>
                <a:latin typeface="Segoe UI"/>
                <a:ea typeface="Segoe UI"/>
                <a:cs typeface="Segoe UI"/>
              </a:defRPr>
            </a:pPr>
            <a:r>
              <a:rPr sz="1275" b="1">
                <a:solidFill>
                  <a:srgbClr val="0E2C5E"/>
                </a:solidFill>
                <a:latin typeface="Segoe UI"/>
                <a:ea typeface="Segoe UI"/>
                <a:cs typeface="Segoe UI"/>
              </a:rPr>
              <a:t>KFC</a:t>
            </a:r>
          </a:p>
        </p:txBody>
      </p:sp>
      <p:sp>
        <p:nvSpPr>
          <p:cNvPr id="25" name="profile-179">
            <a:extLst xmlns:a="http://schemas.openxmlformats.org/drawingml/2006/main">
              <a:ext uri="{FF2B5EF4-FFF2-40B4-BE49-F238E27FC236}">
                <a16:creationId xmlns:a16="http://schemas.microsoft.com/office/drawing/2014/main" id="{A96BA040-9BD0-4B02-8EA4-2621B2AAF2ED}"/>
              </a:ext>
            </a:extLst>
          </p:cNvPr>
          <p:cNvSpPr>
            <a:spLocks xmlns:a="http://schemas.openxmlformats.org/drawingml/2006/main" noGrp="1"/>
          </p:cNvSpPr>
          <p:nvPr/>
        </p:nvSpPr>
        <p:spPr>
          <a:xfrm xmlns:a="http://schemas.openxmlformats.org/drawingml/2006/main">
            <a:off x="400050" y="3552825"/>
            <a:ext cx="3543300" cy="9525"/>
          </a:xfrm>
          <a:prstGeom xmlns:a="http://schemas.openxmlformats.org/drawingml/2006/main" prst="rect">
            <a:avLst/>
          </a:prstGeom>
          <a:solidFill xmlns:a="http://schemas.openxmlformats.org/drawingml/2006/main">
            <a:srgbClr val="D5E8F5"/>
          </a:solidFill>
          <a:ln xmlns:a="http://schemas.openxmlformats.org/drawingml/2006/main" w="0">
            <a:noFill/>
          </a:ln>
        </p:spPr>
      </p:sp>
      <p:pic>
        <p:nvPicPr>
          <p:cNvPr id="26" name="">
            <a:extLst xmlns:a="http://schemas.openxmlformats.org/drawingml/2006/main">
              <a:ext uri="{FF2B5EF4-FFF2-40B4-BE49-F238E27FC236}">
                <a16:creationId xmlns:a16="http://schemas.microsoft.com/office/drawing/2014/main" id="{5AA44EDD-C003-40FE-90ED-59FB67DEB8F1}"/>
              </a:ext>
            </a:extLst>
          </p:cNvPr>
          <p:cNvPicPr>
            <a:picLocks xmlns:a="http://schemas.openxmlformats.org/drawingml/2006/main" noChangeAspect="1"/>
          </p:cNvPicPr>
          <p:nvPr/>
        </p:nvPicPr>
        <p:blipFill>
          <a:blip xmlns:r="http://schemas.openxmlformats.org/officeDocument/2006/relationships" xmlns:a="http://schemas.openxmlformats.org/drawingml/2006/main" r:embed="R25f8b039402a4caf"/>
          <a:srcRect xmlns:a="http://schemas.openxmlformats.org/drawingml/2006/main" l="0" t="148" r="0" b="148"/>
          <a:stretch xmlns:a="http://schemas.openxmlformats.org/drawingml/2006/main">
            <a:fillRect l="0" t="0" r="0" b="0"/>
          </a:stretch>
        </p:blipFill>
        <p:spPr>
          <a:xfrm xmlns:a="http://schemas.openxmlformats.org/drawingml/2006/main">
            <a:off x="609600" y="3667125"/>
            <a:ext cx="3105150" cy="638175"/>
          </a:xfrm>
          <a:prstGeom xmlns:a="http://schemas.openxmlformats.org/drawingml/2006/main" prst="rect">
            <a:avLst/>
          </a:prstGeom>
        </p:spPr>
      </p:pic>
      <p:sp>
        <p:nvSpPr>
          <p:cNvPr id="27" name="profile-180">
            <a:extLst xmlns:a="http://schemas.openxmlformats.org/drawingml/2006/main">
              <a:ext uri="{FF2B5EF4-FFF2-40B4-BE49-F238E27FC236}">
                <a16:creationId xmlns:a16="http://schemas.microsoft.com/office/drawing/2014/main" id="{D7A95FC9-C1E4-4795-9DAD-B28634B1893A}"/>
              </a:ext>
            </a:extLst>
          </p:cNvPr>
          <p:cNvSpPr>
            <a:spLocks xmlns:a="http://schemas.openxmlformats.org/drawingml/2006/main" noGrp="1"/>
          </p:cNvSpPr>
          <p:nvPr/>
        </p:nvSpPr>
        <p:spPr>
          <a:xfrm xmlns:a="http://schemas.openxmlformats.org/drawingml/2006/main">
            <a:off x="609600" y="4391025"/>
            <a:ext cx="3295650" cy="242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0E2C5E"/>
                </a:solidFill>
                <a:latin typeface="Segoe UI"/>
                <a:ea typeface="Segoe UI"/>
                <a:cs typeface="Segoe UI"/>
              </a:defRPr>
            </a:defPPr>
          </a:lstStyle>
          <a:p xmlns:a="http://schemas.openxmlformats.org/drawingml/2006/main">
            <a:pPr algn="l">
              <a:defRPr sz="1275" b="1">
                <a:solidFill>
                  <a:srgbClr val="0E2C5E"/>
                </a:solidFill>
                <a:latin typeface="Segoe UI"/>
                <a:ea typeface="Segoe UI"/>
                <a:cs typeface="Segoe UI"/>
              </a:defRPr>
            </a:pPr>
            <a:r>
              <a:rPr sz="1275" b="1">
                <a:solidFill>
                  <a:srgbClr val="0E2C5E"/>
                </a:solidFill>
                <a:latin typeface="Segoe UI"/>
                <a:ea typeface="Segoe UI"/>
                <a:cs typeface="Segoe UI"/>
              </a:rPr>
              <a:t>Kenny Rogers Roasters</a:t>
            </a:r>
          </a:p>
        </p:txBody>
      </p:sp>
      <p:sp>
        <p:nvSpPr>
          <p:cNvPr id="28" name="profile-181">
            <a:extLst xmlns:a="http://schemas.openxmlformats.org/drawingml/2006/main">
              <a:ext uri="{FF2B5EF4-FFF2-40B4-BE49-F238E27FC236}">
                <a16:creationId xmlns:a16="http://schemas.microsoft.com/office/drawing/2014/main" id="{F7B44418-D432-46B0-A199-507C04EABEDF}"/>
              </a:ext>
            </a:extLst>
          </p:cNvPr>
          <p:cNvSpPr>
            <a:spLocks xmlns:a="http://schemas.openxmlformats.org/drawingml/2006/main" noGrp="1"/>
          </p:cNvSpPr>
          <p:nvPr/>
        </p:nvSpPr>
        <p:spPr>
          <a:xfrm xmlns:a="http://schemas.openxmlformats.org/drawingml/2006/main">
            <a:off x="4210050" y="3552825"/>
            <a:ext cx="3543300" cy="9525"/>
          </a:xfrm>
          <a:prstGeom xmlns:a="http://schemas.openxmlformats.org/drawingml/2006/main" prst="rect">
            <a:avLst/>
          </a:prstGeom>
          <a:solidFill xmlns:a="http://schemas.openxmlformats.org/drawingml/2006/main">
            <a:srgbClr val="D5E8F5"/>
          </a:solidFill>
          <a:ln xmlns:a="http://schemas.openxmlformats.org/drawingml/2006/main" w="0">
            <a:noFill/>
          </a:ln>
        </p:spPr>
      </p:sp>
      <p:pic>
        <p:nvPicPr>
          <p:cNvPr id="29" name="">
            <a:extLst xmlns:a="http://schemas.openxmlformats.org/drawingml/2006/main">
              <a:ext uri="{FF2B5EF4-FFF2-40B4-BE49-F238E27FC236}">
                <a16:creationId xmlns:a16="http://schemas.microsoft.com/office/drawing/2014/main" id="{ACF28A5F-C35A-4B18-9791-68EA209427BF}"/>
              </a:ext>
            </a:extLst>
          </p:cNvPr>
          <p:cNvPicPr>
            <a:picLocks xmlns:a="http://schemas.openxmlformats.org/drawingml/2006/main" noChangeAspect="1"/>
          </p:cNvPicPr>
          <p:nvPr/>
        </p:nvPicPr>
        <p:blipFill>
          <a:blip xmlns:r="http://schemas.openxmlformats.org/officeDocument/2006/relationships" xmlns:a="http://schemas.openxmlformats.org/drawingml/2006/main" r:embed="R32e40120cdbb4ab5"/>
          <a:srcRect xmlns:a="http://schemas.openxmlformats.org/drawingml/2006/main" l="0" t="148" r="0" b="148"/>
          <a:stretch xmlns:a="http://schemas.openxmlformats.org/drawingml/2006/main">
            <a:fillRect l="0" t="0" r="0" b="0"/>
          </a:stretch>
        </p:blipFill>
        <p:spPr>
          <a:xfrm xmlns:a="http://schemas.openxmlformats.org/drawingml/2006/main">
            <a:off x="4419600" y="3667125"/>
            <a:ext cx="3105150" cy="638175"/>
          </a:xfrm>
          <a:prstGeom xmlns:a="http://schemas.openxmlformats.org/drawingml/2006/main" prst="rect">
            <a:avLst/>
          </a:prstGeom>
        </p:spPr>
      </p:pic>
      <p:sp>
        <p:nvSpPr>
          <p:cNvPr id="30" name="profile-182">
            <a:extLst xmlns:a="http://schemas.openxmlformats.org/drawingml/2006/main">
              <a:ext uri="{FF2B5EF4-FFF2-40B4-BE49-F238E27FC236}">
                <a16:creationId xmlns:a16="http://schemas.microsoft.com/office/drawing/2014/main" id="{BBC971B7-B066-4739-A08B-7AC7399EA138}"/>
              </a:ext>
            </a:extLst>
          </p:cNvPr>
          <p:cNvSpPr>
            <a:spLocks xmlns:a="http://schemas.openxmlformats.org/drawingml/2006/main" noGrp="1"/>
          </p:cNvSpPr>
          <p:nvPr/>
        </p:nvSpPr>
        <p:spPr>
          <a:xfrm xmlns:a="http://schemas.openxmlformats.org/drawingml/2006/main">
            <a:off x="4419600" y="4391025"/>
            <a:ext cx="3295650" cy="242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0E2C5E"/>
                </a:solidFill>
                <a:latin typeface="Segoe UI"/>
                <a:ea typeface="Segoe UI"/>
                <a:cs typeface="Segoe UI"/>
              </a:defRPr>
            </a:defPPr>
          </a:lstStyle>
          <a:p xmlns:a="http://schemas.openxmlformats.org/drawingml/2006/main">
            <a:pPr algn="l">
              <a:defRPr sz="1275" b="1">
                <a:solidFill>
                  <a:srgbClr val="0E2C5E"/>
                </a:solidFill>
                <a:latin typeface="Segoe UI"/>
                <a:ea typeface="Segoe UI"/>
                <a:cs typeface="Segoe UI"/>
              </a:defRPr>
            </a:pPr>
            <a:r>
              <a:rPr sz="1275" b="1">
                <a:solidFill>
                  <a:srgbClr val="0E2C5E"/>
                </a:solidFill>
                <a:latin typeface="Segoe UI"/>
                <a:ea typeface="Segoe UI"/>
                <a:cs typeface="Segoe UI"/>
              </a:rPr>
              <a:t>Papa Johns</a:t>
            </a:r>
          </a:p>
        </p:txBody>
      </p:sp>
      <p:sp>
        <p:nvSpPr>
          <p:cNvPr id="31" name="profile-183">
            <a:extLst xmlns:a="http://schemas.openxmlformats.org/drawingml/2006/main">
              <a:ext uri="{FF2B5EF4-FFF2-40B4-BE49-F238E27FC236}">
                <a16:creationId xmlns:a16="http://schemas.microsoft.com/office/drawing/2014/main" id="{C2F50DFD-5CE1-4E88-B25C-C35CCFF28A70}"/>
              </a:ext>
            </a:extLst>
          </p:cNvPr>
          <p:cNvSpPr>
            <a:spLocks xmlns:a="http://schemas.openxmlformats.org/drawingml/2006/main" noGrp="1"/>
          </p:cNvSpPr>
          <p:nvPr/>
        </p:nvSpPr>
        <p:spPr>
          <a:xfrm xmlns:a="http://schemas.openxmlformats.org/drawingml/2006/main">
            <a:off x="8020050" y="3552825"/>
            <a:ext cx="3543300" cy="9525"/>
          </a:xfrm>
          <a:prstGeom xmlns:a="http://schemas.openxmlformats.org/drawingml/2006/main" prst="rect">
            <a:avLst/>
          </a:prstGeom>
          <a:solidFill xmlns:a="http://schemas.openxmlformats.org/drawingml/2006/main">
            <a:srgbClr val="D5E8F5"/>
          </a:solidFill>
          <a:ln xmlns:a="http://schemas.openxmlformats.org/drawingml/2006/main" w="0">
            <a:noFill/>
          </a:ln>
        </p:spPr>
      </p:sp>
      <p:pic>
        <p:nvPicPr>
          <p:cNvPr id="32" name="">
            <a:extLst xmlns:a="http://schemas.openxmlformats.org/drawingml/2006/main">
              <a:ext uri="{FF2B5EF4-FFF2-40B4-BE49-F238E27FC236}">
                <a16:creationId xmlns:a16="http://schemas.microsoft.com/office/drawing/2014/main" id="{220E6EDF-D6A1-46E7-B5D1-0E0E125A8515}"/>
              </a:ext>
            </a:extLst>
          </p:cNvPr>
          <p:cNvPicPr>
            <a:picLocks xmlns:a="http://schemas.openxmlformats.org/drawingml/2006/main" noChangeAspect="1"/>
          </p:cNvPicPr>
          <p:nvPr/>
        </p:nvPicPr>
        <p:blipFill>
          <a:blip xmlns:r="http://schemas.openxmlformats.org/officeDocument/2006/relationships" xmlns:a="http://schemas.openxmlformats.org/drawingml/2006/main" r:embed="R65397798ed084ccf"/>
          <a:srcRect xmlns:a="http://schemas.openxmlformats.org/drawingml/2006/main" l="0" t="148" r="0" b="148"/>
          <a:stretch xmlns:a="http://schemas.openxmlformats.org/drawingml/2006/main">
            <a:fillRect l="0" t="0" r="0" b="0"/>
          </a:stretch>
        </p:blipFill>
        <p:spPr>
          <a:xfrm xmlns:a="http://schemas.openxmlformats.org/drawingml/2006/main">
            <a:off x="8229600" y="3667125"/>
            <a:ext cx="3105150" cy="638175"/>
          </a:xfrm>
          <a:prstGeom xmlns:a="http://schemas.openxmlformats.org/drawingml/2006/main" prst="rect">
            <a:avLst/>
          </a:prstGeom>
        </p:spPr>
      </p:pic>
      <p:sp>
        <p:nvSpPr>
          <p:cNvPr id="33" name="profile-184">
            <a:extLst xmlns:a="http://schemas.openxmlformats.org/drawingml/2006/main">
              <a:ext uri="{FF2B5EF4-FFF2-40B4-BE49-F238E27FC236}">
                <a16:creationId xmlns:a16="http://schemas.microsoft.com/office/drawing/2014/main" id="{AFD7082C-0757-4824-A2BB-A90A22ED9871}"/>
              </a:ext>
            </a:extLst>
          </p:cNvPr>
          <p:cNvSpPr>
            <a:spLocks xmlns:a="http://schemas.openxmlformats.org/drawingml/2006/main" noGrp="1"/>
          </p:cNvSpPr>
          <p:nvPr/>
        </p:nvSpPr>
        <p:spPr>
          <a:xfrm xmlns:a="http://schemas.openxmlformats.org/drawingml/2006/main">
            <a:off x="8229600" y="4391025"/>
            <a:ext cx="3295650" cy="242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0E2C5E"/>
                </a:solidFill>
                <a:latin typeface="Segoe UI"/>
                <a:ea typeface="Segoe UI"/>
                <a:cs typeface="Segoe UI"/>
              </a:defRPr>
            </a:defPPr>
          </a:lstStyle>
          <a:p xmlns:a="http://schemas.openxmlformats.org/drawingml/2006/main">
            <a:pPr algn="l">
              <a:defRPr sz="1275" b="1">
                <a:solidFill>
                  <a:srgbClr val="0E2C5E"/>
                </a:solidFill>
                <a:latin typeface="Segoe UI"/>
                <a:ea typeface="Segoe UI"/>
                <a:cs typeface="Segoe UI"/>
              </a:defRPr>
            </a:pPr>
            <a:r>
              <a:rPr sz="1275" b="1">
                <a:solidFill>
                  <a:srgbClr val="0E2C5E"/>
                </a:solidFill>
                <a:latin typeface="Segoe UI"/>
                <a:ea typeface="Segoe UI"/>
                <a:cs typeface="Segoe UI"/>
              </a:rPr>
              <a:t>Yellow Cab Pizza Co.</a:t>
            </a:r>
          </a:p>
        </p:txBody>
      </p:sp>
      <p:sp>
        <p:nvSpPr>
          <p:cNvPr id="34" name="profile-185">
            <a:extLst xmlns:a="http://schemas.openxmlformats.org/drawingml/2006/main">
              <a:ext uri="{FF2B5EF4-FFF2-40B4-BE49-F238E27FC236}">
                <a16:creationId xmlns:a16="http://schemas.microsoft.com/office/drawing/2014/main" id="{FC894DEF-77A5-4989-A743-9773982E1748}"/>
              </a:ext>
            </a:extLst>
          </p:cNvPr>
          <p:cNvSpPr>
            <a:spLocks xmlns:a="http://schemas.openxmlformats.org/drawingml/2006/main" noGrp="1"/>
          </p:cNvSpPr>
          <p:nvPr/>
        </p:nvSpPr>
        <p:spPr>
          <a:xfrm xmlns:a="http://schemas.openxmlformats.org/drawingml/2006/main">
            <a:off x="400050" y="4648200"/>
            <a:ext cx="3543300" cy="9525"/>
          </a:xfrm>
          <a:prstGeom xmlns:a="http://schemas.openxmlformats.org/drawingml/2006/main" prst="rect">
            <a:avLst/>
          </a:prstGeom>
          <a:solidFill xmlns:a="http://schemas.openxmlformats.org/drawingml/2006/main">
            <a:srgbClr val="D5E8F5"/>
          </a:solidFill>
          <a:ln xmlns:a="http://schemas.openxmlformats.org/drawingml/2006/main" w="0">
            <a:noFill/>
          </a:ln>
        </p:spPr>
      </p:sp>
      <p:pic>
        <p:nvPicPr>
          <p:cNvPr id="35" name="">
            <a:extLst xmlns:a="http://schemas.openxmlformats.org/drawingml/2006/main">
              <a:ext uri="{FF2B5EF4-FFF2-40B4-BE49-F238E27FC236}">
                <a16:creationId xmlns:a16="http://schemas.microsoft.com/office/drawing/2014/main" id="{D779F9E3-BECD-491B-926C-7578BF008915}"/>
              </a:ext>
            </a:extLst>
          </p:cNvPr>
          <p:cNvPicPr>
            <a:picLocks xmlns:a="http://schemas.openxmlformats.org/drawingml/2006/main" noChangeAspect="1"/>
          </p:cNvPicPr>
          <p:nvPr/>
        </p:nvPicPr>
        <p:blipFill>
          <a:blip xmlns:r="http://schemas.openxmlformats.org/officeDocument/2006/relationships" xmlns:a="http://schemas.openxmlformats.org/drawingml/2006/main" r:embed="R6231cbfacc414146"/>
          <a:srcRect xmlns:a="http://schemas.openxmlformats.org/drawingml/2006/main" l="0" t="148" r="0" b="148"/>
          <a:stretch xmlns:a="http://schemas.openxmlformats.org/drawingml/2006/main">
            <a:fillRect l="0" t="0" r="0" b="0"/>
          </a:stretch>
        </p:blipFill>
        <p:spPr>
          <a:xfrm xmlns:a="http://schemas.openxmlformats.org/drawingml/2006/main">
            <a:off x="609600" y="4762500"/>
            <a:ext cx="3105150" cy="638175"/>
          </a:xfrm>
          <a:prstGeom xmlns:a="http://schemas.openxmlformats.org/drawingml/2006/main" prst="rect">
            <a:avLst/>
          </a:prstGeom>
        </p:spPr>
      </p:pic>
      <p:sp>
        <p:nvSpPr>
          <p:cNvPr id="36" name="profile-186">
            <a:extLst xmlns:a="http://schemas.openxmlformats.org/drawingml/2006/main">
              <a:ext uri="{FF2B5EF4-FFF2-40B4-BE49-F238E27FC236}">
                <a16:creationId xmlns:a16="http://schemas.microsoft.com/office/drawing/2014/main" id="{9B46723E-6920-4032-AE0C-DC3729ADDFB5}"/>
              </a:ext>
            </a:extLst>
          </p:cNvPr>
          <p:cNvSpPr>
            <a:spLocks xmlns:a="http://schemas.openxmlformats.org/drawingml/2006/main" noGrp="1"/>
          </p:cNvSpPr>
          <p:nvPr/>
        </p:nvSpPr>
        <p:spPr>
          <a:xfrm xmlns:a="http://schemas.openxmlformats.org/drawingml/2006/main">
            <a:off x="609600" y="5486400"/>
            <a:ext cx="3295650" cy="242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0E2C5E"/>
                </a:solidFill>
                <a:latin typeface="Segoe UI"/>
                <a:ea typeface="Segoe UI"/>
                <a:cs typeface="Segoe UI"/>
              </a:defRPr>
            </a:defPPr>
          </a:lstStyle>
          <a:p xmlns:a="http://schemas.openxmlformats.org/drawingml/2006/main">
            <a:pPr algn="l">
              <a:defRPr sz="1275" b="1">
                <a:solidFill>
                  <a:srgbClr val="0E2C5E"/>
                </a:solidFill>
                <a:latin typeface="Segoe UI"/>
                <a:ea typeface="Segoe UI"/>
                <a:cs typeface="Segoe UI"/>
              </a:defRPr>
            </a:pPr>
            <a:r>
              <a:rPr sz="1275" b="1">
                <a:solidFill>
                  <a:srgbClr val="0E2C5E"/>
                </a:solidFill>
                <a:latin typeface="Segoe UI"/>
                <a:ea typeface="Segoe UI"/>
                <a:cs typeface="Segoe UI"/>
              </a:rPr>
              <a:t>Siomai King</a:t>
            </a:r>
          </a:p>
        </p:txBody>
      </p:sp>
      <p:sp>
        <p:nvSpPr>
          <p:cNvPr id="37" name="profile-187">
            <a:extLst xmlns:a="http://schemas.openxmlformats.org/drawingml/2006/main">
              <a:ext uri="{FF2B5EF4-FFF2-40B4-BE49-F238E27FC236}">
                <a16:creationId xmlns:a16="http://schemas.microsoft.com/office/drawing/2014/main" id="{B35A84BE-C884-48EF-8A3E-F13DAF72621D}"/>
              </a:ext>
            </a:extLst>
          </p:cNvPr>
          <p:cNvSpPr>
            <a:spLocks xmlns:a="http://schemas.openxmlformats.org/drawingml/2006/main" noGrp="1"/>
          </p:cNvSpPr>
          <p:nvPr/>
        </p:nvSpPr>
        <p:spPr>
          <a:xfrm xmlns:a="http://schemas.openxmlformats.org/drawingml/2006/main">
            <a:off x="4210050" y="4648200"/>
            <a:ext cx="3543300" cy="9525"/>
          </a:xfrm>
          <a:prstGeom xmlns:a="http://schemas.openxmlformats.org/drawingml/2006/main" prst="rect">
            <a:avLst/>
          </a:prstGeom>
          <a:solidFill xmlns:a="http://schemas.openxmlformats.org/drawingml/2006/main">
            <a:srgbClr val="D5E8F5"/>
          </a:solidFill>
          <a:ln xmlns:a="http://schemas.openxmlformats.org/drawingml/2006/main" w="0">
            <a:noFill/>
          </a:ln>
        </p:spPr>
      </p:sp>
      <p:pic>
        <p:nvPicPr>
          <p:cNvPr id="38" name="">
            <a:extLst xmlns:a="http://schemas.openxmlformats.org/drawingml/2006/main">
              <a:ext uri="{FF2B5EF4-FFF2-40B4-BE49-F238E27FC236}">
                <a16:creationId xmlns:a16="http://schemas.microsoft.com/office/drawing/2014/main" id="{F89EB658-B60A-41AF-9BA6-C48560BE7034}"/>
              </a:ext>
            </a:extLst>
          </p:cNvPr>
          <p:cNvPicPr>
            <a:picLocks xmlns:a="http://schemas.openxmlformats.org/drawingml/2006/main" noChangeAspect="1"/>
          </p:cNvPicPr>
          <p:nvPr/>
        </p:nvPicPr>
        <p:blipFill>
          <a:blip xmlns:r="http://schemas.openxmlformats.org/officeDocument/2006/relationships" xmlns:a="http://schemas.openxmlformats.org/drawingml/2006/main" r:embed="R84afd7d88e8d4368"/>
          <a:srcRect xmlns:a="http://schemas.openxmlformats.org/drawingml/2006/main" l="0" t="148" r="0" b="148"/>
          <a:stretch xmlns:a="http://schemas.openxmlformats.org/drawingml/2006/main">
            <a:fillRect l="0" t="0" r="0" b="0"/>
          </a:stretch>
        </p:blipFill>
        <p:spPr>
          <a:xfrm xmlns:a="http://schemas.openxmlformats.org/drawingml/2006/main">
            <a:off x="4419600" y="4762500"/>
            <a:ext cx="3105150" cy="638175"/>
          </a:xfrm>
          <a:prstGeom xmlns:a="http://schemas.openxmlformats.org/drawingml/2006/main" prst="rect">
            <a:avLst/>
          </a:prstGeom>
        </p:spPr>
      </p:pic>
      <p:sp>
        <p:nvSpPr>
          <p:cNvPr id="39" name="profile-188">
            <a:extLst xmlns:a="http://schemas.openxmlformats.org/drawingml/2006/main">
              <a:ext uri="{FF2B5EF4-FFF2-40B4-BE49-F238E27FC236}">
                <a16:creationId xmlns:a16="http://schemas.microsoft.com/office/drawing/2014/main" id="{B1AB3E86-8980-4779-A404-54297EF4FF06}"/>
              </a:ext>
            </a:extLst>
          </p:cNvPr>
          <p:cNvSpPr>
            <a:spLocks xmlns:a="http://schemas.openxmlformats.org/drawingml/2006/main" noGrp="1"/>
          </p:cNvSpPr>
          <p:nvPr/>
        </p:nvSpPr>
        <p:spPr>
          <a:xfrm xmlns:a="http://schemas.openxmlformats.org/drawingml/2006/main">
            <a:off x="4419600" y="5486400"/>
            <a:ext cx="3295650" cy="242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0E2C5E"/>
                </a:solidFill>
                <a:latin typeface="Segoe UI"/>
                <a:ea typeface="Segoe UI"/>
                <a:cs typeface="Segoe UI"/>
              </a:defRPr>
            </a:defPPr>
          </a:lstStyle>
          <a:p xmlns:a="http://schemas.openxmlformats.org/drawingml/2006/main">
            <a:pPr algn="l">
              <a:defRPr sz="1275" b="1">
                <a:solidFill>
                  <a:srgbClr val="0E2C5E"/>
                </a:solidFill>
                <a:latin typeface="Segoe UI"/>
                <a:ea typeface="Segoe UI"/>
                <a:cs typeface="Segoe UI"/>
              </a:defRPr>
            </a:pPr>
            <a:r>
              <a:rPr sz="1275" b="1">
                <a:solidFill>
                  <a:srgbClr val="0E2C5E"/>
                </a:solidFill>
                <a:latin typeface="Segoe UI"/>
                <a:ea typeface="Segoe UI"/>
                <a:cs typeface="Segoe UI"/>
              </a:rPr>
              <a:t>GH Greenhills</a:t>
            </a:r>
          </a:p>
        </p:txBody>
      </p:sp>
      <p:sp>
        <p:nvSpPr>
          <p:cNvPr id="40" name="profile-189">
            <a:extLst xmlns:a="http://schemas.openxmlformats.org/drawingml/2006/main">
              <a:ext uri="{FF2B5EF4-FFF2-40B4-BE49-F238E27FC236}">
                <a16:creationId xmlns:a16="http://schemas.microsoft.com/office/drawing/2014/main" id="{5BE31830-8721-4B72-8945-7EDF6ED760D0}"/>
              </a:ext>
            </a:extLst>
          </p:cNvPr>
          <p:cNvSpPr>
            <a:spLocks xmlns:a="http://schemas.openxmlformats.org/drawingml/2006/main" noGrp="1"/>
          </p:cNvSpPr>
          <p:nvPr/>
        </p:nvSpPr>
        <p:spPr>
          <a:xfrm xmlns:a="http://schemas.openxmlformats.org/drawingml/2006/main">
            <a:off x="8020050" y="4648200"/>
            <a:ext cx="3543300" cy="9525"/>
          </a:xfrm>
          <a:prstGeom xmlns:a="http://schemas.openxmlformats.org/drawingml/2006/main" prst="rect">
            <a:avLst/>
          </a:prstGeom>
          <a:solidFill xmlns:a="http://schemas.openxmlformats.org/drawingml/2006/main">
            <a:srgbClr val="D5E8F5"/>
          </a:solidFill>
          <a:ln xmlns:a="http://schemas.openxmlformats.org/drawingml/2006/main" w="0">
            <a:noFill/>
          </a:ln>
        </p:spPr>
      </p:sp>
      <p:pic>
        <p:nvPicPr>
          <p:cNvPr id="41" name="">
            <a:extLst xmlns:a="http://schemas.openxmlformats.org/drawingml/2006/main">
              <a:ext uri="{FF2B5EF4-FFF2-40B4-BE49-F238E27FC236}">
                <a16:creationId xmlns:a16="http://schemas.microsoft.com/office/drawing/2014/main" id="{01DBE021-9775-4F31-ACA9-32DE5EC7B8E2}"/>
              </a:ext>
            </a:extLst>
          </p:cNvPr>
          <p:cNvPicPr>
            <a:picLocks xmlns:a="http://schemas.openxmlformats.org/drawingml/2006/main" noChangeAspect="1"/>
          </p:cNvPicPr>
          <p:nvPr/>
        </p:nvPicPr>
        <p:blipFill>
          <a:blip xmlns:r="http://schemas.openxmlformats.org/officeDocument/2006/relationships" xmlns:a="http://schemas.openxmlformats.org/drawingml/2006/main" r:embed="R91815717b91243d2"/>
          <a:srcRect xmlns:a="http://schemas.openxmlformats.org/drawingml/2006/main" l="0" t="148" r="0" b="148"/>
          <a:stretch xmlns:a="http://schemas.openxmlformats.org/drawingml/2006/main">
            <a:fillRect l="0" t="0" r="0" b="0"/>
          </a:stretch>
        </p:blipFill>
        <p:spPr>
          <a:xfrm xmlns:a="http://schemas.openxmlformats.org/drawingml/2006/main">
            <a:off x="8229600" y="4762500"/>
            <a:ext cx="3105150" cy="638175"/>
          </a:xfrm>
          <a:prstGeom xmlns:a="http://schemas.openxmlformats.org/drawingml/2006/main" prst="rect">
            <a:avLst/>
          </a:prstGeom>
        </p:spPr>
      </p:pic>
      <p:sp>
        <p:nvSpPr>
          <p:cNvPr id="42" name="profile-190">
            <a:extLst xmlns:a="http://schemas.openxmlformats.org/drawingml/2006/main">
              <a:ext uri="{FF2B5EF4-FFF2-40B4-BE49-F238E27FC236}">
                <a16:creationId xmlns:a16="http://schemas.microsoft.com/office/drawing/2014/main" id="{518A9A54-0E25-419B-A985-8151B3591FFC}"/>
              </a:ext>
            </a:extLst>
          </p:cNvPr>
          <p:cNvSpPr>
            <a:spLocks xmlns:a="http://schemas.openxmlformats.org/drawingml/2006/main" noGrp="1"/>
          </p:cNvSpPr>
          <p:nvPr/>
        </p:nvSpPr>
        <p:spPr>
          <a:xfrm xmlns:a="http://schemas.openxmlformats.org/drawingml/2006/main">
            <a:off x="8229600" y="5486400"/>
            <a:ext cx="3295650" cy="2423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0E2C5E"/>
                </a:solidFill>
                <a:latin typeface="Segoe UI"/>
                <a:ea typeface="Segoe UI"/>
                <a:cs typeface="Segoe UI"/>
              </a:defRPr>
            </a:defPPr>
          </a:lstStyle>
          <a:p xmlns:a="http://schemas.openxmlformats.org/drawingml/2006/main">
            <a:pPr algn="l">
              <a:defRPr sz="1275" b="1">
                <a:solidFill>
                  <a:srgbClr val="0E2C5E"/>
                </a:solidFill>
                <a:latin typeface="Segoe UI"/>
                <a:ea typeface="Segoe UI"/>
                <a:cs typeface="Segoe UI"/>
              </a:defRPr>
            </a:pPr>
            <a:r>
              <a:rPr sz="1275" b="1">
                <a:solidFill>
                  <a:srgbClr val="0E2C5E"/>
                </a:solidFill>
                <a:latin typeface="Segoe UI"/>
                <a:ea typeface="Segoe UI"/>
                <a:cs typeface="Segoe UI"/>
              </a:rPr>
              <a:t>Brenton (BVMIC)</a:t>
            </a:r>
          </a:p>
        </p:txBody>
      </p:sp>
      <p:sp>
        <p:nvSpPr>
          <p:cNvPr id="43" name="profile-191">
            <a:extLst xmlns:a="http://schemas.openxmlformats.org/drawingml/2006/main">
              <a:ext uri="{FF2B5EF4-FFF2-40B4-BE49-F238E27FC236}">
                <a16:creationId xmlns:a16="http://schemas.microsoft.com/office/drawing/2014/main" id="{1769E6D9-57BD-4A41-83E7-2E53F5C39885}"/>
              </a:ext>
            </a:extLst>
          </p:cNvPr>
          <p:cNvSpPr>
            <a:spLocks xmlns:a="http://schemas.openxmlformats.org/drawingml/2006/main" noGrp="1"/>
          </p:cNvSpPr>
          <p:nvPr/>
        </p:nvSpPr>
        <p:spPr>
          <a:xfrm xmlns:a="http://schemas.openxmlformats.org/drawingml/2006/main">
            <a:off x="400050" y="5943600"/>
            <a:ext cx="11334750" cy="1895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456079"/>
                </a:solidFill>
                <a:latin typeface="Segoe UI"/>
                <a:ea typeface="Segoe UI"/>
                <a:cs typeface="Segoe UI"/>
              </a:defRPr>
            </a:defPPr>
          </a:lstStyle>
          <a:p xmlns:a="http://schemas.openxmlformats.org/drawingml/2006/main">
            <a:pPr algn="l">
              <a:defRPr sz="975" b="0">
                <a:solidFill>
                  <a:srgbClr val="456079"/>
                </a:solidFill>
                <a:latin typeface="Segoe UI"/>
                <a:ea typeface="Segoe UI"/>
                <a:cs typeface="Segoe UI"/>
              </a:defRPr>
            </a:pPr>
            <a:r>
              <a:rPr sz="975" b="0">
                <a:solidFill>
                  <a:srgbClr val="456079"/>
                </a:solidFill>
                <a:latin typeface="Segoe UI"/>
                <a:ea typeface="Segoe UI"/>
                <a:cs typeface="Segoe UI"/>
              </a:rPr>
              <a:t>Company-supplied service history. Engagements relate to individual sites and service scopes; no endorsement is implied.</a:t>
            </a:r>
          </a:p>
        </p:txBody>
      </p:sp>
    </p:spTree>
    <p:extLst>
      <p:ext uri="{BB962C8B-B14F-4D97-AF65-F5344CB8AC3E}">
        <p14:creationId xmlns:p14="http://schemas.microsoft.com/office/powerpoint/2010/main" val="146881094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profile-192">
            <a:extLst xmlns:a="http://schemas.openxmlformats.org/drawingml/2006/main">
              <a:ext uri="{FF2B5EF4-FFF2-40B4-BE49-F238E27FC236}">
                <a16:creationId xmlns:a16="http://schemas.microsoft.com/office/drawing/2014/main" id="{53BAD6C9-6494-4208-A2EE-328C307AD584}"/>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193">
            <a:extLst xmlns:a="http://schemas.openxmlformats.org/drawingml/2006/main">
              <a:ext uri="{FF2B5EF4-FFF2-40B4-BE49-F238E27FC236}">
                <a16:creationId xmlns:a16="http://schemas.microsoft.com/office/drawing/2014/main" id="{F4ABBC2D-EDAC-47AF-A450-BB47C15353D3}"/>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8ECBB9FB-0543-4864-936A-EE627820378B}"/>
              </a:ext>
            </a:extLst>
          </p:cNvPr>
          <p:cNvPicPr>
            <a:picLocks xmlns:a="http://schemas.openxmlformats.org/drawingml/2006/main" noChangeAspect="1"/>
          </p:cNvPicPr>
          <p:nvPr/>
        </p:nvPicPr>
        <p:blipFill>
          <a:blip xmlns:r="http://schemas.openxmlformats.org/officeDocument/2006/relationships" xmlns:a="http://schemas.openxmlformats.org/drawingml/2006/main" r:embed="R91df7228427040c0"/>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194">
            <a:extLst xmlns:a="http://schemas.openxmlformats.org/drawingml/2006/main">
              <a:ext uri="{FF2B5EF4-FFF2-40B4-BE49-F238E27FC236}">
                <a16:creationId xmlns:a16="http://schemas.microsoft.com/office/drawing/2014/main" id="{EA5884D8-CB55-4675-A6F0-56D0A9B66175}"/>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195">
            <a:extLst xmlns:a="http://schemas.openxmlformats.org/drawingml/2006/main">
              <a:ext uri="{FF2B5EF4-FFF2-40B4-BE49-F238E27FC236}">
                <a16:creationId xmlns:a16="http://schemas.microsoft.com/office/drawing/2014/main" id="{9F624FB1-7806-4B04-9992-57C8FFAED72A}"/>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and Pest Management Services OPC</a:t>
            </a:r>
          </a:p>
        </p:txBody>
      </p:sp>
      <p:sp>
        <p:nvSpPr>
          <p:cNvPr id="6" name="profile-196">
            <a:extLst xmlns:a="http://schemas.openxmlformats.org/drawingml/2006/main">
              <a:ext uri="{FF2B5EF4-FFF2-40B4-BE49-F238E27FC236}">
                <a16:creationId xmlns:a16="http://schemas.microsoft.com/office/drawing/2014/main" id="{B64AC4DC-25AE-42E8-B74A-83316EBC390D}"/>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Globe 0917 671 6383   |   Smart 0939 245 6217</a:t>
            </a:r>
          </a:p>
        </p:txBody>
      </p:sp>
      <p:sp>
        <p:nvSpPr>
          <p:cNvPr id="7" name="profile-197">
            <a:extLst xmlns:a="http://schemas.openxmlformats.org/drawingml/2006/main">
              <a:ext uri="{FF2B5EF4-FFF2-40B4-BE49-F238E27FC236}">
                <a16:creationId xmlns:a16="http://schemas.microsoft.com/office/drawing/2014/main" id="{D4E2EF45-8F3B-47DD-A64D-9FE5F29A027E}"/>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198">
            <a:extLst xmlns:a="http://schemas.openxmlformats.org/drawingml/2006/main">
              <a:ext uri="{FF2B5EF4-FFF2-40B4-BE49-F238E27FC236}">
                <a16:creationId xmlns:a16="http://schemas.microsoft.com/office/drawing/2014/main" id="{623E7125-89E3-4F01-8AAF-0420A4F0D013}"/>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TO FOLLOW</a:t>
            </a:r>
          </a:p>
        </p:txBody>
      </p:sp>
      <p:sp>
        <p:nvSpPr>
          <p:cNvPr id="9" name="profile-199">
            <a:extLst xmlns:a="http://schemas.openxmlformats.org/drawingml/2006/main">
              <a:ext uri="{FF2B5EF4-FFF2-40B4-BE49-F238E27FC236}">
                <a16:creationId xmlns:a16="http://schemas.microsoft.com/office/drawing/2014/main" id="{32AC5422-474C-4EBB-9E36-EF6CD7C78B3C}"/>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200">
            <a:extLst xmlns:a="http://schemas.openxmlformats.org/drawingml/2006/main">
              <a:ext uri="{FF2B5EF4-FFF2-40B4-BE49-F238E27FC236}">
                <a16:creationId xmlns:a16="http://schemas.microsoft.com/office/drawing/2014/main" id="{CF3A3EB9-2793-405E-A117-8014BBDE1A54}"/>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201">
            <a:extLst xmlns:a="http://schemas.openxmlformats.org/drawingml/2006/main">
              <a:ext uri="{FF2B5EF4-FFF2-40B4-BE49-F238E27FC236}">
                <a16:creationId xmlns:a16="http://schemas.microsoft.com/office/drawing/2014/main" id="{225A252E-7B88-499E-9F3C-E75C96B3068D}"/>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202">
            <a:extLst xmlns:a="http://schemas.openxmlformats.org/drawingml/2006/main">
              <a:ext uri="{FF2B5EF4-FFF2-40B4-BE49-F238E27FC236}">
                <a16:creationId xmlns:a16="http://schemas.microsoft.com/office/drawing/2014/main" id="{78D7F398-009A-4E44-B672-E69925A43C5A}"/>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203">
            <a:extLst xmlns:a="http://schemas.openxmlformats.org/drawingml/2006/main">
              <a:ext uri="{FF2B5EF4-FFF2-40B4-BE49-F238E27FC236}">
                <a16:creationId xmlns:a16="http://schemas.microsoft.com/office/drawing/2014/main" id="{84EC2196-81A5-492B-8BFB-DBC415E374E8}"/>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204">
            <a:extLst xmlns:a="http://schemas.openxmlformats.org/drawingml/2006/main">
              <a:ext uri="{FF2B5EF4-FFF2-40B4-BE49-F238E27FC236}">
                <a16:creationId xmlns:a16="http://schemas.microsoft.com/office/drawing/2014/main" id="{55D37AF0-72D8-4A22-AEB2-A037C9146CEE}"/>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205">
            <a:extLst xmlns:a="http://schemas.openxmlformats.org/drawingml/2006/main">
              <a:ext uri="{FF2B5EF4-FFF2-40B4-BE49-F238E27FC236}">
                <a16:creationId xmlns:a16="http://schemas.microsoft.com/office/drawing/2014/main" id="{FA01C414-35B0-4FD4-84F8-F340ECC2965D}"/>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07</a:t>
            </a:r>
          </a:p>
        </p:txBody>
      </p:sp>
      <p:sp>
        <p:nvSpPr>
          <p:cNvPr id="16" name="profile-206">
            <a:extLst xmlns:a="http://schemas.openxmlformats.org/drawingml/2006/main">
              <a:ext uri="{FF2B5EF4-FFF2-40B4-BE49-F238E27FC236}">
                <a16:creationId xmlns:a16="http://schemas.microsoft.com/office/drawing/2014/main" id="{DF2D3D56-FEC1-462C-A437-420C34020B22}"/>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Cleaning work: before and after</a:t>
            </a:r>
          </a:p>
        </p:txBody>
      </p:sp>
      <p:sp>
        <p:nvSpPr>
          <p:cNvPr id="17" name="profile-207">
            <a:extLst xmlns:a="http://schemas.openxmlformats.org/drawingml/2006/main">
              <a:ext uri="{FF2B5EF4-FFF2-40B4-BE49-F238E27FC236}">
                <a16:creationId xmlns:a16="http://schemas.microsoft.com/office/drawing/2014/main" id="{61866213-EAA6-40FD-98AA-8450292A7DB2}"/>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18" name="">
            <a:extLst xmlns:a="http://schemas.openxmlformats.org/drawingml/2006/main">
              <a:ext uri="{FF2B5EF4-FFF2-40B4-BE49-F238E27FC236}">
                <a16:creationId xmlns:a16="http://schemas.microsoft.com/office/drawing/2014/main" id="{57772BCD-A9FC-464E-A5AD-79F3AF25EE9F}"/>
              </a:ext>
            </a:extLst>
          </p:cNvPr>
          <p:cNvPicPr>
            <a:picLocks xmlns:a="http://schemas.openxmlformats.org/drawingml/2006/main" noChangeAspect="1"/>
          </p:cNvPicPr>
          <p:nvPr/>
        </p:nvPicPr>
        <p:blipFill>
          <a:blip xmlns:r="http://schemas.openxmlformats.org/officeDocument/2006/relationships" xmlns:a="http://schemas.openxmlformats.org/drawingml/2006/main" r:embed="Rf50ef01ec2454819"/>
          <a:srcRect xmlns:a="http://schemas.openxmlformats.org/drawingml/2006/main" l="28" t="0" r="28" b="0"/>
          <a:stretch xmlns:a="http://schemas.openxmlformats.org/drawingml/2006/main">
            <a:fillRect l="0" t="0" r="0" b="0"/>
          </a:stretch>
        </p:blipFill>
        <p:spPr>
          <a:xfrm xmlns:a="http://schemas.openxmlformats.org/drawingml/2006/main">
            <a:off x="400050" y="2266950"/>
            <a:ext cx="5562600" cy="2838450"/>
          </a:xfrm>
          <a:prstGeom xmlns:a="http://schemas.openxmlformats.org/drawingml/2006/main" prst="rect">
            <a:avLst/>
          </a:prstGeom>
        </p:spPr>
      </p:pic>
      <p:sp>
        <p:nvSpPr>
          <p:cNvPr id="19" name="profile-208">
            <a:extLst xmlns:a="http://schemas.openxmlformats.org/drawingml/2006/main">
              <a:ext uri="{FF2B5EF4-FFF2-40B4-BE49-F238E27FC236}">
                <a16:creationId xmlns:a16="http://schemas.microsoft.com/office/drawing/2014/main" id="{E9980FD5-A7EF-4832-BEC9-C02ABF0B8972}"/>
              </a:ext>
            </a:extLst>
          </p:cNvPr>
          <p:cNvSpPr>
            <a:spLocks xmlns:a="http://schemas.openxmlformats.org/drawingml/2006/main" noGrp="1"/>
          </p:cNvSpPr>
          <p:nvPr/>
        </p:nvSpPr>
        <p:spPr>
          <a:xfrm xmlns:a="http://schemas.openxmlformats.org/drawingml/2006/main">
            <a:off x="400050" y="5248275"/>
            <a:ext cx="552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1">
                <a:solidFill>
                  <a:srgbClr val="1267A5"/>
                </a:solidFill>
                <a:latin typeface="Segoe UI"/>
                <a:ea typeface="Segoe UI"/>
                <a:cs typeface="Segoe UI"/>
              </a:defRPr>
            </a:defPPr>
          </a:lstStyle>
          <a:p xmlns:a="http://schemas.openxmlformats.org/drawingml/2006/main">
            <a:pPr algn="l">
              <a:defRPr sz="1500" b="1">
                <a:solidFill>
                  <a:srgbClr val="1267A5"/>
                </a:solidFill>
                <a:latin typeface="Segoe UI"/>
                <a:ea typeface="Segoe UI"/>
                <a:cs typeface="Segoe UI"/>
              </a:defRPr>
            </a:pPr>
            <a:r>
              <a:rPr sz="1500" b="1">
                <a:solidFill>
                  <a:srgbClr val="1267A5"/>
                </a:solidFill>
                <a:latin typeface="Segoe UI"/>
                <a:ea typeface="Segoe UI"/>
                <a:cs typeface="Segoe UI"/>
              </a:rPr>
              <a:t>BEFORE CLEANING</a:t>
            </a:r>
          </a:p>
        </p:txBody>
      </p:sp>
      <p:pic>
        <p:nvPicPr>
          <p:cNvPr id="20" name="">
            <a:extLst xmlns:a="http://schemas.openxmlformats.org/drawingml/2006/main">
              <a:ext uri="{FF2B5EF4-FFF2-40B4-BE49-F238E27FC236}">
                <a16:creationId xmlns:a16="http://schemas.microsoft.com/office/drawing/2014/main" id="{ADDA49F4-0596-4E6E-9BE8-B97CE74BF477}"/>
              </a:ext>
            </a:extLst>
          </p:cNvPr>
          <p:cNvPicPr>
            <a:picLocks xmlns:a="http://schemas.openxmlformats.org/drawingml/2006/main" noChangeAspect="1"/>
          </p:cNvPicPr>
          <p:nvPr/>
        </p:nvPicPr>
        <p:blipFill>
          <a:blip xmlns:r="http://schemas.openxmlformats.org/officeDocument/2006/relationships" xmlns:a="http://schemas.openxmlformats.org/drawingml/2006/main" r:embed="R9bf2b5edb32546d7"/>
          <a:srcRect xmlns:a="http://schemas.openxmlformats.org/drawingml/2006/main" l="28" t="0" r="28" b="0"/>
          <a:stretch xmlns:a="http://schemas.openxmlformats.org/drawingml/2006/main">
            <a:fillRect l="0" t="0" r="0" b="0"/>
          </a:stretch>
        </p:blipFill>
        <p:spPr>
          <a:xfrm xmlns:a="http://schemas.openxmlformats.org/drawingml/2006/main">
            <a:off x="6229350" y="2266950"/>
            <a:ext cx="5562600" cy="2838450"/>
          </a:xfrm>
          <a:prstGeom xmlns:a="http://schemas.openxmlformats.org/drawingml/2006/main" prst="rect">
            <a:avLst/>
          </a:prstGeom>
        </p:spPr>
      </p:pic>
      <p:sp>
        <p:nvSpPr>
          <p:cNvPr id="21" name="profile-209">
            <a:extLst xmlns:a="http://schemas.openxmlformats.org/drawingml/2006/main">
              <a:ext uri="{FF2B5EF4-FFF2-40B4-BE49-F238E27FC236}">
                <a16:creationId xmlns:a16="http://schemas.microsoft.com/office/drawing/2014/main" id="{B46C4809-1713-4C3A-857F-D517389C0490}"/>
              </a:ext>
            </a:extLst>
          </p:cNvPr>
          <p:cNvSpPr>
            <a:spLocks xmlns:a="http://schemas.openxmlformats.org/drawingml/2006/main" noGrp="1"/>
          </p:cNvSpPr>
          <p:nvPr/>
        </p:nvSpPr>
        <p:spPr>
          <a:xfrm xmlns:a="http://schemas.openxmlformats.org/drawingml/2006/main">
            <a:off x="6229350" y="5248275"/>
            <a:ext cx="552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1">
                <a:solidFill>
                  <a:srgbClr val="1267A5"/>
                </a:solidFill>
                <a:latin typeface="Segoe UI"/>
                <a:ea typeface="Segoe UI"/>
                <a:cs typeface="Segoe UI"/>
              </a:defRPr>
            </a:defPPr>
          </a:lstStyle>
          <a:p xmlns:a="http://schemas.openxmlformats.org/drawingml/2006/main">
            <a:pPr algn="l">
              <a:defRPr sz="1500" b="1">
                <a:solidFill>
                  <a:srgbClr val="1267A5"/>
                </a:solidFill>
                <a:latin typeface="Segoe UI"/>
                <a:ea typeface="Segoe UI"/>
                <a:cs typeface="Segoe UI"/>
              </a:defRPr>
            </a:pPr>
            <a:r>
              <a:rPr sz="1500" b="1">
                <a:solidFill>
                  <a:srgbClr val="1267A5"/>
                </a:solidFill>
                <a:latin typeface="Segoe UI"/>
                <a:ea typeface="Segoe UI"/>
                <a:cs typeface="Segoe UI"/>
              </a:rPr>
              <a:t>AFTER CLEANING</a:t>
            </a:r>
          </a:p>
        </p:txBody>
      </p:sp>
      <p:sp>
        <p:nvSpPr>
          <p:cNvPr id="22" name="profile-210">
            <a:extLst xmlns:a="http://schemas.openxmlformats.org/drawingml/2006/main">
              <a:ext uri="{FF2B5EF4-FFF2-40B4-BE49-F238E27FC236}">
                <a16:creationId xmlns:a16="http://schemas.microsoft.com/office/drawing/2014/main" id="{7860D6DC-3E22-42C1-8088-C96BDDD047B1}"/>
              </a:ext>
            </a:extLst>
          </p:cNvPr>
          <p:cNvSpPr>
            <a:spLocks xmlns:a="http://schemas.openxmlformats.org/drawingml/2006/main" noGrp="1"/>
          </p:cNvSpPr>
          <p:nvPr/>
        </p:nvSpPr>
        <p:spPr>
          <a:xfrm xmlns:a="http://schemas.openxmlformats.org/drawingml/2006/main">
            <a:off x="400050" y="5695950"/>
            <a:ext cx="11239500" cy="2926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1">
                <a:solidFill>
                  <a:srgbClr val="0E2C5E"/>
                </a:solidFill>
                <a:latin typeface="Segoe UI"/>
                <a:ea typeface="Segoe UI"/>
                <a:cs typeface="Segoe UI"/>
              </a:defRPr>
            </a:defPPr>
          </a:lstStyle>
          <a:p xmlns:a="http://schemas.openxmlformats.org/drawingml/2006/main">
            <a:pPr algn="l">
              <a:defRPr sz="1575" b="1">
                <a:solidFill>
                  <a:srgbClr val="0E2C5E"/>
                </a:solidFill>
                <a:latin typeface="Segoe UI"/>
                <a:ea typeface="Segoe UI"/>
                <a:cs typeface="Segoe UI"/>
              </a:defRPr>
            </a:pPr>
            <a:r>
              <a:rPr sz="1575" b="1">
                <a:solidFill>
                  <a:srgbClr val="0E2C5E"/>
                </a:solidFill>
                <a:latin typeface="Segoe UI"/>
                <a:ea typeface="Segoe UI"/>
                <a:cs typeface="Segoe UI"/>
              </a:rPr>
              <a:t>Actual Oceanides photographs show the chamber condition before and after cleaning.</a:t>
            </a:r>
          </a:p>
        </p:txBody>
      </p:sp>
      <p:sp>
        <p:nvSpPr>
          <p:cNvPr id="23" name="profile-211">
            <a:extLst xmlns:a="http://schemas.openxmlformats.org/drawingml/2006/main">
              <a:ext uri="{FF2B5EF4-FFF2-40B4-BE49-F238E27FC236}">
                <a16:creationId xmlns:a16="http://schemas.microsoft.com/office/drawing/2014/main" id="{48C5D19A-637A-473B-A1D8-AA1F5BBF622F}"/>
              </a:ext>
            </a:extLst>
          </p:cNvPr>
          <p:cNvSpPr>
            <a:spLocks xmlns:a="http://schemas.openxmlformats.org/drawingml/2006/main" noGrp="1"/>
          </p:cNvSpPr>
          <p:nvPr/>
        </p:nvSpPr>
        <p:spPr>
          <a:xfrm xmlns:a="http://schemas.openxmlformats.org/drawingml/2006/main">
            <a:off x="400050" y="6000750"/>
            <a:ext cx="11191875" cy="1895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456079"/>
                </a:solidFill>
                <a:latin typeface="Segoe UI"/>
                <a:ea typeface="Segoe UI"/>
                <a:cs typeface="Segoe UI"/>
              </a:defRPr>
            </a:defPPr>
          </a:lstStyle>
          <a:p xmlns:a="http://schemas.openxmlformats.org/drawingml/2006/main">
            <a:pPr algn="l">
              <a:defRPr sz="975" b="0">
                <a:solidFill>
                  <a:srgbClr val="456079"/>
                </a:solidFill>
                <a:latin typeface="Segoe UI"/>
                <a:ea typeface="Segoe UI"/>
                <a:cs typeface="Segoe UI"/>
              </a:defRPr>
            </a:pPr>
            <a:r>
              <a:rPr sz="975" b="0">
                <a:solidFill>
                  <a:srgbClr val="456079"/>
                </a:solidFill>
                <a:latin typeface="Segoe UI"/>
                <a:ea typeface="Segoe UI"/>
                <a:cs typeface="Segoe UI"/>
              </a:rPr>
              <a:t>The specific project site, service date and approved case-study details are still to be added.</a:t>
            </a:r>
          </a:p>
        </p:txBody>
      </p:sp>
    </p:spTree>
    <p:extLst>
      <p:ext uri="{BB962C8B-B14F-4D97-AF65-F5344CB8AC3E}">
        <p14:creationId xmlns:p14="http://schemas.microsoft.com/office/powerpoint/2010/main" val="66945087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profile-212">
            <a:extLst xmlns:a="http://schemas.openxmlformats.org/drawingml/2006/main">
              <a:ext uri="{FF2B5EF4-FFF2-40B4-BE49-F238E27FC236}">
                <a16:creationId xmlns:a16="http://schemas.microsoft.com/office/drawing/2014/main" id="{23636ACB-6A34-48CA-AC23-0C88FF581BE3}"/>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213">
            <a:extLst xmlns:a="http://schemas.openxmlformats.org/drawingml/2006/main">
              <a:ext uri="{FF2B5EF4-FFF2-40B4-BE49-F238E27FC236}">
                <a16:creationId xmlns:a16="http://schemas.microsoft.com/office/drawing/2014/main" id="{971E2129-70FE-4B46-AACB-04E1F0B6F3BC}"/>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C986C579-9354-4964-B392-B776FD77A61A}"/>
              </a:ext>
            </a:extLst>
          </p:cNvPr>
          <p:cNvPicPr>
            <a:picLocks xmlns:a="http://schemas.openxmlformats.org/drawingml/2006/main" noChangeAspect="1"/>
          </p:cNvPicPr>
          <p:nvPr/>
        </p:nvPicPr>
        <p:blipFill>
          <a:blip xmlns:r="http://schemas.openxmlformats.org/officeDocument/2006/relationships" xmlns:a="http://schemas.openxmlformats.org/drawingml/2006/main" r:embed="Rd43300715746418f"/>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214">
            <a:extLst xmlns:a="http://schemas.openxmlformats.org/drawingml/2006/main">
              <a:ext uri="{FF2B5EF4-FFF2-40B4-BE49-F238E27FC236}">
                <a16:creationId xmlns:a16="http://schemas.microsoft.com/office/drawing/2014/main" id="{4853787E-9CEC-4466-8042-02B36EC0919E}"/>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215">
            <a:extLst xmlns:a="http://schemas.openxmlformats.org/drawingml/2006/main">
              <a:ext uri="{FF2B5EF4-FFF2-40B4-BE49-F238E27FC236}">
                <a16:creationId xmlns:a16="http://schemas.microsoft.com/office/drawing/2014/main" id="{373E93B4-EB36-472C-9C85-7FC7841841D4}"/>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and Pest Management Services OPC</a:t>
            </a:r>
          </a:p>
        </p:txBody>
      </p:sp>
      <p:sp>
        <p:nvSpPr>
          <p:cNvPr id="6" name="profile-216">
            <a:extLst xmlns:a="http://schemas.openxmlformats.org/drawingml/2006/main">
              <a:ext uri="{FF2B5EF4-FFF2-40B4-BE49-F238E27FC236}">
                <a16:creationId xmlns:a16="http://schemas.microsoft.com/office/drawing/2014/main" id="{0CFFFC72-C78F-45C1-906A-401874B3B4BD}"/>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Globe 0917 671 6383   |   Smart 0939 245 6217</a:t>
            </a:r>
          </a:p>
        </p:txBody>
      </p:sp>
      <p:sp>
        <p:nvSpPr>
          <p:cNvPr id="7" name="profile-217">
            <a:extLst xmlns:a="http://schemas.openxmlformats.org/drawingml/2006/main">
              <a:ext uri="{FF2B5EF4-FFF2-40B4-BE49-F238E27FC236}">
                <a16:creationId xmlns:a16="http://schemas.microsoft.com/office/drawing/2014/main" id="{B6F40E18-C5A6-4575-B431-15DA6DDD4411}"/>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218">
            <a:extLst xmlns:a="http://schemas.openxmlformats.org/drawingml/2006/main">
              <a:ext uri="{FF2B5EF4-FFF2-40B4-BE49-F238E27FC236}">
                <a16:creationId xmlns:a16="http://schemas.microsoft.com/office/drawing/2014/main" id="{8F9C05E9-7F0A-48BF-973F-CD320F83A32E}"/>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TO FOLLOW</a:t>
            </a:r>
          </a:p>
        </p:txBody>
      </p:sp>
      <p:sp>
        <p:nvSpPr>
          <p:cNvPr id="9" name="profile-219">
            <a:extLst xmlns:a="http://schemas.openxmlformats.org/drawingml/2006/main">
              <a:ext uri="{FF2B5EF4-FFF2-40B4-BE49-F238E27FC236}">
                <a16:creationId xmlns:a16="http://schemas.microsoft.com/office/drawing/2014/main" id="{9D7C50D0-8339-4767-87F2-A62EC6D836A5}"/>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220">
            <a:extLst xmlns:a="http://schemas.openxmlformats.org/drawingml/2006/main">
              <a:ext uri="{FF2B5EF4-FFF2-40B4-BE49-F238E27FC236}">
                <a16:creationId xmlns:a16="http://schemas.microsoft.com/office/drawing/2014/main" id="{158EE345-C158-4BA0-A939-5CE854CA2199}"/>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221">
            <a:extLst xmlns:a="http://schemas.openxmlformats.org/drawingml/2006/main">
              <a:ext uri="{FF2B5EF4-FFF2-40B4-BE49-F238E27FC236}">
                <a16:creationId xmlns:a16="http://schemas.microsoft.com/office/drawing/2014/main" id="{57168E38-B202-4298-9EE0-A6EE43A641C6}"/>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222">
            <a:extLst xmlns:a="http://schemas.openxmlformats.org/drawingml/2006/main">
              <a:ext uri="{FF2B5EF4-FFF2-40B4-BE49-F238E27FC236}">
                <a16:creationId xmlns:a16="http://schemas.microsoft.com/office/drawing/2014/main" id="{1F06A214-45B3-47C9-8FF7-DCE2E7217019}"/>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223">
            <a:extLst xmlns:a="http://schemas.openxmlformats.org/drawingml/2006/main">
              <a:ext uri="{FF2B5EF4-FFF2-40B4-BE49-F238E27FC236}">
                <a16:creationId xmlns:a16="http://schemas.microsoft.com/office/drawing/2014/main" id="{16022092-E653-4A04-906F-BF97B72A1D0B}"/>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224">
            <a:extLst xmlns:a="http://schemas.openxmlformats.org/drawingml/2006/main">
              <a:ext uri="{FF2B5EF4-FFF2-40B4-BE49-F238E27FC236}">
                <a16:creationId xmlns:a16="http://schemas.microsoft.com/office/drawing/2014/main" id="{8C72D6D1-7B76-4F69-AC6C-7E64B60DA325}"/>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225">
            <a:extLst xmlns:a="http://schemas.openxmlformats.org/drawingml/2006/main">
              <a:ext uri="{FF2B5EF4-FFF2-40B4-BE49-F238E27FC236}">
                <a16:creationId xmlns:a16="http://schemas.microsoft.com/office/drawing/2014/main" id="{EA76BC39-7B00-479A-B32C-0C22137EEE29}"/>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08</a:t>
            </a:r>
          </a:p>
        </p:txBody>
      </p:sp>
      <p:sp>
        <p:nvSpPr>
          <p:cNvPr id="16" name="profile-226">
            <a:extLst xmlns:a="http://schemas.openxmlformats.org/drawingml/2006/main">
              <a:ext uri="{FF2B5EF4-FFF2-40B4-BE49-F238E27FC236}">
                <a16:creationId xmlns:a16="http://schemas.microsoft.com/office/drawing/2014/main" id="{1F06F8D3-719E-4612-9702-BD1243F83B64}"/>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Septic Tank Siphoning</a:t>
            </a:r>
          </a:p>
        </p:txBody>
      </p:sp>
      <p:sp>
        <p:nvSpPr>
          <p:cNvPr id="17" name="profile-227">
            <a:extLst xmlns:a="http://schemas.openxmlformats.org/drawingml/2006/main">
              <a:ext uri="{FF2B5EF4-FFF2-40B4-BE49-F238E27FC236}">
                <a16:creationId xmlns:a16="http://schemas.microsoft.com/office/drawing/2014/main" id="{6A4524D8-5CA3-4C11-946B-65CFCB018FBF}"/>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228">
            <a:extLst xmlns:a="http://schemas.openxmlformats.org/drawingml/2006/main">
              <a:ext uri="{FF2B5EF4-FFF2-40B4-BE49-F238E27FC236}">
                <a16:creationId xmlns:a16="http://schemas.microsoft.com/office/drawing/2014/main" id="{865A971D-A8FD-4E56-8DF4-B0740455F0B3}"/>
              </a:ext>
            </a:extLst>
          </p:cNvPr>
          <p:cNvSpPr>
            <a:spLocks xmlns:a="http://schemas.openxmlformats.org/drawingml/2006/main" noGrp="1"/>
          </p:cNvSpPr>
          <p:nvPr/>
        </p:nvSpPr>
        <p:spPr>
          <a:xfrm xmlns:a="http://schemas.openxmlformats.org/drawingml/2006/main">
            <a:off x="400050" y="2238375"/>
            <a:ext cx="62198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0E2C5E"/>
                </a:solidFill>
                <a:latin typeface="Segoe UI"/>
                <a:ea typeface="Segoe UI"/>
                <a:cs typeface="Segoe UI"/>
              </a:defRPr>
            </a:defPPr>
          </a:lstStyle>
          <a:p xmlns:a="http://schemas.openxmlformats.org/drawingml/2006/main">
            <a:pPr algn="l">
              <a:defRPr sz="1950" b="1">
                <a:solidFill>
                  <a:srgbClr val="0E2C5E"/>
                </a:solidFill>
                <a:latin typeface="Segoe UI"/>
                <a:ea typeface="Segoe UI"/>
                <a:cs typeface="Segoe UI"/>
              </a:defRPr>
            </a:pPr>
            <a:r>
              <a:rPr sz="1950" b="1">
                <a:solidFill>
                  <a:srgbClr val="0E2C5E"/>
                </a:solidFill>
                <a:latin typeface="Segoe UI"/>
                <a:ea typeface="Segoe UI"/>
                <a:cs typeface="Segoe UI"/>
              </a:rPr>
              <a:t>Plan septic tank servicing before an overflow</a:t>
            </a:r>
          </a:p>
        </p:txBody>
      </p:sp>
      <p:sp>
        <p:nvSpPr>
          <p:cNvPr id="19" name="profile-229">
            <a:extLst xmlns:a="http://schemas.openxmlformats.org/drawingml/2006/main">
              <a:ext uri="{FF2B5EF4-FFF2-40B4-BE49-F238E27FC236}">
                <a16:creationId xmlns:a16="http://schemas.microsoft.com/office/drawing/2014/main" id="{BBA1AC70-51CE-477D-BD7F-CB419696057B}"/>
              </a:ext>
            </a:extLst>
          </p:cNvPr>
          <p:cNvSpPr>
            <a:spLocks xmlns:a="http://schemas.openxmlformats.org/drawingml/2006/main" noGrp="1"/>
          </p:cNvSpPr>
          <p:nvPr/>
        </p:nvSpPr>
        <p:spPr>
          <a:xfrm xmlns:a="http://schemas.openxmlformats.org/drawingml/2006/main">
            <a:off x="400050" y="2562225"/>
            <a:ext cx="62198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0E2C5E"/>
                </a:solidFill>
                <a:latin typeface="Segoe UI"/>
                <a:ea typeface="Segoe UI"/>
                <a:cs typeface="Segoe UI"/>
              </a:defRPr>
            </a:defPPr>
          </a:lstStyle>
          <a:p xmlns:a="http://schemas.openxmlformats.org/drawingml/2006/main">
            <a:pPr algn="l">
              <a:defRPr sz="1950" b="1">
                <a:solidFill>
                  <a:srgbClr val="0E2C5E"/>
                </a:solidFill>
                <a:latin typeface="Segoe UI"/>
                <a:ea typeface="Segoe UI"/>
                <a:cs typeface="Segoe UI"/>
              </a:defRPr>
            </a:pPr>
            <a:r>
              <a:rPr sz="1950" b="1">
                <a:solidFill>
                  <a:srgbClr val="0E2C5E"/>
                </a:solidFill>
                <a:latin typeface="Segoe UI"/>
                <a:ea typeface="Segoe UI"/>
                <a:cs typeface="Segoe UI"/>
              </a:rPr>
              <a:t>disrupts your property.</a:t>
            </a:r>
          </a:p>
        </p:txBody>
      </p:sp>
      <p:sp>
        <p:nvSpPr>
          <p:cNvPr id="20" name="profile-230">
            <a:extLst xmlns:a="http://schemas.openxmlformats.org/drawingml/2006/main">
              <a:ext uri="{FF2B5EF4-FFF2-40B4-BE49-F238E27FC236}">
                <a16:creationId xmlns:a16="http://schemas.microsoft.com/office/drawing/2014/main" id="{D069BEDE-7E14-46C8-92A1-4342184EA967}"/>
              </a:ext>
            </a:extLst>
          </p:cNvPr>
          <p:cNvSpPr>
            <a:spLocks xmlns:a="http://schemas.openxmlformats.org/drawingml/2006/main" noGrp="1"/>
          </p:cNvSpPr>
          <p:nvPr/>
        </p:nvSpPr>
        <p:spPr>
          <a:xfrm xmlns:a="http://schemas.openxmlformats.org/drawingml/2006/main">
            <a:off x="400050" y="3038475"/>
            <a:ext cx="62198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38" b="0">
                <a:solidFill>
                  <a:srgbClr val="102B49"/>
                </a:solidFill>
                <a:latin typeface="Segoe UI"/>
                <a:ea typeface="Segoe UI"/>
                <a:cs typeface="Segoe UI"/>
              </a:defRPr>
            </a:defPPr>
          </a:lstStyle>
          <a:p xmlns:a="http://schemas.openxmlformats.org/drawingml/2006/main">
            <a:pPr algn="l">
              <a:defRPr sz="1538" b="0">
                <a:solidFill>
                  <a:srgbClr val="102B49"/>
                </a:solidFill>
                <a:latin typeface="Segoe UI"/>
                <a:ea typeface="Segoe UI"/>
                <a:cs typeface="Segoe UI"/>
              </a:defRPr>
            </a:pPr>
            <a:r>
              <a:rPr sz="1538" b="0">
                <a:solidFill>
                  <a:srgbClr val="102B49"/>
                </a:solidFill>
                <a:latin typeface="Segoe UI"/>
                <a:ea typeface="Segoe UI"/>
                <a:cs typeface="Segoe UI"/>
              </a:rPr>
              <a:t>Oceanides provides septic tank siphoning for commercial, industrial,</a:t>
            </a:r>
          </a:p>
        </p:txBody>
      </p:sp>
      <p:sp>
        <p:nvSpPr>
          <p:cNvPr id="21" name="profile-231">
            <a:extLst xmlns:a="http://schemas.openxmlformats.org/drawingml/2006/main">
              <a:ext uri="{FF2B5EF4-FFF2-40B4-BE49-F238E27FC236}">
                <a16:creationId xmlns:a16="http://schemas.microsoft.com/office/drawing/2014/main" id="{DDB626AD-D771-49B6-93C1-123E3CCE7979}"/>
              </a:ext>
            </a:extLst>
          </p:cNvPr>
          <p:cNvSpPr>
            <a:spLocks xmlns:a="http://schemas.openxmlformats.org/drawingml/2006/main" noGrp="1"/>
          </p:cNvSpPr>
          <p:nvPr/>
        </p:nvSpPr>
        <p:spPr>
          <a:xfrm xmlns:a="http://schemas.openxmlformats.org/drawingml/2006/main">
            <a:off x="400050" y="3295650"/>
            <a:ext cx="62198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38" b="0">
                <a:solidFill>
                  <a:srgbClr val="102B49"/>
                </a:solidFill>
                <a:latin typeface="Segoe UI"/>
                <a:ea typeface="Segoe UI"/>
                <a:cs typeface="Segoe UI"/>
              </a:defRPr>
            </a:defPPr>
          </a:lstStyle>
          <a:p xmlns:a="http://schemas.openxmlformats.org/drawingml/2006/main">
            <a:pPr algn="l">
              <a:defRPr sz="1538" b="0">
                <a:solidFill>
                  <a:srgbClr val="102B49"/>
                </a:solidFill>
                <a:latin typeface="Segoe UI"/>
                <a:ea typeface="Segoe UI"/>
                <a:cs typeface="Segoe UI"/>
              </a:defRPr>
            </a:pPr>
            <a:r>
              <a:rPr sz="1538" b="0">
                <a:solidFill>
                  <a:srgbClr val="102B49"/>
                </a:solidFill>
                <a:latin typeface="Segoe UI"/>
                <a:ea typeface="Segoe UI"/>
                <a:cs typeface="Segoe UI"/>
              </a:rPr>
              <a:t>and residential properties. We coordinate access, the work area, and the</a:t>
            </a:r>
          </a:p>
        </p:txBody>
      </p:sp>
      <p:sp>
        <p:nvSpPr>
          <p:cNvPr id="22" name="profile-232">
            <a:extLst xmlns:a="http://schemas.openxmlformats.org/drawingml/2006/main">
              <a:ext uri="{FF2B5EF4-FFF2-40B4-BE49-F238E27FC236}">
                <a16:creationId xmlns:a16="http://schemas.microsoft.com/office/drawing/2014/main" id="{3E4BC129-185F-476F-92CD-1EE13D455211}"/>
              </a:ext>
            </a:extLst>
          </p:cNvPr>
          <p:cNvSpPr>
            <a:spLocks xmlns:a="http://schemas.openxmlformats.org/drawingml/2006/main" noGrp="1"/>
          </p:cNvSpPr>
          <p:nvPr/>
        </p:nvSpPr>
        <p:spPr>
          <a:xfrm xmlns:a="http://schemas.openxmlformats.org/drawingml/2006/main">
            <a:off x="400050" y="3552825"/>
            <a:ext cx="62198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38" b="0">
                <a:solidFill>
                  <a:srgbClr val="102B49"/>
                </a:solidFill>
                <a:latin typeface="Segoe UI"/>
                <a:ea typeface="Segoe UI"/>
                <a:cs typeface="Segoe UI"/>
              </a:defRPr>
            </a:defPPr>
          </a:lstStyle>
          <a:p xmlns:a="http://schemas.openxmlformats.org/drawingml/2006/main">
            <a:pPr algn="l">
              <a:defRPr sz="1538" b="0">
                <a:solidFill>
                  <a:srgbClr val="102B49"/>
                </a:solidFill>
                <a:latin typeface="Segoe UI"/>
                <a:ea typeface="Segoe UI"/>
                <a:cs typeface="Segoe UI"/>
              </a:defRPr>
            </a:pPr>
            <a:r>
              <a:rPr sz="1538" b="0">
                <a:solidFill>
                  <a:srgbClr val="102B49"/>
                </a:solidFill>
                <a:latin typeface="Segoe UI"/>
                <a:ea typeface="Segoe UI"/>
                <a:cs typeface="Segoe UI"/>
              </a:rPr>
              <a:t>agreed service schedule with your site representative.</a:t>
            </a:r>
          </a:p>
        </p:txBody>
      </p:sp>
      <p:sp>
        <p:nvSpPr>
          <p:cNvPr id="23" name="profile-233">
            <a:extLst xmlns:a="http://schemas.openxmlformats.org/drawingml/2006/main">
              <a:ext uri="{FF2B5EF4-FFF2-40B4-BE49-F238E27FC236}">
                <a16:creationId xmlns:a16="http://schemas.microsoft.com/office/drawing/2014/main" id="{BBD06A66-6166-4A1F-B8A8-CF787953395D}"/>
              </a:ext>
            </a:extLst>
          </p:cNvPr>
          <p:cNvSpPr>
            <a:spLocks xmlns:a="http://schemas.openxmlformats.org/drawingml/2006/main" noGrp="1"/>
          </p:cNvSpPr>
          <p:nvPr/>
        </p:nvSpPr>
        <p:spPr>
          <a:xfrm xmlns:a="http://schemas.openxmlformats.org/drawingml/2006/main">
            <a:off x="400050" y="4057650"/>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4" name="profile-234">
            <a:extLst xmlns:a="http://schemas.openxmlformats.org/drawingml/2006/main">
              <a:ext uri="{FF2B5EF4-FFF2-40B4-BE49-F238E27FC236}">
                <a16:creationId xmlns:a16="http://schemas.microsoft.com/office/drawing/2014/main" id="{986D8893-72B6-431E-AE23-E702B79C8ED8}"/>
              </a:ext>
            </a:extLst>
          </p:cNvPr>
          <p:cNvSpPr>
            <a:spLocks xmlns:a="http://schemas.openxmlformats.org/drawingml/2006/main" noGrp="1"/>
          </p:cNvSpPr>
          <p:nvPr/>
        </p:nvSpPr>
        <p:spPr>
          <a:xfrm xmlns:a="http://schemas.openxmlformats.org/drawingml/2006/main">
            <a:off x="600075" y="3962400"/>
            <a:ext cx="6019800"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Review of tank access and service requirements</a:t>
            </a:r>
          </a:p>
        </p:txBody>
      </p:sp>
      <p:sp>
        <p:nvSpPr>
          <p:cNvPr id="25" name="profile-235">
            <a:extLst xmlns:a="http://schemas.openxmlformats.org/drawingml/2006/main">
              <a:ext uri="{FF2B5EF4-FFF2-40B4-BE49-F238E27FC236}">
                <a16:creationId xmlns:a16="http://schemas.microsoft.com/office/drawing/2014/main" id="{5D7DE608-2531-4B52-8954-E84543C3CE46}"/>
              </a:ext>
            </a:extLst>
          </p:cNvPr>
          <p:cNvSpPr>
            <a:spLocks xmlns:a="http://schemas.openxmlformats.org/drawingml/2006/main" noGrp="1"/>
          </p:cNvSpPr>
          <p:nvPr/>
        </p:nvSpPr>
        <p:spPr>
          <a:xfrm xmlns:a="http://schemas.openxmlformats.org/drawingml/2006/main">
            <a:off x="400050" y="4391787"/>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6" name="profile-236">
            <a:extLst xmlns:a="http://schemas.openxmlformats.org/drawingml/2006/main">
              <a:ext uri="{FF2B5EF4-FFF2-40B4-BE49-F238E27FC236}">
                <a16:creationId xmlns:a16="http://schemas.microsoft.com/office/drawing/2014/main" id="{05D493E8-CF41-4AA3-9F9C-A362E7524CE2}"/>
              </a:ext>
            </a:extLst>
          </p:cNvPr>
          <p:cNvSpPr>
            <a:spLocks xmlns:a="http://schemas.openxmlformats.org/drawingml/2006/main" noGrp="1"/>
          </p:cNvSpPr>
          <p:nvPr/>
        </p:nvSpPr>
        <p:spPr>
          <a:xfrm xmlns:a="http://schemas.openxmlformats.org/drawingml/2006/main">
            <a:off x="600075" y="4296537"/>
            <a:ext cx="6019800"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Removal of accumulated septic contents within the agreed scope</a:t>
            </a:r>
          </a:p>
        </p:txBody>
      </p:sp>
      <p:sp>
        <p:nvSpPr>
          <p:cNvPr id="27" name="profile-237">
            <a:extLst xmlns:a="http://schemas.openxmlformats.org/drawingml/2006/main">
              <a:ext uri="{FF2B5EF4-FFF2-40B4-BE49-F238E27FC236}">
                <a16:creationId xmlns:a16="http://schemas.microsoft.com/office/drawing/2014/main" id="{66CA04B7-A1EC-4DE9-8272-AF2E01C0075A}"/>
              </a:ext>
            </a:extLst>
          </p:cNvPr>
          <p:cNvSpPr>
            <a:spLocks xmlns:a="http://schemas.openxmlformats.org/drawingml/2006/main" noGrp="1"/>
          </p:cNvSpPr>
          <p:nvPr/>
        </p:nvSpPr>
        <p:spPr>
          <a:xfrm xmlns:a="http://schemas.openxmlformats.org/drawingml/2006/main">
            <a:off x="400050" y="4725924"/>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8" name="profile-238">
            <a:extLst xmlns:a="http://schemas.openxmlformats.org/drawingml/2006/main">
              <a:ext uri="{FF2B5EF4-FFF2-40B4-BE49-F238E27FC236}">
                <a16:creationId xmlns:a16="http://schemas.microsoft.com/office/drawing/2014/main" id="{F9E90ABB-05F3-4FAB-82CB-3B0635F2C679}"/>
              </a:ext>
            </a:extLst>
          </p:cNvPr>
          <p:cNvSpPr>
            <a:spLocks xmlns:a="http://schemas.openxmlformats.org/drawingml/2006/main" noGrp="1"/>
          </p:cNvSpPr>
          <p:nvPr/>
        </p:nvSpPr>
        <p:spPr>
          <a:xfrm xmlns:a="http://schemas.openxmlformats.org/drawingml/2006/main">
            <a:off x="600075" y="4630674"/>
            <a:ext cx="6019800"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Coordination with site personnel during the work</a:t>
            </a:r>
          </a:p>
        </p:txBody>
      </p:sp>
      <p:sp>
        <p:nvSpPr>
          <p:cNvPr id="29" name="profile-239">
            <a:extLst xmlns:a="http://schemas.openxmlformats.org/drawingml/2006/main">
              <a:ext uri="{FF2B5EF4-FFF2-40B4-BE49-F238E27FC236}">
                <a16:creationId xmlns:a16="http://schemas.microsoft.com/office/drawing/2014/main" id="{3085421A-0CDB-4C31-ADCD-45BBB619F53E}"/>
              </a:ext>
            </a:extLst>
          </p:cNvPr>
          <p:cNvSpPr>
            <a:spLocks xmlns:a="http://schemas.openxmlformats.org/drawingml/2006/main" noGrp="1"/>
          </p:cNvSpPr>
          <p:nvPr/>
        </p:nvSpPr>
        <p:spPr>
          <a:xfrm xmlns:a="http://schemas.openxmlformats.org/drawingml/2006/main">
            <a:off x="400050" y="5060061"/>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0" name="profile-240">
            <a:extLst xmlns:a="http://schemas.openxmlformats.org/drawingml/2006/main">
              <a:ext uri="{FF2B5EF4-FFF2-40B4-BE49-F238E27FC236}">
                <a16:creationId xmlns:a16="http://schemas.microsoft.com/office/drawing/2014/main" id="{4ECED943-41F6-41AC-B0BF-327188DC6F87}"/>
              </a:ext>
            </a:extLst>
          </p:cNvPr>
          <p:cNvSpPr>
            <a:spLocks xmlns:a="http://schemas.openxmlformats.org/drawingml/2006/main" noGrp="1"/>
          </p:cNvSpPr>
          <p:nvPr/>
        </p:nvSpPr>
        <p:spPr>
          <a:xfrm xmlns:a="http://schemas.openxmlformats.org/drawingml/2006/main">
            <a:off x="600075" y="4964811"/>
            <a:ext cx="6019800"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Recommendations for the next service based on site conditions</a:t>
            </a:r>
          </a:p>
        </p:txBody>
      </p:sp>
      <p:pic>
        <p:nvPicPr>
          <p:cNvPr id="31" name="">
            <a:extLst xmlns:a="http://schemas.openxmlformats.org/drawingml/2006/main">
              <a:ext uri="{FF2B5EF4-FFF2-40B4-BE49-F238E27FC236}">
                <a16:creationId xmlns:a16="http://schemas.microsoft.com/office/drawing/2014/main" id="{A0948A32-2B8D-4985-BC11-D89DEEC04480}"/>
              </a:ext>
            </a:extLst>
          </p:cNvPr>
          <p:cNvPicPr>
            <a:picLocks xmlns:a="http://schemas.openxmlformats.org/drawingml/2006/main" noChangeAspect="1"/>
          </p:cNvPicPr>
          <p:nvPr/>
        </p:nvPicPr>
        <p:blipFill>
          <a:blip xmlns:r="http://schemas.openxmlformats.org/officeDocument/2006/relationships" xmlns:a="http://schemas.openxmlformats.org/drawingml/2006/main" r:embed="R91eda64a96ba4915"/>
          <a:srcRect xmlns:a="http://schemas.openxmlformats.org/drawingml/2006/main" l="0" t="38" r="0" b="38"/>
          <a:stretch xmlns:a="http://schemas.openxmlformats.org/drawingml/2006/main">
            <a:fillRect l="0" t="0" r="0" b="0"/>
          </a:stretch>
        </p:blipFill>
        <p:spPr>
          <a:xfrm xmlns:a="http://schemas.openxmlformats.org/drawingml/2006/main">
            <a:off x="7124700" y="2266950"/>
            <a:ext cx="4667250" cy="2781300"/>
          </a:xfrm>
          <a:prstGeom xmlns:a="http://schemas.openxmlformats.org/drawingml/2006/main" prst="rect">
            <a:avLst/>
          </a:prstGeom>
        </p:spPr>
      </p:pic>
      <p:sp>
        <p:nvSpPr>
          <p:cNvPr id="32" name="profile-241">
            <a:extLst xmlns:a="http://schemas.openxmlformats.org/drawingml/2006/main">
              <a:ext uri="{FF2B5EF4-FFF2-40B4-BE49-F238E27FC236}">
                <a16:creationId xmlns:a16="http://schemas.microsoft.com/office/drawing/2014/main" id="{3088A472-CBFD-4067-A121-5EBEFD8216A5}"/>
              </a:ext>
            </a:extLst>
          </p:cNvPr>
          <p:cNvSpPr>
            <a:spLocks xmlns:a="http://schemas.openxmlformats.org/drawingml/2006/main" noGrp="1"/>
          </p:cNvSpPr>
          <p:nvPr/>
        </p:nvSpPr>
        <p:spPr>
          <a:xfrm xmlns:a="http://schemas.openxmlformats.org/drawingml/2006/main">
            <a:off x="7124700" y="5124450"/>
            <a:ext cx="4667250" cy="177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a:solidFill>
                  <a:srgbClr val="456079"/>
                </a:solidFill>
                <a:latin typeface="Segoe UI"/>
                <a:ea typeface="Segoe UI"/>
                <a:cs typeface="Segoe UI"/>
              </a:defRPr>
            </a:defPPr>
          </a:lstStyle>
          <a:p xmlns:a="http://schemas.openxmlformats.org/drawingml/2006/main">
            <a:pPr algn="l">
              <a:defRPr sz="900" b="0">
                <a:solidFill>
                  <a:srgbClr val="456079"/>
                </a:solidFill>
                <a:latin typeface="Segoe UI"/>
                <a:ea typeface="Segoe UI"/>
                <a:cs typeface="Segoe UI"/>
              </a:defRPr>
            </a:pPr>
            <a:r>
              <a:rPr sz="900" b="0">
                <a:solidFill>
                  <a:srgbClr val="456079"/>
                </a:solidFill>
                <a:latin typeface="Segoe UI"/>
                <a:ea typeface="Segoe UI"/>
                <a:cs typeface="Segoe UI"/>
              </a:rPr>
              <a:t>AI-generated service illustration</a:t>
            </a:r>
          </a:p>
        </p:txBody>
      </p:sp>
      <p:sp>
        <p:nvSpPr>
          <p:cNvPr id="33" name="profile-242">
            <a:extLst xmlns:a="http://schemas.openxmlformats.org/drawingml/2006/main">
              <a:ext uri="{FF2B5EF4-FFF2-40B4-BE49-F238E27FC236}">
                <a16:creationId xmlns:a16="http://schemas.microsoft.com/office/drawing/2014/main" id="{E53BFFAC-6EDE-4770-AA19-87E26B2FD077}"/>
              </a:ext>
            </a:extLst>
          </p:cNvPr>
          <p:cNvSpPr>
            <a:spLocks xmlns:a="http://schemas.openxmlformats.org/drawingml/2006/main" noGrp="1"/>
          </p:cNvSpPr>
          <p:nvPr/>
        </p:nvSpPr>
        <p:spPr>
          <a:xfrm xmlns:a="http://schemas.openxmlformats.org/drawingml/2006/main">
            <a:off x="7124700" y="5495925"/>
            <a:ext cx="4667250" cy="6000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34" name="profile-243">
            <a:extLst xmlns:a="http://schemas.openxmlformats.org/drawingml/2006/main">
              <a:ext uri="{FF2B5EF4-FFF2-40B4-BE49-F238E27FC236}">
                <a16:creationId xmlns:a16="http://schemas.microsoft.com/office/drawing/2014/main" id="{F2202D48-B992-4F96-AB46-7CAE87E54B0E}"/>
              </a:ext>
            </a:extLst>
          </p:cNvPr>
          <p:cNvSpPr>
            <a:spLocks xmlns:a="http://schemas.openxmlformats.org/drawingml/2006/main" noGrp="1"/>
          </p:cNvSpPr>
          <p:nvPr/>
        </p:nvSpPr>
        <p:spPr>
          <a:xfrm xmlns:a="http://schemas.openxmlformats.org/drawingml/2006/main">
            <a:off x="7267575" y="5600700"/>
            <a:ext cx="438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Plan servicing around your operations and reduce</a:t>
            </a:r>
          </a:p>
        </p:txBody>
      </p:sp>
      <p:sp>
        <p:nvSpPr>
          <p:cNvPr id="35" name="profile-244">
            <a:extLst xmlns:a="http://schemas.openxmlformats.org/drawingml/2006/main">
              <a:ext uri="{FF2B5EF4-FFF2-40B4-BE49-F238E27FC236}">
                <a16:creationId xmlns:a16="http://schemas.microsoft.com/office/drawing/2014/main" id="{7AA06BFD-F3FB-4DDF-AF32-D42D8522CC74}"/>
              </a:ext>
            </a:extLst>
          </p:cNvPr>
          <p:cNvSpPr>
            <a:spLocks xmlns:a="http://schemas.openxmlformats.org/drawingml/2006/main" noGrp="1"/>
          </p:cNvSpPr>
          <p:nvPr/>
        </p:nvSpPr>
        <p:spPr>
          <a:xfrm xmlns:a="http://schemas.openxmlformats.org/drawingml/2006/main">
            <a:off x="7267575" y="5829300"/>
            <a:ext cx="438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avoidable tank-related disruption.</a:t>
            </a:r>
          </a:p>
        </p:txBody>
      </p:sp>
    </p:spTree>
    <p:extLst>
      <p:ext uri="{BB962C8B-B14F-4D97-AF65-F5344CB8AC3E}">
        <p14:creationId xmlns:p14="http://schemas.microsoft.com/office/powerpoint/2010/main" val="41081415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profile-245">
            <a:extLst xmlns:a="http://schemas.openxmlformats.org/drawingml/2006/main">
              <a:ext uri="{FF2B5EF4-FFF2-40B4-BE49-F238E27FC236}">
                <a16:creationId xmlns:a16="http://schemas.microsoft.com/office/drawing/2014/main" id="{0D6C9A31-7DFA-4AA3-A74D-D3FD1849F147}"/>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246">
            <a:extLst xmlns:a="http://schemas.openxmlformats.org/drawingml/2006/main">
              <a:ext uri="{FF2B5EF4-FFF2-40B4-BE49-F238E27FC236}">
                <a16:creationId xmlns:a16="http://schemas.microsoft.com/office/drawing/2014/main" id="{5126B975-E6AC-4BC2-A789-1F7D36B7BFEB}"/>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38E8AF53-89DD-4DF0-B393-36B662A57B95}"/>
              </a:ext>
            </a:extLst>
          </p:cNvPr>
          <p:cNvPicPr>
            <a:picLocks xmlns:a="http://schemas.openxmlformats.org/drawingml/2006/main" noChangeAspect="1"/>
          </p:cNvPicPr>
          <p:nvPr/>
        </p:nvPicPr>
        <p:blipFill>
          <a:blip xmlns:r="http://schemas.openxmlformats.org/officeDocument/2006/relationships" xmlns:a="http://schemas.openxmlformats.org/drawingml/2006/main" r:embed="R5c563fe34afe410a"/>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247">
            <a:extLst xmlns:a="http://schemas.openxmlformats.org/drawingml/2006/main">
              <a:ext uri="{FF2B5EF4-FFF2-40B4-BE49-F238E27FC236}">
                <a16:creationId xmlns:a16="http://schemas.microsoft.com/office/drawing/2014/main" id="{AB814786-671A-4D93-B8AF-0991011DB403}"/>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248">
            <a:extLst xmlns:a="http://schemas.openxmlformats.org/drawingml/2006/main">
              <a:ext uri="{FF2B5EF4-FFF2-40B4-BE49-F238E27FC236}">
                <a16:creationId xmlns:a16="http://schemas.microsoft.com/office/drawing/2014/main" id="{5003929B-93BE-4DF5-839F-4828B16DB8D1}"/>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and Pest Management Services OPC</a:t>
            </a:r>
          </a:p>
        </p:txBody>
      </p:sp>
      <p:sp>
        <p:nvSpPr>
          <p:cNvPr id="6" name="profile-249">
            <a:extLst xmlns:a="http://schemas.openxmlformats.org/drawingml/2006/main">
              <a:ext uri="{FF2B5EF4-FFF2-40B4-BE49-F238E27FC236}">
                <a16:creationId xmlns:a16="http://schemas.microsoft.com/office/drawing/2014/main" id="{DF9B3BF6-69EC-4BA2-ADED-E26AB327E000}"/>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Globe 0917 671 6383   |   Smart 0939 245 6217</a:t>
            </a:r>
          </a:p>
        </p:txBody>
      </p:sp>
      <p:sp>
        <p:nvSpPr>
          <p:cNvPr id="7" name="profile-250">
            <a:extLst xmlns:a="http://schemas.openxmlformats.org/drawingml/2006/main">
              <a:ext uri="{FF2B5EF4-FFF2-40B4-BE49-F238E27FC236}">
                <a16:creationId xmlns:a16="http://schemas.microsoft.com/office/drawing/2014/main" id="{BED8DD91-3A97-4E06-B862-C0054DB53DA6}"/>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251">
            <a:extLst xmlns:a="http://schemas.openxmlformats.org/drawingml/2006/main">
              <a:ext uri="{FF2B5EF4-FFF2-40B4-BE49-F238E27FC236}">
                <a16:creationId xmlns:a16="http://schemas.microsoft.com/office/drawing/2014/main" id="{64699B63-622B-4854-BBB4-67FECD4ECAC5}"/>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TO FOLLOW</a:t>
            </a:r>
          </a:p>
        </p:txBody>
      </p:sp>
      <p:sp>
        <p:nvSpPr>
          <p:cNvPr id="9" name="profile-252">
            <a:extLst xmlns:a="http://schemas.openxmlformats.org/drawingml/2006/main">
              <a:ext uri="{FF2B5EF4-FFF2-40B4-BE49-F238E27FC236}">
                <a16:creationId xmlns:a16="http://schemas.microsoft.com/office/drawing/2014/main" id="{3FD7157F-70F1-441B-93CA-4BDD63331112}"/>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253">
            <a:extLst xmlns:a="http://schemas.openxmlformats.org/drawingml/2006/main">
              <a:ext uri="{FF2B5EF4-FFF2-40B4-BE49-F238E27FC236}">
                <a16:creationId xmlns:a16="http://schemas.microsoft.com/office/drawing/2014/main" id="{1FC750EA-7983-4133-87DB-62B39ED2D076}"/>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254">
            <a:extLst xmlns:a="http://schemas.openxmlformats.org/drawingml/2006/main">
              <a:ext uri="{FF2B5EF4-FFF2-40B4-BE49-F238E27FC236}">
                <a16:creationId xmlns:a16="http://schemas.microsoft.com/office/drawing/2014/main" id="{11F56644-ABDE-4CA8-A578-8A6F90140A79}"/>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255">
            <a:extLst xmlns:a="http://schemas.openxmlformats.org/drawingml/2006/main">
              <a:ext uri="{FF2B5EF4-FFF2-40B4-BE49-F238E27FC236}">
                <a16:creationId xmlns:a16="http://schemas.microsoft.com/office/drawing/2014/main" id="{42C3F06E-1605-4FF6-8193-1B3DD44602EA}"/>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256">
            <a:extLst xmlns:a="http://schemas.openxmlformats.org/drawingml/2006/main">
              <a:ext uri="{FF2B5EF4-FFF2-40B4-BE49-F238E27FC236}">
                <a16:creationId xmlns:a16="http://schemas.microsoft.com/office/drawing/2014/main" id="{ABED9459-84E6-46C5-AFF4-C5A6AB1667DF}"/>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257">
            <a:extLst xmlns:a="http://schemas.openxmlformats.org/drawingml/2006/main">
              <a:ext uri="{FF2B5EF4-FFF2-40B4-BE49-F238E27FC236}">
                <a16:creationId xmlns:a16="http://schemas.microsoft.com/office/drawing/2014/main" id="{A7995059-F7B2-43CF-A842-0EE8F95F6D80}"/>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258">
            <a:extLst xmlns:a="http://schemas.openxmlformats.org/drawingml/2006/main">
              <a:ext uri="{FF2B5EF4-FFF2-40B4-BE49-F238E27FC236}">
                <a16:creationId xmlns:a16="http://schemas.microsoft.com/office/drawing/2014/main" id="{8FD3F7B1-B8C8-4A52-BBF0-076063CC6AD0}"/>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09</a:t>
            </a:r>
          </a:p>
        </p:txBody>
      </p:sp>
      <p:sp>
        <p:nvSpPr>
          <p:cNvPr id="16" name="profile-259">
            <a:extLst xmlns:a="http://schemas.openxmlformats.org/drawingml/2006/main">
              <a:ext uri="{FF2B5EF4-FFF2-40B4-BE49-F238E27FC236}">
                <a16:creationId xmlns:a16="http://schemas.microsoft.com/office/drawing/2014/main" id="{C865C81C-0B02-4299-A031-CC9279E38949}"/>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Manual Septic Tank Cleaning</a:t>
            </a:r>
          </a:p>
        </p:txBody>
      </p:sp>
      <p:sp>
        <p:nvSpPr>
          <p:cNvPr id="17" name="profile-260">
            <a:extLst xmlns:a="http://schemas.openxmlformats.org/drawingml/2006/main">
              <a:ext uri="{FF2B5EF4-FFF2-40B4-BE49-F238E27FC236}">
                <a16:creationId xmlns:a16="http://schemas.microsoft.com/office/drawing/2014/main" id="{0EB20698-185A-4C70-82D7-6C3E862E9875}"/>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261">
            <a:extLst xmlns:a="http://schemas.openxmlformats.org/drawingml/2006/main">
              <a:ext uri="{FF2B5EF4-FFF2-40B4-BE49-F238E27FC236}">
                <a16:creationId xmlns:a16="http://schemas.microsoft.com/office/drawing/2014/main" id="{BCB99A84-9E6C-454A-A3AC-991B65803884}"/>
              </a:ext>
            </a:extLst>
          </p:cNvPr>
          <p:cNvSpPr>
            <a:spLocks xmlns:a="http://schemas.openxmlformats.org/drawingml/2006/main" noGrp="1"/>
          </p:cNvSpPr>
          <p:nvPr/>
        </p:nvSpPr>
        <p:spPr>
          <a:xfrm xmlns:a="http://schemas.openxmlformats.org/drawingml/2006/main">
            <a:off x="6076950" y="2238375"/>
            <a:ext cx="5715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0E2C5E"/>
                </a:solidFill>
                <a:latin typeface="Segoe UI"/>
                <a:ea typeface="Segoe UI"/>
                <a:cs typeface="Segoe UI"/>
              </a:defRPr>
            </a:defPPr>
          </a:lstStyle>
          <a:p xmlns:a="http://schemas.openxmlformats.org/drawingml/2006/main">
            <a:pPr algn="l">
              <a:defRPr sz="1950" b="1">
                <a:solidFill>
                  <a:srgbClr val="0E2C5E"/>
                </a:solidFill>
                <a:latin typeface="Segoe UI"/>
                <a:ea typeface="Segoe UI"/>
                <a:cs typeface="Segoe UI"/>
              </a:defRPr>
            </a:pPr>
            <a:r>
              <a:rPr sz="1950" b="1">
                <a:solidFill>
                  <a:srgbClr val="0E2C5E"/>
                </a:solidFill>
                <a:latin typeface="Segoe UI"/>
                <a:ea typeface="Segoe UI"/>
                <a:cs typeface="Segoe UI"/>
              </a:rPr>
              <a:t>Address deposits and buildup that require more</a:t>
            </a:r>
          </a:p>
        </p:txBody>
      </p:sp>
      <p:sp>
        <p:nvSpPr>
          <p:cNvPr id="19" name="profile-262">
            <a:extLst xmlns:a="http://schemas.openxmlformats.org/drawingml/2006/main">
              <a:ext uri="{FF2B5EF4-FFF2-40B4-BE49-F238E27FC236}">
                <a16:creationId xmlns:a16="http://schemas.microsoft.com/office/drawing/2014/main" id="{6E4A0526-8FBF-4800-883A-C2496ED37565}"/>
              </a:ext>
            </a:extLst>
          </p:cNvPr>
          <p:cNvSpPr>
            <a:spLocks xmlns:a="http://schemas.openxmlformats.org/drawingml/2006/main" noGrp="1"/>
          </p:cNvSpPr>
          <p:nvPr/>
        </p:nvSpPr>
        <p:spPr>
          <a:xfrm xmlns:a="http://schemas.openxmlformats.org/drawingml/2006/main">
            <a:off x="6076950" y="2562225"/>
            <a:ext cx="5715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0E2C5E"/>
                </a:solidFill>
                <a:latin typeface="Segoe UI"/>
                <a:ea typeface="Segoe UI"/>
                <a:cs typeface="Segoe UI"/>
              </a:defRPr>
            </a:defPPr>
          </a:lstStyle>
          <a:p xmlns:a="http://schemas.openxmlformats.org/drawingml/2006/main">
            <a:pPr algn="l">
              <a:defRPr sz="1950" b="1">
                <a:solidFill>
                  <a:srgbClr val="0E2C5E"/>
                </a:solidFill>
                <a:latin typeface="Segoe UI"/>
                <a:ea typeface="Segoe UI"/>
                <a:cs typeface="Segoe UI"/>
              </a:defRPr>
            </a:pPr>
            <a:r>
              <a:rPr sz="1950" b="1">
                <a:solidFill>
                  <a:srgbClr val="0E2C5E"/>
                </a:solidFill>
                <a:latin typeface="Segoe UI"/>
                <a:ea typeface="Segoe UI"/>
                <a:cs typeface="Segoe UI"/>
              </a:rPr>
              <a:t>detailed cleaning.</a:t>
            </a:r>
          </a:p>
        </p:txBody>
      </p:sp>
      <p:sp>
        <p:nvSpPr>
          <p:cNvPr id="20" name="profile-263">
            <a:extLst xmlns:a="http://schemas.openxmlformats.org/drawingml/2006/main">
              <a:ext uri="{FF2B5EF4-FFF2-40B4-BE49-F238E27FC236}">
                <a16:creationId xmlns:a16="http://schemas.microsoft.com/office/drawing/2014/main" id="{D53F736D-FB4E-40BD-9161-49BA5BDE3AA1}"/>
              </a:ext>
            </a:extLst>
          </p:cNvPr>
          <p:cNvSpPr>
            <a:spLocks xmlns:a="http://schemas.openxmlformats.org/drawingml/2006/main" noGrp="1"/>
          </p:cNvSpPr>
          <p:nvPr/>
        </p:nvSpPr>
        <p:spPr>
          <a:xfrm xmlns:a="http://schemas.openxmlformats.org/drawingml/2006/main">
            <a:off x="6076950" y="3038475"/>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38" b="0">
                <a:solidFill>
                  <a:srgbClr val="102B49"/>
                </a:solidFill>
                <a:latin typeface="Segoe UI"/>
                <a:ea typeface="Segoe UI"/>
                <a:cs typeface="Segoe UI"/>
              </a:defRPr>
            </a:defPPr>
          </a:lstStyle>
          <a:p xmlns:a="http://schemas.openxmlformats.org/drawingml/2006/main">
            <a:pPr algn="l">
              <a:defRPr sz="1538" b="0">
                <a:solidFill>
                  <a:srgbClr val="102B49"/>
                </a:solidFill>
                <a:latin typeface="Segoe UI"/>
                <a:ea typeface="Segoe UI"/>
                <a:cs typeface="Segoe UI"/>
              </a:defRPr>
            </a:pPr>
            <a:r>
              <a:rPr sz="1538" b="0">
                <a:solidFill>
                  <a:srgbClr val="102B49"/>
                </a:solidFill>
                <a:latin typeface="Segoe UI"/>
                <a:ea typeface="Segoe UI"/>
                <a:cs typeface="Segoe UI"/>
              </a:rPr>
              <a:t>Oceanides assesses deposits that need detailed cleaning beyond</a:t>
            </a:r>
          </a:p>
        </p:txBody>
      </p:sp>
      <p:sp>
        <p:nvSpPr>
          <p:cNvPr id="21" name="profile-264">
            <a:extLst xmlns:a="http://schemas.openxmlformats.org/drawingml/2006/main">
              <a:ext uri="{FF2B5EF4-FFF2-40B4-BE49-F238E27FC236}">
                <a16:creationId xmlns:a16="http://schemas.microsoft.com/office/drawing/2014/main" id="{F40B0497-53BB-468E-856E-017D79890F50}"/>
              </a:ext>
            </a:extLst>
          </p:cNvPr>
          <p:cNvSpPr>
            <a:spLocks xmlns:a="http://schemas.openxmlformats.org/drawingml/2006/main" noGrp="1"/>
          </p:cNvSpPr>
          <p:nvPr/>
        </p:nvSpPr>
        <p:spPr>
          <a:xfrm xmlns:a="http://schemas.openxmlformats.org/drawingml/2006/main">
            <a:off x="6076950" y="32956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38" b="0">
                <a:solidFill>
                  <a:srgbClr val="102B49"/>
                </a:solidFill>
                <a:latin typeface="Segoe UI"/>
                <a:ea typeface="Segoe UI"/>
                <a:cs typeface="Segoe UI"/>
              </a:defRPr>
            </a:defPPr>
          </a:lstStyle>
          <a:p xmlns:a="http://schemas.openxmlformats.org/drawingml/2006/main">
            <a:pPr algn="l">
              <a:defRPr sz="1538" b="0">
                <a:solidFill>
                  <a:srgbClr val="102B49"/>
                </a:solidFill>
                <a:latin typeface="Segoe UI"/>
                <a:ea typeface="Segoe UI"/>
                <a:cs typeface="Segoe UI"/>
              </a:defRPr>
            </a:pPr>
            <a:r>
              <a:rPr sz="1538" b="0">
                <a:solidFill>
                  <a:srgbClr val="102B49"/>
                </a:solidFill>
                <a:latin typeface="Segoe UI"/>
                <a:ea typeface="Segoe UI"/>
                <a:cs typeface="Segoe UI"/>
              </a:rPr>
              <a:t>siphoning. The method follows tank condition and access. Any</a:t>
            </a:r>
          </a:p>
        </p:txBody>
      </p:sp>
      <p:sp>
        <p:nvSpPr>
          <p:cNvPr id="22" name="profile-265">
            <a:extLst xmlns:a="http://schemas.openxmlformats.org/drawingml/2006/main">
              <a:ext uri="{FF2B5EF4-FFF2-40B4-BE49-F238E27FC236}">
                <a16:creationId xmlns:a16="http://schemas.microsoft.com/office/drawing/2014/main" id="{1C7F282D-C761-4DFB-AA06-73AA22AECCF8}"/>
              </a:ext>
            </a:extLst>
          </p:cNvPr>
          <p:cNvSpPr>
            <a:spLocks xmlns:a="http://schemas.openxmlformats.org/drawingml/2006/main" noGrp="1"/>
          </p:cNvSpPr>
          <p:nvPr/>
        </p:nvSpPr>
        <p:spPr>
          <a:xfrm xmlns:a="http://schemas.openxmlformats.org/drawingml/2006/main">
            <a:off x="6076950" y="3552825"/>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38" b="0">
                <a:solidFill>
                  <a:srgbClr val="102B49"/>
                </a:solidFill>
                <a:latin typeface="Segoe UI"/>
                <a:ea typeface="Segoe UI"/>
                <a:cs typeface="Segoe UI"/>
              </a:defRPr>
            </a:defPPr>
          </a:lstStyle>
          <a:p xmlns:a="http://schemas.openxmlformats.org/drawingml/2006/main">
            <a:pPr algn="l">
              <a:defRPr sz="1538" b="0">
                <a:solidFill>
                  <a:srgbClr val="102B49"/>
                </a:solidFill>
                <a:latin typeface="Segoe UI"/>
                <a:ea typeface="Segoe UI"/>
                <a:cs typeface="Segoe UI"/>
              </a:defRPr>
            </a:pPr>
            <a:r>
              <a:rPr sz="1538" b="0">
                <a:solidFill>
                  <a:srgbClr val="102B49"/>
                </a:solidFill>
                <a:latin typeface="Segoe UI"/>
                <a:ea typeface="Segoe UI"/>
                <a:cs typeface="Segoe UI"/>
              </a:rPr>
              <a:t>confined-space entry requires qualified personnel, suitable</a:t>
            </a:r>
          </a:p>
        </p:txBody>
      </p:sp>
      <p:sp>
        <p:nvSpPr>
          <p:cNvPr id="23" name="profile-266">
            <a:extLst xmlns:a="http://schemas.openxmlformats.org/drawingml/2006/main">
              <a:ext uri="{FF2B5EF4-FFF2-40B4-BE49-F238E27FC236}">
                <a16:creationId xmlns:a16="http://schemas.microsoft.com/office/drawing/2014/main" id="{3BAC91F9-3E02-4288-A632-5CEB736AE605}"/>
              </a:ext>
            </a:extLst>
          </p:cNvPr>
          <p:cNvSpPr>
            <a:spLocks xmlns:a="http://schemas.openxmlformats.org/drawingml/2006/main" noGrp="1"/>
          </p:cNvSpPr>
          <p:nvPr/>
        </p:nvSpPr>
        <p:spPr>
          <a:xfrm xmlns:a="http://schemas.openxmlformats.org/drawingml/2006/main">
            <a:off x="6076950" y="381000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38" b="0">
                <a:solidFill>
                  <a:srgbClr val="102B49"/>
                </a:solidFill>
                <a:latin typeface="Segoe UI"/>
                <a:ea typeface="Segoe UI"/>
                <a:cs typeface="Segoe UI"/>
              </a:defRPr>
            </a:defPPr>
          </a:lstStyle>
          <a:p xmlns:a="http://schemas.openxmlformats.org/drawingml/2006/main">
            <a:pPr algn="l">
              <a:defRPr sz="1538" b="0">
                <a:solidFill>
                  <a:srgbClr val="102B49"/>
                </a:solidFill>
                <a:latin typeface="Segoe UI"/>
                <a:ea typeface="Segoe UI"/>
                <a:cs typeface="Segoe UI"/>
              </a:defRPr>
            </a:pPr>
            <a:r>
              <a:rPr sz="1538" b="0">
                <a:solidFill>
                  <a:srgbClr val="102B49"/>
                </a:solidFill>
                <a:latin typeface="Segoe UI"/>
                <a:ea typeface="Segoe UI"/>
                <a:cs typeface="Segoe UI"/>
              </a:rPr>
              <a:t>equipment, and applicable safety procedures.</a:t>
            </a:r>
          </a:p>
        </p:txBody>
      </p:sp>
      <p:sp>
        <p:nvSpPr>
          <p:cNvPr id="24" name="profile-267">
            <a:extLst xmlns:a="http://schemas.openxmlformats.org/drawingml/2006/main">
              <a:ext uri="{FF2B5EF4-FFF2-40B4-BE49-F238E27FC236}">
                <a16:creationId xmlns:a16="http://schemas.microsoft.com/office/drawing/2014/main" id="{D7723473-2B33-45ED-8BEC-DC50250CDCB7}"/>
              </a:ext>
            </a:extLst>
          </p:cNvPr>
          <p:cNvSpPr>
            <a:spLocks xmlns:a="http://schemas.openxmlformats.org/drawingml/2006/main" noGrp="1"/>
          </p:cNvSpPr>
          <p:nvPr/>
        </p:nvSpPr>
        <p:spPr>
          <a:xfrm xmlns:a="http://schemas.openxmlformats.org/drawingml/2006/main">
            <a:off x="6076950" y="4314825"/>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5" name="profile-268">
            <a:extLst xmlns:a="http://schemas.openxmlformats.org/drawingml/2006/main">
              <a:ext uri="{FF2B5EF4-FFF2-40B4-BE49-F238E27FC236}">
                <a16:creationId xmlns:a16="http://schemas.microsoft.com/office/drawing/2014/main" id="{171B68D1-274C-4D4F-87B5-7DBC157C7B93}"/>
              </a:ext>
            </a:extLst>
          </p:cNvPr>
          <p:cNvSpPr>
            <a:spLocks xmlns:a="http://schemas.openxmlformats.org/drawingml/2006/main" noGrp="1"/>
          </p:cNvSpPr>
          <p:nvPr/>
        </p:nvSpPr>
        <p:spPr>
          <a:xfrm xmlns:a="http://schemas.openxmlformats.org/drawingml/2006/main">
            <a:off x="6276975" y="4219575"/>
            <a:ext cx="5514975"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Assessment of remaining sludge and solid deposits</a:t>
            </a:r>
          </a:p>
        </p:txBody>
      </p:sp>
      <p:sp>
        <p:nvSpPr>
          <p:cNvPr id="26" name="profile-269">
            <a:extLst xmlns:a="http://schemas.openxmlformats.org/drawingml/2006/main">
              <a:ext uri="{FF2B5EF4-FFF2-40B4-BE49-F238E27FC236}">
                <a16:creationId xmlns:a16="http://schemas.microsoft.com/office/drawing/2014/main" id="{CC505FF5-7780-4369-B53D-CA1CE5A252DE}"/>
              </a:ext>
            </a:extLst>
          </p:cNvPr>
          <p:cNvSpPr>
            <a:spLocks xmlns:a="http://schemas.openxmlformats.org/drawingml/2006/main" noGrp="1"/>
          </p:cNvSpPr>
          <p:nvPr/>
        </p:nvSpPr>
        <p:spPr>
          <a:xfrm xmlns:a="http://schemas.openxmlformats.org/drawingml/2006/main">
            <a:off x="6076950" y="4648962"/>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7" name="profile-270">
            <a:extLst xmlns:a="http://schemas.openxmlformats.org/drawingml/2006/main">
              <a:ext uri="{FF2B5EF4-FFF2-40B4-BE49-F238E27FC236}">
                <a16:creationId xmlns:a16="http://schemas.microsoft.com/office/drawing/2014/main" id="{124920B5-1151-4D24-8463-3B52490E2E11}"/>
              </a:ext>
            </a:extLst>
          </p:cNvPr>
          <p:cNvSpPr>
            <a:spLocks xmlns:a="http://schemas.openxmlformats.org/drawingml/2006/main" noGrp="1"/>
          </p:cNvSpPr>
          <p:nvPr/>
        </p:nvSpPr>
        <p:spPr>
          <a:xfrm xmlns:a="http://schemas.openxmlformats.org/drawingml/2006/main">
            <a:off x="6276975" y="4553712"/>
            <a:ext cx="5514975"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Selection of a suitable cleaning method</a:t>
            </a:r>
          </a:p>
        </p:txBody>
      </p:sp>
      <p:sp>
        <p:nvSpPr>
          <p:cNvPr id="28" name="profile-271">
            <a:extLst xmlns:a="http://schemas.openxmlformats.org/drawingml/2006/main">
              <a:ext uri="{FF2B5EF4-FFF2-40B4-BE49-F238E27FC236}">
                <a16:creationId xmlns:a16="http://schemas.microsoft.com/office/drawing/2014/main" id="{8C1E79BA-BAF8-4001-8B93-14B3A4EAB6F8}"/>
              </a:ext>
            </a:extLst>
          </p:cNvPr>
          <p:cNvSpPr>
            <a:spLocks xmlns:a="http://schemas.openxmlformats.org/drawingml/2006/main" noGrp="1"/>
          </p:cNvSpPr>
          <p:nvPr/>
        </p:nvSpPr>
        <p:spPr>
          <a:xfrm xmlns:a="http://schemas.openxmlformats.org/drawingml/2006/main">
            <a:off x="6076950" y="4983099"/>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9" name="profile-272">
            <a:extLst xmlns:a="http://schemas.openxmlformats.org/drawingml/2006/main">
              <a:ext uri="{FF2B5EF4-FFF2-40B4-BE49-F238E27FC236}">
                <a16:creationId xmlns:a16="http://schemas.microsoft.com/office/drawing/2014/main" id="{CDC28E3C-DC29-4C86-8BF3-AFF2D81DE3BC}"/>
              </a:ext>
            </a:extLst>
          </p:cNvPr>
          <p:cNvSpPr>
            <a:spLocks xmlns:a="http://schemas.openxmlformats.org/drawingml/2006/main" noGrp="1"/>
          </p:cNvSpPr>
          <p:nvPr/>
        </p:nvSpPr>
        <p:spPr>
          <a:xfrm xmlns:a="http://schemas.openxmlformats.org/drawingml/2006/main">
            <a:off x="6276975" y="4887849"/>
            <a:ext cx="5514975"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Detailed cleaning within the agreed work area</a:t>
            </a:r>
          </a:p>
        </p:txBody>
      </p:sp>
      <p:sp>
        <p:nvSpPr>
          <p:cNvPr id="30" name="profile-273">
            <a:extLst xmlns:a="http://schemas.openxmlformats.org/drawingml/2006/main">
              <a:ext uri="{FF2B5EF4-FFF2-40B4-BE49-F238E27FC236}">
                <a16:creationId xmlns:a16="http://schemas.microsoft.com/office/drawing/2014/main" id="{92401918-59C4-40E8-908F-1074A72F5594}"/>
              </a:ext>
            </a:extLst>
          </p:cNvPr>
          <p:cNvSpPr>
            <a:spLocks xmlns:a="http://schemas.openxmlformats.org/drawingml/2006/main" noGrp="1"/>
          </p:cNvSpPr>
          <p:nvPr/>
        </p:nvSpPr>
        <p:spPr>
          <a:xfrm xmlns:a="http://schemas.openxmlformats.org/drawingml/2006/main">
            <a:off x="6076950" y="5317236"/>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1" name="profile-274">
            <a:extLst xmlns:a="http://schemas.openxmlformats.org/drawingml/2006/main">
              <a:ext uri="{FF2B5EF4-FFF2-40B4-BE49-F238E27FC236}">
                <a16:creationId xmlns:a16="http://schemas.microsoft.com/office/drawing/2014/main" id="{4E30AC0A-FDEE-4F12-979F-58AAD8CD538F}"/>
              </a:ext>
            </a:extLst>
          </p:cNvPr>
          <p:cNvSpPr>
            <a:spLocks xmlns:a="http://schemas.openxmlformats.org/drawingml/2006/main" noGrp="1"/>
          </p:cNvSpPr>
          <p:nvPr/>
        </p:nvSpPr>
        <p:spPr>
          <a:xfrm xmlns:a="http://schemas.openxmlformats.org/drawingml/2006/main">
            <a:off x="6276975" y="5221986"/>
            <a:ext cx="5514975"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Site turnover and maintenance observations</a:t>
            </a:r>
          </a:p>
        </p:txBody>
      </p:sp>
      <p:pic>
        <p:nvPicPr>
          <p:cNvPr id="32" name="">
            <a:extLst xmlns:a="http://schemas.openxmlformats.org/drawingml/2006/main">
              <a:ext uri="{FF2B5EF4-FFF2-40B4-BE49-F238E27FC236}">
                <a16:creationId xmlns:a16="http://schemas.microsoft.com/office/drawing/2014/main" id="{92C82027-A65F-40BF-B04E-CECD2B90F841}"/>
              </a:ext>
            </a:extLst>
          </p:cNvPr>
          <p:cNvPicPr>
            <a:picLocks xmlns:a="http://schemas.openxmlformats.org/drawingml/2006/main" noChangeAspect="1"/>
          </p:cNvPicPr>
          <p:nvPr/>
        </p:nvPicPr>
        <p:blipFill>
          <a:blip xmlns:r="http://schemas.openxmlformats.org/officeDocument/2006/relationships" xmlns:a="http://schemas.openxmlformats.org/drawingml/2006/main" r:embed="R26a4a63ad79e4b55"/>
          <a:srcRect xmlns:a="http://schemas.openxmlformats.org/drawingml/2006/main" l="0" t="38" r="0" b="38"/>
          <a:stretch xmlns:a="http://schemas.openxmlformats.org/drawingml/2006/main">
            <a:fillRect l="0" t="0" r="0" b="0"/>
          </a:stretch>
        </p:blipFill>
        <p:spPr>
          <a:xfrm xmlns:a="http://schemas.openxmlformats.org/drawingml/2006/main">
            <a:off x="400050" y="2266950"/>
            <a:ext cx="5191125" cy="2781300"/>
          </a:xfrm>
          <a:prstGeom xmlns:a="http://schemas.openxmlformats.org/drawingml/2006/main" prst="rect">
            <a:avLst/>
          </a:prstGeom>
        </p:spPr>
      </p:pic>
      <p:sp>
        <p:nvSpPr>
          <p:cNvPr id="33" name="profile-275">
            <a:extLst xmlns:a="http://schemas.openxmlformats.org/drawingml/2006/main">
              <a:ext uri="{FF2B5EF4-FFF2-40B4-BE49-F238E27FC236}">
                <a16:creationId xmlns:a16="http://schemas.microsoft.com/office/drawing/2014/main" id="{2BDB9665-4792-496B-BBA5-E55DD5AF20CA}"/>
              </a:ext>
            </a:extLst>
          </p:cNvPr>
          <p:cNvSpPr>
            <a:spLocks xmlns:a="http://schemas.openxmlformats.org/drawingml/2006/main" noGrp="1"/>
          </p:cNvSpPr>
          <p:nvPr/>
        </p:nvSpPr>
        <p:spPr>
          <a:xfrm xmlns:a="http://schemas.openxmlformats.org/drawingml/2006/main">
            <a:off x="400050" y="5124450"/>
            <a:ext cx="5191125" cy="177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a:solidFill>
                  <a:srgbClr val="456079"/>
                </a:solidFill>
                <a:latin typeface="Segoe UI"/>
                <a:ea typeface="Segoe UI"/>
                <a:cs typeface="Segoe UI"/>
              </a:defRPr>
            </a:defPPr>
          </a:lstStyle>
          <a:p xmlns:a="http://schemas.openxmlformats.org/drawingml/2006/main">
            <a:pPr algn="l">
              <a:defRPr sz="900" b="0">
                <a:solidFill>
                  <a:srgbClr val="456079"/>
                </a:solidFill>
                <a:latin typeface="Segoe UI"/>
                <a:ea typeface="Segoe UI"/>
                <a:cs typeface="Segoe UI"/>
              </a:defRPr>
            </a:pPr>
            <a:r>
              <a:rPr sz="900" b="0">
                <a:solidFill>
                  <a:srgbClr val="456079"/>
                </a:solidFill>
                <a:latin typeface="Segoe UI"/>
                <a:ea typeface="Segoe UI"/>
                <a:cs typeface="Segoe UI"/>
              </a:rPr>
              <a:t>AI-generated service illustration</a:t>
            </a:r>
          </a:p>
        </p:txBody>
      </p:sp>
      <p:sp>
        <p:nvSpPr>
          <p:cNvPr id="34" name="profile-276">
            <a:extLst xmlns:a="http://schemas.openxmlformats.org/drawingml/2006/main">
              <a:ext uri="{FF2B5EF4-FFF2-40B4-BE49-F238E27FC236}">
                <a16:creationId xmlns:a16="http://schemas.microsoft.com/office/drawing/2014/main" id="{CCE2D16D-7503-4C06-9E9E-EAFDC2FFDA41}"/>
              </a:ext>
            </a:extLst>
          </p:cNvPr>
          <p:cNvSpPr>
            <a:spLocks xmlns:a="http://schemas.openxmlformats.org/drawingml/2006/main" noGrp="1"/>
          </p:cNvSpPr>
          <p:nvPr/>
        </p:nvSpPr>
        <p:spPr>
          <a:xfrm xmlns:a="http://schemas.openxmlformats.org/drawingml/2006/main">
            <a:off x="400050" y="5495925"/>
            <a:ext cx="5191125" cy="6000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35" name="profile-277">
            <a:extLst xmlns:a="http://schemas.openxmlformats.org/drawingml/2006/main">
              <a:ext uri="{FF2B5EF4-FFF2-40B4-BE49-F238E27FC236}">
                <a16:creationId xmlns:a16="http://schemas.microsoft.com/office/drawing/2014/main" id="{59BA9902-7FDF-4797-86F9-DF9529058C77}"/>
              </a:ext>
            </a:extLst>
          </p:cNvPr>
          <p:cNvSpPr>
            <a:spLocks xmlns:a="http://schemas.openxmlformats.org/drawingml/2006/main" noGrp="1"/>
          </p:cNvSpPr>
          <p:nvPr/>
        </p:nvSpPr>
        <p:spPr>
          <a:xfrm xmlns:a="http://schemas.openxmlformats.org/drawingml/2006/main">
            <a:off x="542925" y="5600700"/>
            <a:ext cx="4905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Choose a cleaning plan that matches tank conditions, access</a:t>
            </a:r>
          </a:p>
        </p:txBody>
      </p:sp>
      <p:sp>
        <p:nvSpPr>
          <p:cNvPr id="36" name="profile-278">
            <a:extLst xmlns:a="http://schemas.openxmlformats.org/drawingml/2006/main">
              <a:ext uri="{FF2B5EF4-FFF2-40B4-BE49-F238E27FC236}">
                <a16:creationId xmlns:a16="http://schemas.microsoft.com/office/drawing/2014/main" id="{07530BA5-E9B2-4F29-AEB5-72BB4CBA200D}"/>
              </a:ext>
            </a:extLst>
          </p:cNvPr>
          <p:cNvSpPr>
            <a:spLocks xmlns:a="http://schemas.openxmlformats.org/drawingml/2006/main" noGrp="1"/>
          </p:cNvSpPr>
          <p:nvPr/>
        </p:nvSpPr>
        <p:spPr>
          <a:xfrm xmlns:a="http://schemas.openxmlformats.org/drawingml/2006/main">
            <a:off x="542925" y="5829300"/>
            <a:ext cx="4905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and safety requirements.</a:t>
            </a:r>
          </a:p>
        </p:txBody>
      </p:sp>
    </p:spTree>
    <p:extLst>
      <p:ext uri="{BB962C8B-B14F-4D97-AF65-F5344CB8AC3E}">
        <p14:creationId xmlns:p14="http://schemas.microsoft.com/office/powerpoint/2010/main" val="124701258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profile-279">
            <a:extLst xmlns:a="http://schemas.openxmlformats.org/drawingml/2006/main">
              <a:ext uri="{FF2B5EF4-FFF2-40B4-BE49-F238E27FC236}">
                <a16:creationId xmlns:a16="http://schemas.microsoft.com/office/drawing/2014/main" id="{AE1A829A-5400-4D35-B534-3147D1574593}"/>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280">
            <a:extLst xmlns:a="http://schemas.openxmlformats.org/drawingml/2006/main">
              <a:ext uri="{FF2B5EF4-FFF2-40B4-BE49-F238E27FC236}">
                <a16:creationId xmlns:a16="http://schemas.microsoft.com/office/drawing/2014/main" id="{F05D0576-03C3-4B33-9210-011E56F3EE85}"/>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79CCB93D-B198-4BC4-BF6D-9CB2889BE8AB}"/>
              </a:ext>
            </a:extLst>
          </p:cNvPr>
          <p:cNvPicPr>
            <a:picLocks xmlns:a="http://schemas.openxmlformats.org/drawingml/2006/main" noChangeAspect="1"/>
          </p:cNvPicPr>
          <p:nvPr/>
        </p:nvPicPr>
        <p:blipFill>
          <a:blip xmlns:r="http://schemas.openxmlformats.org/officeDocument/2006/relationships" xmlns:a="http://schemas.openxmlformats.org/drawingml/2006/main" r:embed="Rfdd33e31e1844d0e"/>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281">
            <a:extLst xmlns:a="http://schemas.openxmlformats.org/drawingml/2006/main">
              <a:ext uri="{FF2B5EF4-FFF2-40B4-BE49-F238E27FC236}">
                <a16:creationId xmlns:a16="http://schemas.microsoft.com/office/drawing/2014/main" id="{866600D1-803E-47F5-A895-7F36F5648125}"/>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282">
            <a:extLst xmlns:a="http://schemas.openxmlformats.org/drawingml/2006/main">
              <a:ext uri="{FF2B5EF4-FFF2-40B4-BE49-F238E27FC236}">
                <a16:creationId xmlns:a16="http://schemas.microsoft.com/office/drawing/2014/main" id="{98DB10FC-AA9F-4F4E-87C2-470064FF9800}"/>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and Pest Management Services OPC</a:t>
            </a:r>
          </a:p>
        </p:txBody>
      </p:sp>
      <p:sp>
        <p:nvSpPr>
          <p:cNvPr id="6" name="profile-283">
            <a:extLst xmlns:a="http://schemas.openxmlformats.org/drawingml/2006/main">
              <a:ext uri="{FF2B5EF4-FFF2-40B4-BE49-F238E27FC236}">
                <a16:creationId xmlns:a16="http://schemas.microsoft.com/office/drawing/2014/main" id="{96BC0C7F-F498-40E2-AEA9-C3F4C496C699}"/>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Globe 0917 671 6383   |   Smart 0939 245 6217</a:t>
            </a:r>
          </a:p>
        </p:txBody>
      </p:sp>
      <p:sp>
        <p:nvSpPr>
          <p:cNvPr id="7" name="profile-284">
            <a:extLst xmlns:a="http://schemas.openxmlformats.org/drawingml/2006/main">
              <a:ext uri="{FF2B5EF4-FFF2-40B4-BE49-F238E27FC236}">
                <a16:creationId xmlns:a16="http://schemas.microsoft.com/office/drawing/2014/main" id="{F0F30FEB-C9DC-451A-B828-0493C11DDB32}"/>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285">
            <a:extLst xmlns:a="http://schemas.openxmlformats.org/drawingml/2006/main">
              <a:ext uri="{FF2B5EF4-FFF2-40B4-BE49-F238E27FC236}">
                <a16:creationId xmlns:a16="http://schemas.microsoft.com/office/drawing/2014/main" id="{FC61B3AF-D6F6-4FF2-9C61-5D6E334A33FC}"/>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TO FOLLOW</a:t>
            </a:r>
          </a:p>
        </p:txBody>
      </p:sp>
      <p:sp>
        <p:nvSpPr>
          <p:cNvPr id="9" name="profile-286">
            <a:extLst xmlns:a="http://schemas.openxmlformats.org/drawingml/2006/main">
              <a:ext uri="{FF2B5EF4-FFF2-40B4-BE49-F238E27FC236}">
                <a16:creationId xmlns:a16="http://schemas.microsoft.com/office/drawing/2014/main" id="{2A48DD0B-C45B-49C5-A582-A27E9284D2A6}"/>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287">
            <a:extLst xmlns:a="http://schemas.openxmlformats.org/drawingml/2006/main">
              <a:ext uri="{FF2B5EF4-FFF2-40B4-BE49-F238E27FC236}">
                <a16:creationId xmlns:a16="http://schemas.microsoft.com/office/drawing/2014/main" id="{30D59112-A8CB-4509-ADDC-C22732C9312C}"/>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288">
            <a:extLst xmlns:a="http://schemas.openxmlformats.org/drawingml/2006/main">
              <a:ext uri="{FF2B5EF4-FFF2-40B4-BE49-F238E27FC236}">
                <a16:creationId xmlns:a16="http://schemas.microsoft.com/office/drawing/2014/main" id="{9FBB9F78-65DB-4A2D-B63A-036B0AEA1798}"/>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289">
            <a:extLst xmlns:a="http://schemas.openxmlformats.org/drawingml/2006/main">
              <a:ext uri="{FF2B5EF4-FFF2-40B4-BE49-F238E27FC236}">
                <a16:creationId xmlns:a16="http://schemas.microsoft.com/office/drawing/2014/main" id="{9CDDBE2A-5167-4A11-9C29-21611621320E}"/>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290">
            <a:extLst xmlns:a="http://schemas.openxmlformats.org/drawingml/2006/main">
              <a:ext uri="{FF2B5EF4-FFF2-40B4-BE49-F238E27FC236}">
                <a16:creationId xmlns:a16="http://schemas.microsoft.com/office/drawing/2014/main" id="{E381F4AC-F6E0-4741-8E63-DEC5A2501F7D}"/>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291">
            <a:extLst xmlns:a="http://schemas.openxmlformats.org/drawingml/2006/main">
              <a:ext uri="{FF2B5EF4-FFF2-40B4-BE49-F238E27FC236}">
                <a16:creationId xmlns:a16="http://schemas.microsoft.com/office/drawing/2014/main" id="{BA7AD830-C993-41DA-A18E-25EE33F691D2}"/>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292">
            <a:extLst xmlns:a="http://schemas.openxmlformats.org/drawingml/2006/main">
              <a:ext uri="{FF2B5EF4-FFF2-40B4-BE49-F238E27FC236}">
                <a16:creationId xmlns:a16="http://schemas.microsoft.com/office/drawing/2014/main" id="{B73B6781-0262-42AB-A0CE-EB8E68FC2A4E}"/>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10</a:t>
            </a:r>
          </a:p>
        </p:txBody>
      </p:sp>
      <p:sp>
        <p:nvSpPr>
          <p:cNvPr id="16" name="profile-293">
            <a:extLst xmlns:a="http://schemas.openxmlformats.org/drawingml/2006/main">
              <a:ext uri="{FF2B5EF4-FFF2-40B4-BE49-F238E27FC236}">
                <a16:creationId xmlns:a16="http://schemas.microsoft.com/office/drawing/2014/main" id="{6384404C-4ED0-4391-9AF0-4EB6C686D04F}"/>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Plumbing Services</a:t>
            </a:r>
          </a:p>
        </p:txBody>
      </p:sp>
      <p:sp>
        <p:nvSpPr>
          <p:cNvPr id="17" name="profile-294">
            <a:extLst xmlns:a="http://schemas.openxmlformats.org/drawingml/2006/main">
              <a:ext uri="{FF2B5EF4-FFF2-40B4-BE49-F238E27FC236}">
                <a16:creationId xmlns:a16="http://schemas.microsoft.com/office/drawing/2014/main" id="{0FED051F-3E39-403A-B293-61EA44529EA4}"/>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18" name="">
            <a:extLst xmlns:a="http://schemas.openxmlformats.org/drawingml/2006/main">
              <a:ext uri="{FF2B5EF4-FFF2-40B4-BE49-F238E27FC236}">
                <a16:creationId xmlns:a16="http://schemas.microsoft.com/office/drawing/2014/main" id="{D1E26649-8BB1-4244-AC63-1EBC1768D8A1}"/>
              </a:ext>
            </a:extLst>
          </p:cNvPr>
          <p:cNvPicPr>
            <a:picLocks xmlns:a="http://schemas.openxmlformats.org/drawingml/2006/main" noChangeAspect="1"/>
          </p:cNvPicPr>
          <p:nvPr/>
        </p:nvPicPr>
        <p:blipFill>
          <a:blip xmlns:r="http://schemas.openxmlformats.org/officeDocument/2006/relationships" xmlns:a="http://schemas.openxmlformats.org/drawingml/2006/main" r:embed="R344106f89ccc41d9"/>
          <a:srcRect xmlns:a="http://schemas.openxmlformats.org/drawingml/2006/main" l="0" t="13" r="0" b="13"/>
          <a:stretch xmlns:a="http://schemas.openxmlformats.org/drawingml/2006/main">
            <a:fillRect l="0" t="0" r="0" b="0"/>
          </a:stretch>
        </p:blipFill>
        <p:spPr>
          <a:xfrm xmlns:a="http://schemas.openxmlformats.org/drawingml/2006/main">
            <a:off x="400050" y="2238375"/>
            <a:ext cx="4229100" cy="3238500"/>
          </a:xfrm>
          <a:prstGeom xmlns:a="http://schemas.openxmlformats.org/drawingml/2006/main" prst="rect">
            <a:avLst/>
          </a:prstGeom>
        </p:spPr>
      </p:pic>
      <p:sp>
        <p:nvSpPr>
          <p:cNvPr id="19" name="profile-295">
            <a:extLst xmlns:a="http://schemas.openxmlformats.org/drawingml/2006/main">
              <a:ext uri="{FF2B5EF4-FFF2-40B4-BE49-F238E27FC236}">
                <a16:creationId xmlns:a16="http://schemas.microsoft.com/office/drawing/2014/main" id="{9E6C0A67-DEC5-420E-9451-D797546CFE11}"/>
              </a:ext>
            </a:extLst>
          </p:cNvPr>
          <p:cNvSpPr>
            <a:spLocks xmlns:a="http://schemas.openxmlformats.org/drawingml/2006/main" noGrp="1"/>
          </p:cNvSpPr>
          <p:nvPr/>
        </p:nvSpPr>
        <p:spPr>
          <a:xfrm xmlns:a="http://schemas.openxmlformats.org/drawingml/2006/main">
            <a:off x="400050" y="5581650"/>
            <a:ext cx="4191000" cy="177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a:solidFill>
                  <a:srgbClr val="456079"/>
                </a:solidFill>
                <a:latin typeface="Segoe UI"/>
                <a:ea typeface="Segoe UI"/>
                <a:cs typeface="Segoe UI"/>
              </a:defRPr>
            </a:defPPr>
          </a:lstStyle>
          <a:p xmlns:a="http://schemas.openxmlformats.org/drawingml/2006/main">
            <a:pPr algn="l">
              <a:defRPr sz="900" b="0">
                <a:solidFill>
                  <a:srgbClr val="456079"/>
                </a:solidFill>
                <a:latin typeface="Segoe UI"/>
                <a:ea typeface="Segoe UI"/>
                <a:cs typeface="Segoe UI"/>
              </a:defRPr>
            </a:pPr>
            <a:r>
              <a:rPr sz="900" b="0">
                <a:solidFill>
                  <a:srgbClr val="456079"/>
                </a:solidFill>
                <a:latin typeface="Segoe UI"/>
                <a:ea typeface="Segoe UI"/>
                <a:cs typeface="Segoe UI"/>
              </a:rPr>
              <a:t>AI-generated service illustration</a:t>
            </a:r>
          </a:p>
        </p:txBody>
      </p:sp>
      <p:sp>
        <p:nvSpPr>
          <p:cNvPr id="20" name="profile-296">
            <a:extLst xmlns:a="http://schemas.openxmlformats.org/drawingml/2006/main">
              <a:ext uri="{FF2B5EF4-FFF2-40B4-BE49-F238E27FC236}">
                <a16:creationId xmlns:a16="http://schemas.microsoft.com/office/drawing/2014/main" id="{F32C4C68-BA37-4E44-B925-BED585E8F86B}"/>
              </a:ext>
            </a:extLst>
          </p:cNvPr>
          <p:cNvSpPr>
            <a:spLocks xmlns:a="http://schemas.openxmlformats.org/drawingml/2006/main" noGrp="1"/>
          </p:cNvSpPr>
          <p:nvPr/>
        </p:nvSpPr>
        <p:spPr>
          <a:xfrm xmlns:a="http://schemas.openxmlformats.org/drawingml/2006/main">
            <a:off x="5048250" y="2238375"/>
            <a:ext cx="6743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1">
                <a:solidFill>
                  <a:srgbClr val="0E2C5E"/>
                </a:solidFill>
                <a:latin typeface="Segoe UI"/>
                <a:ea typeface="Segoe UI"/>
                <a:cs typeface="Segoe UI"/>
              </a:defRPr>
            </a:defPPr>
          </a:lstStyle>
          <a:p xmlns:a="http://schemas.openxmlformats.org/drawingml/2006/main">
            <a:pPr algn="l">
              <a:defRPr sz="2025" b="1">
                <a:solidFill>
                  <a:srgbClr val="0E2C5E"/>
                </a:solidFill>
                <a:latin typeface="Segoe UI"/>
                <a:ea typeface="Segoe UI"/>
                <a:cs typeface="Segoe UI"/>
              </a:defRPr>
            </a:pPr>
            <a:r>
              <a:rPr sz="2025" b="1">
                <a:solidFill>
                  <a:srgbClr val="0E2C5E"/>
                </a:solidFill>
                <a:latin typeface="Segoe UI"/>
                <a:ea typeface="Segoe UI"/>
                <a:cs typeface="Segoe UI"/>
              </a:rPr>
              <a:t>Keep your property's water supply and drainage</a:t>
            </a:r>
          </a:p>
        </p:txBody>
      </p:sp>
      <p:sp>
        <p:nvSpPr>
          <p:cNvPr id="21" name="profile-297">
            <a:extLst xmlns:a="http://schemas.openxmlformats.org/drawingml/2006/main">
              <a:ext uri="{FF2B5EF4-FFF2-40B4-BE49-F238E27FC236}">
                <a16:creationId xmlns:a16="http://schemas.microsoft.com/office/drawing/2014/main" id="{4DA5A065-3B30-4F5D-B925-A1242554884F}"/>
              </a:ext>
            </a:extLst>
          </p:cNvPr>
          <p:cNvSpPr>
            <a:spLocks xmlns:a="http://schemas.openxmlformats.org/drawingml/2006/main" noGrp="1"/>
          </p:cNvSpPr>
          <p:nvPr/>
        </p:nvSpPr>
        <p:spPr>
          <a:xfrm xmlns:a="http://schemas.openxmlformats.org/drawingml/2006/main">
            <a:off x="5048250" y="2571750"/>
            <a:ext cx="6743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1">
                <a:solidFill>
                  <a:srgbClr val="0E2C5E"/>
                </a:solidFill>
                <a:latin typeface="Segoe UI"/>
                <a:ea typeface="Segoe UI"/>
                <a:cs typeface="Segoe UI"/>
              </a:defRPr>
            </a:defPPr>
          </a:lstStyle>
          <a:p xmlns:a="http://schemas.openxmlformats.org/drawingml/2006/main">
            <a:pPr algn="l">
              <a:defRPr sz="2025" b="1">
                <a:solidFill>
                  <a:srgbClr val="0E2C5E"/>
                </a:solidFill>
                <a:latin typeface="Segoe UI"/>
                <a:ea typeface="Segoe UI"/>
                <a:cs typeface="Segoe UI"/>
              </a:defRPr>
            </a:pPr>
            <a:r>
              <a:rPr sz="2025" b="1">
                <a:solidFill>
                  <a:srgbClr val="0E2C5E"/>
                </a:solidFill>
                <a:latin typeface="Segoe UI"/>
                <a:ea typeface="Segoe UI"/>
                <a:cs typeface="Segoe UI"/>
              </a:rPr>
              <a:t>working.</a:t>
            </a:r>
          </a:p>
        </p:txBody>
      </p:sp>
      <p:sp>
        <p:nvSpPr>
          <p:cNvPr id="22" name="profile-298">
            <a:extLst xmlns:a="http://schemas.openxmlformats.org/drawingml/2006/main">
              <a:ext uri="{FF2B5EF4-FFF2-40B4-BE49-F238E27FC236}">
                <a16:creationId xmlns:a16="http://schemas.microsoft.com/office/drawing/2014/main" id="{654F220F-173D-48C2-8C79-8F1D7A2EBFEB}"/>
              </a:ext>
            </a:extLst>
          </p:cNvPr>
          <p:cNvSpPr>
            <a:spLocks xmlns:a="http://schemas.openxmlformats.org/drawingml/2006/main" noGrp="1"/>
          </p:cNvSpPr>
          <p:nvPr/>
        </p:nvSpPr>
        <p:spPr>
          <a:xfrm xmlns:a="http://schemas.openxmlformats.org/drawingml/2006/main">
            <a:off x="5048250" y="3076575"/>
            <a:ext cx="6743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Oceanides handles plumbing assessment, repairs, and installation work for</a:t>
            </a:r>
          </a:p>
        </p:txBody>
      </p:sp>
      <p:sp>
        <p:nvSpPr>
          <p:cNvPr id="23" name="profile-299">
            <a:extLst xmlns:a="http://schemas.openxmlformats.org/drawingml/2006/main">
              <a:ext uri="{FF2B5EF4-FFF2-40B4-BE49-F238E27FC236}">
                <a16:creationId xmlns:a16="http://schemas.microsoft.com/office/drawing/2014/main" id="{194711B9-AD92-4732-BA3C-F530AC4B3794}"/>
              </a:ext>
            </a:extLst>
          </p:cNvPr>
          <p:cNvSpPr>
            <a:spLocks xmlns:a="http://schemas.openxmlformats.org/drawingml/2006/main" noGrp="1"/>
          </p:cNvSpPr>
          <p:nvPr/>
        </p:nvSpPr>
        <p:spPr>
          <a:xfrm xmlns:a="http://schemas.openxmlformats.org/drawingml/2006/main">
            <a:off x="5048250" y="3343275"/>
            <a:ext cx="6743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existing properties and renovation projects. We identify the affected area</a:t>
            </a:r>
          </a:p>
        </p:txBody>
      </p:sp>
      <p:sp>
        <p:nvSpPr>
          <p:cNvPr id="24" name="profile-300">
            <a:extLst xmlns:a="http://schemas.openxmlformats.org/drawingml/2006/main">
              <a:ext uri="{FF2B5EF4-FFF2-40B4-BE49-F238E27FC236}">
                <a16:creationId xmlns:a16="http://schemas.microsoft.com/office/drawing/2014/main" id="{BA265801-9260-4AD4-ADD8-465750354CF0}"/>
              </a:ext>
            </a:extLst>
          </p:cNvPr>
          <p:cNvSpPr>
            <a:spLocks xmlns:a="http://schemas.openxmlformats.org/drawingml/2006/main" noGrp="1"/>
          </p:cNvSpPr>
          <p:nvPr/>
        </p:nvSpPr>
        <p:spPr>
          <a:xfrm xmlns:a="http://schemas.openxmlformats.org/drawingml/2006/main">
            <a:off x="5048250" y="3609975"/>
            <a:ext cx="6743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and explain the proposed work before implementation.</a:t>
            </a:r>
          </a:p>
        </p:txBody>
      </p:sp>
      <p:sp>
        <p:nvSpPr>
          <p:cNvPr id="25" name="profile-301">
            <a:extLst xmlns:a="http://schemas.openxmlformats.org/drawingml/2006/main">
              <a:ext uri="{FF2B5EF4-FFF2-40B4-BE49-F238E27FC236}">
                <a16:creationId xmlns:a16="http://schemas.microsoft.com/office/drawing/2014/main" id="{076FD0E5-B39A-48F5-BB72-A94D2E943CB7}"/>
              </a:ext>
            </a:extLst>
          </p:cNvPr>
          <p:cNvSpPr>
            <a:spLocks xmlns:a="http://schemas.openxmlformats.org/drawingml/2006/main" noGrp="1"/>
          </p:cNvSpPr>
          <p:nvPr/>
        </p:nvSpPr>
        <p:spPr>
          <a:xfrm xmlns:a="http://schemas.openxmlformats.org/drawingml/2006/main">
            <a:off x="5048250" y="4105275"/>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6" name="profile-302">
            <a:extLst xmlns:a="http://schemas.openxmlformats.org/drawingml/2006/main">
              <a:ext uri="{FF2B5EF4-FFF2-40B4-BE49-F238E27FC236}">
                <a16:creationId xmlns:a16="http://schemas.microsoft.com/office/drawing/2014/main" id="{BC73E5D0-C93E-492D-914F-204922C52557}"/>
              </a:ext>
            </a:extLst>
          </p:cNvPr>
          <p:cNvSpPr>
            <a:spLocks xmlns:a="http://schemas.openxmlformats.org/drawingml/2006/main" noGrp="1"/>
          </p:cNvSpPr>
          <p:nvPr/>
        </p:nvSpPr>
        <p:spPr>
          <a:xfrm xmlns:a="http://schemas.openxmlformats.org/drawingml/2006/main">
            <a:off x="5248275" y="4010025"/>
            <a:ext cx="654367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Water supply and drainage assessment</a:t>
            </a:r>
          </a:p>
        </p:txBody>
      </p:sp>
      <p:sp>
        <p:nvSpPr>
          <p:cNvPr id="27" name="profile-303">
            <a:extLst xmlns:a="http://schemas.openxmlformats.org/drawingml/2006/main">
              <a:ext uri="{FF2B5EF4-FFF2-40B4-BE49-F238E27FC236}">
                <a16:creationId xmlns:a16="http://schemas.microsoft.com/office/drawing/2014/main" id="{7FE03E89-32EE-40B5-896A-9BC2CA2185C7}"/>
              </a:ext>
            </a:extLst>
          </p:cNvPr>
          <p:cNvSpPr>
            <a:spLocks xmlns:a="http://schemas.openxmlformats.org/drawingml/2006/main" noGrp="1"/>
          </p:cNvSpPr>
          <p:nvPr/>
        </p:nvSpPr>
        <p:spPr>
          <a:xfrm xmlns:a="http://schemas.openxmlformats.org/drawingml/2006/main">
            <a:off x="5048250" y="4451985"/>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8" name="profile-304">
            <a:extLst xmlns:a="http://schemas.openxmlformats.org/drawingml/2006/main">
              <a:ext uri="{FF2B5EF4-FFF2-40B4-BE49-F238E27FC236}">
                <a16:creationId xmlns:a16="http://schemas.microsoft.com/office/drawing/2014/main" id="{1FCD83E2-9F8E-40DF-8268-AEA8632C4F13}"/>
              </a:ext>
            </a:extLst>
          </p:cNvPr>
          <p:cNvSpPr>
            <a:spLocks xmlns:a="http://schemas.openxmlformats.org/drawingml/2006/main" noGrp="1"/>
          </p:cNvSpPr>
          <p:nvPr/>
        </p:nvSpPr>
        <p:spPr>
          <a:xfrm xmlns:a="http://schemas.openxmlformats.org/drawingml/2006/main">
            <a:off x="5248275" y="4356735"/>
            <a:ext cx="654367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Pipe and fixture repair or replacement</a:t>
            </a:r>
          </a:p>
        </p:txBody>
      </p:sp>
      <p:sp>
        <p:nvSpPr>
          <p:cNvPr id="29" name="profile-305">
            <a:extLst xmlns:a="http://schemas.openxmlformats.org/drawingml/2006/main">
              <a:ext uri="{FF2B5EF4-FFF2-40B4-BE49-F238E27FC236}">
                <a16:creationId xmlns:a16="http://schemas.microsoft.com/office/drawing/2014/main" id="{5534BE8E-1C21-4BC0-B4CB-DB45A78854C9}"/>
              </a:ext>
            </a:extLst>
          </p:cNvPr>
          <p:cNvSpPr>
            <a:spLocks xmlns:a="http://schemas.openxmlformats.org/drawingml/2006/main" noGrp="1"/>
          </p:cNvSpPr>
          <p:nvPr/>
        </p:nvSpPr>
        <p:spPr>
          <a:xfrm xmlns:a="http://schemas.openxmlformats.org/drawingml/2006/main">
            <a:off x="5048250" y="4798695"/>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0" name="profile-306">
            <a:extLst xmlns:a="http://schemas.openxmlformats.org/drawingml/2006/main">
              <a:ext uri="{FF2B5EF4-FFF2-40B4-BE49-F238E27FC236}">
                <a16:creationId xmlns:a16="http://schemas.microsoft.com/office/drawing/2014/main" id="{62BBE045-4FEF-4E61-A39A-4533E56BBF04}"/>
              </a:ext>
            </a:extLst>
          </p:cNvPr>
          <p:cNvSpPr>
            <a:spLocks xmlns:a="http://schemas.openxmlformats.org/drawingml/2006/main" noGrp="1"/>
          </p:cNvSpPr>
          <p:nvPr/>
        </p:nvSpPr>
        <p:spPr>
          <a:xfrm xmlns:a="http://schemas.openxmlformats.org/drawingml/2006/main">
            <a:off x="5248275" y="4703445"/>
            <a:ext cx="654367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Installation and alteration within the approved scope</a:t>
            </a:r>
          </a:p>
        </p:txBody>
      </p:sp>
      <p:sp>
        <p:nvSpPr>
          <p:cNvPr id="31" name="profile-307">
            <a:extLst xmlns:a="http://schemas.openxmlformats.org/drawingml/2006/main">
              <a:ext uri="{FF2B5EF4-FFF2-40B4-BE49-F238E27FC236}">
                <a16:creationId xmlns:a16="http://schemas.microsoft.com/office/drawing/2014/main" id="{6736C437-5276-4AC6-8CCD-255A05406EBC}"/>
              </a:ext>
            </a:extLst>
          </p:cNvPr>
          <p:cNvSpPr>
            <a:spLocks xmlns:a="http://schemas.openxmlformats.org/drawingml/2006/main" noGrp="1"/>
          </p:cNvSpPr>
          <p:nvPr/>
        </p:nvSpPr>
        <p:spPr>
          <a:xfrm xmlns:a="http://schemas.openxmlformats.org/drawingml/2006/main">
            <a:off x="5048250" y="5145405"/>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2" name="profile-308">
            <a:extLst xmlns:a="http://schemas.openxmlformats.org/drawingml/2006/main">
              <a:ext uri="{FF2B5EF4-FFF2-40B4-BE49-F238E27FC236}">
                <a16:creationId xmlns:a16="http://schemas.microsoft.com/office/drawing/2014/main" id="{2C3D44D7-E1C3-48C6-9884-2A9C8C5E726B}"/>
              </a:ext>
            </a:extLst>
          </p:cNvPr>
          <p:cNvSpPr>
            <a:spLocks xmlns:a="http://schemas.openxmlformats.org/drawingml/2006/main" noGrp="1"/>
          </p:cNvSpPr>
          <p:nvPr/>
        </p:nvSpPr>
        <p:spPr>
          <a:xfrm xmlns:a="http://schemas.openxmlformats.org/drawingml/2006/main">
            <a:off x="5248275" y="5050155"/>
            <a:ext cx="654367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Functional checks and site turnover</a:t>
            </a:r>
          </a:p>
        </p:txBody>
      </p:sp>
      <p:sp>
        <p:nvSpPr>
          <p:cNvPr id="33" name="profile-309">
            <a:extLst xmlns:a="http://schemas.openxmlformats.org/drawingml/2006/main">
              <a:ext uri="{FF2B5EF4-FFF2-40B4-BE49-F238E27FC236}">
                <a16:creationId xmlns:a16="http://schemas.microsoft.com/office/drawing/2014/main" id="{19B3949D-A65C-4A85-B3E4-B763F0B63AEB}"/>
              </a:ext>
            </a:extLst>
          </p:cNvPr>
          <p:cNvSpPr>
            <a:spLocks xmlns:a="http://schemas.openxmlformats.org/drawingml/2006/main" noGrp="1"/>
          </p:cNvSpPr>
          <p:nvPr/>
        </p:nvSpPr>
        <p:spPr>
          <a:xfrm xmlns:a="http://schemas.openxmlformats.org/drawingml/2006/main">
            <a:off x="5048250" y="5581650"/>
            <a:ext cx="6743700" cy="514350"/>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34" name="profile-310">
            <a:extLst xmlns:a="http://schemas.openxmlformats.org/drawingml/2006/main">
              <a:ext uri="{FF2B5EF4-FFF2-40B4-BE49-F238E27FC236}">
                <a16:creationId xmlns:a16="http://schemas.microsoft.com/office/drawing/2014/main" id="{C0BCB288-2161-4ED1-BE9B-48E17DE37436}"/>
              </a:ext>
            </a:extLst>
          </p:cNvPr>
          <p:cNvSpPr>
            <a:spLocks xmlns:a="http://schemas.openxmlformats.org/drawingml/2006/main" noGrp="1"/>
          </p:cNvSpPr>
          <p:nvPr/>
        </p:nvSpPr>
        <p:spPr>
          <a:xfrm xmlns:a="http://schemas.openxmlformats.org/drawingml/2006/main">
            <a:off x="5200650" y="5657850"/>
            <a:ext cx="6429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Coordinate repair and maintenance concerns through one point of contact.</a:t>
            </a:r>
          </a:p>
        </p:txBody>
      </p:sp>
    </p:spTree>
    <p:extLst>
      <p:ext uri="{BB962C8B-B14F-4D97-AF65-F5344CB8AC3E}">
        <p14:creationId xmlns:p14="http://schemas.microsoft.com/office/powerpoint/2010/main" val="59269885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profile-311">
            <a:extLst xmlns:a="http://schemas.openxmlformats.org/drawingml/2006/main">
              <a:ext uri="{FF2B5EF4-FFF2-40B4-BE49-F238E27FC236}">
                <a16:creationId xmlns:a16="http://schemas.microsoft.com/office/drawing/2014/main" id="{D0B53788-7C65-4229-8A8C-4F482DAEF06D}"/>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312">
            <a:extLst xmlns:a="http://schemas.openxmlformats.org/drawingml/2006/main">
              <a:ext uri="{FF2B5EF4-FFF2-40B4-BE49-F238E27FC236}">
                <a16:creationId xmlns:a16="http://schemas.microsoft.com/office/drawing/2014/main" id="{F75294D1-B769-4256-BD67-A912C3D69942}"/>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ED60F0C7-D5A7-4DDE-9BEF-5F7C8625FDB5}"/>
              </a:ext>
            </a:extLst>
          </p:cNvPr>
          <p:cNvPicPr>
            <a:picLocks xmlns:a="http://schemas.openxmlformats.org/drawingml/2006/main" noChangeAspect="1"/>
          </p:cNvPicPr>
          <p:nvPr/>
        </p:nvPicPr>
        <p:blipFill>
          <a:blip xmlns:r="http://schemas.openxmlformats.org/officeDocument/2006/relationships" xmlns:a="http://schemas.openxmlformats.org/drawingml/2006/main" r:embed="Red9d9ce0c5094037"/>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313">
            <a:extLst xmlns:a="http://schemas.openxmlformats.org/drawingml/2006/main">
              <a:ext uri="{FF2B5EF4-FFF2-40B4-BE49-F238E27FC236}">
                <a16:creationId xmlns:a16="http://schemas.microsoft.com/office/drawing/2014/main" id="{1E817EB9-CDBE-4CCB-89C0-1749CAB8AD76}"/>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314">
            <a:extLst xmlns:a="http://schemas.openxmlformats.org/drawingml/2006/main">
              <a:ext uri="{FF2B5EF4-FFF2-40B4-BE49-F238E27FC236}">
                <a16:creationId xmlns:a16="http://schemas.microsoft.com/office/drawing/2014/main" id="{ABE58F47-E7DD-46BE-BBAE-F4BA099DE8B3}"/>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and Pest Management Services OPC</a:t>
            </a:r>
          </a:p>
        </p:txBody>
      </p:sp>
      <p:sp>
        <p:nvSpPr>
          <p:cNvPr id="6" name="profile-315">
            <a:extLst xmlns:a="http://schemas.openxmlformats.org/drawingml/2006/main">
              <a:ext uri="{FF2B5EF4-FFF2-40B4-BE49-F238E27FC236}">
                <a16:creationId xmlns:a16="http://schemas.microsoft.com/office/drawing/2014/main" id="{9A9CAD62-02CE-4B13-BC1E-913134218FE6}"/>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Globe 0917 671 6383   |   Smart 0939 245 6217</a:t>
            </a:r>
          </a:p>
        </p:txBody>
      </p:sp>
      <p:sp>
        <p:nvSpPr>
          <p:cNvPr id="7" name="profile-316">
            <a:extLst xmlns:a="http://schemas.openxmlformats.org/drawingml/2006/main">
              <a:ext uri="{FF2B5EF4-FFF2-40B4-BE49-F238E27FC236}">
                <a16:creationId xmlns:a16="http://schemas.microsoft.com/office/drawing/2014/main" id="{59685FD7-2B11-4B1E-A621-10E37472F032}"/>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317">
            <a:extLst xmlns:a="http://schemas.openxmlformats.org/drawingml/2006/main">
              <a:ext uri="{FF2B5EF4-FFF2-40B4-BE49-F238E27FC236}">
                <a16:creationId xmlns:a16="http://schemas.microsoft.com/office/drawing/2014/main" id="{B29D0D92-81AE-4D9C-BC7D-7926279E5212}"/>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TO FOLLOW</a:t>
            </a:r>
          </a:p>
        </p:txBody>
      </p:sp>
      <p:sp>
        <p:nvSpPr>
          <p:cNvPr id="9" name="profile-318">
            <a:extLst xmlns:a="http://schemas.openxmlformats.org/drawingml/2006/main">
              <a:ext uri="{FF2B5EF4-FFF2-40B4-BE49-F238E27FC236}">
                <a16:creationId xmlns:a16="http://schemas.microsoft.com/office/drawing/2014/main" id="{1B03EC6C-5064-48D7-AEC6-6754C5D009AB}"/>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319">
            <a:extLst xmlns:a="http://schemas.openxmlformats.org/drawingml/2006/main">
              <a:ext uri="{FF2B5EF4-FFF2-40B4-BE49-F238E27FC236}">
                <a16:creationId xmlns:a16="http://schemas.microsoft.com/office/drawing/2014/main" id="{B0F2DB0A-EE91-45E0-B595-A4B857D08D9A}"/>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320">
            <a:extLst xmlns:a="http://schemas.openxmlformats.org/drawingml/2006/main">
              <a:ext uri="{FF2B5EF4-FFF2-40B4-BE49-F238E27FC236}">
                <a16:creationId xmlns:a16="http://schemas.microsoft.com/office/drawing/2014/main" id="{1B1DD5A5-3676-4A55-89F4-0D77D6FC71E9}"/>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321">
            <a:extLst xmlns:a="http://schemas.openxmlformats.org/drawingml/2006/main">
              <a:ext uri="{FF2B5EF4-FFF2-40B4-BE49-F238E27FC236}">
                <a16:creationId xmlns:a16="http://schemas.microsoft.com/office/drawing/2014/main" id="{BBE02700-7513-4A54-B788-355AA58CF4B3}"/>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322">
            <a:extLst xmlns:a="http://schemas.openxmlformats.org/drawingml/2006/main">
              <a:ext uri="{FF2B5EF4-FFF2-40B4-BE49-F238E27FC236}">
                <a16:creationId xmlns:a16="http://schemas.microsoft.com/office/drawing/2014/main" id="{C2A0E16D-6700-4C71-B784-97A83CDAD3BF}"/>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323">
            <a:extLst xmlns:a="http://schemas.openxmlformats.org/drawingml/2006/main">
              <a:ext uri="{FF2B5EF4-FFF2-40B4-BE49-F238E27FC236}">
                <a16:creationId xmlns:a16="http://schemas.microsoft.com/office/drawing/2014/main" id="{CAA822C8-2E38-4A21-92C7-AF11C95B916F}"/>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324">
            <a:extLst xmlns:a="http://schemas.openxmlformats.org/drawingml/2006/main">
              <a:ext uri="{FF2B5EF4-FFF2-40B4-BE49-F238E27FC236}">
                <a16:creationId xmlns:a16="http://schemas.microsoft.com/office/drawing/2014/main" id="{764D6CF1-9DD7-431F-8461-8E7C584EEDC2}"/>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11</a:t>
            </a:r>
          </a:p>
        </p:txBody>
      </p:sp>
      <p:sp>
        <p:nvSpPr>
          <p:cNvPr id="16" name="profile-325">
            <a:extLst xmlns:a="http://schemas.openxmlformats.org/drawingml/2006/main">
              <a:ext uri="{FF2B5EF4-FFF2-40B4-BE49-F238E27FC236}">
                <a16:creationId xmlns:a16="http://schemas.microsoft.com/office/drawing/2014/main" id="{DDFB59F3-94C1-4198-B310-A3DC66F2542F}"/>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Excavation Services</a:t>
            </a:r>
          </a:p>
        </p:txBody>
      </p:sp>
      <p:sp>
        <p:nvSpPr>
          <p:cNvPr id="17" name="profile-326">
            <a:extLst xmlns:a="http://schemas.openxmlformats.org/drawingml/2006/main">
              <a:ext uri="{FF2B5EF4-FFF2-40B4-BE49-F238E27FC236}">
                <a16:creationId xmlns:a16="http://schemas.microsoft.com/office/drawing/2014/main" id="{77AD7A49-9D34-40B0-8DAC-37B8A14D8556}"/>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327">
            <a:extLst xmlns:a="http://schemas.openxmlformats.org/drawingml/2006/main">
              <a:ext uri="{FF2B5EF4-FFF2-40B4-BE49-F238E27FC236}">
                <a16:creationId xmlns:a16="http://schemas.microsoft.com/office/drawing/2014/main" id="{7E1ECF86-E40B-43EB-9F32-558B79575E53}"/>
              </a:ext>
            </a:extLst>
          </p:cNvPr>
          <p:cNvSpPr>
            <a:spLocks xmlns:a="http://schemas.openxmlformats.org/drawingml/2006/main" noGrp="1"/>
          </p:cNvSpPr>
          <p:nvPr/>
        </p:nvSpPr>
        <p:spPr>
          <a:xfrm xmlns:a="http://schemas.openxmlformats.org/drawingml/2006/main">
            <a:off x="400050" y="2238375"/>
            <a:ext cx="62198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0E2C5E"/>
                </a:solidFill>
                <a:latin typeface="Segoe UI"/>
                <a:ea typeface="Segoe UI"/>
                <a:cs typeface="Segoe UI"/>
              </a:defRPr>
            </a:defPPr>
          </a:lstStyle>
          <a:p xmlns:a="http://schemas.openxmlformats.org/drawingml/2006/main">
            <a:pPr algn="l">
              <a:defRPr sz="1950" b="1">
                <a:solidFill>
                  <a:srgbClr val="0E2C5E"/>
                </a:solidFill>
                <a:latin typeface="Segoe UI"/>
                <a:ea typeface="Segoe UI"/>
                <a:cs typeface="Segoe UI"/>
              </a:defRPr>
            </a:pPr>
            <a:r>
              <a:rPr sz="1950" b="1">
                <a:solidFill>
                  <a:srgbClr val="0E2C5E"/>
                </a:solidFill>
                <a:latin typeface="Segoe UI"/>
                <a:ea typeface="Segoe UI"/>
                <a:cs typeface="Segoe UI"/>
              </a:rPr>
              <a:t>Create access for the underground work your</a:t>
            </a:r>
          </a:p>
        </p:txBody>
      </p:sp>
      <p:sp>
        <p:nvSpPr>
          <p:cNvPr id="19" name="profile-328">
            <a:extLst xmlns:a="http://schemas.openxmlformats.org/drawingml/2006/main">
              <a:ext uri="{FF2B5EF4-FFF2-40B4-BE49-F238E27FC236}">
                <a16:creationId xmlns:a16="http://schemas.microsoft.com/office/drawing/2014/main" id="{0C659605-62D9-4E3C-B65B-30245B05AFBB}"/>
              </a:ext>
            </a:extLst>
          </p:cNvPr>
          <p:cNvSpPr>
            <a:spLocks xmlns:a="http://schemas.openxmlformats.org/drawingml/2006/main" noGrp="1"/>
          </p:cNvSpPr>
          <p:nvPr/>
        </p:nvSpPr>
        <p:spPr>
          <a:xfrm xmlns:a="http://schemas.openxmlformats.org/drawingml/2006/main">
            <a:off x="400050" y="2562225"/>
            <a:ext cx="62198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0E2C5E"/>
                </a:solidFill>
                <a:latin typeface="Segoe UI"/>
                <a:ea typeface="Segoe UI"/>
                <a:cs typeface="Segoe UI"/>
              </a:defRPr>
            </a:defPPr>
          </a:lstStyle>
          <a:p xmlns:a="http://schemas.openxmlformats.org/drawingml/2006/main">
            <a:pPr algn="l">
              <a:defRPr sz="1950" b="1">
                <a:solidFill>
                  <a:srgbClr val="0E2C5E"/>
                </a:solidFill>
                <a:latin typeface="Segoe UI"/>
                <a:ea typeface="Segoe UI"/>
                <a:cs typeface="Segoe UI"/>
              </a:defRPr>
            </a:pPr>
            <a:r>
              <a:rPr sz="1950" b="1">
                <a:solidFill>
                  <a:srgbClr val="0E2C5E"/>
                </a:solidFill>
                <a:latin typeface="Segoe UI"/>
                <a:ea typeface="Segoe UI"/>
                <a:cs typeface="Segoe UI"/>
              </a:rPr>
              <a:t>property needs.</a:t>
            </a:r>
          </a:p>
        </p:txBody>
      </p:sp>
      <p:sp>
        <p:nvSpPr>
          <p:cNvPr id="20" name="profile-329">
            <a:extLst xmlns:a="http://schemas.openxmlformats.org/drawingml/2006/main">
              <a:ext uri="{FF2B5EF4-FFF2-40B4-BE49-F238E27FC236}">
                <a16:creationId xmlns:a16="http://schemas.microsoft.com/office/drawing/2014/main" id="{8975BD3A-0B66-4C1A-8130-B130814821FC}"/>
              </a:ext>
            </a:extLst>
          </p:cNvPr>
          <p:cNvSpPr>
            <a:spLocks xmlns:a="http://schemas.openxmlformats.org/drawingml/2006/main" noGrp="1"/>
          </p:cNvSpPr>
          <p:nvPr/>
        </p:nvSpPr>
        <p:spPr>
          <a:xfrm xmlns:a="http://schemas.openxmlformats.org/drawingml/2006/main">
            <a:off x="400050" y="3038475"/>
            <a:ext cx="62198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38" b="0">
                <a:solidFill>
                  <a:srgbClr val="102B49"/>
                </a:solidFill>
                <a:latin typeface="Segoe UI"/>
                <a:ea typeface="Segoe UI"/>
                <a:cs typeface="Segoe UI"/>
              </a:defRPr>
            </a:defPPr>
          </a:lstStyle>
          <a:p xmlns:a="http://schemas.openxmlformats.org/drawingml/2006/main">
            <a:pPr algn="l">
              <a:defRPr sz="1538" b="0">
                <a:solidFill>
                  <a:srgbClr val="102B49"/>
                </a:solidFill>
                <a:latin typeface="Segoe UI"/>
                <a:ea typeface="Segoe UI"/>
                <a:cs typeface="Segoe UI"/>
              </a:defRPr>
            </a:pPr>
            <a:r>
              <a:rPr sz="1538" b="0">
                <a:solidFill>
                  <a:srgbClr val="102B49"/>
                </a:solidFill>
                <a:latin typeface="Segoe UI"/>
                <a:ea typeface="Segoe UI"/>
                <a:cs typeface="Segoe UI"/>
              </a:rPr>
              <a:t>Oceanides provides excavation support for plumbing, drainage, septic</a:t>
            </a:r>
          </a:p>
        </p:txBody>
      </p:sp>
      <p:sp>
        <p:nvSpPr>
          <p:cNvPr id="21" name="profile-330">
            <a:extLst xmlns:a="http://schemas.openxmlformats.org/drawingml/2006/main">
              <a:ext uri="{FF2B5EF4-FFF2-40B4-BE49-F238E27FC236}">
                <a16:creationId xmlns:a16="http://schemas.microsoft.com/office/drawing/2014/main" id="{A3E96B35-16D7-4755-ABD6-4D3C9EB2B347}"/>
              </a:ext>
            </a:extLst>
          </p:cNvPr>
          <p:cNvSpPr>
            <a:spLocks xmlns:a="http://schemas.openxmlformats.org/drawingml/2006/main" noGrp="1"/>
          </p:cNvSpPr>
          <p:nvPr/>
        </p:nvSpPr>
        <p:spPr>
          <a:xfrm xmlns:a="http://schemas.openxmlformats.org/drawingml/2006/main">
            <a:off x="400050" y="3295650"/>
            <a:ext cx="62198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38" b="0">
                <a:solidFill>
                  <a:srgbClr val="102B49"/>
                </a:solidFill>
                <a:latin typeface="Segoe UI"/>
                <a:ea typeface="Segoe UI"/>
                <a:cs typeface="Segoe UI"/>
              </a:defRPr>
            </a:defPPr>
          </a:lstStyle>
          <a:p xmlns:a="http://schemas.openxmlformats.org/drawingml/2006/main">
            <a:pPr algn="l">
              <a:defRPr sz="1538" b="0">
                <a:solidFill>
                  <a:srgbClr val="102B49"/>
                </a:solidFill>
                <a:latin typeface="Segoe UI"/>
                <a:ea typeface="Segoe UI"/>
                <a:cs typeface="Segoe UI"/>
              </a:defRPr>
            </a:pPr>
            <a:r>
              <a:rPr sz="1538" b="0">
                <a:solidFill>
                  <a:srgbClr val="102B49"/>
                </a:solidFill>
                <a:latin typeface="Segoe UI"/>
                <a:ea typeface="Segoe UI"/>
                <a:cs typeface="Segoe UI"/>
              </a:rPr>
              <a:t>tank, and related property works. The method and boundaries follow a</a:t>
            </a:r>
          </a:p>
        </p:txBody>
      </p:sp>
      <p:sp>
        <p:nvSpPr>
          <p:cNvPr id="22" name="profile-331">
            <a:extLst xmlns:a="http://schemas.openxmlformats.org/drawingml/2006/main">
              <a:ext uri="{FF2B5EF4-FFF2-40B4-BE49-F238E27FC236}">
                <a16:creationId xmlns:a16="http://schemas.microsoft.com/office/drawing/2014/main" id="{2DE56AD7-1650-4CEA-84F1-27CFDC37B657}"/>
              </a:ext>
            </a:extLst>
          </p:cNvPr>
          <p:cNvSpPr>
            <a:spLocks xmlns:a="http://schemas.openxmlformats.org/drawingml/2006/main" noGrp="1"/>
          </p:cNvSpPr>
          <p:nvPr/>
        </p:nvSpPr>
        <p:spPr>
          <a:xfrm xmlns:a="http://schemas.openxmlformats.org/drawingml/2006/main">
            <a:off x="400050" y="3552825"/>
            <a:ext cx="62198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38" b="0">
                <a:solidFill>
                  <a:srgbClr val="102B49"/>
                </a:solidFill>
                <a:latin typeface="Segoe UI"/>
                <a:ea typeface="Segoe UI"/>
                <a:cs typeface="Segoe UI"/>
              </a:defRPr>
            </a:defPPr>
          </a:lstStyle>
          <a:p xmlns:a="http://schemas.openxmlformats.org/drawingml/2006/main">
            <a:pPr algn="l">
              <a:defRPr sz="1538" b="0">
                <a:solidFill>
                  <a:srgbClr val="102B49"/>
                </a:solidFill>
                <a:latin typeface="Segoe UI"/>
                <a:ea typeface="Segoe UI"/>
                <a:cs typeface="Segoe UI"/>
              </a:defRPr>
            </a:pPr>
            <a:r>
              <a:rPr sz="1538" b="0">
                <a:solidFill>
                  <a:srgbClr val="102B49"/>
                </a:solidFill>
                <a:latin typeface="Segoe UI"/>
                <a:ea typeface="Segoe UI"/>
                <a:cs typeface="Segoe UI"/>
              </a:rPr>
              <a:t>site review, utility coordination, and the approved work scope.</a:t>
            </a:r>
          </a:p>
        </p:txBody>
      </p:sp>
      <p:sp>
        <p:nvSpPr>
          <p:cNvPr id="23" name="profile-332">
            <a:extLst xmlns:a="http://schemas.openxmlformats.org/drawingml/2006/main">
              <a:ext uri="{FF2B5EF4-FFF2-40B4-BE49-F238E27FC236}">
                <a16:creationId xmlns:a16="http://schemas.microsoft.com/office/drawing/2014/main" id="{FA37D821-9F47-4F81-9DB2-48175498CC5D}"/>
              </a:ext>
            </a:extLst>
          </p:cNvPr>
          <p:cNvSpPr>
            <a:spLocks xmlns:a="http://schemas.openxmlformats.org/drawingml/2006/main" noGrp="1"/>
          </p:cNvSpPr>
          <p:nvPr/>
        </p:nvSpPr>
        <p:spPr>
          <a:xfrm xmlns:a="http://schemas.openxmlformats.org/drawingml/2006/main">
            <a:off x="400050" y="4057650"/>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4" name="profile-333">
            <a:extLst xmlns:a="http://schemas.openxmlformats.org/drawingml/2006/main">
              <a:ext uri="{FF2B5EF4-FFF2-40B4-BE49-F238E27FC236}">
                <a16:creationId xmlns:a16="http://schemas.microsoft.com/office/drawing/2014/main" id="{D277CA9F-E3DB-4128-B476-828CAB41DD58}"/>
              </a:ext>
            </a:extLst>
          </p:cNvPr>
          <p:cNvSpPr>
            <a:spLocks xmlns:a="http://schemas.openxmlformats.org/drawingml/2006/main" noGrp="1"/>
          </p:cNvSpPr>
          <p:nvPr/>
        </p:nvSpPr>
        <p:spPr>
          <a:xfrm xmlns:a="http://schemas.openxmlformats.org/drawingml/2006/main">
            <a:off x="600075" y="3962400"/>
            <a:ext cx="6019800"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Site access and excavation scope review</a:t>
            </a:r>
          </a:p>
        </p:txBody>
      </p:sp>
      <p:sp>
        <p:nvSpPr>
          <p:cNvPr id="25" name="profile-334">
            <a:extLst xmlns:a="http://schemas.openxmlformats.org/drawingml/2006/main">
              <a:ext uri="{FF2B5EF4-FFF2-40B4-BE49-F238E27FC236}">
                <a16:creationId xmlns:a16="http://schemas.microsoft.com/office/drawing/2014/main" id="{8D9D5C10-7312-4112-9065-3C27D50B6D04}"/>
              </a:ext>
            </a:extLst>
          </p:cNvPr>
          <p:cNvSpPr>
            <a:spLocks xmlns:a="http://schemas.openxmlformats.org/drawingml/2006/main" noGrp="1"/>
          </p:cNvSpPr>
          <p:nvPr/>
        </p:nvSpPr>
        <p:spPr>
          <a:xfrm xmlns:a="http://schemas.openxmlformats.org/drawingml/2006/main">
            <a:off x="400050" y="4391787"/>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6" name="profile-335">
            <a:extLst xmlns:a="http://schemas.openxmlformats.org/drawingml/2006/main">
              <a:ext uri="{FF2B5EF4-FFF2-40B4-BE49-F238E27FC236}">
                <a16:creationId xmlns:a16="http://schemas.microsoft.com/office/drawing/2014/main" id="{1DA60793-F5B4-4F98-92E1-B8844B4E74C3}"/>
              </a:ext>
            </a:extLst>
          </p:cNvPr>
          <p:cNvSpPr>
            <a:spLocks xmlns:a="http://schemas.openxmlformats.org/drawingml/2006/main" noGrp="1"/>
          </p:cNvSpPr>
          <p:nvPr/>
        </p:nvSpPr>
        <p:spPr>
          <a:xfrm xmlns:a="http://schemas.openxmlformats.org/drawingml/2006/main">
            <a:off x="600075" y="4296537"/>
            <a:ext cx="6019800"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Coordination of known utilities and work boundaries</a:t>
            </a:r>
          </a:p>
        </p:txBody>
      </p:sp>
      <p:sp>
        <p:nvSpPr>
          <p:cNvPr id="27" name="profile-336">
            <a:extLst xmlns:a="http://schemas.openxmlformats.org/drawingml/2006/main">
              <a:ext uri="{FF2B5EF4-FFF2-40B4-BE49-F238E27FC236}">
                <a16:creationId xmlns:a16="http://schemas.microsoft.com/office/drawing/2014/main" id="{3997F089-053A-4EA8-A34A-878D5E214398}"/>
              </a:ext>
            </a:extLst>
          </p:cNvPr>
          <p:cNvSpPr>
            <a:spLocks xmlns:a="http://schemas.openxmlformats.org/drawingml/2006/main" noGrp="1"/>
          </p:cNvSpPr>
          <p:nvPr/>
        </p:nvSpPr>
        <p:spPr>
          <a:xfrm xmlns:a="http://schemas.openxmlformats.org/drawingml/2006/main">
            <a:off x="400050" y="4725924"/>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8" name="profile-337">
            <a:extLst xmlns:a="http://schemas.openxmlformats.org/drawingml/2006/main">
              <a:ext uri="{FF2B5EF4-FFF2-40B4-BE49-F238E27FC236}">
                <a16:creationId xmlns:a16="http://schemas.microsoft.com/office/drawing/2014/main" id="{6CE236B4-9818-4FCD-975E-8DA0AAC16160}"/>
              </a:ext>
            </a:extLst>
          </p:cNvPr>
          <p:cNvSpPr>
            <a:spLocks xmlns:a="http://schemas.openxmlformats.org/drawingml/2006/main" noGrp="1"/>
          </p:cNvSpPr>
          <p:nvPr/>
        </p:nvSpPr>
        <p:spPr>
          <a:xfrm xmlns:a="http://schemas.openxmlformats.org/drawingml/2006/main">
            <a:off x="600075" y="4630674"/>
            <a:ext cx="6019800"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Excavation for agreed plumbing or drainage works</a:t>
            </a:r>
          </a:p>
        </p:txBody>
      </p:sp>
      <p:sp>
        <p:nvSpPr>
          <p:cNvPr id="29" name="profile-338">
            <a:extLst xmlns:a="http://schemas.openxmlformats.org/drawingml/2006/main">
              <a:ext uri="{FF2B5EF4-FFF2-40B4-BE49-F238E27FC236}">
                <a16:creationId xmlns:a16="http://schemas.microsoft.com/office/drawing/2014/main" id="{5BB9E966-1BD4-4D0F-A329-F0F32CD48E14}"/>
              </a:ext>
            </a:extLst>
          </p:cNvPr>
          <p:cNvSpPr>
            <a:spLocks xmlns:a="http://schemas.openxmlformats.org/drawingml/2006/main" noGrp="1"/>
          </p:cNvSpPr>
          <p:nvPr/>
        </p:nvSpPr>
        <p:spPr>
          <a:xfrm xmlns:a="http://schemas.openxmlformats.org/drawingml/2006/main">
            <a:off x="400050" y="5060061"/>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0" name="profile-339">
            <a:extLst xmlns:a="http://schemas.openxmlformats.org/drawingml/2006/main">
              <a:ext uri="{FF2B5EF4-FFF2-40B4-BE49-F238E27FC236}">
                <a16:creationId xmlns:a16="http://schemas.microsoft.com/office/drawing/2014/main" id="{F32EA547-C207-47E5-B68D-3CF46203FBB1}"/>
              </a:ext>
            </a:extLst>
          </p:cNvPr>
          <p:cNvSpPr>
            <a:spLocks xmlns:a="http://schemas.openxmlformats.org/drawingml/2006/main" noGrp="1"/>
          </p:cNvSpPr>
          <p:nvPr/>
        </p:nvSpPr>
        <p:spPr>
          <a:xfrm xmlns:a="http://schemas.openxmlformats.org/drawingml/2006/main">
            <a:off x="600075" y="4964811"/>
            <a:ext cx="6019800"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Backfilling and surface reinstatement where included</a:t>
            </a:r>
          </a:p>
        </p:txBody>
      </p:sp>
      <p:pic>
        <p:nvPicPr>
          <p:cNvPr id="31" name="">
            <a:extLst xmlns:a="http://schemas.openxmlformats.org/drawingml/2006/main">
              <a:ext uri="{FF2B5EF4-FFF2-40B4-BE49-F238E27FC236}">
                <a16:creationId xmlns:a16="http://schemas.microsoft.com/office/drawing/2014/main" id="{74EF6820-0820-4E49-9E52-CE4D83EA160A}"/>
              </a:ext>
            </a:extLst>
          </p:cNvPr>
          <p:cNvPicPr>
            <a:picLocks xmlns:a="http://schemas.openxmlformats.org/drawingml/2006/main" noChangeAspect="1"/>
          </p:cNvPicPr>
          <p:nvPr/>
        </p:nvPicPr>
        <p:blipFill>
          <a:blip xmlns:r="http://schemas.openxmlformats.org/officeDocument/2006/relationships" xmlns:a="http://schemas.openxmlformats.org/drawingml/2006/main" r:embed="Raa34b73f7eaf4ff9"/>
          <a:srcRect xmlns:a="http://schemas.openxmlformats.org/drawingml/2006/main" l="0" t="38" r="0" b="38"/>
          <a:stretch xmlns:a="http://schemas.openxmlformats.org/drawingml/2006/main">
            <a:fillRect l="0" t="0" r="0" b="0"/>
          </a:stretch>
        </p:blipFill>
        <p:spPr>
          <a:xfrm xmlns:a="http://schemas.openxmlformats.org/drawingml/2006/main">
            <a:off x="7124700" y="2266950"/>
            <a:ext cx="4667250" cy="2781300"/>
          </a:xfrm>
          <a:prstGeom xmlns:a="http://schemas.openxmlformats.org/drawingml/2006/main" prst="rect">
            <a:avLst/>
          </a:prstGeom>
        </p:spPr>
      </p:pic>
      <p:sp>
        <p:nvSpPr>
          <p:cNvPr id="32" name="profile-340">
            <a:extLst xmlns:a="http://schemas.openxmlformats.org/drawingml/2006/main">
              <a:ext uri="{FF2B5EF4-FFF2-40B4-BE49-F238E27FC236}">
                <a16:creationId xmlns:a16="http://schemas.microsoft.com/office/drawing/2014/main" id="{489D668F-1D63-4EE0-9EEB-B6EDD159A8E8}"/>
              </a:ext>
            </a:extLst>
          </p:cNvPr>
          <p:cNvSpPr>
            <a:spLocks xmlns:a="http://schemas.openxmlformats.org/drawingml/2006/main" noGrp="1"/>
          </p:cNvSpPr>
          <p:nvPr/>
        </p:nvSpPr>
        <p:spPr>
          <a:xfrm xmlns:a="http://schemas.openxmlformats.org/drawingml/2006/main">
            <a:off x="7124700" y="5124450"/>
            <a:ext cx="4667250" cy="177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a:solidFill>
                  <a:srgbClr val="456079"/>
                </a:solidFill>
                <a:latin typeface="Segoe UI"/>
                <a:ea typeface="Segoe UI"/>
                <a:cs typeface="Segoe UI"/>
              </a:defRPr>
            </a:defPPr>
          </a:lstStyle>
          <a:p xmlns:a="http://schemas.openxmlformats.org/drawingml/2006/main">
            <a:pPr algn="l">
              <a:defRPr sz="900" b="0">
                <a:solidFill>
                  <a:srgbClr val="456079"/>
                </a:solidFill>
                <a:latin typeface="Segoe UI"/>
                <a:ea typeface="Segoe UI"/>
                <a:cs typeface="Segoe UI"/>
              </a:defRPr>
            </a:pPr>
            <a:r>
              <a:rPr sz="900" b="0">
                <a:solidFill>
                  <a:srgbClr val="456079"/>
                </a:solidFill>
                <a:latin typeface="Segoe UI"/>
                <a:ea typeface="Segoe UI"/>
                <a:cs typeface="Segoe UI"/>
              </a:rPr>
              <a:t>Stock: IntangibleArts / Wikimedia Commons, CC BY 2.0; cropped</a:t>
            </a:r>
          </a:p>
        </p:txBody>
      </p:sp>
      <p:sp>
        <p:nvSpPr>
          <p:cNvPr id="33" name="profile-341">
            <a:extLst xmlns:a="http://schemas.openxmlformats.org/drawingml/2006/main">
              <a:ext uri="{FF2B5EF4-FFF2-40B4-BE49-F238E27FC236}">
                <a16:creationId xmlns:a16="http://schemas.microsoft.com/office/drawing/2014/main" id="{20F1E0FE-380C-4E51-B35A-56C751120A74}"/>
              </a:ext>
            </a:extLst>
          </p:cNvPr>
          <p:cNvSpPr>
            <a:spLocks xmlns:a="http://schemas.openxmlformats.org/drawingml/2006/main" noGrp="1"/>
          </p:cNvSpPr>
          <p:nvPr/>
        </p:nvSpPr>
        <p:spPr>
          <a:xfrm xmlns:a="http://schemas.openxmlformats.org/drawingml/2006/main">
            <a:off x="7124700" y="5495925"/>
            <a:ext cx="4667250" cy="6000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34" name="profile-342">
            <a:extLst xmlns:a="http://schemas.openxmlformats.org/drawingml/2006/main">
              <a:ext uri="{FF2B5EF4-FFF2-40B4-BE49-F238E27FC236}">
                <a16:creationId xmlns:a16="http://schemas.microsoft.com/office/drawing/2014/main" id="{FD8606AA-91C3-42D6-89D7-FCE1D7AC9145}"/>
              </a:ext>
            </a:extLst>
          </p:cNvPr>
          <p:cNvSpPr>
            <a:spLocks xmlns:a="http://schemas.openxmlformats.org/drawingml/2006/main" noGrp="1"/>
          </p:cNvSpPr>
          <p:nvPr/>
        </p:nvSpPr>
        <p:spPr>
          <a:xfrm xmlns:a="http://schemas.openxmlformats.org/drawingml/2006/main">
            <a:off x="7267575" y="5600700"/>
            <a:ext cx="438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Coordinate excavation, repairs and reinstatement</a:t>
            </a:r>
          </a:p>
        </p:txBody>
      </p:sp>
      <p:sp>
        <p:nvSpPr>
          <p:cNvPr id="35" name="profile-343">
            <a:extLst xmlns:a="http://schemas.openxmlformats.org/drawingml/2006/main">
              <a:ext uri="{FF2B5EF4-FFF2-40B4-BE49-F238E27FC236}">
                <a16:creationId xmlns:a16="http://schemas.microsoft.com/office/drawing/2014/main" id="{E18263EE-161F-461E-9F10-268EB3978F45}"/>
              </a:ext>
            </a:extLst>
          </p:cNvPr>
          <p:cNvSpPr>
            <a:spLocks xmlns:a="http://schemas.openxmlformats.org/drawingml/2006/main" noGrp="1"/>
          </p:cNvSpPr>
          <p:nvPr/>
        </p:nvSpPr>
        <p:spPr>
          <a:xfrm xmlns:a="http://schemas.openxmlformats.org/drawingml/2006/main">
            <a:off x="7267575" y="5829300"/>
            <a:ext cx="438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through one agreed work scope.</a:t>
            </a:r>
          </a:p>
        </p:txBody>
      </p:sp>
    </p:spTree>
    <p:extLst>
      <p:ext uri="{BB962C8B-B14F-4D97-AF65-F5344CB8AC3E}">
        <p14:creationId xmlns:p14="http://schemas.microsoft.com/office/powerpoint/2010/main" val="177100313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profile-344">
            <a:extLst xmlns:a="http://schemas.openxmlformats.org/drawingml/2006/main">
              <a:ext uri="{FF2B5EF4-FFF2-40B4-BE49-F238E27FC236}">
                <a16:creationId xmlns:a16="http://schemas.microsoft.com/office/drawing/2014/main" id="{612119E9-0E25-4DFF-B654-A01354CD9307}"/>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345">
            <a:extLst xmlns:a="http://schemas.openxmlformats.org/drawingml/2006/main">
              <a:ext uri="{FF2B5EF4-FFF2-40B4-BE49-F238E27FC236}">
                <a16:creationId xmlns:a16="http://schemas.microsoft.com/office/drawing/2014/main" id="{9DBB3D9A-FD95-4A84-AA7E-1D3922513951}"/>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ADB786EC-64F8-4061-A17B-6CD58C179BC4}"/>
              </a:ext>
            </a:extLst>
          </p:cNvPr>
          <p:cNvPicPr>
            <a:picLocks xmlns:a="http://schemas.openxmlformats.org/drawingml/2006/main" noChangeAspect="1"/>
          </p:cNvPicPr>
          <p:nvPr/>
        </p:nvPicPr>
        <p:blipFill>
          <a:blip xmlns:r="http://schemas.openxmlformats.org/officeDocument/2006/relationships" xmlns:a="http://schemas.openxmlformats.org/drawingml/2006/main" r:embed="R082581498acb4388"/>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346">
            <a:extLst xmlns:a="http://schemas.openxmlformats.org/drawingml/2006/main">
              <a:ext uri="{FF2B5EF4-FFF2-40B4-BE49-F238E27FC236}">
                <a16:creationId xmlns:a16="http://schemas.microsoft.com/office/drawing/2014/main" id="{3F5A8FE5-5085-42F5-BFBD-22D0D9C5BBF3}"/>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347">
            <a:extLst xmlns:a="http://schemas.openxmlformats.org/drawingml/2006/main">
              <a:ext uri="{FF2B5EF4-FFF2-40B4-BE49-F238E27FC236}">
                <a16:creationId xmlns:a16="http://schemas.microsoft.com/office/drawing/2014/main" id="{EEF819E9-0821-4627-B554-4205FE2E20D5}"/>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and Pest Management Services OPC</a:t>
            </a:r>
          </a:p>
        </p:txBody>
      </p:sp>
      <p:sp>
        <p:nvSpPr>
          <p:cNvPr id="6" name="profile-348">
            <a:extLst xmlns:a="http://schemas.openxmlformats.org/drawingml/2006/main">
              <a:ext uri="{FF2B5EF4-FFF2-40B4-BE49-F238E27FC236}">
                <a16:creationId xmlns:a16="http://schemas.microsoft.com/office/drawing/2014/main" id="{E30077F9-4164-4016-91FF-5CF9112758A4}"/>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Globe 0917 671 6383   |   Smart 0939 245 6217</a:t>
            </a:r>
          </a:p>
        </p:txBody>
      </p:sp>
      <p:sp>
        <p:nvSpPr>
          <p:cNvPr id="7" name="profile-349">
            <a:extLst xmlns:a="http://schemas.openxmlformats.org/drawingml/2006/main">
              <a:ext uri="{FF2B5EF4-FFF2-40B4-BE49-F238E27FC236}">
                <a16:creationId xmlns:a16="http://schemas.microsoft.com/office/drawing/2014/main" id="{8CDDA190-5A4E-4A8C-915B-EE9EDEB50ECF}"/>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350">
            <a:extLst xmlns:a="http://schemas.openxmlformats.org/drawingml/2006/main">
              <a:ext uri="{FF2B5EF4-FFF2-40B4-BE49-F238E27FC236}">
                <a16:creationId xmlns:a16="http://schemas.microsoft.com/office/drawing/2014/main" id="{0878D0F9-9393-4936-BF75-E9954FAF31FE}"/>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TO FOLLOW</a:t>
            </a:r>
          </a:p>
        </p:txBody>
      </p:sp>
      <p:sp>
        <p:nvSpPr>
          <p:cNvPr id="9" name="profile-351">
            <a:extLst xmlns:a="http://schemas.openxmlformats.org/drawingml/2006/main">
              <a:ext uri="{FF2B5EF4-FFF2-40B4-BE49-F238E27FC236}">
                <a16:creationId xmlns:a16="http://schemas.microsoft.com/office/drawing/2014/main" id="{A56DA519-9162-4707-8342-6C4265504DDE}"/>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352">
            <a:extLst xmlns:a="http://schemas.openxmlformats.org/drawingml/2006/main">
              <a:ext uri="{FF2B5EF4-FFF2-40B4-BE49-F238E27FC236}">
                <a16:creationId xmlns:a16="http://schemas.microsoft.com/office/drawing/2014/main" id="{4C73E774-8EB7-4E2D-B7DC-ED05ED4C1778}"/>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353">
            <a:extLst xmlns:a="http://schemas.openxmlformats.org/drawingml/2006/main">
              <a:ext uri="{FF2B5EF4-FFF2-40B4-BE49-F238E27FC236}">
                <a16:creationId xmlns:a16="http://schemas.microsoft.com/office/drawing/2014/main" id="{0FC1457E-BA54-40E6-950B-6521F896814D}"/>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354">
            <a:extLst xmlns:a="http://schemas.openxmlformats.org/drawingml/2006/main">
              <a:ext uri="{FF2B5EF4-FFF2-40B4-BE49-F238E27FC236}">
                <a16:creationId xmlns:a16="http://schemas.microsoft.com/office/drawing/2014/main" id="{5FF9E947-B583-4980-85EA-A5B72D0DD0CA}"/>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355">
            <a:extLst xmlns:a="http://schemas.openxmlformats.org/drawingml/2006/main">
              <a:ext uri="{FF2B5EF4-FFF2-40B4-BE49-F238E27FC236}">
                <a16:creationId xmlns:a16="http://schemas.microsoft.com/office/drawing/2014/main" id="{275F5AE3-60A3-4B96-985B-1091EB0D8994}"/>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356">
            <a:extLst xmlns:a="http://schemas.openxmlformats.org/drawingml/2006/main">
              <a:ext uri="{FF2B5EF4-FFF2-40B4-BE49-F238E27FC236}">
                <a16:creationId xmlns:a16="http://schemas.microsoft.com/office/drawing/2014/main" id="{9BF07064-C1C9-4335-A64E-26CB63281663}"/>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357">
            <a:extLst xmlns:a="http://schemas.openxmlformats.org/drawingml/2006/main">
              <a:ext uri="{FF2B5EF4-FFF2-40B4-BE49-F238E27FC236}">
                <a16:creationId xmlns:a16="http://schemas.microsoft.com/office/drawing/2014/main" id="{6BB8DA7D-2546-4D10-ACA4-230D84889826}"/>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12</a:t>
            </a:r>
          </a:p>
        </p:txBody>
      </p:sp>
      <p:sp>
        <p:nvSpPr>
          <p:cNvPr id="16" name="profile-358">
            <a:extLst xmlns:a="http://schemas.openxmlformats.org/drawingml/2006/main">
              <a:ext uri="{FF2B5EF4-FFF2-40B4-BE49-F238E27FC236}">
                <a16:creationId xmlns:a16="http://schemas.microsoft.com/office/drawing/2014/main" id="{9843169B-E801-4F0F-A0B2-0FACC1B4B9DD}"/>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Drain and Pipe Declogging</a:t>
            </a:r>
          </a:p>
        </p:txBody>
      </p:sp>
      <p:sp>
        <p:nvSpPr>
          <p:cNvPr id="17" name="profile-359">
            <a:extLst xmlns:a="http://schemas.openxmlformats.org/drawingml/2006/main">
              <a:ext uri="{FF2B5EF4-FFF2-40B4-BE49-F238E27FC236}">
                <a16:creationId xmlns:a16="http://schemas.microsoft.com/office/drawing/2014/main" id="{3B692A36-78A4-41AB-A870-337CA56A7134}"/>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360">
            <a:extLst xmlns:a="http://schemas.openxmlformats.org/drawingml/2006/main">
              <a:ext uri="{FF2B5EF4-FFF2-40B4-BE49-F238E27FC236}">
                <a16:creationId xmlns:a16="http://schemas.microsoft.com/office/drawing/2014/main" id="{B91E14BC-9A2F-4D05-8C74-92769B282046}"/>
              </a:ext>
            </a:extLst>
          </p:cNvPr>
          <p:cNvSpPr>
            <a:spLocks xmlns:a="http://schemas.openxmlformats.org/drawingml/2006/main" noGrp="1"/>
          </p:cNvSpPr>
          <p:nvPr/>
        </p:nvSpPr>
        <p:spPr>
          <a:xfrm xmlns:a="http://schemas.openxmlformats.org/drawingml/2006/main">
            <a:off x="6076950" y="2238375"/>
            <a:ext cx="5715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0E2C5E"/>
                </a:solidFill>
                <a:latin typeface="Segoe UI"/>
                <a:ea typeface="Segoe UI"/>
                <a:cs typeface="Segoe UI"/>
              </a:defRPr>
            </a:defPPr>
          </a:lstStyle>
          <a:p xmlns:a="http://schemas.openxmlformats.org/drawingml/2006/main">
            <a:pPr algn="l">
              <a:defRPr sz="1950" b="1">
                <a:solidFill>
                  <a:srgbClr val="0E2C5E"/>
                </a:solidFill>
                <a:latin typeface="Segoe UI"/>
                <a:ea typeface="Segoe UI"/>
                <a:cs typeface="Segoe UI"/>
              </a:defRPr>
            </a:pPr>
            <a:r>
              <a:rPr sz="1950" b="1">
                <a:solidFill>
                  <a:srgbClr val="0E2C5E"/>
                </a:solidFill>
                <a:latin typeface="Segoe UI"/>
                <a:ea typeface="Segoe UI"/>
                <a:cs typeface="Segoe UI"/>
              </a:rPr>
              <a:t>Address slow drains and blocked lines before</a:t>
            </a:r>
          </a:p>
        </p:txBody>
      </p:sp>
      <p:sp>
        <p:nvSpPr>
          <p:cNvPr id="19" name="profile-361">
            <a:extLst xmlns:a="http://schemas.openxmlformats.org/drawingml/2006/main">
              <a:ext uri="{FF2B5EF4-FFF2-40B4-BE49-F238E27FC236}">
                <a16:creationId xmlns:a16="http://schemas.microsoft.com/office/drawing/2014/main" id="{21351DA4-2341-49C0-AF6A-EB27DEEAEB96}"/>
              </a:ext>
            </a:extLst>
          </p:cNvPr>
          <p:cNvSpPr>
            <a:spLocks xmlns:a="http://schemas.openxmlformats.org/drawingml/2006/main" noGrp="1"/>
          </p:cNvSpPr>
          <p:nvPr/>
        </p:nvSpPr>
        <p:spPr>
          <a:xfrm xmlns:a="http://schemas.openxmlformats.org/drawingml/2006/main">
            <a:off x="6076950" y="2562225"/>
            <a:ext cx="5715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0E2C5E"/>
                </a:solidFill>
                <a:latin typeface="Segoe UI"/>
                <a:ea typeface="Segoe UI"/>
                <a:cs typeface="Segoe UI"/>
              </a:defRPr>
            </a:defPPr>
          </a:lstStyle>
          <a:p xmlns:a="http://schemas.openxmlformats.org/drawingml/2006/main">
            <a:pPr algn="l">
              <a:defRPr sz="1950" b="1">
                <a:solidFill>
                  <a:srgbClr val="0E2C5E"/>
                </a:solidFill>
                <a:latin typeface="Segoe UI"/>
                <a:ea typeface="Segoe UI"/>
                <a:cs typeface="Segoe UI"/>
              </a:defRPr>
            </a:pPr>
            <a:r>
              <a:rPr sz="1950" b="1">
                <a:solidFill>
                  <a:srgbClr val="0E2C5E"/>
                </a:solidFill>
                <a:latin typeface="Segoe UI"/>
                <a:ea typeface="Segoe UI"/>
                <a:cs typeface="Segoe UI"/>
              </a:rPr>
              <a:t>problems spread.</a:t>
            </a:r>
          </a:p>
        </p:txBody>
      </p:sp>
      <p:sp>
        <p:nvSpPr>
          <p:cNvPr id="20" name="profile-362">
            <a:extLst xmlns:a="http://schemas.openxmlformats.org/drawingml/2006/main">
              <a:ext uri="{FF2B5EF4-FFF2-40B4-BE49-F238E27FC236}">
                <a16:creationId xmlns:a16="http://schemas.microsoft.com/office/drawing/2014/main" id="{19694265-B6FB-439E-B3DF-9E714369118B}"/>
              </a:ext>
            </a:extLst>
          </p:cNvPr>
          <p:cNvSpPr>
            <a:spLocks xmlns:a="http://schemas.openxmlformats.org/drawingml/2006/main" noGrp="1"/>
          </p:cNvSpPr>
          <p:nvPr/>
        </p:nvSpPr>
        <p:spPr>
          <a:xfrm xmlns:a="http://schemas.openxmlformats.org/drawingml/2006/main">
            <a:off x="6076950" y="3038475"/>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38" b="0">
                <a:solidFill>
                  <a:srgbClr val="102B49"/>
                </a:solidFill>
                <a:latin typeface="Segoe UI"/>
                <a:ea typeface="Segoe UI"/>
                <a:cs typeface="Segoe UI"/>
              </a:defRPr>
            </a:defPPr>
          </a:lstStyle>
          <a:p xmlns:a="http://schemas.openxmlformats.org/drawingml/2006/main">
            <a:pPr algn="l">
              <a:defRPr sz="1538" b="0">
                <a:solidFill>
                  <a:srgbClr val="102B49"/>
                </a:solidFill>
                <a:latin typeface="Segoe UI"/>
                <a:ea typeface="Segoe UI"/>
                <a:cs typeface="Segoe UI"/>
              </a:defRPr>
            </a:pPr>
            <a:r>
              <a:rPr sz="1538" b="0">
                <a:solidFill>
                  <a:srgbClr val="102B49"/>
                </a:solidFill>
                <a:latin typeface="Segoe UI"/>
                <a:ea typeface="Segoe UI"/>
                <a:cs typeface="Segoe UI"/>
              </a:rPr>
              <a:t>Oceanides assesses drainage blockages and applies a suitable</a:t>
            </a:r>
          </a:p>
        </p:txBody>
      </p:sp>
      <p:sp>
        <p:nvSpPr>
          <p:cNvPr id="21" name="profile-363">
            <a:extLst xmlns:a="http://schemas.openxmlformats.org/drawingml/2006/main">
              <a:ext uri="{FF2B5EF4-FFF2-40B4-BE49-F238E27FC236}">
                <a16:creationId xmlns:a16="http://schemas.microsoft.com/office/drawing/2014/main" id="{5679741A-3993-49D6-AC57-6BEDADCC8DFB}"/>
              </a:ext>
            </a:extLst>
          </p:cNvPr>
          <p:cNvSpPr>
            <a:spLocks xmlns:a="http://schemas.openxmlformats.org/drawingml/2006/main" noGrp="1"/>
          </p:cNvSpPr>
          <p:nvPr/>
        </p:nvSpPr>
        <p:spPr>
          <a:xfrm xmlns:a="http://schemas.openxmlformats.org/drawingml/2006/main">
            <a:off x="6076950" y="32956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38" b="0">
                <a:solidFill>
                  <a:srgbClr val="102B49"/>
                </a:solidFill>
                <a:latin typeface="Segoe UI"/>
                <a:ea typeface="Segoe UI"/>
                <a:cs typeface="Segoe UI"/>
              </a:defRPr>
            </a:defPPr>
          </a:lstStyle>
          <a:p xmlns:a="http://schemas.openxmlformats.org/drawingml/2006/main">
            <a:pPr algn="l">
              <a:defRPr sz="1538" b="0">
                <a:solidFill>
                  <a:srgbClr val="102B49"/>
                </a:solidFill>
                <a:latin typeface="Segoe UI"/>
                <a:ea typeface="Segoe UI"/>
                <a:cs typeface="Segoe UI"/>
              </a:defRPr>
            </a:pPr>
            <a:r>
              <a:rPr sz="1538" b="0">
                <a:solidFill>
                  <a:srgbClr val="102B49"/>
                </a:solidFill>
                <a:latin typeface="Segoe UI"/>
                <a:ea typeface="Segoe UI"/>
                <a:cs typeface="Segoe UI"/>
              </a:rPr>
              <a:t>clearing method based on pipe condition, access, and the likely</a:t>
            </a:r>
          </a:p>
        </p:txBody>
      </p:sp>
      <p:sp>
        <p:nvSpPr>
          <p:cNvPr id="22" name="profile-364">
            <a:extLst xmlns:a="http://schemas.openxmlformats.org/drawingml/2006/main">
              <a:ext uri="{FF2B5EF4-FFF2-40B4-BE49-F238E27FC236}">
                <a16:creationId xmlns:a16="http://schemas.microsoft.com/office/drawing/2014/main" id="{F216E1B0-535A-427C-8561-15703BDDDCBD}"/>
              </a:ext>
            </a:extLst>
          </p:cNvPr>
          <p:cNvSpPr>
            <a:spLocks xmlns:a="http://schemas.openxmlformats.org/drawingml/2006/main" noGrp="1"/>
          </p:cNvSpPr>
          <p:nvPr/>
        </p:nvSpPr>
        <p:spPr>
          <a:xfrm xmlns:a="http://schemas.openxmlformats.org/drawingml/2006/main">
            <a:off x="6076950" y="3552825"/>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38" b="0">
                <a:solidFill>
                  <a:srgbClr val="102B49"/>
                </a:solidFill>
                <a:latin typeface="Segoe UI"/>
                <a:ea typeface="Segoe UI"/>
                <a:cs typeface="Segoe UI"/>
              </a:defRPr>
            </a:defPPr>
          </a:lstStyle>
          <a:p xmlns:a="http://schemas.openxmlformats.org/drawingml/2006/main">
            <a:pPr algn="l">
              <a:defRPr sz="1538" b="0">
                <a:solidFill>
                  <a:srgbClr val="102B49"/>
                </a:solidFill>
                <a:latin typeface="Segoe UI"/>
                <a:ea typeface="Segoe UI"/>
                <a:cs typeface="Segoe UI"/>
              </a:defRPr>
            </a:pPr>
            <a:r>
              <a:rPr sz="1538" b="0">
                <a:solidFill>
                  <a:srgbClr val="102B49"/>
                </a:solidFill>
                <a:latin typeface="Segoe UI"/>
                <a:ea typeface="Segoe UI"/>
                <a:cs typeface="Segoe UI"/>
              </a:rPr>
              <a:t>cause. Recurring blockages may require a separate repair or</a:t>
            </a:r>
          </a:p>
        </p:txBody>
      </p:sp>
      <p:sp>
        <p:nvSpPr>
          <p:cNvPr id="23" name="profile-365">
            <a:extLst xmlns:a="http://schemas.openxmlformats.org/drawingml/2006/main">
              <a:ext uri="{FF2B5EF4-FFF2-40B4-BE49-F238E27FC236}">
                <a16:creationId xmlns:a16="http://schemas.microsoft.com/office/drawing/2014/main" id="{D64D6108-9004-44BA-AE9F-994683E284DF}"/>
              </a:ext>
            </a:extLst>
          </p:cNvPr>
          <p:cNvSpPr>
            <a:spLocks xmlns:a="http://schemas.openxmlformats.org/drawingml/2006/main" noGrp="1"/>
          </p:cNvSpPr>
          <p:nvPr/>
        </p:nvSpPr>
        <p:spPr>
          <a:xfrm xmlns:a="http://schemas.openxmlformats.org/drawingml/2006/main">
            <a:off x="6076950" y="381000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38" b="0">
                <a:solidFill>
                  <a:srgbClr val="102B49"/>
                </a:solidFill>
                <a:latin typeface="Segoe UI"/>
                <a:ea typeface="Segoe UI"/>
                <a:cs typeface="Segoe UI"/>
              </a:defRPr>
            </a:defPPr>
          </a:lstStyle>
          <a:p xmlns:a="http://schemas.openxmlformats.org/drawingml/2006/main">
            <a:pPr algn="l">
              <a:defRPr sz="1538" b="0">
                <a:solidFill>
                  <a:srgbClr val="102B49"/>
                </a:solidFill>
                <a:latin typeface="Segoe UI"/>
                <a:ea typeface="Segoe UI"/>
                <a:cs typeface="Segoe UI"/>
              </a:defRPr>
            </a:pPr>
            <a:r>
              <a:rPr sz="1538" b="0">
                <a:solidFill>
                  <a:srgbClr val="102B49"/>
                </a:solidFill>
                <a:latin typeface="Segoe UI"/>
                <a:ea typeface="Segoe UI"/>
                <a:cs typeface="Segoe UI"/>
              </a:rPr>
              <a:t>further inspection.</a:t>
            </a:r>
          </a:p>
        </p:txBody>
      </p:sp>
      <p:sp>
        <p:nvSpPr>
          <p:cNvPr id="24" name="profile-366">
            <a:extLst xmlns:a="http://schemas.openxmlformats.org/drawingml/2006/main">
              <a:ext uri="{FF2B5EF4-FFF2-40B4-BE49-F238E27FC236}">
                <a16:creationId xmlns:a16="http://schemas.microsoft.com/office/drawing/2014/main" id="{23F20269-6719-47BE-93D9-FE24838D2B31}"/>
              </a:ext>
            </a:extLst>
          </p:cNvPr>
          <p:cNvSpPr>
            <a:spLocks xmlns:a="http://schemas.openxmlformats.org/drawingml/2006/main" noGrp="1"/>
          </p:cNvSpPr>
          <p:nvPr/>
        </p:nvSpPr>
        <p:spPr>
          <a:xfrm xmlns:a="http://schemas.openxmlformats.org/drawingml/2006/main">
            <a:off x="6076950" y="4314825"/>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5" name="profile-367">
            <a:extLst xmlns:a="http://schemas.openxmlformats.org/drawingml/2006/main">
              <a:ext uri="{FF2B5EF4-FFF2-40B4-BE49-F238E27FC236}">
                <a16:creationId xmlns:a16="http://schemas.microsoft.com/office/drawing/2014/main" id="{C5A8A234-F16C-44A4-83D5-7A5BA6480961}"/>
              </a:ext>
            </a:extLst>
          </p:cNvPr>
          <p:cNvSpPr>
            <a:spLocks xmlns:a="http://schemas.openxmlformats.org/drawingml/2006/main" noGrp="1"/>
          </p:cNvSpPr>
          <p:nvPr/>
        </p:nvSpPr>
        <p:spPr>
          <a:xfrm xmlns:a="http://schemas.openxmlformats.org/drawingml/2006/main">
            <a:off x="6276975" y="4219575"/>
            <a:ext cx="5514975"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Review of the affected drainage line</a:t>
            </a:r>
          </a:p>
        </p:txBody>
      </p:sp>
      <p:sp>
        <p:nvSpPr>
          <p:cNvPr id="26" name="profile-368">
            <a:extLst xmlns:a="http://schemas.openxmlformats.org/drawingml/2006/main">
              <a:ext uri="{FF2B5EF4-FFF2-40B4-BE49-F238E27FC236}">
                <a16:creationId xmlns:a16="http://schemas.microsoft.com/office/drawing/2014/main" id="{8EF7827F-57C7-466F-B2FA-0F785CE98504}"/>
              </a:ext>
            </a:extLst>
          </p:cNvPr>
          <p:cNvSpPr>
            <a:spLocks xmlns:a="http://schemas.openxmlformats.org/drawingml/2006/main" noGrp="1"/>
          </p:cNvSpPr>
          <p:nvPr/>
        </p:nvSpPr>
        <p:spPr>
          <a:xfrm xmlns:a="http://schemas.openxmlformats.org/drawingml/2006/main">
            <a:off x="6076950" y="4648962"/>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7" name="profile-369">
            <a:extLst xmlns:a="http://schemas.openxmlformats.org/drawingml/2006/main">
              <a:ext uri="{FF2B5EF4-FFF2-40B4-BE49-F238E27FC236}">
                <a16:creationId xmlns:a16="http://schemas.microsoft.com/office/drawing/2014/main" id="{CE9666E9-9B11-412A-8ED4-EFDB9699716E}"/>
              </a:ext>
            </a:extLst>
          </p:cNvPr>
          <p:cNvSpPr>
            <a:spLocks xmlns:a="http://schemas.openxmlformats.org/drawingml/2006/main" noGrp="1"/>
          </p:cNvSpPr>
          <p:nvPr/>
        </p:nvSpPr>
        <p:spPr>
          <a:xfrm xmlns:a="http://schemas.openxmlformats.org/drawingml/2006/main">
            <a:off x="6276975" y="4553712"/>
            <a:ext cx="5514975"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Clearing of accessible blockages within scope</a:t>
            </a:r>
          </a:p>
        </p:txBody>
      </p:sp>
      <p:sp>
        <p:nvSpPr>
          <p:cNvPr id="28" name="profile-370">
            <a:extLst xmlns:a="http://schemas.openxmlformats.org/drawingml/2006/main">
              <a:ext uri="{FF2B5EF4-FFF2-40B4-BE49-F238E27FC236}">
                <a16:creationId xmlns:a16="http://schemas.microsoft.com/office/drawing/2014/main" id="{A290F596-3A9D-4CA5-B038-33D75F0C1FA3}"/>
              </a:ext>
            </a:extLst>
          </p:cNvPr>
          <p:cNvSpPr>
            <a:spLocks xmlns:a="http://schemas.openxmlformats.org/drawingml/2006/main" noGrp="1"/>
          </p:cNvSpPr>
          <p:nvPr/>
        </p:nvSpPr>
        <p:spPr>
          <a:xfrm xmlns:a="http://schemas.openxmlformats.org/drawingml/2006/main">
            <a:off x="6076950" y="4983099"/>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9" name="profile-371">
            <a:extLst xmlns:a="http://schemas.openxmlformats.org/drawingml/2006/main">
              <a:ext uri="{FF2B5EF4-FFF2-40B4-BE49-F238E27FC236}">
                <a16:creationId xmlns:a16="http://schemas.microsoft.com/office/drawing/2014/main" id="{02E2CB35-7EA3-4288-A04C-F9DB7600E462}"/>
              </a:ext>
            </a:extLst>
          </p:cNvPr>
          <p:cNvSpPr>
            <a:spLocks xmlns:a="http://schemas.openxmlformats.org/drawingml/2006/main" noGrp="1"/>
          </p:cNvSpPr>
          <p:nvPr/>
        </p:nvSpPr>
        <p:spPr>
          <a:xfrm xmlns:a="http://schemas.openxmlformats.org/drawingml/2006/main">
            <a:off x="6276975" y="4887849"/>
            <a:ext cx="5514975"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Water-flow checks after the work</a:t>
            </a:r>
          </a:p>
        </p:txBody>
      </p:sp>
      <p:sp>
        <p:nvSpPr>
          <p:cNvPr id="30" name="profile-372">
            <a:extLst xmlns:a="http://schemas.openxmlformats.org/drawingml/2006/main">
              <a:ext uri="{FF2B5EF4-FFF2-40B4-BE49-F238E27FC236}">
                <a16:creationId xmlns:a16="http://schemas.microsoft.com/office/drawing/2014/main" id="{0FDFA8F3-DE3F-4A18-A282-73D87FDDBE48}"/>
              </a:ext>
            </a:extLst>
          </p:cNvPr>
          <p:cNvSpPr>
            <a:spLocks xmlns:a="http://schemas.openxmlformats.org/drawingml/2006/main" noGrp="1"/>
          </p:cNvSpPr>
          <p:nvPr/>
        </p:nvSpPr>
        <p:spPr>
          <a:xfrm xmlns:a="http://schemas.openxmlformats.org/drawingml/2006/main">
            <a:off x="6076950" y="5317236"/>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1" name="profile-373">
            <a:extLst xmlns:a="http://schemas.openxmlformats.org/drawingml/2006/main">
              <a:ext uri="{FF2B5EF4-FFF2-40B4-BE49-F238E27FC236}">
                <a16:creationId xmlns:a16="http://schemas.microsoft.com/office/drawing/2014/main" id="{267BF264-96CD-45DD-8F53-9D8E7A3D616A}"/>
              </a:ext>
            </a:extLst>
          </p:cNvPr>
          <p:cNvSpPr>
            <a:spLocks xmlns:a="http://schemas.openxmlformats.org/drawingml/2006/main" noGrp="1"/>
          </p:cNvSpPr>
          <p:nvPr/>
        </p:nvSpPr>
        <p:spPr>
          <a:xfrm xmlns:a="http://schemas.openxmlformats.org/drawingml/2006/main">
            <a:off x="6276975" y="5221986"/>
            <a:ext cx="5514975"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Advice on recurring issues and further repairs</a:t>
            </a:r>
          </a:p>
        </p:txBody>
      </p:sp>
      <p:pic>
        <p:nvPicPr>
          <p:cNvPr id="32" name="">
            <a:extLst xmlns:a="http://schemas.openxmlformats.org/drawingml/2006/main">
              <a:ext uri="{FF2B5EF4-FFF2-40B4-BE49-F238E27FC236}">
                <a16:creationId xmlns:a16="http://schemas.microsoft.com/office/drawing/2014/main" id="{96E85DD6-0137-433F-B668-FF42145C9D11}"/>
              </a:ext>
            </a:extLst>
          </p:cNvPr>
          <p:cNvPicPr>
            <a:picLocks xmlns:a="http://schemas.openxmlformats.org/drawingml/2006/main" noChangeAspect="1"/>
          </p:cNvPicPr>
          <p:nvPr/>
        </p:nvPicPr>
        <p:blipFill>
          <a:blip xmlns:r="http://schemas.openxmlformats.org/officeDocument/2006/relationships" xmlns:a="http://schemas.openxmlformats.org/drawingml/2006/main" r:embed="R55ced3822b0b4c5d"/>
          <a:srcRect xmlns:a="http://schemas.openxmlformats.org/drawingml/2006/main" l="0" t="38" r="0" b="38"/>
          <a:stretch xmlns:a="http://schemas.openxmlformats.org/drawingml/2006/main">
            <a:fillRect l="0" t="0" r="0" b="0"/>
          </a:stretch>
        </p:blipFill>
        <p:spPr>
          <a:xfrm xmlns:a="http://schemas.openxmlformats.org/drawingml/2006/main">
            <a:off x="400050" y="2266950"/>
            <a:ext cx="5191125" cy="2781300"/>
          </a:xfrm>
          <a:prstGeom xmlns:a="http://schemas.openxmlformats.org/drawingml/2006/main" prst="rect">
            <a:avLst/>
          </a:prstGeom>
        </p:spPr>
      </p:pic>
      <p:sp>
        <p:nvSpPr>
          <p:cNvPr id="33" name="profile-374">
            <a:extLst xmlns:a="http://schemas.openxmlformats.org/drawingml/2006/main">
              <a:ext uri="{FF2B5EF4-FFF2-40B4-BE49-F238E27FC236}">
                <a16:creationId xmlns:a16="http://schemas.microsoft.com/office/drawing/2014/main" id="{C62AA1F6-3236-458C-940C-05417D478BD4}"/>
              </a:ext>
            </a:extLst>
          </p:cNvPr>
          <p:cNvSpPr>
            <a:spLocks xmlns:a="http://schemas.openxmlformats.org/drawingml/2006/main" noGrp="1"/>
          </p:cNvSpPr>
          <p:nvPr/>
        </p:nvSpPr>
        <p:spPr>
          <a:xfrm xmlns:a="http://schemas.openxmlformats.org/drawingml/2006/main">
            <a:off x="400050" y="5124450"/>
            <a:ext cx="5191125" cy="177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a:solidFill>
                  <a:srgbClr val="456079"/>
                </a:solidFill>
                <a:latin typeface="Segoe UI"/>
                <a:ea typeface="Segoe UI"/>
                <a:cs typeface="Segoe UI"/>
              </a:defRPr>
            </a:defPPr>
          </a:lstStyle>
          <a:p xmlns:a="http://schemas.openxmlformats.org/drawingml/2006/main">
            <a:pPr algn="l">
              <a:defRPr sz="900" b="0">
                <a:solidFill>
                  <a:srgbClr val="456079"/>
                </a:solidFill>
                <a:latin typeface="Segoe UI"/>
                <a:ea typeface="Segoe UI"/>
                <a:cs typeface="Segoe UI"/>
              </a:defRPr>
            </a:pPr>
            <a:r>
              <a:rPr sz="900" b="0">
                <a:solidFill>
                  <a:srgbClr val="456079"/>
                </a:solidFill>
                <a:latin typeface="Segoe UI"/>
                <a:ea typeface="Segoe UI"/>
                <a:cs typeface="Segoe UI"/>
              </a:rPr>
              <a:t>AI-generated drainage illustration</a:t>
            </a:r>
          </a:p>
        </p:txBody>
      </p:sp>
      <p:sp>
        <p:nvSpPr>
          <p:cNvPr id="34" name="profile-375">
            <a:extLst xmlns:a="http://schemas.openxmlformats.org/drawingml/2006/main">
              <a:ext uri="{FF2B5EF4-FFF2-40B4-BE49-F238E27FC236}">
                <a16:creationId xmlns:a16="http://schemas.microsoft.com/office/drawing/2014/main" id="{E4E1AC87-DF2F-4BE4-8B47-949028C4C915}"/>
              </a:ext>
            </a:extLst>
          </p:cNvPr>
          <p:cNvSpPr>
            <a:spLocks xmlns:a="http://schemas.openxmlformats.org/drawingml/2006/main" noGrp="1"/>
          </p:cNvSpPr>
          <p:nvPr/>
        </p:nvSpPr>
        <p:spPr>
          <a:xfrm xmlns:a="http://schemas.openxmlformats.org/drawingml/2006/main">
            <a:off x="400050" y="5495925"/>
            <a:ext cx="5191125" cy="6000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35" name="profile-376">
            <a:extLst xmlns:a="http://schemas.openxmlformats.org/drawingml/2006/main">
              <a:ext uri="{FF2B5EF4-FFF2-40B4-BE49-F238E27FC236}">
                <a16:creationId xmlns:a16="http://schemas.microsoft.com/office/drawing/2014/main" id="{268921D8-E007-497E-ABF6-A7490260E684}"/>
              </a:ext>
            </a:extLst>
          </p:cNvPr>
          <p:cNvSpPr>
            <a:spLocks xmlns:a="http://schemas.openxmlformats.org/drawingml/2006/main" noGrp="1"/>
          </p:cNvSpPr>
          <p:nvPr/>
        </p:nvSpPr>
        <p:spPr>
          <a:xfrm xmlns:a="http://schemas.openxmlformats.org/drawingml/2006/main">
            <a:off x="542925" y="5600700"/>
            <a:ext cx="4905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Understand whether a recurring problem needs cleaning,</a:t>
            </a:r>
          </a:p>
        </p:txBody>
      </p:sp>
      <p:sp>
        <p:nvSpPr>
          <p:cNvPr id="36" name="profile-377">
            <a:extLst xmlns:a="http://schemas.openxmlformats.org/drawingml/2006/main">
              <a:ext uri="{FF2B5EF4-FFF2-40B4-BE49-F238E27FC236}">
                <a16:creationId xmlns:a16="http://schemas.microsoft.com/office/drawing/2014/main" id="{C9682B63-7231-4561-AD01-1103CFD27EFB}"/>
              </a:ext>
            </a:extLst>
          </p:cNvPr>
          <p:cNvSpPr>
            <a:spLocks xmlns:a="http://schemas.openxmlformats.org/drawingml/2006/main" noGrp="1"/>
          </p:cNvSpPr>
          <p:nvPr/>
        </p:nvSpPr>
        <p:spPr>
          <a:xfrm xmlns:a="http://schemas.openxmlformats.org/drawingml/2006/main">
            <a:off x="542925" y="5829300"/>
            <a:ext cx="4905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inspection or repair.</a:t>
            </a:r>
          </a:p>
        </p:txBody>
      </p:sp>
    </p:spTree>
    <p:extLst>
      <p:ext uri="{BB962C8B-B14F-4D97-AF65-F5344CB8AC3E}">
        <p14:creationId xmlns:p14="http://schemas.microsoft.com/office/powerpoint/2010/main" val="9417871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profile-378">
            <a:extLst xmlns:a="http://schemas.openxmlformats.org/drawingml/2006/main">
              <a:ext uri="{FF2B5EF4-FFF2-40B4-BE49-F238E27FC236}">
                <a16:creationId xmlns:a16="http://schemas.microsoft.com/office/drawing/2014/main" id="{A9EC71DD-8BBC-4F13-811E-9FC4C803440B}"/>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379">
            <a:extLst xmlns:a="http://schemas.openxmlformats.org/drawingml/2006/main">
              <a:ext uri="{FF2B5EF4-FFF2-40B4-BE49-F238E27FC236}">
                <a16:creationId xmlns:a16="http://schemas.microsoft.com/office/drawing/2014/main" id="{FC53ACAF-D80E-46B1-B9E8-D8D0423B38B6}"/>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5FA39677-064F-401F-B2C9-02EE0DECCBB4}"/>
              </a:ext>
            </a:extLst>
          </p:cNvPr>
          <p:cNvPicPr>
            <a:picLocks xmlns:a="http://schemas.openxmlformats.org/drawingml/2006/main" noChangeAspect="1"/>
          </p:cNvPicPr>
          <p:nvPr/>
        </p:nvPicPr>
        <p:blipFill>
          <a:blip xmlns:r="http://schemas.openxmlformats.org/officeDocument/2006/relationships" xmlns:a="http://schemas.openxmlformats.org/drawingml/2006/main" r:embed="R5c24ee109e244245"/>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380">
            <a:extLst xmlns:a="http://schemas.openxmlformats.org/drawingml/2006/main">
              <a:ext uri="{FF2B5EF4-FFF2-40B4-BE49-F238E27FC236}">
                <a16:creationId xmlns:a16="http://schemas.microsoft.com/office/drawing/2014/main" id="{84B2A5BD-02D8-4F78-BC17-476D433E087F}"/>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381">
            <a:extLst xmlns:a="http://schemas.openxmlformats.org/drawingml/2006/main">
              <a:ext uri="{FF2B5EF4-FFF2-40B4-BE49-F238E27FC236}">
                <a16:creationId xmlns:a16="http://schemas.microsoft.com/office/drawing/2014/main" id="{9A4755F3-28B3-42EF-8107-D222987BEA45}"/>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and Pest Management Services OPC</a:t>
            </a:r>
          </a:p>
        </p:txBody>
      </p:sp>
      <p:sp>
        <p:nvSpPr>
          <p:cNvPr id="6" name="profile-382">
            <a:extLst xmlns:a="http://schemas.openxmlformats.org/drawingml/2006/main">
              <a:ext uri="{FF2B5EF4-FFF2-40B4-BE49-F238E27FC236}">
                <a16:creationId xmlns:a16="http://schemas.microsoft.com/office/drawing/2014/main" id="{E8CA71A2-C2C2-46E9-B73E-C987C7A318A2}"/>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Globe 0917 671 6383   |   Smart 0939 245 6217</a:t>
            </a:r>
          </a:p>
        </p:txBody>
      </p:sp>
      <p:sp>
        <p:nvSpPr>
          <p:cNvPr id="7" name="profile-383">
            <a:extLst xmlns:a="http://schemas.openxmlformats.org/drawingml/2006/main">
              <a:ext uri="{FF2B5EF4-FFF2-40B4-BE49-F238E27FC236}">
                <a16:creationId xmlns:a16="http://schemas.microsoft.com/office/drawing/2014/main" id="{3E6AB36C-CC0E-4D11-9119-97909E1AEBD4}"/>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384">
            <a:extLst xmlns:a="http://schemas.openxmlformats.org/drawingml/2006/main">
              <a:ext uri="{FF2B5EF4-FFF2-40B4-BE49-F238E27FC236}">
                <a16:creationId xmlns:a16="http://schemas.microsoft.com/office/drawing/2014/main" id="{CC550F14-1F35-498E-8708-1A2EC4491B07}"/>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TO FOLLOW</a:t>
            </a:r>
          </a:p>
        </p:txBody>
      </p:sp>
      <p:sp>
        <p:nvSpPr>
          <p:cNvPr id="9" name="profile-385">
            <a:extLst xmlns:a="http://schemas.openxmlformats.org/drawingml/2006/main">
              <a:ext uri="{FF2B5EF4-FFF2-40B4-BE49-F238E27FC236}">
                <a16:creationId xmlns:a16="http://schemas.microsoft.com/office/drawing/2014/main" id="{D7EAFE00-2D9B-4246-8766-4A7E750B5E54}"/>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386">
            <a:extLst xmlns:a="http://schemas.openxmlformats.org/drawingml/2006/main">
              <a:ext uri="{FF2B5EF4-FFF2-40B4-BE49-F238E27FC236}">
                <a16:creationId xmlns:a16="http://schemas.microsoft.com/office/drawing/2014/main" id="{1E23EF6B-E331-4019-83F6-64CBFDA6BDDD}"/>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387">
            <a:extLst xmlns:a="http://schemas.openxmlformats.org/drawingml/2006/main">
              <a:ext uri="{FF2B5EF4-FFF2-40B4-BE49-F238E27FC236}">
                <a16:creationId xmlns:a16="http://schemas.microsoft.com/office/drawing/2014/main" id="{CB11366B-C718-4B08-BE2A-080A15CF1238}"/>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388">
            <a:extLst xmlns:a="http://schemas.openxmlformats.org/drawingml/2006/main">
              <a:ext uri="{FF2B5EF4-FFF2-40B4-BE49-F238E27FC236}">
                <a16:creationId xmlns:a16="http://schemas.microsoft.com/office/drawing/2014/main" id="{8C4EE1A3-D1A8-4E42-B634-6A90491AABF7}"/>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389">
            <a:extLst xmlns:a="http://schemas.openxmlformats.org/drawingml/2006/main">
              <a:ext uri="{FF2B5EF4-FFF2-40B4-BE49-F238E27FC236}">
                <a16:creationId xmlns:a16="http://schemas.microsoft.com/office/drawing/2014/main" id="{8F312E48-34AB-42FC-9EC6-ADD0AC6D9E3F}"/>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390">
            <a:extLst xmlns:a="http://schemas.openxmlformats.org/drawingml/2006/main">
              <a:ext uri="{FF2B5EF4-FFF2-40B4-BE49-F238E27FC236}">
                <a16:creationId xmlns:a16="http://schemas.microsoft.com/office/drawing/2014/main" id="{CE98DFF5-EABB-4EF6-B39B-843566D978F5}"/>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391">
            <a:extLst xmlns:a="http://schemas.openxmlformats.org/drawingml/2006/main">
              <a:ext uri="{FF2B5EF4-FFF2-40B4-BE49-F238E27FC236}">
                <a16:creationId xmlns:a16="http://schemas.microsoft.com/office/drawing/2014/main" id="{8F82BDEB-874F-4C12-8046-650A590D643D}"/>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13</a:t>
            </a:r>
          </a:p>
        </p:txBody>
      </p:sp>
      <p:sp>
        <p:nvSpPr>
          <p:cNvPr id="16" name="profile-392">
            <a:extLst xmlns:a="http://schemas.openxmlformats.org/drawingml/2006/main">
              <a:ext uri="{FF2B5EF4-FFF2-40B4-BE49-F238E27FC236}">
                <a16:creationId xmlns:a16="http://schemas.microsoft.com/office/drawing/2014/main" id="{A72CE914-31A3-4336-99CA-4A26E36215C6}"/>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Grease tank and trap cleaning</a:t>
            </a:r>
          </a:p>
        </p:txBody>
      </p:sp>
      <p:sp>
        <p:nvSpPr>
          <p:cNvPr id="17" name="profile-393">
            <a:extLst xmlns:a="http://schemas.openxmlformats.org/drawingml/2006/main">
              <a:ext uri="{FF2B5EF4-FFF2-40B4-BE49-F238E27FC236}">
                <a16:creationId xmlns:a16="http://schemas.microsoft.com/office/drawing/2014/main" id="{400057DF-6CD4-45DF-B9E5-984D1F6700AB}"/>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18" name="">
            <a:extLst xmlns:a="http://schemas.openxmlformats.org/drawingml/2006/main">
              <a:ext uri="{FF2B5EF4-FFF2-40B4-BE49-F238E27FC236}">
                <a16:creationId xmlns:a16="http://schemas.microsoft.com/office/drawing/2014/main" id="{617015C1-CBDB-4D13-8D17-5725C6ED20BC}"/>
              </a:ext>
            </a:extLst>
          </p:cNvPr>
          <p:cNvPicPr>
            <a:picLocks xmlns:a="http://schemas.openxmlformats.org/drawingml/2006/main" noChangeAspect="1"/>
          </p:cNvPicPr>
          <p:nvPr/>
        </p:nvPicPr>
        <p:blipFill>
          <a:blip xmlns:r="http://schemas.openxmlformats.org/officeDocument/2006/relationships" xmlns:a="http://schemas.openxmlformats.org/drawingml/2006/main" r:embed="Rffa07dcaf8c84d47"/>
          <a:srcRect xmlns:a="http://schemas.openxmlformats.org/drawingml/2006/main" l="0" t="13" r="0" b="13"/>
          <a:stretch xmlns:a="http://schemas.openxmlformats.org/drawingml/2006/main">
            <a:fillRect l="0" t="0" r="0" b="0"/>
          </a:stretch>
        </p:blipFill>
        <p:spPr>
          <a:xfrm xmlns:a="http://schemas.openxmlformats.org/drawingml/2006/main">
            <a:off x="400050" y="2238375"/>
            <a:ext cx="4229100" cy="3238500"/>
          </a:xfrm>
          <a:prstGeom xmlns:a="http://schemas.openxmlformats.org/drawingml/2006/main" prst="rect">
            <a:avLst/>
          </a:prstGeom>
        </p:spPr>
      </p:pic>
      <p:sp>
        <p:nvSpPr>
          <p:cNvPr id="19" name="profile-394">
            <a:extLst xmlns:a="http://schemas.openxmlformats.org/drawingml/2006/main">
              <a:ext uri="{FF2B5EF4-FFF2-40B4-BE49-F238E27FC236}">
                <a16:creationId xmlns:a16="http://schemas.microsoft.com/office/drawing/2014/main" id="{0C27E878-9928-4BA7-8732-8715B7AF164C}"/>
              </a:ext>
            </a:extLst>
          </p:cNvPr>
          <p:cNvSpPr>
            <a:spLocks xmlns:a="http://schemas.openxmlformats.org/drawingml/2006/main" noGrp="1"/>
          </p:cNvSpPr>
          <p:nvPr/>
        </p:nvSpPr>
        <p:spPr>
          <a:xfrm xmlns:a="http://schemas.openxmlformats.org/drawingml/2006/main">
            <a:off x="400050" y="5581650"/>
            <a:ext cx="4191000" cy="177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a:solidFill>
                  <a:srgbClr val="456079"/>
                </a:solidFill>
                <a:latin typeface="Segoe UI"/>
                <a:ea typeface="Segoe UI"/>
                <a:cs typeface="Segoe UI"/>
              </a:defRPr>
            </a:defPPr>
          </a:lstStyle>
          <a:p xmlns:a="http://schemas.openxmlformats.org/drawingml/2006/main">
            <a:pPr algn="l">
              <a:defRPr sz="900" b="0">
                <a:solidFill>
                  <a:srgbClr val="456079"/>
                </a:solidFill>
                <a:latin typeface="Segoe UI"/>
                <a:ea typeface="Segoe UI"/>
                <a:cs typeface="Segoe UI"/>
              </a:defRPr>
            </a:pPr>
            <a:r>
              <a:rPr sz="900" b="0">
                <a:solidFill>
                  <a:srgbClr val="456079"/>
                </a:solidFill>
                <a:latin typeface="Segoe UI"/>
                <a:ea typeface="Segoe UI"/>
                <a:cs typeface="Segoe UI"/>
              </a:rPr>
              <a:t>Oceanides asset-library photograph; client/site not specified</a:t>
            </a:r>
          </a:p>
        </p:txBody>
      </p:sp>
      <p:sp>
        <p:nvSpPr>
          <p:cNvPr id="20" name="profile-395">
            <a:extLst xmlns:a="http://schemas.openxmlformats.org/drawingml/2006/main">
              <a:ext uri="{FF2B5EF4-FFF2-40B4-BE49-F238E27FC236}">
                <a16:creationId xmlns:a16="http://schemas.microsoft.com/office/drawing/2014/main" id="{382A98B4-96CA-4551-B4FB-FCF6FD23C90B}"/>
              </a:ext>
            </a:extLst>
          </p:cNvPr>
          <p:cNvSpPr>
            <a:spLocks xmlns:a="http://schemas.openxmlformats.org/drawingml/2006/main" noGrp="1"/>
          </p:cNvSpPr>
          <p:nvPr/>
        </p:nvSpPr>
        <p:spPr>
          <a:xfrm xmlns:a="http://schemas.openxmlformats.org/drawingml/2006/main">
            <a:off x="5048250" y="2238375"/>
            <a:ext cx="6743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1">
                <a:solidFill>
                  <a:srgbClr val="0E2C5E"/>
                </a:solidFill>
                <a:latin typeface="Segoe UI"/>
                <a:ea typeface="Segoe UI"/>
                <a:cs typeface="Segoe UI"/>
              </a:defRPr>
            </a:defPPr>
          </a:lstStyle>
          <a:p xmlns:a="http://schemas.openxmlformats.org/drawingml/2006/main">
            <a:pPr algn="l">
              <a:defRPr sz="2025" b="1">
                <a:solidFill>
                  <a:srgbClr val="0E2C5E"/>
                </a:solidFill>
                <a:latin typeface="Segoe UI"/>
                <a:ea typeface="Segoe UI"/>
                <a:cs typeface="Segoe UI"/>
              </a:defRPr>
            </a:pPr>
            <a:r>
              <a:rPr sz="2025" b="1">
                <a:solidFill>
                  <a:srgbClr val="0E2C5E"/>
                </a:solidFill>
                <a:latin typeface="Segoe UI"/>
                <a:ea typeface="Segoe UI"/>
                <a:cs typeface="Segoe UI"/>
              </a:rPr>
              <a:t>Keep grease buildup from becoming a recurring</a:t>
            </a:r>
          </a:p>
        </p:txBody>
      </p:sp>
      <p:sp>
        <p:nvSpPr>
          <p:cNvPr id="21" name="profile-396">
            <a:extLst xmlns:a="http://schemas.openxmlformats.org/drawingml/2006/main">
              <a:ext uri="{FF2B5EF4-FFF2-40B4-BE49-F238E27FC236}">
                <a16:creationId xmlns:a16="http://schemas.microsoft.com/office/drawing/2014/main" id="{F47A3A1D-9898-4016-B8EF-521341D4C9E3}"/>
              </a:ext>
            </a:extLst>
          </p:cNvPr>
          <p:cNvSpPr>
            <a:spLocks xmlns:a="http://schemas.openxmlformats.org/drawingml/2006/main" noGrp="1"/>
          </p:cNvSpPr>
          <p:nvPr/>
        </p:nvSpPr>
        <p:spPr>
          <a:xfrm xmlns:a="http://schemas.openxmlformats.org/drawingml/2006/main">
            <a:off x="5048250" y="2571750"/>
            <a:ext cx="6743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1">
                <a:solidFill>
                  <a:srgbClr val="0E2C5E"/>
                </a:solidFill>
                <a:latin typeface="Segoe UI"/>
                <a:ea typeface="Segoe UI"/>
                <a:cs typeface="Segoe UI"/>
              </a:defRPr>
            </a:defPPr>
          </a:lstStyle>
          <a:p xmlns:a="http://schemas.openxmlformats.org/drawingml/2006/main">
            <a:pPr algn="l">
              <a:defRPr sz="2025" b="1">
                <a:solidFill>
                  <a:srgbClr val="0E2C5E"/>
                </a:solidFill>
                <a:latin typeface="Segoe UI"/>
                <a:ea typeface="Segoe UI"/>
                <a:cs typeface="Segoe UI"/>
              </a:defRPr>
            </a:pPr>
            <a:r>
              <a:rPr sz="2025" b="1">
                <a:solidFill>
                  <a:srgbClr val="0E2C5E"/>
                </a:solidFill>
                <a:latin typeface="Segoe UI"/>
                <a:ea typeface="Segoe UI"/>
                <a:cs typeface="Segoe UI"/>
              </a:rPr>
              <a:t>kitchen drainage problem.</a:t>
            </a:r>
          </a:p>
        </p:txBody>
      </p:sp>
      <p:sp>
        <p:nvSpPr>
          <p:cNvPr id="22" name="profile-397">
            <a:extLst xmlns:a="http://schemas.openxmlformats.org/drawingml/2006/main">
              <a:ext uri="{FF2B5EF4-FFF2-40B4-BE49-F238E27FC236}">
                <a16:creationId xmlns:a16="http://schemas.microsoft.com/office/drawing/2014/main" id="{4218814E-E646-4EBF-81FB-B2F39608395F}"/>
              </a:ext>
            </a:extLst>
          </p:cNvPr>
          <p:cNvSpPr>
            <a:spLocks xmlns:a="http://schemas.openxmlformats.org/drawingml/2006/main" noGrp="1"/>
          </p:cNvSpPr>
          <p:nvPr/>
        </p:nvSpPr>
        <p:spPr>
          <a:xfrm xmlns:a="http://schemas.openxmlformats.org/drawingml/2006/main">
            <a:off x="5048250" y="3076575"/>
            <a:ext cx="6743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Oceanides provides grease tank and grease trap cleaning for food-service</a:t>
            </a:r>
          </a:p>
        </p:txBody>
      </p:sp>
      <p:sp>
        <p:nvSpPr>
          <p:cNvPr id="23" name="profile-398">
            <a:extLst xmlns:a="http://schemas.openxmlformats.org/drawingml/2006/main">
              <a:ext uri="{FF2B5EF4-FFF2-40B4-BE49-F238E27FC236}">
                <a16:creationId xmlns:a16="http://schemas.microsoft.com/office/drawing/2014/main" id="{35682D2F-8B94-4B26-B604-1501DBA92170}"/>
              </a:ext>
            </a:extLst>
          </p:cNvPr>
          <p:cNvSpPr>
            <a:spLocks xmlns:a="http://schemas.openxmlformats.org/drawingml/2006/main" noGrp="1"/>
          </p:cNvSpPr>
          <p:nvPr/>
        </p:nvSpPr>
        <p:spPr>
          <a:xfrm xmlns:a="http://schemas.openxmlformats.org/drawingml/2006/main">
            <a:off x="5048250" y="3343275"/>
            <a:ext cx="6743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properties and other sites with grease-management needs. Work is</a:t>
            </a:r>
          </a:p>
        </p:txBody>
      </p:sp>
      <p:sp>
        <p:nvSpPr>
          <p:cNvPr id="24" name="profile-399">
            <a:extLst xmlns:a="http://schemas.openxmlformats.org/drawingml/2006/main">
              <a:ext uri="{FF2B5EF4-FFF2-40B4-BE49-F238E27FC236}">
                <a16:creationId xmlns:a16="http://schemas.microsoft.com/office/drawing/2014/main" id="{84D80255-1F8B-4C94-AC5C-08FEFD129FAA}"/>
              </a:ext>
            </a:extLst>
          </p:cNvPr>
          <p:cNvSpPr>
            <a:spLocks xmlns:a="http://schemas.openxmlformats.org/drawingml/2006/main" noGrp="1"/>
          </p:cNvSpPr>
          <p:nvPr/>
        </p:nvSpPr>
        <p:spPr>
          <a:xfrm xmlns:a="http://schemas.openxmlformats.org/drawingml/2006/main">
            <a:off x="5048250" y="3609975"/>
            <a:ext cx="6743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coordinated around access and your operating schedule.</a:t>
            </a:r>
          </a:p>
        </p:txBody>
      </p:sp>
      <p:sp>
        <p:nvSpPr>
          <p:cNvPr id="25" name="profile-400">
            <a:extLst xmlns:a="http://schemas.openxmlformats.org/drawingml/2006/main">
              <a:ext uri="{FF2B5EF4-FFF2-40B4-BE49-F238E27FC236}">
                <a16:creationId xmlns:a16="http://schemas.microsoft.com/office/drawing/2014/main" id="{B14F2E82-A5E5-490F-9738-83DA08A6CE6A}"/>
              </a:ext>
            </a:extLst>
          </p:cNvPr>
          <p:cNvSpPr>
            <a:spLocks xmlns:a="http://schemas.openxmlformats.org/drawingml/2006/main" noGrp="1"/>
          </p:cNvSpPr>
          <p:nvPr/>
        </p:nvSpPr>
        <p:spPr>
          <a:xfrm xmlns:a="http://schemas.openxmlformats.org/drawingml/2006/main">
            <a:off x="5048250" y="4105275"/>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6" name="profile-401">
            <a:extLst xmlns:a="http://schemas.openxmlformats.org/drawingml/2006/main">
              <a:ext uri="{FF2B5EF4-FFF2-40B4-BE49-F238E27FC236}">
                <a16:creationId xmlns:a16="http://schemas.microsoft.com/office/drawing/2014/main" id="{1575FB0D-3927-450E-B018-9204799D9A9A}"/>
              </a:ext>
            </a:extLst>
          </p:cNvPr>
          <p:cNvSpPr>
            <a:spLocks xmlns:a="http://schemas.openxmlformats.org/drawingml/2006/main" noGrp="1"/>
          </p:cNvSpPr>
          <p:nvPr/>
        </p:nvSpPr>
        <p:spPr>
          <a:xfrm xmlns:a="http://schemas.openxmlformats.org/drawingml/2006/main">
            <a:off x="5248275" y="4010025"/>
            <a:ext cx="654367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Assessment of grease tank or trap access</a:t>
            </a:r>
          </a:p>
        </p:txBody>
      </p:sp>
      <p:sp>
        <p:nvSpPr>
          <p:cNvPr id="27" name="profile-402">
            <a:extLst xmlns:a="http://schemas.openxmlformats.org/drawingml/2006/main">
              <a:ext uri="{FF2B5EF4-FFF2-40B4-BE49-F238E27FC236}">
                <a16:creationId xmlns:a16="http://schemas.microsoft.com/office/drawing/2014/main" id="{6AEF6AE9-9765-4923-9083-C8CDF191E635}"/>
              </a:ext>
            </a:extLst>
          </p:cNvPr>
          <p:cNvSpPr>
            <a:spLocks xmlns:a="http://schemas.openxmlformats.org/drawingml/2006/main" noGrp="1"/>
          </p:cNvSpPr>
          <p:nvPr/>
        </p:nvSpPr>
        <p:spPr>
          <a:xfrm xmlns:a="http://schemas.openxmlformats.org/drawingml/2006/main">
            <a:off x="5048250" y="4451985"/>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8" name="profile-403">
            <a:extLst xmlns:a="http://schemas.openxmlformats.org/drawingml/2006/main">
              <a:ext uri="{FF2B5EF4-FFF2-40B4-BE49-F238E27FC236}">
                <a16:creationId xmlns:a16="http://schemas.microsoft.com/office/drawing/2014/main" id="{C7C15C19-C7E8-4C97-9364-51300902F8AE}"/>
              </a:ext>
            </a:extLst>
          </p:cNvPr>
          <p:cNvSpPr>
            <a:spLocks xmlns:a="http://schemas.openxmlformats.org/drawingml/2006/main" noGrp="1"/>
          </p:cNvSpPr>
          <p:nvPr/>
        </p:nvSpPr>
        <p:spPr>
          <a:xfrm xmlns:a="http://schemas.openxmlformats.org/drawingml/2006/main">
            <a:off x="5248275" y="4356735"/>
            <a:ext cx="654367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Removal of accumulated grease and settled waste</a:t>
            </a:r>
          </a:p>
        </p:txBody>
      </p:sp>
      <p:sp>
        <p:nvSpPr>
          <p:cNvPr id="29" name="profile-404">
            <a:extLst xmlns:a="http://schemas.openxmlformats.org/drawingml/2006/main">
              <a:ext uri="{FF2B5EF4-FFF2-40B4-BE49-F238E27FC236}">
                <a16:creationId xmlns:a16="http://schemas.microsoft.com/office/drawing/2014/main" id="{BB05F13B-4D07-489E-8524-0A84FDC493D9}"/>
              </a:ext>
            </a:extLst>
          </p:cNvPr>
          <p:cNvSpPr>
            <a:spLocks xmlns:a="http://schemas.openxmlformats.org/drawingml/2006/main" noGrp="1"/>
          </p:cNvSpPr>
          <p:nvPr/>
        </p:nvSpPr>
        <p:spPr>
          <a:xfrm xmlns:a="http://schemas.openxmlformats.org/drawingml/2006/main">
            <a:off x="5048250" y="4798695"/>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0" name="profile-405">
            <a:extLst xmlns:a="http://schemas.openxmlformats.org/drawingml/2006/main">
              <a:ext uri="{FF2B5EF4-FFF2-40B4-BE49-F238E27FC236}">
                <a16:creationId xmlns:a16="http://schemas.microsoft.com/office/drawing/2014/main" id="{CAD0125F-D558-47FF-AF24-E53BDC5357B5}"/>
              </a:ext>
            </a:extLst>
          </p:cNvPr>
          <p:cNvSpPr>
            <a:spLocks xmlns:a="http://schemas.openxmlformats.org/drawingml/2006/main" noGrp="1"/>
          </p:cNvSpPr>
          <p:nvPr/>
        </p:nvSpPr>
        <p:spPr>
          <a:xfrm xmlns:a="http://schemas.openxmlformats.org/drawingml/2006/main">
            <a:off x="5248275" y="4703445"/>
            <a:ext cx="654367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Cleaning of accessible internal areas within scope</a:t>
            </a:r>
          </a:p>
        </p:txBody>
      </p:sp>
      <p:sp>
        <p:nvSpPr>
          <p:cNvPr id="31" name="profile-406">
            <a:extLst xmlns:a="http://schemas.openxmlformats.org/drawingml/2006/main">
              <a:ext uri="{FF2B5EF4-FFF2-40B4-BE49-F238E27FC236}">
                <a16:creationId xmlns:a16="http://schemas.microsoft.com/office/drawing/2014/main" id="{EF8A475D-BA06-4FC9-874A-13CE331B2673}"/>
              </a:ext>
            </a:extLst>
          </p:cNvPr>
          <p:cNvSpPr>
            <a:spLocks xmlns:a="http://schemas.openxmlformats.org/drawingml/2006/main" noGrp="1"/>
          </p:cNvSpPr>
          <p:nvPr/>
        </p:nvSpPr>
        <p:spPr>
          <a:xfrm xmlns:a="http://schemas.openxmlformats.org/drawingml/2006/main">
            <a:off x="5048250" y="5145405"/>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2" name="profile-407">
            <a:extLst xmlns:a="http://schemas.openxmlformats.org/drawingml/2006/main">
              <a:ext uri="{FF2B5EF4-FFF2-40B4-BE49-F238E27FC236}">
                <a16:creationId xmlns:a16="http://schemas.microsoft.com/office/drawing/2014/main" id="{9A429EE7-21F9-448D-A017-F89B19493575}"/>
              </a:ext>
            </a:extLst>
          </p:cNvPr>
          <p:cNvSpPr>
            <a:spLocks xmlns:a="http://schemas.openxmlformats.org/drawingml/2006/main" noGrp="1"/>
          </p:cNvSpPr>
          <p:nvPr/>
        </p:nvSpPr>
        <p:spPr>
          <a:xfrm xmlns:a="http://schemas.openxmlformats.org/drawingml/2006/main">
            <a:off x="5248275" y="5050155"/>
            <a:ext cx="654367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Recommendations for a practical cleaning schedule</a:t>
            </a:r>
          </a:p>
        </p:txBody>
      </p:sp>
      <p:sp>
        <p:nvSpPr>
          <p:cNvPr id="33" name="profile-408">
            <a:extLst xmlns:a="http://schemas.openxmlformats.org/drawingml/2006/main">
              <a:ext uri="{FF2B5EF4-FFF2-40B4-BE49-F238E27FC236}">
                <a16:creationId xmlns:a16="http://schemas.microsoft.com/office/drawing/2014/main" id="{C2DD605B-8AC6-4991-86B1-A6EFA02416FA}"/>
              </a:ext>
            </a:extLst>
          </p:cNvPr>
          <p:cNvSpPr>
            <a:spLocks xmlns:a="http://schemas.openxmlformats.org/drawingml/2006/main" noGrp="1"/>
          </p:cNvSpPr>
          <p:nvPr/>
        </p:nvSpPr>
        <p:spPr>
          <a:xfrm xmlns:a="http://schemas.openxmlformats.org/drawingml/2006/main">
            <a:off x="5048250" y="5581650"/>
            <a:ext cx="6743700" cy="514350"/>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34" name="profile-409">
            <a:extLst xmlns:a="http://schemas.openxmlformats.org/drawingml/2006/main">
              <a:ext uri="{FF2B5EF4-FFF2-40B4-BE49-F238E27FC236}">
                <a16:creationId xmlns:a16="http://schemas.microsoft.com/office/drawing/2014/main" id="{3EEE69A8-0BFE-4C4E-8A49-64F5FBBA710E}"/>
              </a:ext>
            </a:extLst>
          </p:cNvPr>
          <p:cNvSpPr>
            <a:spLocks xmlns:a="http://schemas.openxmlformats.org/drawingml/2006/main" noGrp="1"/>
          </p:cNvSpPr>
          <p:nvPr/>
        </p:nvSpPr>
        <p:spPr>
          <a:xfrm xmlns:a="http://schemas.openxmlformats.org/drawingml/2006/main">
            <a:off x="5200650" y="5657850"/>
            <a:ext cx="6429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Manage grease buildup with a cleaning schedule suited to your kitchen.</a:t>
            </a:r>
          </a:p>
        </p:txBody>
      </p:sp>
    </p:spTree>
    <p:extLst>
      <p:ext uri="{BB962C8B-B14F-4D97-AF65-F5344CB8AC3E}">
        <p14:creationId xmlns:p14="http://schemas.microsoft.com/office/powerpoint/2010/main" val="113835017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profile-410">
            <a:extLst xmlns:a="http://schemas.openxmlformats.org/drawingml/2006/main">
              <a:ext uri="{FF2B5EF4-FFF2-40B4-BE49-F238E27FC236}">
                <a16:creationId xmlns:a16="http://schemas.microsoft.com/office/drawing/2014/main" id="{72D88ED6-32BF-4AAD-957F-05776B9B6B33}"/>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411">
            <a:extLst xmlns:a="http://schemas.openxmlformats.org/drawingml/2006/main">
              <a:ext uri="{FF2B5EF4-FFF2-40B4-BE49-F238E27FC236}">
                <a16:creationId xmlns:a16="http://schemas.microsoft.com/office/drawing/2014/main" id="{0B9FDD1F-FD68-4733-921D-CD3594D67032}"/>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7B6303DA-6EE8-4095-904B-03B0BCDF85A7}"/>
              </a:ext>
            </a:extLst>
          </p:cNvPr>
          <p:cNvPicPr>
            <a:picLocks xmlns:a="http://schemas.openxmlformats.org/drawingml/2006/main" noChangeAspect="1"/>
          </p:cNvPicPr>
          <p:nvPr/>
        </p:nvPicPr>
        <p:blipFill>
          <a:blip xmlns:r="http://schemas.openxmlformats.org/officeDocument/2006/relationships" xmlns:a="http://schemas.openxmlformats.org/drawingml/2006/main" r:embed="Rc3396d0e9e5d44da"/>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412">
            <a:extLst xmlns:a="http://schemas.openxmlformats.org/drawingml/2006/main">
              <a:ext uri="{FF2B5EF4-FFF2-40B4-BE49-F238E27FC236}">
                <a16:creationId xmlns:a16="http://schemas.microsoft.com/office/drawing/2014/main" id="{0F85D2B2-7E34-48BC-994D-83DE6C01512F}"/>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413">
            <a:extLst xmlns:a="http://schemas.openxmlformats.org/drawingml/2006/main">
              <a:ext uri="{FF2B5EF4-FFF2-40B4-BE49-F238E27FC236}">
                <a16:creationId xmlns:a16="http://schemas.microsoft.com/office/drawing/2014/main" id="{9508D986-1485-41CD-96DB-088DAF03E98F}"/>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and Pest Management Services OPC</a:t>
            </a:r>
          </a:p>
        </p:txBody>
      </p:sp>
      <p:sp>
        <p:nvSpPr>
          <p:cNvPr id="6" name="profile-414">
            <a:extLst xmlns:a="http://schemas.openxmlformats.org/drawingml/2006/main">
              <a:ext uri="{FF2B5EF4-FFF2-40B4-BE49-F238E27FC236}">
                <a16:creationId xmlns:a16="http://schemas.microsoft.com/office/drawing/2014/main" id="{0A7C5ECC-CDBB-4C4B-BE90-FA7055598DAA}"/>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Globe 0917 671 6383   |   Smart 0939 245 6217</a:t>
            </a:r>
          </a:p>
        </p:txBody>
      </p:sp>
      <p:sp>
        <p:nvSpPr>
          <p:cNvPr id="7" name="profile-415">
            <a:extLst xmlns:a="http://schemas.openxmlformats.org/drawingml/2006/main">
              <a:ext uri="{FF2B5EF4-FFF2-40B4-BE49-F238E27FC236}">
                <a16:creationId xmlns:a16="http://schemas.microsoft.com/office/drawing/2014/main" id="{12A989DF-80E4-4657-AA14-87B70359B4B6}"/>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416">
            <a:extLst xmlns:a="http://schemas.openxmlformats.org/drawingml/2006/main">
              <a:ext uri="{FF2B5EF4-FFF2-40B4-BE49-F238E27FC236}">
                <a16:creationId xmlns:a16="http://schemas.microsoft.com/office/drawing/2014/main" id="{41D4D6C8-BDF8-40A0-A036-71A9DBFB4C81}"/>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TO FOLLOW</a:t>
            </a:r>
          </a:p>
        </p:txBody>
      </p:sp>
      <p:sp>
        <p:nvSpPr>
          <p:cNvPr id="9" name="profile-417">
            <a:extLst xmlns:a="http://schemas.openxmlformats.org/drawingml/2006/main">
              <a:ext uri="{FF2B5EF4-FFF2-40B4-BE49-F238E27FC236}">
                <a16:creationId xmlns:a16="http://schemas.microsoft.com/office/drawing/2014/main" id="{11D347FA-7D1D-4917-8D01-7F5EFF537E57}"/>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418">
            <a:extLst xmlns:a="http://schemas.openxmlformats.org/drawingml/2006/main">
              <a:ext uri="{FF2B5EF4-FFF2-40B4-BE49-F238E27FC236}">
                <a16:creationId xmlns:a16="http://schemas.microsoft.com/office/drawing/2014/main" id="{9BE55473-0893-4AA5-B49C-5ECA9BEDE127}"/>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419">
            <a:extLst xmlns:a="http://schemas.openxmlformats.org/drawingml/2006/main">
              <a:ext uri="{FF2B5EF4-FFF2-40B4-BE49-F238E27FC236}">
                <a16:creationId xmlns:a16="http://schemas.microsoft.com/office/drawing/2014/main" id="{B7DFC812-FDE9-4ED1-8FCC-5D88EBE9E354}"/>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420">
            <a:extLst xmlns:a="http://schemas.openxmlformats.org/drawingml/2006/main">
              <a:ext uri="{FF2B5EF4-FFF2-40B4-BE49-F238E27FC236}">
                <a16:creationId xmlns:a16="http://schemas.microsoft.com/office/drawing/2014/main" id="{2C967008-5713-4BFF-A0D5-DB66A1E2CB60}"/>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421">
            <a:extLst xmlns:a="http://schemas.openxmlformats.org/drawingml/2006/main">
              <a:ext uri="{FF2B5EF4-FFF2-40B4-BE49-F238E27FC236}">
                <a16:creationId xmlns:a16="http://schemas.microsoft.com/office/drawing/2014/main" id="{06C5681B-39B1-4A8A-8EEA-0CF37994E521}"/>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422">
            <a:extLst xmlns:a="http://schemas.openxmlformats.org/drawingml/2006/main">
              <a:ext uri="{FF2B5EF4-FFF2-40B4-BE49-F238E27FC236}">
                <a16:creationId xmlns:a16="http://schemas.microsoft.com/office/drawing/2014/main" id="{7EDAAFBB-0680-43BB-83AC-3BDC2D2FFD0E}"/>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423">
            <a:extLst xmlns:a="http://schemas.openxmlformats.org/drawingml/2006/main">
              <a:ext uri="{FF2B5EF4-FFF2-40B4-BE49-F238E27FC236}">
                <a16:creationId xmlns:a16="http://schemas.microsoft.com/office/drawing/2014/main" id="{75A69327-D65E-44E6-8F57-6AA192EBBDF5}"/>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14</a:t>
            </a:r>
          </a:p>
        </p:txBody>
      </p:sp>
      <p:sp>
        <p:nvSpPr>
          <p:cNvPr id="16" name="profile-424">
            <a:extLst xmlns:a="http://schemas.openxmlformats.org/drawingml/2006/main">
              <a:ext uri="{FF2B5EF4-FFF2-40B4-BE49-F238E27FC236}">
                <a16:creationId xmlns:a16="http://schemas.microsoft.com/office/drawing/2014/main" id="{4EC9F23A-225E-4907-9E19-F948A6E7C24A}"/>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Pest Management Services</a:t>
            </a:r>
          </a:p>
        </p:txBody>
      </p:sp>
      <p:sp>
        <p:nvSpPr>
          <p:cNvPr id="17" name="profile-425">
            <a:extLst xmlns:a="http://schemas.openxmlformats.org/drawingml/2006/main">
              <a:ext uri="{FF2B5EF4-FFF2-40B4-BE49-F238E27FC236}">
                <a16:creationId xmlns:a16="http://schemas.microsoft.com/office/drawing/2014/main" id="{3948085F-4C7E-43AC-8FC5-FC10A42245B5}"/>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426">
            <a:extLst xmlns:a="http://schemas.openxmlformats.org/drawingml/2006/main">
              <a:ext uri="{FF2B5EF4-FFF2-40B4-BE49-F238E27FC236}">
                <a16:creationId xmlns:a16="http://schemas.microsoft.com/office/drawing/2014/main" id="{55653AA7-EDC9-4DFD-83DA-DACB9396F75A}"/>
              </a:ext>
            </a:extLst>
          </p:cNvPr>
          <p:cNvSpPr>
            <a:spLocks xmlns:a="http://schemas.openxmlformats.org/drawingml/2006/main" noGrp="1"/>
          </p:cNvSpPr>
          <p:nvPr/>
        </p:nvSpPr>
        <p:spPr>
          <a:xfrm xmlns:a="http://schemas.openxmlformats.org/drawingml/2006/main">
            <a:off x="400050" y="2238375"/>
            <a:ext cx="62198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0E2C5E"/>
                </a:solidFill>
                <a:latin typeface="Segoe UI"/>
                <a:ea typeface="Segoe UI"/>
                <a:cs typeface="Segoe UI"/>
              </a:defRPr>
            </a:defPPr>
          </a:lstStyle>
          <a:p xmlns:a="http://schemas.openxmlformats.org/drawingml/2006/main">
            <a:pPr algn="l">
              <a:defRPr sz="1950" b="1">
                <a:solidFill>
                  <a:srgbClr val="0E2C5E"/>
                </a:solidFill>
                <a:latin typeface="Segoe UI"/>
                <a:ea typeface="Segoe UI"/>
                <a:cs typeface="Segoe UI"/>
              </a:defRPr>
            </a:pPr>
            <a:r>
              <a:rPr sz="1950" b="1">
                <a:solidFill>
                  <a:srgbClr val="0E2C5E"/>
                </a:solidFill>
                <a:latin typeface="Segoe UI"/>
                <a:ea typeface="Segoe UI"/>
                <a:cs typeface="Segoe UI"/>
              </a:rPr>
              <a:t>Protect the spaces where people work, stay, and</a:t>
            </a:r>
          </a:p>
        </p:txBody>
      </p:sp>
      <p:sp>
        <p:nvSpPr>
          <p:cNvPr id="19" name="profile-427">
            <a:extLst xmlns:a="http://schemas.openxmlformats.org/drawingml/2006/main">
              <a:ext uri="{FF2B5EF4-FFF2-40B4-BE49-F238E27FC236}">
                <a16:creationId xmlns:a16="http://schemas.microsoft.com/office/drawing/2014/main" id="{44972235-32A6-4057-A324-D320EC5CCE04}"/>
              </a:ext>
            </a:extLst>
          </p:cNvPr>
          <p:cNvSpPr>
            <a:spLocks xmlns:a="http://schemas.openxmlformats.org/drawingml/2006/main" noGrp="1"/>
          </p:cNvSpPr>
          <p:nvPr/>
        </p:nvSpPr>
        <p:spPr>
          <a:xfrm xmlns:a="http://schemas.openxmlformats.org/drawingml/2006/main">
            <a:off x="400050" y="2562225"/>
            <a:ext cx="62198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0E2C5E"/>
                </a:solidFill>
                <a:latin typeface="Segoe UI"/>
                <a:ea typeface="Segoe UI"/>
                <a:cs typeface="Segoe UI"/>
              </a:defRPr>
            </a:defPPr>
          </a:lstStyle>
          <a:p xmlns:a="http://schemas.openxmlformats.org/drawingml/2006/main">
            <a:pPr algn="l">
              <a:defRPr sz="1950" b="1">
                <a:solidFill>
                  <a:srgbClr val="0E2C5E"/>
                </a:solidFill>
                <a:latin typeface="Segoe UI"/>
                <a:ea typeface="Segoe UI"/>
                <a:cs typeface="Segoe UI"/>
              </a:defRPr>
            </a:pPr>
            <a:r>
              <a:rPr sz="1950" b="1">
                <a:solidFill>
                  <a:srgbClr val="0E2C5E"/>
                </a:solidFill>
                <a:latin typeface="Segoe UI"/>
                <a:ea typeface="Segoe UI"/>
                <a:cs typeface="Segoe UI"/>
              </a:rPr>
              <a:t>dine.</a:t>
            </a:r>
          </a:p>
        </p:txBody>
      </p:sp>
      <p:sp>
        <p:nvSpPr>
          <p:cNvPr id="20" name="profile-428">
            <a:extLst xmlns:a="http://schemas.openxmlformats.org/drawingml/2006/main">
              <a:ext uri="{FF2B5EF4-FFF2-40B4-BE49-F238E27FC236}">
                <a16:creationId xmlns:a16="http://schemas.microsoft.com/office/drawing/2014/main" id="{A4BEC964-6F63-4082-98FA-E05FCBD836AA}"/>
              </a:ext>
            </a:extLst>
          </p:cNvPr>
          <p:cNvSpPr>
            <a:spLocks xmlns:a="http://schemas.openxmlformats.org/drawingml/2006/main" noGrp="1"/>
          </p:cNvSpPr>
          <p:nvPr/>
        </p:nvSpPr>
        <p:spPr>
          <a:xfrm xmlns:a="http://schemas.openxmlformats.org/drawingml/2006/main">
            <a:off x="400050" y="3038475"/>
            <a:ext cx="62198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38" b="0">
                <a:solidFill>
                  <a:srgbClr val="102B49"/>
                </a:solidFill>
                <a:latin typeface="Segoe UI"/>
                <a:ea typeface="Segoe UI"/>
                <a:cs typeface="Segoe UI"/>
              </a:defRPr>
            </a:defPPr>
          </a:lstStyle>
          <a:p xmlns:a="http://schemas.openxmlformats.org/drawingml/2006/main">
            <a:pPr algn="l">
              <a:defRPr sz="1538" b="0">
                <a:solidFill>
                  <a:srgbClr val="102B49"/>
                </a:solidFill>
                <a:latin typeface="Segoe UI"/>
                <a:ea typeface="Segoe UI"/>
                <a:cs typeface="Segoe UI"/>
              </a:defRPr>
            </a:pPr>
            <a:r>
              <a:rPr sz="1538" b="0">
                <a:solidFill>
                  <a:srgbClr val="102B49"/>
                </a:solidFill>
                <a:latin typeface="Segoe UI"/>
                <a:ea typeface="Segoe UI"/>
                <a:cs typeface="Segoe UI"/>
              </a:rPr>
              <a:t>Oceanides develops a pest-management scope around the pest</a:t>
            </a:r>
          </a:p>
        </p:txBody>
      </p:sp>
      <p:sp>
        <p:nvSpPr>
          <p:cNvPr id="21" name="profile-429">
            <a:extLst xmlns:a="http://schemas.openxmlformats.org/drawingml/2006/main">
              <a:ext uri="{FF2B5EF4-FFF2-40B4-BE49-F238E27FC236}">
                <a16:creationId xmlns:a16="http://schemas.microsoft.com/office/drawing/2014/main" id="{30981EB4-A06F-4168-AB60-ED5BF4CA89EE}"/>
              </a:ext>
            </a:extLst>
          </p:cNvPr>
          <p:cNvSpPr>
            <a:spLocks xmlns:a="http://schemas.openxmlformats.org/drawingml/2006/main" noGrp="1"/>
          </p:cNvSpPr>
          <p:nvPr/>
        </p:nvSpPr>
        <p:spPr>
          <a:xfrm xmlns:a="http://schemas.openxmlformats.org/drawingml/2006/main">
            <a:off x="400050" y="3295650"/>
            <a:ext cx="62198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38" b="0">
                <a:solidFill>
                  <a:srgbClr val="102B49"/>
                </a:solidFill>
                <a:latin typeface="Segoe UI"/>
                <a:ea typeface="Segoe UI"/>
                <a:cs typeface="Segoe UI"/>
              </a:defRPr>
            </a:defPPr>
          </a:lstStyle>
          <a:p xmlns:a="http://schemas.openxmlformats.org/drawingml/2006/main">
            <a:pPr algn="l">
              <a:defRPr sz="1538" b="0">
                <a:solidFill>
                  <a:srgbClr val="102B49"/>
                </a:solidFill>
                <a:latin typeface="Segoe UI"/>
                <a:ea typeface="Segoe UI"/>
                <a:cs typeface="Segoe UI"/>
              </a:defRPr>
            </a:pPr>
            <a:r>
              <a:rPr sz="1538" b="0">
                <a:solidFill>
                  <a:srgbClr val="102B49"/>
                </a:solidFill>
                <a:latin typeface="Segoe UI"/>
                <a:ea typeface="Segoe UI"/>
                <a:cs typeface="Segoe UI"/>
              </a:rPr>
              <a:t>concern, property use, and site findings. Programs can support</a:t>
            </a:r>
          </a:p>
        </p:txBody>
      </p:sp>
      <p:sp>
        <p:nvSpPr>
          <p:cNvPr id="22" name="profile-430">
            <a:extLst xmlns:a="http://schemas.openxmlformats.org/drawingml/2006/main">
              <a:ext uri="{FF2B5EF4-FFF2-40B4-BE49-F238E27FC236}">
                <a16:creationId xmlns:a16="http://schemas.microsoft.com/office/drawing/2014/main" id="{6449FCFA-9DB3-4B19-B522-7A928CD0FC84}"/>
              </a:ext>
            </a:extLst>
          </p:cNvPr>
          <p:cNvSpPr>
            <a:spLocks xmlns:a="http://schemas.openxmlformats.org/drawingml/2006/main" noGrp="1"/>
          </p:cNvSpPr>
          <p:nvPr/>
        </p:nvSpPr>
        <p:spPr>
          <a:xfrm xmlns:a="http://schemas.openxmlformats.org/drawingml/2006/main">
            <a:off x="400050" y="3552825"/>
            <a:ext cx="62198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38" b="0">
                <a:solidFill>
                  <a:srgbClr val="102B49"/>
                </a:solidFill>
                <a:latin typeface="Segoe UI"/>
                <a:ea typeface="Segoe UI"/>
                <a:cs typeface="Segoe UI"/>
              </a:defRPr>
            </a:defPPr>
          </a:lstStyle>
          <a:p xmlns:a="http://schemas.openxmlformats.org/drawingml/2006/main">
            <a:pPr algn="l">
              <a:defRPr sz="1538" b="0">
                <a:solidFill>
                  <a:srgbClr val="102B49"/>
                </a:solidFill>
                <a:latin typeface="Segoe UI"/>
                <a:ea typeface="Segoe UI"/>
                <a:cs typeface="Segoe UI"/>
              </a:defRPr>
            </a:pPr>
            <a:r>
              <a:rPr sz="1538" b="0">
                <a:solidFill>
                  <a:srgbClr val="102B49"/>
                </a:solidFill>
                <a:latin typeface="Segoe UI"/>
                <a:ea typeface="Segoe UI"/>
                <a:cs typeface="Segoe UI"/>
              </a:rPr>
              <a:t>restaurants, hotels, condominiums, offices, warehouses, and residential</a:t>
            </a:r>
          </a:p>
        </p:txBody>
      </p:sp>
      <p:sp>
        <p:nvSpPr>
          <p:cNvPr id="23" name="profile-431">
            <a:extLst xmlns:a="http://schemas.openxmlformats.org/drawingml/2006/main">
              <a:ext uri="{FF2B5EF4-FFF2-40B4-BE49-F238E27FC236}">
                <a16:creationId xmlns:a16="http://schemas.microsoft.com/office/drawing/2014/main" id="{BEA958A1-A7C3-4B2E-8918-8840B82AED68}"/>
              </a:ext>
            </a:extLst>
          </p:cNvPr>
          <p:cNvSpPr>
            <a:spLocks xmlns:a="http://schemas.openxmlformats.org/drawingml/2006/main" noGrp="1"/>
          </p:cNvSpPr>
          <p:nvPr/>
        </p:nvSpPr>
        <p:spPr>
          <a:xfrm xmlns:a="http://schemas.openxmlformats.org/drawingml/2006/main">
            <a:off x="400050" y="3810000"/>
            <a:ext cx="62198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38" b="0">
                <a:solidFill>
                  <a:srgbClr val="102B49"/>
                </a:solidFill>
                <a:latin typeface="Segoe UI"/>
                <a:ea typeface="Segoe UI"/>
                <a:cs typeface="Segoe UI"/>
              </a:defRPr>
            </a:defPPr>
          </a:lstStyle>
          <a:p xmlns:a="http://schemas.openxmlformats.org/drawingml/2006/main">
            <a:pPr algn="l">
              <a:defRPr sz="1538" b="0">
                <a:solidFill>
                  <a:srgbClr val="102B49"/>
                </a:solidFill>
                <a:latin typeface="Segoe UI"/>
                <a:ea typeface="Segoe UI"/>
                <a:cs typeface="Segoe UI"/>
              </a:defRPr>
            </a:pPr>
            <a:r>
              <a:rPr sz="1538" b="0">
                <a:solidFill>
                  <a:srgbClr val="102B49"/>
                </a:solidFill>
                <a:latin typeface="Segoe UI"/>
                <a:ea typeface="Segoe UI"/>
                <a:cs typeface="Segoe UI"/>
              </a:rPr>
              <a:t>properties.</a:t>
            </a:r>
          </a:p>
        </p:txBody>
      </p:sp>
      <p:sp>
        <p:nvSpPr>
          <p:cNvPr id="24" name="profile-432">
            <a:extLst xmlns:a="http://schemas.openxmlformats.org/drawingml/2006/main">
              <a:ext uri="{FF2B5EF4-FFF2-40B4-BE49-F238E27FC236}">
                <a16:creationId xmlns:a16="http://schemas.microsoft.com/office/drawing/2014/main" id="{9659B551-399C-4CDD-808D-C910F7761867}"/>
              </a:ext>
            </a:extLst>
          </p:cNvPr>
          <p:cNvSpPr>
            <a:spLocks xmlns:a="http://schemas.openxmlformats.org/drawingml/2006/main" noGrp="1"/>
          </p:cNvSpPr>
          <p:nvPr/>
        </p:nvSpPr>
        <p:spPr>
          <a:xfrm xmlns:a="http://schemas.openxmlformats.org/drawingml/2006/main">
            <a:off x="400050" y="4314825"/>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5" name="profile-433">
            <a:extLst xmlns:a="http://schemas.openxmlformats.org/drawingml/2006/main">
              <a:ext uri="{FF2B5EF4-FFF2-40B4-BE49-F238E27FC236}">
                <a16:creationId xmlns:a16="http://schemas.microsoft.com/office/drawing/2014/main" id="{9DC7419F-B541-4622-BA10-FB71E9559452}"/>
              </a:ext>
            </a:extLst>
          </p:cNvPr>
          <p:cNvSpPr>
            <a:spLocks xmlns:a="http://schemas.openxmlformats.org/drawingml/2006/main" noGrp="1"/>
          </p:cNvSpPr>
          <p:nvPr/>
        </p:nvSpPr>
        <p:spPr>
          <a:xfrm xmlns:a="http://schemas.openxmlformats.org/drawingml/2006/main">
            <a:off x="600075" y="4219575"/>
            <a:ext cx="6019800"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Site inspection and pest concern assessment</a:t>
            </a:r>
          </a:p>
        </p:txBody>
      </p:sp>
      <p:sp>
        <p:nvSpPr>
          <p:cNvPr id="26" name="profile-434">
            <a:extLst xmlns:a="http://schemas.openxmlformats.org/drawingml/2006/main">
              <a:ext uri="{FF2B5EF4-FFF2-40B4-BE49-F238E27FC236}">
                <a16:creationId xmlns:a16="http://schemas.microsoft.com/office/drawing/2014/main" id="{A4483A03-902B-487F-A6EA-AA1782E43CC8}"/>
              </a:ext>
            </a:extLst>
          </p:cNvPr>
          <p:cNvSpPr>
            <a:spLocks xmlns:a="http://schemas.openxmlformats.org/drawingml/2006/main" noGrp="1"/>
          </p:cNvSpPr>
          <p:nvPr/>
        </p:nvSpPr>
        <p:spPr>
          <a:xfrm xmlns:a="http://schemas.openxmlformats.org/drawingml/2006/main">
            <a:off x="400050" y="4648962"/>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7" name="profile-435">
            <a:extLst xmlns:a="http://schemas.openxmlformats.org/drawingml/2006/main">
              <a:ext uri="{FF2B5EF4-FFF2-40B4-BE49-F238E27FC236}">
                <a16:creationId xmlns:a16="http://schemas.microsoft.com/office/drawing/2014/main" id="{5E3E1090-A9EA-48EE-916A-2C0CDF2363A6}"/>
              </a:ext>
            </a:extLst>
          </p:cNvPr>
          <p:cNvSpPr>
            <a:spLocks xmlns:a="http://schemas.openxmlformats.org/drawingml/2006/main" noGrp="1"/>
          </p:cNvSpPr>
          <p:nvPr/>
        </p:nvSpPr>
        <p:spPr>
          <a:xfrm xmlns:a="http://schemas.openxmlformats.org/drawingml/2006/main">
            <a:off x="600075" y="4553712"/>
            <a:ext cx="6019800"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Treatment plan for the identified concern</a:t>
            </a:r>
          </a:p>
        </p:txBody>
      </p:sp>
      <p:sp>
        <p:nvSpPr>
          <p:cNvPr id="28" name="profile-436">
            <a:extLst xmlns:a="http://schemas.openxmlformats.org/drawingml/2006/main">
              <a:ext uri="{FF2B5EF4-FFF2-40B4-BE49-F238E27FC236}">
                <a16:creationId xmlns:a16="http://schemas.microsoft.com/office/drawing/2014/main" id="{4A61C5CA-E0E5-482F-B3C9-FDA71851D723}"/>
              </a:ext>
            </a:extLst>
          </p:cNvPr>
          <p:cNvSpPr>
            <a:spLocks xmlns:a="http://schemas.openxmlformats.org/drawingml/2006/main" noGrp="1"/>
          </p:cNvSpPr>
          <p:nvPr/>
        </p:nvSpPr>
        <p:spPr>
          <a:xfrm xmlns:a="http://schemas.openxmlformats.org/drawingml/2006/main">
            <a:off x="400050" y="4983099"/>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9" name="profile-437">
            <a:extLst xmlns:a="http://schemas.openxmlformats.org/drawingml/2006/main">
              <a:ext uri="{FF2B5EF4-FFF2-40B4-BE49-F238E27FC236}">
                <a16:creationId xmlns:a16="http://schemas.microsoft.com/office/drawing/2014/main" id="{36B96003-15A7-48E8-AFF2-CF790EAED6A4}"/>
              </a:ext>
            </a:extLst>
          </p:cNvPr>
          <p:cNvSpPr>
            <a:spLocks xmlns:a="http://schemas.openxmlformats.org/drawingml/2006/main" noGrp="1"/>
          </p:cNvSpPr>
          <p:nvPr/>
        </p:nvSpPr>
        <p:spPr>
          <a:xfrm xmlns:a="http://schemas.openxmlformats.org/drawingml/2006/main">
            <a:off x="600075" y="4887849"/>
            <a:ext cx="6019800"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Coordination of preparation and re-entry instructions</a:t>
            </a:r>
          </a:p>
        </p:txBody>
      </p:sp>
      <p:sp>
        <p:nvSpPr>
          <p:cNvPr id="30" name="profile-438">
            <a:extLst xmlns:a="http://schemas.openxmlformats.org/drawingml/2006/main">
              <a:ext uri="{FF2B5EF4-FFF2-40B4-BE49-F238E27FC236}">
                <a16:creationId xmlns:a16="http://schemas.microsoft.com/office/drawing/2014/main" id="{3F527C38-ED7C-4727-90ED-001660C761BF}"/>
              </a:ext>
            </a:extLst>
          </p:cNvPr>
          <p:cNvSpPr>
            <a:spLocks xmlns:a="http://schemas.openxmlformats.org/drawingml/2006/main" noGrp="1"/>
          </p:cNvSpPr>
          <p:nvPr/>
        </p:nvSpPr>
        <p:spPr>
          <a:xfrm xmlns:a="http://schemas.openxmlformats.org/drawingml/2006/main">
            <a:off x="400050" y="5317236"/>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1" name="profile-439">
            <a:extLst xmlns:a="http://schemas.openxmlformats.org/drawingml/2006/main">
              <a:ext uri="{FF2B5EF4-FFF2-40B4-BE49-F238E27FC236}">
                <a16:creationId xmlns:a16="http://schemas.microsoft.com/office/drawing/2014/main" id="{676F0E7B-DC4D-4C8D-AB30-74D46AF58B00}"/>
              </a:ext>
            </a:extLst>
          </p:cNvPr>
          <p:cNvSpPr>
            <a:spLocks xmlns:a="http://schemas.openxmlformats.org/drawingml/2006/main" noGrp="1"/>
          </p:cNvSpPr>
          <p:nvPr/>
        </p:nvSpPr>
        <p:spPr>
          <a:xfrm xmlns:a="http://schemas.openxmlformats.org/drawingml/2006/main">
            <a:off x="600075" y="5221986"/>
            <a:ext cx="6019800"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Follow-up and prevention advice within the agreed program</a:t>
            </a:r>
          </a:p>
        </p:txBody>
      </p:sp>
      <p:pic>
        <p:nvPicPr>
          <p:cNvPr id="32" name="">
            <a:extLst xmlns:a="http://schemas.openxmlformats.org/drawingml/2006/main">
              <a:ext uri="{FF2B5EF4-FFF2-40B4-BE49-F238E27FC236}">
                <a16:creationId xmlns:a16="http://schemas.microsoft.com/office/drawing/2014/main" id="{D804126A-B077-4776-BC51-A4D87FD5437F}"/>
              </a:ext>
            </a:extLst>
          </p:cNvPr>
          <p:cNvPicPr>
            <a:picLocks xmlns:a="http://schemas.openxmlformats.org/drawingml/2006/main" noChangeAspect="1"/>
          </p:cNvPicPr>
          <p:nvPr/>
        </p:nvPicPr>
        <p:blipFill>
          <a:blip xmlns:r="http://schemas.openxmlformats.org/officeDocument/2006/relationships" xmlns:a="http://schemas.openxmlformats.org/drawingml/2006/main" r:embed="R9bfd6dda86a84785"/>
          <a:srcRect xmlns:a="http://schemas.openxmlformats.org/drawingml/2006/main" l="0" t="38" r="0" b="38"/>
          <a:stretch xmlns:a="http://schemas.openxmlformats.org/drawingml/2006/main">
            <a:fillRect l="0" t="0" r="0" b="0"/>
          </a:stretch>
        </p:blipFill>
        <p:spPr>
          <a:xfrm xmlns:a="http://schemas.openxmlformats.org/drawingml/2006/main">
            <a:off x="7124700" y="2266950"/>
            <a:ext cx="4667250" cy="2781300"/>
          </a:xfrm>
          <a:prstGeom xmlns:a="http://schemas.openxmlformats.org/drawingml/2006/main" prst="rect">
            <a:avLst/>
          </a:prstGeom>
        </p:spPr>
      </p:pic>
      <p:sp>
        <p:nvSpPr>
          <p:cNvPr id="33" name="profile-440">
            <a:extLst xmlns:a="http://schemas.openxmlformats.org/drawingml/2006/main">
              <a:ext uri="{FF2B5EF4-FFF2-40B4-BE49-F238E27FC236}">
                <a16:creationId xmlns:a16="http://schemas.microsoft.com/office/drawing/2014/main" id="{4BCCA478-3143-4E21-B141-322520EF0A32}"/>
              </a:ext>
            </a:extLst>
          </p:cNvPr>
          <p:cNvSpPr>
            <a:spLocks xmlns:a="http://schemas.openxmlformats.org/drawingml/2006/main" noGrp="1"/>
          </p:cNvSpPr>
          <p:nvPr/>
        </p:nvSpPr>
        <p:spPr>
          <a:xfrm xmlns:a="http://schemas.openxmlformats.org/drawingml/2006/main">
            <a:off x="7124700" y="5124450"/>
            <a:ext cx="4667250" cy="177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a:solidFill>
                  <a:srgbClr val="456079"/>
                </a:solidFill>
                <a:latin typeface="Segoe UI"/>
                <a:ea typeface="Segoe UI"/>
                <a:cs typeface="Segoe UI"/>
              </a:defRPr>
            </a:defPPr>
          </a:lstStyle>
          <a:p xmlns:a="http://schemas.openxmlformats.org/drawingml/2006/main">
            <a:pPr algn="l">
              <a:defRPr sz="900" b="0">
                <a:solidFill>
                  <a:srgbClr val="456079"/>
                </a:solidFill>
                <a:latin typeface="Segoe UI"/>
                <a:ea typeface="Segoe UI"/>
                <a:cs typeface="Segoe UI"/>
              </a:defRPr>
            </a:pPr>
            <a:r>
              <a:rPr sz="900" b="0">
                <a:solidFill>
                  <a:srgbClr val="456079"/>
                </a:solidFill>
                <a:latin typeface="Segoe UI"/>
                <a:ea typeface="Segoe UI"/>
                <a:cs typeface="Segoe UI"/>
              </a:rPr>
              <a:t>AI-generated service illustration</a:t>
            </a:r>
          </a:p>
        </p:txBody>
      </p:sp>
      <p:sp>
        <p:nvSpPr>
          <p:cNvPr id="34" name="profile-441">
            <a:extLst xmlns:a="http://schemas.openxmlformats.org/drawingml/2006/main">
              <a:ext uri="{FF2B5EF4-FFF2-40B4-BE49-F238E27FC236}">
                <a16:creationId xmlns:a16="http://schemas.microsoft.com/office/drawing/2014/main" id="{1A942862-30C9-4B1D-9220-9D279E6BA4F3}"/>
              </a:ext>
            </a:extLst>
          </p:cNvPr>
          <p:cNvSpPr>
            <a:spLocks xmlns:a="http://schemas.openxmlformats.org/drawingml/2006/main" noGrp="1"/>
          </p:cNvSpPr>
          <p:nvPr/>
        </p:nvSpPr>
        <p:spPr>
          <a:xfrm xmlns:a="http://schemas.openxmlformats.org/drawingml/2006/main">
            <a:off x="7124700" y="5495925"/>
            <a:ext cx="4667250" cy="6000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35" name="profile-442">
            <a:extLst xmlns:a="http://schemas.openxmlformats.org/drawingml/2006/main">
              <a:ext uri="{FF2B5EF4-FFF2-40B4-BE49-F238E27FC236}">
                <a16:creationId xmlns:a16="http://schemas.microsoft.com/office/drawing/2014/main" id="{BE342D3B-47B6-4966-8061-A4CEB48F94E0}"/>
              </a:ext>
            </a:extLst>
          </p:cNvPr>
          <p:cNvSpPr>
            <a:spLocks xmlns:a="http://schemas.openxmlformats.org/drawingml/2006/main" noGrp="1"/>
          </p:cNvSpPr>
          <p:nvPr/>
        </p:nvSpPr>
        <p:spPr>
          <a:xfrm xmlns:a="http://schemas.openxmlformats.org/drawingml/2006/main">
            <a:off x="7267575" y="5600700"/>
            <a:ext cx="438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Combine treatment, prevention advice and follow-up</a:t>
            </a:r>
          </a:p>
        </p:txBody>
      </p:sp>
      <p:sp>
        <p:nvSpPr>
          <p:cNvPr id="36" name="profile-443">
            <a:extLst xmlns:a="http://schemas.openxmlformats.org/drawingml/2006/main">
              <a:ext uri="{FF2B5EF4-FFF2-40B4-BE49-F238E27FC236}">
                <a16:creationId xmlns:a16="http://schemas.microsoft.com/office/drawing/2014/main" id="{6D94EA84-075C-4A25-9241-91368C6368E4}"/>
              </a:ext>
            </a:extLst>
          </p:cNvPr>
          <p:cNvSpPr>
            <a:spLocks xmlns:a="http://schemas.openxmlformats.org/drawingml/2006/main" noGrp="1"/>
          </p:cNvSpPr>
          <p:nvPr/>
        </p:nvSpPr>
        <p:spPr>
          <a:xfrm xmlns:a="http://schemas.openxmlformats.org/drawingml/2006/main">
            <a:off x="7267575" y="5829300"/>
            <a:ext cx="438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in one agreed program.</a:t>
            </a:r>
          </a:p>
        </p:txBody>
      </p:sp>
    </p:spTree>
    <p:extLst>
      <p:ext uri="{BB962C8B-B14F-4D97-AF65-F5344CB8AC3E}">
        <p14:creationId xmlns:p14="http://schemas.microsoft.com/office/powerpoint/2010/main" val="70155670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profile-444">
            <a:extLst xmlns:a="http://schemas.openxmlformats.org/drawingml/2006/main">
              <a:ext uri="{FF2B5EF4-FFF2-40B4-BE49-F238E27FC236}">
                <a16:creationId xmlns:a16="http://schemas.microsoft.com/office/drawing/2014/main" id="{B7F808E1-3164-4711-B326-582E2F27BBC7}"/>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445">
            <a:extLst xmlns:a="http://schemas.openxmlformats.org/drawingml/2006/main">
              <a:ext uri="{FF2B5EF4-FFF2-40B4-BE49-F238E27FC236}">
                <a16:creationId xmlns:a16="http://schemas.microsoft.com/office/drawing/2014/main" id="{34AE4EF9-4DAF-4EC6-94C3-4FC273674F90}"/>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7B156036-0764-4876-8FF1-8A72A836F7D6}"/>
              </a:ext>
            </a:extLst>
          </p:cNvPr>
          <p:cNvPicPr>
            <a:picLocks xmlns:a="http://schemas.openxmlformats.org/drawingml/2006/main" noChangeAspect="1"/>
          </p:cNvPicPr>
          <p:nvPr/>
        </p:nvPicPr>
        <p:blipFill>
          <a:blip xmlns:r="http://schemas.openxmlformats.org/officeDocument/2006/relationships" xmlns:a="http://schemas.openxmlformats.org/drawingml/2006/main" r:embed="R5d5dfad80c6d4f90"/>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446">
            <a:extLst xmlns:a="http://schemas.openxmlformats.org/drawingml/2006/main">
              <a:ext uri="{FF2B5EF4-FFF2-40B4-BE49-F238E27FC236}">
                <a16:creationId xmlns:a16="http://schemas.microsoft.com/office/drawing/2014/main" id="{EF34A8F8-6F83-47E5-B1D8-857FD42B2746}"/>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447">
            <a:extLst xmlns:a="http://schemas.openxmlformats.org/drawingml/2006/main">
              <a:ext uri="{FF2B5EF4-FFF2-40B4-BE49-F238E27FC236}">
                <a16:creationId xmlns:a16="http://schemas.microsoft.com/office/drawing/2014/main" id="{C1F3BBA3-000A-4D69-9D98-D270E334A0D0}"/>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and Pest Management Services OPC</a:t>
            </a:r>
          </a:p>
        </p:txBody>
      </p:sp>
      <p:sp>
        <p:nvSpPr>
          <p:cNvPr id="6" name="profile-448">
            <a:extLst xmlns:a="http://schemas.openxmlformats.org/drawingml/2006/main">
              <a:ext uri="{FF2B5EF4-FFF2-40B4-BE49-F238E27FC236}">
                <a16:creationId xmlns:a16="http://schemas.microsoft.com/office/drawing/2014/main" id="{33D3B949-1DCA-4696-9722-221745318ABE}"/>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Globe 0917 671 6383   |   Smart 0939 245 6217</a:t>
            </a:r>
          </a:p>
        </p:txBody>
      </p:sp>
      <p:sp>
        <p:nvSpPr>
          <p:cNvPr id="7" name="profile-449">
            <a:extLst xmlns:a="http://schemas.openxmlformats.org/drawingml/2006/main">
              <a:ext uri="{FF2B5EF4-FFF2-40B4-BE49-F238E27FC236}">
                <a16:creationId xmlns:a16="http://schemas.microsoft.com/office/drawing/2014/main" id="{1266582D-0260-4ED6-A9FB-4B063F368688}"/>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450">
            <a:extLst xmlns:a="http://schemas.openxmlformats.org/drawingml/2006/main">
              <a:ext uri="{FF2B5EF4-FFF2-40B4-BE49-F238E27FC236}">
                <a16:creationId xmlns:a16="http://schemas.microsoft.com/office/drawing/2014/main" id="{36CBE032-23E1-41EF-847E-DEE05B31F7FC}"/>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TO FOLLOW</a:t>
            </a:r>
          </a:p>
        </p:txBody>
      </p:sp>
      <p:sp>
        <p:nvSpPr>
          <p:cNvPr id="9" name="profile-451">
            <a:extLst xmlns:a="http://schemas.openxmlformats.org/drawingml/2006/main">
              <a:ext uri="{FF2B5EF4-FFF2-40B4-BE49-F238E27FC236}">
                <a16:creationId xmlns:a16="http://schemas.microsoft.com/office/drawing/2014/main" id="{92BB4E65-2278-409E-809B-FC85B9A1FA5E}"/>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452">
            <a:extLst xmlns:a="http://schemas.openxmlformats.org/drawingml/2006/main">
              <a:ext uri="{FF2B5EF4-FFF2-40B4-BE49-F238E27FC236}">
                <a16:creationId xmlns:a16="http://schemas.microsoft.com/office/drawing/2014/main" id="{164F3203-EAE3-43EC-99AE-27118FE01C84}"/>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453">
            <a:extLst xmlns:a="http://schemas.openxmlformats.org/drawingml/2006/main">
              <a:ext uri="{FF2B5EF4-FFF2-40B4-BE49-F238E27FC236}">
                <a16:creationId xmlns:a16="http://schemas.microsoft.com/office/drawing/2014/main" id="{6DEFE48C-CA22-480D-BEA1-584FF74DBC4B}"/>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454">
            <a:extLst xmlns:a="http://schemas.openxmlformats.org/drawingml/2006/main">
              <a:ext uri="{FF2B5EF4-FFF2-40B4-BE49-F238E27FC236}">
                <a16:creationId xmlns:a16="http://schemas.microsoft.com/office/drawing/2014/main" id="{32E3AFCA-9A77-4AF6-BD24-198DE748DE44}"/>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455">
            <a:extLst xmlns:a="http://schemas.openxmlformats.org/drawingml/2006/main">
              <a:ext uri="{FF2B5EF4-FFF2-40B4-BE49-F238E27FC236}">
                <a16:creationId xmlns:a16="http://schemas.microsoft.com/office/drawing/2014/main" id="{27DE5B4B-9000-4144-965D-D3A7CF204521}"/>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456">
            <a:extLst xmlns:a="http://schemas.openxmlformats.org/drawingml/2006/main">
              <a:ext uri="{FF2B5EF4-FFF2-40B4-BE49-F238E27FC236}">
                <a16:creationId xmlns:a16="http://schemas.microsoft.com/office/drawing/2014/main" id="{959D161B-8358-4CAA-85C4-3E9DB3725B89}"/>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457">
            <a:extLst xmlns:a="http://schemas.openxmlformats.org/drawingml/2006/main">
              <a:ext uri="{FF2B5EF4-FFF2-40B4-BE49-F238E27FC236}">
                <a16:creationId xmlns:a16="http://schemas.microsoft.com/office/drawing/2014/main" id="{0CDF21BB-FB47-44A6-BE8B-03A927D4175F}"/>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15</a:t>
            </a:r>
          </a:p>
        </p:txBody>
      </p:sp>
      <p:sp>
        <p:nvSpPr>
          <p:cNvPr id="16" name="profile-458">
            <a:extLst xmlns:a="http://schemas.openxmlformats.org/drawingml/2006/main">
              <a:ext uri="{FF2B5EF4-FFF2-40B4-BE49-F238E27FC236}">
                <a16:creationId xmlns:a16="http://schemas.microsoft.com/office/drawing/2014/main" id="{472C0168-B092-4F4C-84D1-EAEF963946DC}"/>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General Cleaning Services</a:t>
            </a:r>
          </a:p>
        </p:txBody>
      </p:sp>
      <p:sp>
        <p:nvSpPr>
          <p:cNvPr id="17" name="profile-459">
            <a:extLst xmlns:a="http://schemas.openxmlformats.org/drawingml/2006/main">
              <a:ext uri="{FF2B5EF4-FFF2-40B4-BE49-F238E27FC236}">
                <a16:creationId xmlns:a16="http://schemas.microsoft.com/office/drawing/2014/main" id="{62DD3F8F-A084-4F64-883F-689FE1A969F6}"/>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460">
            <a:extLst xmlns:a="http://schemas.openxmlformats.org/drawingml/2006/main">
              <a:ext uri="{FF2B5EF4-FFF2-40B4-BE49-F238E27FC236}">
                <a16:creationId xmlns:a16="http://schemas.microsoft.com/office/drawing/2014/main" id="{B61DF40F-B660-484A-BCA3-7990E77F83C3}"/>
              </a:ext>
            </a:extLst>
          </p:cNvPr>
          <p:cNvSpPr>
            <a:spLocks xmlns:a="http://schemas.openxmlformats.org/drawingml/2006/main" noGrp="1"/>
          </p:cNvSpPr>
          <p:nvPr/>
        </p:nvSpPr>
        <p:spPr>
          <a:xfrm xmlns:a="http://schemas.openxmlformats.org/drawingml/2006/main">
            <a:off x="6076950" y="2238375"/>
            <a:ext cx="5715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0E2C5E"/>
                </a:solidFill>
                <a:latin typeface="Segoe UI"/>
                <a:ea typeface="Segoe UI"/>
                <a:cs typeface="Segoe UI"/>
              </a:defRPr>
            </a:defPPr>
          </a:lstStyle>
          <a:p xmlns:a="http://schemas.openxmlformats.org/drawingml/2006/main">
            <a:pPr algn="l">
              <a:defRPr sz="1950" b="1">
                <a:solidFill>
                  <a:srgbClr val="0E2C5E"/>
                </a:solidFill>
                <a:latin typeface="Segoe UI"/>
                <a:ea typeface="Segoe UI"/>
                <a:cs typeface="Segoe UI"/>
              </a:defRPr>
            </a:pPr>
            <a:r>
              <a:rPr sz="1950" b="1">
                <a:solidFill>
                  <a:srgbClr val="0E2C5E"/>
                </a:solidFill>
                <a:latin typeface="Segoe UI"/>
                <a:ea typeface="Segoe UI"/>
                <a:cs typeface="Segoe UI"/>
              </a:rPr>
              <a:t>Present a cleaner, better-cared-for space to</a:t>
            </a:r>
          </a:p>
        </p:txBody>
      </p:sp>
      <p:sp>
        <p:nvSpPr>
          <p:cNvPr id="19" name="profile-461">
            <a:extLst xmlns:a="http://schemas.openxmlformats.org/drawingml/2006/main">
              <a:ext uri="{FF2B5EF4-FFF2-40B4-BE49-F238E27FC236}">
                <a16:creationId xmlns:a16="http://schemas.microsoft.com/office/drawing/2014/main" id="{95310234-A186-4F1D-A10E-E7DEE35AD92A}"/>
              </a:ext>
            </a:extLst>
          </p:cNvPr>
          <p:cNvSpPr>
            <a:spLocks xmlns:a="http://schemas.openxmlformats.org/drawingml/2006/main" noGrp="1"/>
          </p:cNvSpPr>
          <p:nvPr/>
        </p:nvSpPr>
        <p:spPr>
          <a:xfrm xmlns:a="http://schemas.openxmlformats.org/drawingml/2006/main">
            <a:off x="6076950" y="2562225"/>
            <a:ext cx="5715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0E2C5E"/>
                </a:solidFill>
                <a:latin typeface="Segoe UI"/>
                <a:ea typeface="Segoe UI"/>
                <a:cs typeface="Segoe UI"/>
              </a:defRPr>
            </a:defPPr>
          </a:lstStyle>
          <a:p xmlns:a="http://schemas.openxmlformats.org/drawingml/2006/main">
            <a:pPr algn="l">
              <a:defRPr sz="1950" b="1">
                <a:solidFill>
                  <a:srgbClr val="0E2C5E"/>
                </a:solidFill>
                <a:latin typeface="Segoe UI"/>
                <a:ea typeface="Segoe UI"/>
                <a:cs typeface="Segoe UI"/>
              </a:defRPr>
            </a:pPr>
            <a:r>
              <a:rPr sz="1950" b="1">
                <a:solidFill>
                  <a:srgbClr val="0E2C5E"/>
                </a:solidFill>
                <a:latin typeface="Segoe UI"/>
                <a:ea typeface="Segoe UI"/>
                <a:cs typeface="Segoe UI"/>
              </a:rPr>
              <a:t>everyone who enters.</a:t>
            </a:r>
          </a:p>
        </p:txBody>
      </p:sp>
      <p:sp>
        <p:nvSpPr>
          <p:cNvPr id="20" name="profile-462">
            <a:extLst xmlns:a="http://schemas.openxmlformats.org/drawingml/2006/main">
              <a:ext uri="{FF2B5EF4-FFF2-40B4-BE49-F238E27FC236}">
                <a16:creationId xmlns:a16="http://schemas.microsoft.com/office/drawing/2014/main" id="{930C5179-E81D-4096-A90F-201C7C8F7360}"/>
              </a:ext>
            </a:extLst>
          </p:cNvPr>
          <p:cNvSpPr>
            <a:spLocks xmlns:a="http://schemas.openxmlformats.org/drawingml/2006/main" noGrp="1"/>
          </p:cNvSpPr>
          <p:nvPr/>
        </p:nvSpPr>
        <p:spPr>
          <a:xfrm xmlns:a="http://schemas.openxmlformats.org/drawingml/2006/main">
            <a:off x="6076950" y="3038475"/>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38" b="0">
                <a:solidFill>
                  <a:srgbClr val="102B49"/>
                </a:solidFill>
                <a:latin typeface="Segoe UI"/>
                <a:ea typeface="Segoe UI"/>
                <a:cs typeface="Segoe UI"/>
              </a:defRPr>
            </a:defPPr>
          </a:lstStyle>
          <a:p xmlns:a="http://schemas.openxmlformats.org/drawingml/2006/main">
            <a:pPr algn="l">
              <a:defRPr sz="1538" b="0">
                <a:solidFill>
                  <a:srgbClr val="102B49"/>
                </a:solidFill>
                <a:latin typeface="Segoe UI"/>
                <a:ea typeface="Segoe UI"/>
                <a:cs typeface="Segoe UI"/>
              </a:defRPr>
            </a:pPr>
            <a:r>
              <a:rPr sz="1538" b="0">
                <a:solidFill>
                  <a:srgbClr val="102B49"/>
                </a:solidFill>
                <a:latin typeface="Segoe UI"/>
                <a:ea typeface="Segoe UI"/>
                <a:cs typeface="Segoe UI"/>
              </a:rPr>
              <a:t>Oceanides provides cleaning support for commercial and</a:t>
            </a:r>
          </a:p>
        </p:txBody>
      </p:sp>
      <p:sp>
        <p:nvSpPr>
          <p:cNvPr id="21" name="profile-463">
            <a:extLst xmlns:a="http://schemas.openxmlformats.org/drawingml/2006/main">
              <a:ext uri="{FF2B5EF4-FFF2-40B4-BE49-F238E27FC236}">
                <a16:creationId xmlns:a16="http://schemas.microsoft.com/office/drawing/2014/main" id="{0FA6E517-5EA6-4DCE-8C2D-C2915EA3EF71}"/>
              </a:ext>
            </a:extLst>
          </p:cNvPr>
          <p:cNvSpPr>
            <a:spLocks xmlns:a="http://schemas.openxmlformats.org/drawingml/2006/main" noGrp="1"/>
          </p:cNvSpPr>
          <p:nvPr/>
        </p:nvSpPr>
        <p:spPr>
          <a:xfrm xmlns:a="http://schemas.openxmlformats.org/drawingml/2006/main">
            <a:off x="6076950" y="32956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38" b="0">
                <a:solidFill>
                  <a:srgbClr val="102B49"/>
                </a:solidFill>
                <a:latin typeface="Segoe UI"/>
                <a:ea typeface="Segoe UI"/>
                <a:cs typeface="Segoe UI"/>
              </a:defRPr>
            </a:defPPr>
          </a:lstStyle>
          <a:p xmlns:a="http://schemas.openxmlformats.org/drawingml/2006/main">
            <a:pPr algn="l">
              <a:defRPr sz="1538" b="0">
                <a:solidFill>
                  <a:srgbClr val="102B49"/>
                </a:solidFill>
                <a:latin typeface="Segoe UI"/>
                <a:ea typeface="Segoe UI"/>
                <a:cs typeface="Segoe UI"/>
              </a:defRPr>
            </a:pPr>
            <a:r>
              <a:rPr sz="1538" b="0">
                <a:solidFill>
                  <a:srgbClr val="102B49"/>
                </a:solidFill>
                <a:latin typeface="Segoe UI"/>
                <a:ea typeface="Segoe UI"/>
                <a:cs typeface="Segoe UI"/>
              </a:rPr>
              <a:t>residential properties. Cleaning areas, frequency, materials, and</a:t>
            </a:r>
          </a:p>
        </p:txBody>
      </p:sp>
      <p:sp>
        <p:nvSpPr>
          <p:cNvPr id="22" name="profile-464">
            <a:extLst xmlns:a="http://schemas.openxmlformats.org/drawingml/2006/main">
              <a:ext uri="{FF2B5EF4-FFF2-40B4-BE49-F238E27FC236}">
                <a16:creationId xmlns:a16="http://schemas.microsoft.com/office/drawing/2014/main" id="{8851DC7D-A6BA-40FE-AD5C-D7B69FD45B2B}"/>
              </a:ext>
            </a:extLst>
          </p:cNvPr>
          <p:cNvSpPr>
            <a:spLocks xmlns:a="http://schemas.openxmlformats.org/drawingml/2006/main" noGrp="1"/>
          </p:cNvSpPr>
          <p:nvPr/>
        </p:nvSpPr>
        <p:spPr>
          <a:xfrm xmlns:a="http://schemas.openxmlformats.org/drawingml/2006/main">
            <a:off x="6076950" y="3552825"/>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38" b="0">
                <a:solidFill>
                  <a:srgbClr val="102B49"/>
                </a:solidFill>
                <a:latin typeface="Segoe UI"/>
                <a:ea typeface="Segoe UI"/>
                <a:cs typeface="Segoe UI"/>
              </a:defRPr>
            </a:defPPr>
          </a:lstStyle>
          <a:p xmlns:a="http://schemas.openxmlformats.org/drawingml/2006/main">
            <a:pPr algn="l">
              <a:defRPr sz="1538" b="0">
                <a:solidFill>
                  <a:srgbClr val="102B49"/>
                </a:solidFill>
                <a:latin typeface="Segoe UI"/>
                <a:ea typeface="Segoe UI"/>
                <a:cs typeface="Segoe UI"/>
              </a:defRPr>
            </a:pPr>
            <a:r>
              <a:rPr sz="1538" b="0">
                <a:solidFill>
                  <a:srgbClr val="102B49"/>
                </a:solidFill>
                <a:latin typeface="Segoe UI"/>
                <a:ea typeface="Segoe UI"/>
                <a:cs typeface="Segoe UI"/>
              </a:rPr>
              <a:t>exclusions are defined with the client before work starts.</a:t>
            </a:r>
          </a:p>
        </p:txBody>
      </p:sp>
      <p:sp>
        <p:nvSpPr>
          <p:cNvPr id="23" name="profile-465">
            <a:extLst xmlns:a="http://schemas.openxmlformats.org/drawingml/2006/main">
              <a:ext uri="{FF2B5EF4-FFF2-40B4-BE49-F238E27FC236}">
                <a16:creationId xmlns:a16="http://schemas.microsoft.com/office/drawing/2014/main" id="{062AD72E-C674-4F3B-8073-F5153468217B}"/>
              </a:ext>
            </a:extLst>
          </p:cNvPr>
          <p:cNvSpPr>
            <a:spLocks xmlns:a="http://schemas.openxmlformats.org/drawingml/2006/main" noGrp="1"/>
          </p:cNvSpPr>
          <p:nvPr/>
        </p:nvSpPr>
        <p:spPr>
          <a:xfrm xmlns:a="http://schemas.openxmlformats.org/drawingml/2006/main">
            <a:off x="6076950" y="4057650"/>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4" name="profile-466">
            <a:extLst xmlns:a="http://schemas.openxmlformats.org/drawingml/2006/main">
              <a:ext uri="{FF2B5EF4-FFF2-40B4-BE49-F238E27FC236}">
                <a16:creationId xmlns:a16="http://schemas.microsoft.com/office/drawing/2014/main" id="{E1614A4D-11F5-44FC-A23B-7D68FDA6B789}"/>
              </a:ext>
            </a:extLst>
          </p:cNvPr>
          <p:cNvSpPr>
            <a:spLocks xmlns:a="http://schemas.openxmlformats.org/drawingml/2006/main" noGrp="1"/>
          </p:cNvSpPr>
          <p:nvPr/>
        </p:nvSpPr>
        <p:spPr>
          <a:xfrm xmlns:a="http://schemas.openxmlformats.org/drawingml/2006/main">
            <a:off x="6276975" y="3962400"/>
            <a:ext cx="5514975"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Site walkthrough and cleaning checklist</a:t>
            </a:r>
          </a:p>
        </p:txBody>
      </p:sp>
      <p:sp>
        <p:nvSpPr>
          <p:cNvPr id="25" name="profile-467">
            <a:extLst xmlns:a="http://schemas.openxmlformats.org/drawingml/2006/main">
              <a:ext uri="{FF2B5EF4-FFF2-40B4-BE49-F238E27FC236}">
                <a16:creationId xmlns:a16="http://schemas.microsoft.com/office/drawing/2014/main" id="{B95BBC48-3B63-4B9F-B6E0-857B81AEA28D}"/>
              </a:ext>
            </a:extLst>
          </p:cNvPr>
          <p:cNvSpPr>
            <a:spLocks xmlns:a="http://schemas.openxmlformats.org/drawingml/2006/main" noGrp="1"/>
          </p:cNvSpPr>
          <p:nvPr/>
        </p:nvSpPr>
        <p:spPr>
          <a:xfrm xmlns:a="http://schemas.openxmlformats.org/drawingml/2006/main">
            <a:off x="6076950" y="4391787"/>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6" name="profile-468">
            <a:extLst xmlns:a="http://schemas.openxmlformats.org/drawingml/2006/main">
              <a:ext uri="{FF2B5EF4-FFF2-40B4-BE49-F238E27FC236}">
                <a16:creationId xmlns:a16="http://schemas.microsoft.com/office/drawing/2014/main" id="{97564C69-0380-491D-B403-FD1DA6F730E9}"/>
              </a:ext>
            </a:extLst>
          </p:cNvPr>
          <p:cNvSpPr>
            <a:spLocks xmlns:a="http://schemas.openxmlformats.org/drawingml/2006/main" noGrp="1"/>
          </p:cNvSpPr>
          <p:nvPr/>
        </p:nvSpPr>
        <p:spPr>
          <a:xfrm xmlns:a="http://schemas.openxmlformats.org/drawingml/2006/main">
            <a:off x="6276975" y="4296537"/>
            <a:ext cx="5514975"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Cleaning of agreed rooms and common areas</a:t>
            </a:r>
          </a:p>
        </p:txBody>
      </p:sp>
      <p:sp>
        <p:nvSpPr>
          <p:cNvPr id="27" name="profile-469">
            <a:extLst xmlns:a="http://schemas.openxmlformats.org/drawingml/2006/main">
              <a:ext uri="{FF2B5EF4-FFF2-40B4-BE49-F238E27FC236}">
                <a16:creationId xmlns:a16="http://schemas.microsoft.com/office/drawing/2014/main" id="{3D131C4C-3316-4366-8822-8E6E7A8DD9C6}"/>
              </a:ext>
            </a:extLst>
          </p:cNvPr>
          <p:cNvSpPr>
            <a:spLocks xmlns:a="http://schemas.openxmlformats.org/drawingml/2006/main" noGrp="1"/>
          </p:cNvSpPr>
          <p:nvPr/>
        </p:nvSpPr>
        <p:spPr>
          <a:xfrm xmlns:a="http://schemas.openxmlformats.org/drawingml/2006/main">
            <a:off x="6076950" y="4725924"/>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8" name="profile-470">
            <a:extLst xmlns:a="http://schemas.openxmlformats.org/drawingml/2006/main">
              <a:ext uri="{FF2B5EF4-FFF2-40B4-BE49-F238E27FC236}">
                <a16:creationId xmlns:a16="http://schemas.microsoft.com/office/drawing/2014/main" id="{CD3CA856-74B5-44B4-A683-4A188F82FEA6}"/>
              </a:ext>
            </a:extLst>
          </p:cNvPr>
          <p:cNvSpPr>
            <a:spLocks xmlns:a="http://schemas.openxmlformats.org/drawingml/2006/main" noGrp="1"/>
          </p:cNvSpPr>
          <p:nvPr/>
        </p:nvSpPr>
        <p:spPr>
          <a:xfrm xmlns:a="http://schemas.openxmlformats.org/drawingml/2006/main">
            <a:off x="6276975" y="4630674"/>
            <a:ext cx="5514975"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Coordination around occupancy and site access</a:t>
            </a:r>
          </a:p>
        </p:txBody>
      </p:sp>
      <p:sp>
        <p:nvSpPr>
          <p:cNvPr id="29" name="profile-471">
            <a:extLst xmlns:a="http://schemas.openxmlformats.org/drawingml/2006/main">
              <a:ext uri="{FF2B5EF4-FFF2-40B4-BE49-F238E27FC236}">
                <a16:creationId xmlns:a16="http://schemas.microsoft.com/office/drawing/2014/main" id="{C608B4FC-37B9-4476-A981-175CFEDCEE98}"/>
              </a:ext>
            </a:extLst>
          </p:cNvPr>
          <p:cNvSpPr>
            <a:spLocks xmlns:a="http://schemas.openxmlformats.org/drawingml/2006/main" noGrp="1"/>
          </p:cNvSpPr>
          <p:nvPr/>
        </p:nvSpPr>
        <p:spPr>
          <a:xfrm xmlns:a="http://schemas.openxmlformats.org/drawingml/2006/main">
            <a:off x="6076950" y="5060061"/>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0" name="profile-472">
            <a:extLst xmlns:a="http://schemas.openxmlformats.org/drawingml/2006/main">
              <a:ext uri="{FF2B5EF4-FFF2-40B4-BE49-F238E27FC236}">
                <a16:creationId xmlns:a16="http://schemas.microsoft.com/office/drawing/2014/main" id="{9EFFECFA-E660-4643-92B8-2685DF1830D7}"/>
              </a:ext>
            </a:extLst>
          </p:cNvPr>
          <p:cNvSpPr>
            <a:spLocks xmlns:a="http://schemas.openxmlformats.org/drawingml/2006/main" noGrp="1"/>
          </p:cNvSpPr>
          <p:nvPr/>
        </p:nvSpPr>
        <p:spPr>
          <a:xfrm xmlns:a="http://schemas.openxmlformats.org/drawingml/2006/main">
            <a:off x="6276975" y="4964811"/>
            <a:ext cx="5514975"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Completion review with the client representative</a:t>
            </a:r>
          </a:p>
        </p:txBody>
      </p:sp>
      <p:pic>
        <p:nvPicPr>
          <p:cNvPr id="31" name="">
            <a:extLst xmlns:a="http://schemas.openxmlformats.org/drawingml/2006/main">
              <a:ext uri="{FF2B5EF4-FFF2-40B4-BE49-F238E27FC236}">
                <a16:creationId xmlns:a16="http://schemas.microsoft.com/office/drawing/2014/main" id="{563FA4AC-FEEA-4FCA-848D-AF64F4718CDF}"/>
              </a:ext>
            </a:extLst>
          </p:cNvPr>
          <p:cNvPicPr>
            <a:picLocks xmlns:a="http://schemas.openxmlformats.org/drawingml/2006/main" noChangeAspect="1"/>
          </p:cNvPicPr>
          <p:nvPr/>
        </p:nvPicPr>
        <p:blipFill>
          <a:blip xmlns:r="http://schemas.openxmlformats.org/officeDocument/2006/relationships" xmlns:a="http://schemas.openxmlformats.org/drawingml/2006/main" r:embed="R4b79d1d4b4cc436b"/>
          <a:srcRect xmlns:a="http://schemas.openxmlformats.org/drawingml/2006/main" l="0" t="38" r="0" b="38"/>
          <a:stretch xmlns:a="http://schemas.openxmlformats.org/drawingml/2006/main">
            <a:fillRect l="0" t="0" r="0" b="0"/>
          </a:stretch>
        </p:blipFill>
        <p:spPr>
          <a:xfrm xmlns:a="http://schemas.openxmlformats.org/drawingml/2006/main">
            <a:off x="400050" y="2266950"/>
            <a:ext cx="5191125" cy="2781300"/>
          </a:xfrm>
          <a:prstGeom xmlns:a="http://schemas.openxmlformats.org/drawingml/2006/main" prst="rect">
            <a:avLst/>
          </a:prstGeom>
        </p:spPr>
      </p:pic>
      <p:sp>
        <p:nvSpPr>
          <p:cNvPr id="32" name="profile-473">
            <a:extLst xmlns:a="http://schemas.openxmlformats.org/drawingml/2006/main">
              <a:ext uri="{FF2B5EF4-FFF2-40B4-BE49-F238E27FC236}">
                <a16:creationId xmlns:a16="http://schemas.microsoft.com/office/drawing/2014/main" id="{5AD15FA8-DDA1-475C-A6C3-6CA9E77D9BDB}"/>
              </a:ext>
            </a:extLst>
          </p:cNvPr>
          <p:cNvSpPr>
            <a:spLocks xmlns:a="http://schemas.openxmlformats.org/drawingml/2006/main" noGrp="1"/>
          </p:cNvSpPr>
          <p:nvPr/>
        </p:nvSpPr>
        <p:spPr>
          <a:xfrm xmlns:a="http://schemas.openxmlformats.org/drawingml/2006/main">
            <a:off x="400050" y="5124450"/>
            <a:ext cx="5191125" cy="177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a:solidFill>
                  <a:srgbClr val="456079"/>
                </a:solidFill>
                <a:latin typeface="Segoe UI"/>
                <a:ea typeface="Segoe UI"/>
                <a:cs typeface="Segoe UI"/>
              </a:defRPr>
            </a:defPPr>
          </a:lstStyle>
          <a:p xmlns:a="http://schemas.openxmlformats.org/drawingml/2006/main">
            <a:pPr algn="l">
              <a:defRPr sz="900" b="0">
                <a:solidFill>
                  <a:srgbClr val="456079"/>
                </a:solidFill>
                <a:latin typeface="Segoe UI"/>
                <a:ea typeface="Segoe UI"/>
                <a:cs typeface="Segoe UI"/>
              </a:defRPr>
            </a:pPr>
            <a:r>
              <a:rPr sz="900" b="0">
                <a:solidFill>
                  <a:srgbClr val="456079"/>
                </a:solidFill>
                <a:latin typeface="Segoe UI"/>
                <a:ea typeface="Segoe UI"/>
                <a:cs typeface="Segoe UI"/>
              </a:rPr>
              <a:t>Representative stock photograph; not an Oceanides project</a:t>
            </a:r>
          </a:p>
        </p:txBody>
      </p:sp>
      <p:sp>
        <p:nvSpPr>
          <p:cNvPr id="33" name="profile-474">
            <a:extLst xmlns:a="http://schemas.openxmlformats.org/drawingml/2006/main">
              <a:ext uri="{FF2B5EF4-FFF2-40B4-BE49-F238E27FC236}">
                <a16:creationId xmlns:a16="http://schemas.microsoft.com/office/drawing/2014/main" id="{1DC01830-AF26-480F-8C47-894CCA1BF9A9}"/>
              </a:ext>
            </a:extLst>
          </p:cNvPr>
          <p:cNvSpPr>
            <a:spLocks xmlns:a="http://schemas.openxmlformats.org/drawingml/2006/main" noGrp="1"/>
          </p:cNvSpPr>
          <p:nvPr/>
        </p:nvSpPr>
        <p:spPr>
          <a:xfrm xmlns:a="http://schemas.openxmlformats.org/drawingml/2006/main">
            <a:off x="400050" y="5495925"/>
            <a:ext cx="5191125" cy="6000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34" name="profile-475">
            <a:extLst xmlns:a="http://schemas.openxmlformats.org/drawingml/2006/main">
              <a:ext uri="{FF2B5EF4-FFF2-40B4-BE49-F238E27FC236}">
                <a16:creationId xmlns:a16="http://schemas.microsoft.com/office/drawing/2014/main" id="{E52E79C6-9BFC-4336-B927-FEDAC45DD23D}"/>
              </a:ext>
            </a:extLst>
          </p:cNvPr>
          <p:cNvSpPr>
            <a:spLocks xmlns:a="http://schemas.openxmlformats.org/drawingml/2006/main" noGrp="1"/>
          </p:cNvSpPr>
          <p:nvPr/>
        </p:nvSpPr>
        <p:spPr>
          <a:xfrm xmlns:a="http://schemas.openxmlformats.org/drawingml/2006/main">
            <a:off x="542925" y="5600700"/>
            <a:ext cx="4905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Use a clear checklist to coordinate cleaning and review</a:t>
            </a:r>
          </a:p>
        </p:txBody>
      </p:sp>
      <p:sp>
        <p:nvSpPr>
          <p:cNvPr id="35" name="profile-476">
            <a:extLst xmlns:a="http://schemas.openxmlformats.org/drawingml/2006/main">
              <a:ext uri="{FF2B5EF4-FFF2-40B4-BE49-F238E27FC236}">
                <a16:creationId xmlns:a16="http://schemas.microsoft.com/office/drawing/2014/main" id="{BCFC2D68-1C65-4BC5-8BAC-F6558EECECFD}"/>
              </a:ext>
            </a:extLst>
          </p:cNvPr>
          <p:cNvSpPr>
            <a:spLocks xmlns:a="http://schemas.openxmlformats.org/drawingml/2006/main" noGrp="1"/>
          </p:cNvSpPr>
          <p:nvPr/>
        </p:nvSpPr>
        <p:spPr>
          <a:xfrm xmlns:a="http://schemas.openxmlformats.org/drawingml/2006/main">
            <a:off x="542925" y="5829300"/>
            <a:ext cx="4905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completion.</a:t>
            </a:r>
          </a:p>
        </p:txBody>
      </p:sp>
    </p:spTree>
    <p:extLst>
      <p:ext uri="{BB962C8B-B14F-4D97-AF65-F5344CB8AC3E}">
        <p14:creationId xmlns:p14="http://schemas.microsoft.com/office/powerpoint/2010/main" val="180246784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profile-477">
            <a:extLst xmlns:a="http://schemas.openxmlformats.org/drawingml/2006/main">
              <a:ext uri="{FF2B5EF4-FFF2-40B4-BE49-F238E27FC236}">
                <a16:creationId xmlns:a16="http://schemas.microsoft.com/office/drawing/2014/main" id="{CE725C97-71EB-48F2-A350-6F80D65F249B}"/>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478">
            <a:extLst xmlns:a="http://schemas.openxmlformats.org/drawingml/2006/main">
              <a:ext uri="{FF2B5EF4-FFF2-40B4-BE49-F238E27FC236}">
                <a16:creationId xmlns:a16="http://schemas.microsoft.com/office/drawing/2014/main" id="{CE0233D5-BD87-4350-B3F8-67A40B083D69}"/>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4FD7C5D8-A065-4118-B9B7-2E4550765F8A}"/>
              </a:ext>
            </a:extLst>
          </p:cNvPr>
          <p:cNvPicPr>
            <a:picLocks xmlns:a="http://schemas.openxmlformats.org/drawingml/2006/main" noChangeAspect="1"/>
          </p:cNvPicPr>
          <p:nvPr/>
        </p:nvPicPr>
        <p:blipFill>
          <a:blip xmlns:r="http://schemas.openxmlformats.org/officeDocument/2006/relationships" xmlns:a="http://schemas.openxmlformats.org/drawingml/2006/main" r:embed="R38b70b944757445e"/>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479">
            <a:extLst xmlns:a="http://schemas.openxmlformats.org/drawingml/2006/main">
              <a:ext uri="{FF2B5EF4-FFF2-40B4-BE49-F238E27FC236}">
                <a16:creationId xmlns:a16="http://schemas.microsoft.com/office/drawing/2014/main" id="{6A78742A-FBC3-4125-9E22-7EAE1A776137}"/>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480">
            <a:extLst xmlns:a="http://schemas.openxmlformats.org/drawingml/2006/main">
              <a:ext uri="{FF2B5EF4-FFF2-40B4-BE49-F238E27FC236}">
                <a16:creationId xmlns:a16="http://schemas.microsoft.com/office/drawing/2014/main" id="{502DB954-201F-4D6B-9311-6E4D53BB4CAB}"/>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and Pest Management Services OPC</a:t>
            </a:r>
          </a:p>
        </p:txBody>
      </p:sp>
      <p:sp>
        <p:nvSpPr>
          <p:cNvPr id="6" name="profile-481">
            <a:extLst xmlns:a="http://schemas.openxmlformats.org/drawingml/2006/main">
              <a:ext uri="{FF2B5EF4-FFF2-40B4-BE49-F238E27FC236}">
                <a16:creationId xmlns:a16="http://schemas.microsoft.com/office/drawing/2014/main" id="{487FA877-998E-4454-B4DD-2225F2A21B93}"/>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Globe 0917 671 6383   |   Smart 0939 245 6217</a:t>
            </a:r>
          </a:p>
        </p:txBody>
      </p:sp>
      <p:sp>
        <p:nvSpPr>
          <p:cNvPr id="7" name="profile-482">
            <a:extLst xmlns:a="http://schemas.openxmlformats.org/drawingml/2006/main">
              <a:ext uri="{FF2B5EF4-FFF2-40B4-BE49-F238E27FC236}">
                <a16:creationId xmlns:a16="http://schemas.microsoft.com/office/drawing/2014/main" id="{28BD2134-C461-4C31-B47F-C227E3C107D1}"/>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483">
            <a:extLst xmlns:a="http://schemas.openxmlformats.org/drawingml/2006/main">
              <a:ext uri="{FF2B5EF4-FFF2-40B4-BE49-F238E27FC236}">
                <a16:creationId xmlns:a16="http://schemas.microsoft.com/office/drawing/2014/main" id="{95B3F772-622A-46BB-977C-1D56214250E9}"/>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TO FOLLOW</a:t>
            </a:r>
          </a:p>
        </p:txBody>
      </p:sp>
      <p:sp>
        <p:nvSpPr>
          <p:cNvPr id="9" name="profile-484">
            <a:extLst xmlns:a="http://schemas.openxmlformats.org/drawingml/2006/main">
              <a:ext uri="{FF2B5EF4-FFF2-40B4-BE49-F238E27FC236}">
                <a16:creationId xmlns:a16="http://schemas.microsoft.com/office/drawing/2014/main" id="{2BCBC5D0-318A-4877-BC9E-E65433BA63E5}"/>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485">
            <a:extLst xmlns:a="http://schemas.openxmlformats.org/drawingml/2006/main">
              <a:ext uri="{FF2B5EF4-FFF2-40B4-BE49-F238E27FC236}">
                <a16:creationId xmlns:a16="http://schemas.microsoft.com/office/drawing/2014/main" id="{A899A33C-C028-44E5-A4E1-FE9AF5F5D888}"/>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486">
            <a:extLst xmlns:a="http://schemas.openxmlformats.org/drawingml/2006/main">
              <a:ext uri="{FF2B5EF4-FFF2-40B4-BE49-F238E27FC236}">
                <a16:creationId xmlns:a16="http://schemas.microsoft.com/office/drawing/2014/main" id="{C4FD7221-607B-4EBD-8E23-7DCB782399C9}"/>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487">
            <a:extLst xmlns:a="http://schemas.openxmlformats.org/drawingml/2006/main">
              <a:ext uri="{FF2B5EF4-FFF2-40B4-BE49-F238E27FC236}">
                <a16:creationId xmlns:a16="http://schemas.microsoft.com/office/drawing/2014/main" id="{802549F3-9000-4985-9354-A023E78A6ADF}"/>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488">
            <a:extLst xmlns:a="http://schemas.openxmlformats.org/drawingml/2006/main">
              <a:ext uri="{FF2B5EF4-FFF2-40B4-BE49-F238E27FC236}">
                <a16:creationId xmlns:a16="http://schemas.microsoft.com/office/drawing/2014/main" id="{88EF61FD-EFBF-43DF-B720-9B9A4C91FA48}"/>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489">
            <a:extLst xmlns:a="http://schemas.openxmlformats.org/drawingml/2006/main">
              <a:ext uri="{FF2B5EF4-FFF2-40B4-BE49-F238E27FC236}">
                <a16:creationId xmlns:a16="http://schemas.microsoft.com/office/drawing/2014/main" id="{EE3FFB33-19F1-4158-BC4F-336153A2B347}"/>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490">
            <a:extLst xmlns:a="http://schemas.openxmlformats.org/drawingml/2006/main">
              <a:ext uri="{FF2B5EF4-FFF2-40B4-BE49-F238E27FC236}">
                <a16:creationId xmlns:a16="http://schemas.microsoft.com/office/drawing/2014/main" id="{09D9EF8D-5E5E-445A-87CE-19C827C74CBD}"/>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16</a:t>
            </a:r>
          </a:p>
        </p:txBody>
      </p:sp>
      <p:sp>
        <p:nvSpPr>
          <p:cNvPr id="16" name="profile-491">
            <a:extLst xmlns:a="http://schemas.openxmlformats.org/drawingml/2006/main">
              <a:ext uri="{FF2B5EF4-FFF2-40B4-BE49-F238E27FC236}">
                <a16:creationId xmlns:a16="http://schemas.microsoft.com/office/drawing/2014/main" id="{DA0F174E-1AB3-48D5-816D-89A86CF4D14F}"/>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Renovation, restoration and leak repairs</a:t>
            </a:r>
          </a:p>
        </p:txBody>
      </p:sp>
      <p:sp>
        <p:nvSpPr>
          <p:cNvPr id="17" name="profile-492">
            <a:extLst xmlns:a="http://schemas.openxmlformats.org/drawingml/2006/main">
              <a:ext uri="{FF2B5EF4-FFF2-40B4-BE49-F238E27FC236}">
                <a16:creationId xmlns:a16="http://schemas.microsoft.com/office/drawing/2014/main" id="{45D9C337-7E02-4BDB-AB68-EC8A3DBFDD7D}"/>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18" name="">
            <a:extLst xmlns:a="http://schemas.openxmlformats.org/drawingml/2006/main">
              <a:ext uri="{FF2B5EF4-FFF2-40B4-BE49-F238E27FC236}">
                <a16:creationId xmlns:a16="http://schemas.microsoft.com/office/drawing/2014/main" id="{4F057A55-9B55-455E-8D26-FE41479EF3AF}"/>
              </a:ext>
            </a:extLst>
          </p:cNvPr>
          <p:cNvPicPr>
            <a:picLocks xmlns:a="http://schemas.openxmlformats.org/drawingml/2006/main" noChangeAspect="1"/>
          </p:cNvPicPr>
          <p:nvPr/>
        </p:nvPicPr>
        <p:blipFill>
          <a:blip xmlns:r="http://schemas.openxmlformats.org/officeDocument/2006/relationships" xmlns:a="http://schemas.openxmlformats.org/drawingml/2006/main" r:embed="Rdad7e8eac40649d6"/>
          <a:srcRect xmlns:a="http://schemas.openxmlformats.org/drawingml/2006/main" l="0" t="13" r="0" b="13"/>
          <a:stretch xmlns:a="http://schemas.openxmlformats.org/drawingml/2006/main">
            <a:fillRect l="0" t="0" r="0" b="0"/>
          </a:stretch>
        </p:blipFill>
        <p:spPr>
          <a:xfrm xmlns:a="http://schemas.openxmlformats.org/drawingml/2006/main">
            <a:off x="400050" y="2238375"/>
            <a:ext cx="4229100" cy="3238500"/>
          </a:xfrm>
          <a:prstGeom xmlns:a="http://schemas.openxmlformats.org/drawingml/2006/main" prst="rect">
            <a:avLst/>
          </a:prstGeom>
        </p:spPr>
      </p:pic>
      <p:sp>
        <p:nvSpPr>
          <p:cNvPr id="19" name="profile-493">
            <a:extLst xmlns:a="http://schemas.openxmlformats.org/drawingml/2006/main">
              <a:ext uri="{FF2B5EF4-FFF2-40B4-BE49-F238E27FC236}">
                <a16:creationId xmlns:a16="http://schemas.microsoft.com/office/drawing/2014/main" id="{D0EC5BF9-B83F-4AAB-8A8A-60416A95BDD3}"/>
              </a:ext>
            </a:extLst>
          </p:cNvPr>
          <p:cNvSpPr>
            <a:spLocks xmlns:a="http://schemas.openxmlformats.org/drawingml/2006/main" noGrp="1"/>
          </p:cNvSpPr>
          <p:nvPr/>
        </p:nvSpPr>
        <p:spPr>
          <a:xfrm xmlns:a="http://schemas.openxmlformats.org/drawingml/2006/main">
            <a:off x="400050" y="5581650"/>
            <a:ext cx="4191000" cy="177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a:solidFill>
                  <a:srgbClr val="456079"/>
                </a:solidFill>
                <a:latin typeface="Segoe UI"/>
                <a:ea typeface="Segoe UI"/>
                <a:cs typeface="Segoe UI"/>
              </a:defRPr>
            </a:defPPr>
          </a:lstStyle>
          <a:p xmlns:a="http://schemas.openxmlformats.org/drawingml/2006/main">
            <a:pPr algn="l">
              <a:defRPr sz="900" b="0">
                <a:solidFill>
                  <a:srgbClr val="456079"/>
                </a:solidFill>
                <a:latin typeface="Segoe UI"/>
                <a:ea typeface="Segoe UI"/>
                <a:cs typeface="Segoe UI"/>
              </a:defRPr>
            </a:pPr>
            <a:r>
              <a:rPr sz="900" b="0">
                <a:solidFill>
                  <a:srgbClr val="456079"/>
                </a:solidFill>
                <a:latin typeface="Segoe UI"/>
                <a:ea typeface="Segoe UI"/>
                <a:cs typeface="Segoe UI"/>
              </a:rPr>
              <a:t>AI-generated service illustration</a:t>
            </a:r>
          </a:p>
        </p:txBody>
      </p:sp>
      <p:sp>
        <p:nvSpPr>
          <p:cNvPr id="20" name="profile-494">
            <a:extLst xmlns:a="http://schemas.openxmlformats.org/drawingml/2006/main">
              <a:ext uri="{FF2B5EF4-FFF2-40B4-BE49-F238E27FC236}">
                <a16:creationId xmlns:a16="http://schemas.microsoft.com/office/drawing/2014/main" id="{97454458-EBAC-4FF7-AD80-78B402B12500}"/>
              </a:ext>
            </a:extLst>
          </p:cNvPr>
          <p:cNvSpPr>
            <a:spLocks xmlns:a="http://schemas.openxmlformats.org/drawingml/2006/main" noGrp="1"/>
          </p:cNvSpPr>
          <p:nvPr/>
        </p:nvSpPr>
        <p:spPr>
          <a:xfrm xmlns:a="http://schemas.openxmlformats.org/drawingml/2006/main">
            <a:off x="5048250" y="2238375"/>
            <a:ext cx="6743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1">
                <a:solidFill>
                  <a:srgbClr val="0E2C5E"/>
                </a:solidFill>
                <a:latin typeface="Segoe UI"/>
                <a:ea typeface="Segoe UI"/>
                <a:cs typeface="Segoe UI"/>
              </a:defRPr>
            </a:defPPr>
          </a:lstStyle>
          <a:p xmlns:a="http://schemas.openxmlformats.org/drawingml/2006/main">
            <a:pPr algn="l">
              <a:defRPr sz="2025" b="1">
                <a:solidFill>
                  <a:srgbClr val="0E2C5E"/>
                </a:solidFill>
                <a:latin typeface="Segoe UI"/>
                <a:ea typeface="Segoe UI"/>
                <a:cs typeface="Segoe UI"/>
              </a:defRPr>
            </a:pPr>
            <a:r>
              <a:rPr sz="2025" b="1">
                <a:solidFill>
                  <a:srgbClr val="0E2C5E"/>
                </a:solidFill>
                <a:latin typeface="Segoe UI"/>
                <a:ea typeface="Segoe UI"/>
                <a:cs typeface="Segoe UI"/>
              </a:rPr>
              <a:t>Repair damaged spaces and plan improvements with a</a:t>
            </a:r>
          </a:p>
        </p:txBody>
      </p:sp>
      <p:sp>
        <p:nvSpPr>
          <p:cNvPr id="21" name="profile-495">
            <a:extLst xmlns:a="http://schemas.openxmlformats.org/drawingml/2006/main">
              <a:ext uri="{FF2B5EF4-FFF2-40B4-BE49-F238E27FC236}">
                <a16:creationId xmlns:a16="http://schemas.microsoft.com/office/drawing/2014/main" id="{2B38C64F-5D5F-4B6C-8234-15B4AED45B8C}"/>
              </a:ext>
            </a:extLst>
          </p:cNvPr>
          <p:cNvSpPr>
            <a:spLocks xmlns:a="http://schemas.openxmlformats.org/drawingml/2006/main" noGrp="1"/>
          </p:cNvSpPr>
          <p:nvPr/>
        </p:nvSpPr>
        <p:spPr>
          <a:xfrm xmlns:a="http://schemas.openxmlformats.org/drawingml/2006/main">
            <a:off x="5048250" y="2571750"/>
            <a:ext cx="6743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1">
                <a:solidFill>
                  <a:srgbClr val="0E2C5E"/>
                </a:solidFill>
                <a:latin typeface="Segoe UI"/>
                <a:ea typeface="Segoe UI"/>
                <a:cs typeface="Segoe UI"/>
              </a:defRPr>
            </a:defPPr>
          </a:lstStyle>
          <a:p xmlns:a="http://schemas.openxmlformats.org/drawingml/2006/main">
            <a:pPr algn="l">
              <a:defRPr sz="2025" b="1">
                <a:solidFill>
                  <a:srgbClr val="0E2C5E"/>
                </a:solidFill>
                <a:latin typeface="Segoe UI"/>
                <a:ea typeface="Segoe UI"/>
                <a:cs typeface="Segoe UI"/>
              </a:defRPr>
            </a:pPr>
            <a:r>
              <a:rPr sz="2025" b="1">
                <a:solidFill>
                  <a:srgbClr val="0E2C5E"/>
                </a:solidFill>
                <a:latin typeface="Segoe UI"/>
                <a:ea typeface="Segoe UI"/>
                <a:cs typeface="Segoe UI"/>
              </a:rPr>
              <a:t>defined scope.</a:t>
            </a:r>
          </a:p>
        </p:txBody>
      </p:sp>
      <p:sp>
        <p:nvSpPr>
          <p:cNvPr id="22" name="profile-496">
            <a:extLst xmlns:a="http://schemas.openxmlformats.org/drawingml/2006/main">
              <a:ext uri="{FF2B5EF4-FFF2-40B4-BE49-F238E27FC236}">
                <a16:creationId xmlns:a16="http://schemas.microsoft.com/office/drawing/2014/main" id="{2348BE64-6F3E-4BD7-930D-922C81942FFC}"/>
              </a:ext>
            </a:extLst>
          </p:cNvPr>
          <p:cNvSpPr>
            <a:spLocks xmlns:a="http://schemas.openxmlformats.org/drawingml/2006/main" noGrp="1"/>
          </p:cNvSpPr>
          <p:nvPr/>
        </p:nvSpPr>
        <p:spPr>
          <a:xfrm xmlns:a="http://schemas.openxmlformats.org/drawingml/2006/main">
            <a:off x="5048250" y="3076575"/>
            <a:ext cx="6743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Oceanides accepts renovation and restoration work for homes,</a:t>
            </a:r>
          </a:p>
        </p:txBody>
      </p:sp>
      <p:sp>
        <p:nvSpPr>
          <p:cNvPr id="23" name="profile-497">
            <a:extLst xmlns:a="http://schemas.openxmlformats.org/drawingml/2006/main">
              <a:ext uri="{FF2B5EF4-FFF2-40B4-BE49-F238E27FC236}">
                <a16:creationId xmlns:a16="http://schemas.microsoft.com/office/drawing/2014/main" id="{B2CEC969-E9DA-4A2B-B808-F78F898701B8}"/>
              </a:ext>
            </a:extLst>
          </p:cNvPr>
          <p:cNvSpPr>
            <a:spLocks xmlns:a="http://schemas.openxmlformats.org/drawingml/2006/main" noGrp="1"/>
          </p:cNvSpPr>
          <p:nvPr/>
        </p:nvSpPr>
        <p:spPr>
          <a:xfrm xmlns:a="http://schemas.openxmlformats.org/drawingml/2006/main">
            <a:off x="5048250" y="3343275"/>
            <a:ext cx="6743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condominiums, and commercial properties, including ceiling repairs and</a:t>
            </a:r>
          </a:p>
        </p:txBody>
      </p:sp>
      <p:sp>
        <p:nvSpPr>
          <p:cNvPr id="24" name="profile-498">
            <a:extLst xmlns:a="http://schemas.openxmlformats.org/drawingml/2006/main">
              <a:ext uri="{FF2B5EF4-FFF2-40B4-BE49-F238E27FC236}">
                <a16:creationId xmlns:a16="http://schemas.microsoft.com/office/drawing/2014/main" id="{155156B8-4E54-4349-BA9E-B250849B47B8}"/>
              </a:ext>
            </a:extLst>
          </p:cNvPr>
          <p:cNvSpPr>
            <a:spLocks xmlns:a="http://schemas.openxmlformats.org/drawingml/2006/main" noGrp="1"/>
          </p:cNvSpPr>
          <p:nvPr/>
        </p:nvSpPr>
        <p:spPr>
          <a:xfrm xmlns:a="http://schemas.openxmlformats.org/drawingml/2006/main">
            <a:off x="5048250" y="3609975"/>
            <a:ext cx="6743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water-leak concerns. The proposed work follows a site assessment, with</a:t>
            </a:r>
          </a:p>
        </p:txBody>
      </p:sp>
      <p:sp>
        <p:nvSpPr>
          <p:cNvPr id="25" name="profile-499">
            <a:extLst xmlns:a="http://schemas.openxmlformats.org/drawingml/2006/main">
              <a:ext uri="{FF2B5EF4-FFF2-40B4-BE49-F238E27FC236}">
                <a16:creationId xmlns:a16="http://schemas.microsoft.com/office/drawing/2014/main" id="{1925D2F0-3B98-441D-AFCA-742647CE3CD2}"/>
              </a:ext>
            </a:extLst>
          </p:cNvPr>
          <p:cNvSpPr>
            <a:spLocks xmlns:a="http://schemas.openxmlformats.org/drawingml/2006/main" noGrp="1"/>
          </p:cNvSpPr>
          <p:nvPr/>
        </p:nvSpPr>
        <p:spPr>
          <a:xfrm xmlns:a="http://schemas.openxmlformats.org/drawingml/2006/main">
            <a:off x="5048250" y="3876675"/>
            <a:ext cx="6743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specialist involvement where the project requires it.</a:t>
            </a:r>
          </a:p>
        </p:txBody>
      </p:sp>
      <p:sp>
        <p:nvSpPr>
          <p:cNvPr id="26" name="profile-500">
            <a:extLst xmlns:a="http://schemas.openxmlformats.org/drawingml/2006/main">
              <a:ext uri="{FF2B5EF4-FFF2-40B4-BE49-F238E27FC236}">
                <a16:creationId xmlns:a16="http://schemas.microsoft.com/office/drawing/2014/main" id="{332D2E1D-9360-4BA8-BFA5-A0D60E5E84BF}"/>
              </a:ext>
            </a:extLst>
          </p:cNvPr>
          <p:cNvSpPr>
            <a:spLocks xmlns:a="http://schemas.openxmlformats.org/drawingml/2006/main" noGrp="1"/>
          </p:cNvSpPr>
          <p:nvPr/>
        </p:nvSpPr>
        <p:spPr>
          <a:xfrm xmlns:a="http://schemas.openxmlformats.org/drawingml/2006/main">
            <a:off x="5048250" y="4371975"/>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7" name="profile-501">
            <a:extLst xmlns:a="http://schemas.openxmlformats.org/drawingml/2006/main">
              <a:ext uri="{FF2B5EF4-FFF2-40B4-BE49-F238E27FC236}">
                <a16:creationId xmlns:a16="http://schemas.microsoft.com/office/drawing/2014/main" id="{C6A3F069-A697-4A31-B8CA-A949279284FD}"/>
              </a:ext>
            </a:extLst>
          </p:cNvPr>
          <p:cNvSpPr>
            <a:spLocks xmlns:a="http://schemas.openxmlformats.org/drawingml/2006/main" noGrp="1"/>
          </p:cNvSpPr>
          <p:nvPr/>
        </p:nvSpPr>
        <p:spPr>
          <a:xfrm xmlns:a="http://schemas.openxmlformats.org/drawingml/2006/main">
            <a:off x="5248275" y="4276725"/>
            <a:ext cx="654367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Site assessment of damage and requested improvements</a:t>
            </a:r>
          </a:p>
        </p:txBody>
      </p:sp>
      <p:sp>
        <p:nvSpPr>
          <p:cNvPr id="28" name="profile-502">
            <a:extLst xmlns:a="http://schemas.openxmlformats.org/drawingml/2006/main">
              <a:ext uri="{FF2B5EF4-FFF2-40B4-BE49-F238E27FC236}">
                <a16:creationId xmlns:a16="http://schemas.microsoft.com/office/drawing/2014/main" id="{80B80F85-0EC6-4A99-A62E-D51C122142FE}"/>
              </a:ext>
            </a:extLst>
          </p:cNvPr>
          <p:cNvSpPr>
            <a:spLocks xmlns:a="http://schemas.openxmlformats.org/drawingml/2006/main" noGrp="1"/>
          </p:cNvSpPr>
          <p:nvPr/>
        </p:nvSpPr>
        <p:spPr>
          <a:xfrm xmlns:a="http://schemas.openxmlformats.org/drawingml/2006/main">
            <a:off x="5048250" y="4718685"/>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9" name="profile-503">
            <a:extLst xmlns:a="http://schemas.openxmlformats.org/drawingml/2006/main">
              <a:ext uri="{FF2B5EF4-FFF2-40B4-BE49-F238E27FC236}">
                <a16:creationId xmlns:a16="http://schemas.microsoft.com/office/drawing/2014/main" id="{8E1C52D1-F79A-4FA6-87A7-3885ECEA46E9}"/>
              </a:ext>
            </a:extLst>
          </p:cNvPr>
          <p:cNvSpPr>
            <a:spLocks xmlns:a="http://schemas.openxmlformats.org/drawingml/2006/main" noGrp="1"/>
          </p:cNvSpPr>
          <p:nvPr/>
        </p:nvSpPr>
        <p:spPr>
          <a:xfrm xmlns:a="http://schemas.openxmlformats.org/drawingml/2006/main">
            <a:off x="5248275" y="4623435"/>
            <a:ext cx="654367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Ceiling repair and restoration within scope</a:t>
            </a:r>
          </a:p>
        </p:txBody>
      </p:sp>
      <p:sp>
        <p:nvSpPr>
          <p:cNvPr id="30" name="profile-504">
            <a:extLst xmlns:a="http://schemas.openxmlformats.org/drawingml/2006/main">
              <a:ext uri="{FF2B5EF4-FFF2-40B4-BE49-F238E27FC236}">
                <a16:creationId xmlns:a16="http://schemas.microsoft.com/office/drawing/2014/main" id="{4F3058EA-3BBF-4E5F-A7F6-794AA3709D51}"/>
              </a:ext>
            </a:extLst>
          </p:cNvPr>
          <p:cNvSpPr>
            <a:spLocks xmlns:a="http://schemas.openxmlformats.org/drawingml/2006/main" noGrp="1"/>
          </p:cNvSpPr>
          <p:nvPr/>
        </p:nvSpPr>
        <p:spPr>
          <a:xfrm xmlns:a="http://schemas.openxmlformats.org/drawingml/2006/main">
            <a:off x="5048250" y="5065395"/>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1" name="profile-505">
            <a:extLst xmlns:a="http://schemas.openxmlformats.org/drawingml/2006/main">
              <a:ext uri="{FF2B5EF4-FFF2-40B4-BE49-F238E27FC236}">
                <a16:creationId xmlns:a16="http://schemas.microsoft.com/office/drawing/2014/main" id="{A3819EBC-7481-42F9-8ACD-D2752116EA6F}"/>
              </a:ext>
            </a:extLst>
          </p:cNvPr>
          <p:cNvSpPr>
            <a:spLocks xmlns:a="http://schemas.openxmlformats.org/drawingml/2006/main" noGrp="1"/>
          </p:cNvSpPr>
          <p:nvPr/>
        </p:nvSpPr>
        <p:spPr>
          <a:xfrm xmlns:a="http://schemas.openxmlformats.org/drawingml/2006/main">
            <a:off x="5248275" y="4970145"/>
            <a:ext cx="654367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Water-leak investigation and proposed corrective work</a:t>
            </a:r>
          </a:p>
        </p:txBody>
      </p:sp>
      <p:sp>
        <p:nvSpPr>
          <p:cNvPr id="32" name="profile-506">
            <a:extLst xmlns:a="http://schemas.openxmlformats.org/drawingml/2006/main">
              <a:ext uri="{FF2B5EF4-FFF2-40B4-BE49-F238E27FC236}">
                <a16:creationId xmlns:a16="http://schemas.microsoft.com/office/drawing/2014/main" id="{39F11EA3-2A22-43B4-8532-87A44851F601}"/>
              </a:ext>
            </a:extLst>
          </p:cNvPr>
          <p:cNvSpPr>
            <a:spLocks xmlns:a="http://schemas.openxmlformats.org/drawingml/2006/main" noGrp="1"/>
          </p:cNvSpPr>
          <p:nvPr/>
        </p:nvSpPr>
        <p:spPr>
          <a:xfrm xmlns:a="http://schemas.openxmlformats.org/drawingml/2006/main">
            <a:off x="5048250" y="5412105"/>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3" name="profile-507">
            <a:extLst xmlns:a="http://schemas.openxmlformats.org/drawingml/2006/main">
              <a:ext uri="{FF2B5EF4-FFF2-40B4-BE49-F238E27FC236}">
                <a16:creationId xmlns:a16="http://schemas.microsoft.com/office/drawing/2014/main" id="{7D01318A-67E1-41CA-81DE-EF15BF7DE526}"/>
              </a:ext>
            </a:extLst>
          </p:cNvPr>
          <p:cNvSpPr>
            <a:spLocks xmlns:a="http://schemas.openxmlformats.org/drawingml/2006/main" noGrp="1"/>
          </p:cNvSpPr>
          <p:nvPr/>
        </p:nvSpPr>
        <p:spPr>
          <a:xfrm xmlns:a="http://schemas.openxmlformats.org/drawingml/2006/main">
            <a:off x="5248275" y="5316855"/>
            <a:ext cx="654367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Renovation coordination and agreed finish review</a:t>
            </a:r>
          </a:p>
        </p:txBody>
      </p:sp>
      <p:sp>
        <p:nvSpPr>
          <p:cNvPr id="34" name="profile-508">
            <a:extLst xmlns:a="http://schemas.openxmlformats.org/drawingml/2006/main">
              <a:ext uri="{FF2B5EF4-FFF2-40B4-BE49-F238E27FC236}">
                <a16:creationId xmlns:a16="http://schemas.microsoft.com/office/drawing/2014/main" id="{BE7F8A6C-8CB1-47E9-BC45-B966192D4B52}"/>
              </a:ext>
            </a:extLst>
          </p:cNvPr>
          <p:cNvSpPr>
            <a:spLocks xmlns:a="http://schemas.openxmlformats.org/drawingml/2006/main" noGrp="1"/>
          </p:cNvSpPr>
          <p:nvPr/>
        </p:nvSpPr>
        <p:spPr>
          <a:xfrm xmlns:a="http://schemas.openxmlformats.org/drawingml/2006/main">
            <a:off x="5048250" y="5581650"/>
            <a:ext cx="6743700" cy="514350"/>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35" name="profile-509">
            <a:extLst xmlns:a="http://schemas.openxmlformats.org/drawingml/2006/main">
              <a:ext uri="{FF2B5EF4-FFF2-40B4-BE49-F238E27FC236}">
                <a16:creationId xmlns:a16="http://schemas.microsoft.com/office/drawing/2014/main" id="{E76E5FE0-BA2A-42DE-A2A5-66345D6A8DCB}"/>
              </a:ext>
            </a:extLst>
          </p:cNvPr>
          <p:cNvSpPr>
            <a:spLocks xmlns:a="http://schemas.openxmlformats.org/drawingml/2006/main" noGrp="1"/>
          </p:cNvSpPr>
          <p:nvPr/>
        </p:nvSpPr>
        <p:spPr>
          <a:xfrm xmlns:a="http://schemas.openxmlformats.org/drawingml/2006/main">
            <a:off x="5200650" y="5657850"/>
            <a:ext cx="6429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Coordinate related repairs, access, schedules and turnover in one scope.</a:t>
            </a:r>
          </a:p>
        </p:txBody>
      </p:sp>
    </p:spTree>
    <p:extLst>
      <p:ext uri="{BB962C8B-B14F-4D97-AF65-F5344CB8AC3E}">
        <p14:creationId xmlns:p14="http://schemas.microsoft.com/office/powerpoint/2010/main" val="24673182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profile-510">
            <a:extLst xmlns:a="http://schemas.openxmlformats.org/drawingml/2006/main">
              <a:ext uri="{FF2B5EF4-FFF2-40B4-BE49-F238E27FC236}">
                <a16:creationId xmlns:a16="http://schemas.microsoft.com/office/drawing/2014/main" id="{209CED4A-250A-466D-BB10-DF28BF18F9A8}"/>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511">
            <a:extLst xmlns:a="http://schemas.openxmlformats.org/drawingml/2006/main">
              <a:ext uri="{FF2B5EF4-FFF2-40B4-BE49-F238E27FC236}">
                <a16:creationId xmlns:a16="http://schemas.microsoft.com/office/drawing/2014/main" id="{438DB5C0-90F8-445E-8C55-62AD51899374}"/>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1AC0DDEC-5A84-4F60-A602-F9FA462F26CB}"/>
              </a:ext>
            </a:extLst>
          </p:cNvPr>
          <p:cNvPicPr>
            <a:picLocks xmlns:a="http://schemas.openxmlformats.org/drawingml/2006/main" noChangeAspect="1"/>
          </p:cNvPicPr>
          <p:nvPr/>
        </p:nvPicPr>
        <p:blipFill>
          <a:blip xmlns:r="http://schemas.openxmlformats.org/officeDocument/2006/relationships" xmlns:a="http://schemas.openxmlformats.org/drawingml/2006/main" r:embed="R262eecd5ccd14a69"/>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512">
            <a:extLst xmlns:a="http://schemas.openxmlformats.org/drawingml/2006/main">
              <a:ext uri="{FF2B5EF4-FFF2-40B4-BE49-F238E27FC236}">
                <a16:creationId xmlns:a16="http://schemas.microsoft.com/office/drawing/2014/main" id="{48C98114-4A10-4544-9A84-02D6469E9E85}"/>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513">
            <a:extLst xmlns:a="http://schemas.openxmlformats.org/drawingml/2006/main">
              <a:ext uri="{FF2B5EF4-FFF2-40B4-BE49-F238E27FC236}">
                <a16:creationId xmlns:a16="http://schemas.microsoft.com/office/drawing/2014/main" id="{F3707D2E-CFF9-4EBF-A26E-92B0CE73282B}"/>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and Pest Management Services OPC</a:t>
            </a:r>
          </a:p>
        </p:txBody>
      </p:sp>
      <p:sp>
        <p:nvSpPr>
          <p:cNvPr id="6" name="profile-514">
            <a:extLst xmlns:a="http://schemas.openxmlformats.org/drawingml/2006/main">
              <a:ext uri="{FF2B5EF4-FFF2-40B4-BE49-F238E27FC236}">
                <a16:creationId xmlns:a16="http://schemas.microsoft.com/office/drawing/2014/main" id="{57D94AAE-7000-4176-B5E9-3F77FFF7C1AA}"/>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Globe 0917 671 6383   |   Smart 0939 245 6217</a:t>
            </a:r>
          </a:p>
        </p:txBody>
      </p:sp>
      <p:sp>
        <p:nvSpPr>
          <p:cNvPr id="7" name="profile-515">
            <a:extLst xmlns:a="http://schemas.openxmlformats.org/drawingml/2006/main">
              <a:ext uri="{FF2B5EF4-FFF2-40B4-BE49-F238E27FC236}">
                <a16:creationId xmlns:a16="http://schemas.microsoft.com/office/drawing/2014/main" id="{39B80320-C627-4193-9121-BA769146856C}"/>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516">
            <a:extLst xmlns:a="http://schemas.openxmlformats.org/drawingml/2006/main">
              <a:ext uri="{FF2B5EF4-FFF2-40B4-BE49-F238E27FC236}">
                <a16:creationId xmlns:a16="http://schemas.microsoft.com/office/drawing/2014/main" id="{6B13B0D0-4620-4C2B-92F1-4D2E828B2341}"/>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TO FOLLOW</a:t>
            </a:r>
          </a:p>
        </p:txBody>
      </p:sp>
      <p:sp>
        <p:nvSpPr>
          <p:cNvPr id="9" name="profile-517">
            <a:extLst xmlns:a="http://schemas.openxmlformats.org/drawingml/2006/main">
              <a:ext uri="{FF2B5EF4-FFF2-40B4-BE49-F238E27FC236}">
                <a16:creationId xmlns:a16="http://schemas.microsoft.com/office/drawing/2014/main" id="{7C0D399E-7809-4545-AEB3-8FA4BBB47B44}"/>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518">
            <a:extLst xmlns:a="http://schemas.openxmlformats.org/drawingml/2006/main">
              <a:ext uri="{FF2B5EF4-FFF2-40B4-BE49-F238E27FC236}">
                <a16:creationId xmlns:a16="http://schemas.microsoft.com/office/drawing/2014/main" id="{29E97DDF-506B-48F0-AD28-83558D7C0132}"/>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519">
            <a:extLst xmlns:a="http://schemas.openxmlformats.org/drawingml/2006/main">
              <a:ext uri="{FF2B5EF4-FFF2-40B4-BE49-F238E27FC236}">
                <a16:creationId xmlns:a16="http://schemas.microsoft.com/office/drawing/2014/main" id="{AF856C55-D6C2-47B4-92CD-4FB02D7402DD}"/>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520">
            <a:extLst xmlns:a="http://schemas.openxmlformats.org/drawingml/2006/main">
              <a:ext uri="{FF2B5EF4-FFF2-40B4-BE49-F238E27FC236}">
                <a16:creationId xmlns:a16="http://schemas.microsoft.com/office/drawing/2014/main" id="{72DBF8E7-D287-45C7-A279-56A364CCCFF5}"/>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521">
            <a:extLst xmlns:a="http://schemas.openxmlformats.org/drawingml/2006/main">
              <a:ext uri="{FF2B5EF4-FFF2-40B4-BE49-F238E27FC236}">
                <a16:creationId xmlns:a16="http://schemas.microsoft.com/office/drawing/2014/main" id="{731132EB-6AA1-4789-9C52-A2916603C6A2}"/>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522">
            <a:extLst xmlns:a="http://schemas.openxmlformats.org/drawingml/2006/main">
              <a:ext uri="{FF2B5EF4-FFF2-40B4-BE49-F238E27FC236}">
                <a16:creationId xmlns:a16="http://schemas.microsoft.com/office/drawing/2014/main" id="{7C2FAA9D-93B8-45F0-A82E-238987EEF5A2}"/>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523">
            <a:extLst xmlns:a="http://schemas.openxmlformats.org/drawingml/2006/main">
              <a:ext uri="{FF2B5EF4-FFF2-40B4-BE49-F238E27FC236}">
                <a16:creationId xmlns:a16="http://schemas.microsoft.com/office/drawing/2014/main" id="{39E3467D-2142-42C5-961E-68E8C5DCAD88}"/>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17</a:t>
            </a:r>
          </a:p>
        </p:txBody>
      </p:sp>
      <p:sp>
        <p:nvSpPr>
          <p:cNvPr id="16" name="profile-524">
            <a:extLst xmlns:a="http://schemas.openxmlformats.org/drawingml/2006/main">
              <a:ext uri="{FF2B5EF4-FFF2-40B4-BE49-F238E27FC236}">
                <a16:creationId xmlns:a16="http://schemas.microsoft.com/office/drawing/2014/main" id="{B684B69F-8811-4F8D-8A3E-7F52138A47A6}"/>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Air-Conditioning Cleaning</a:t>
            </a:r>
          </a:p>
        </p:txBody>
      </p:sp>
      <p:sp>
        <p:nvSpPr>
          <p:cNvPr id="17" name="profile-525">
            <a:extLst xmlns:a="http://schemas.openxmlformats.org/drawingml/2006/main">
              <a:ext uri="{FF2B5EF4-FFF2-40B4-BE49-F238E27FC236}">
                <a16:creationId xmlns:a16="http://schemas.microsoft.com/office/drawing/2014/main" id="{C93D39B3-6C98-45CC-957E-7972D5740E17}"/>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526">
            <a:extLst xmlns:a="http://schemas.openxmlformats.org/drawingml/2006/main">
              <a:ext uri="{FF2B5EF4-FFF2-40B4-BE49-F238E27FC236}">
                <a16:creationId xmlns:a16="http://schemas.microsoft.com/office/drawing/2014/main" id="{4CBC2894-5214-4131-A1F9-FB97F1FDC9F3}"/>
              </a:ext>
            </a:extLst>
          </p:cNvPr>
          <p:cNvSpPr>
            <a:spLocks xmlns:a="http://schemas.openxmlformats.org/drawingml/2006/main" noGrp="1"/>
          </p:cNvSpPr>
          <p:nvPr/>
        </p:nvSpPr>
        <p:spPr>
          <a:xfrm xmlns:a="http://schemas.openxmlformats.org/drawingml/2006/main">
            <a:off x="400050" y="2238375"/>
            <a:ext cx="62198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0E2C5E"/>
                </a:solidFill>
                <a:latin typeface="Segoe UI"/>
                <a:ea typeface="Segoe UI"/>
                <a:cs typeface="Segoe UI"/>
              </a:defRPr>
            </a:defPPr>
          </a:lstStyle>
          <a:p xmlns:a="http://schemas.openxmlformats.org/drawingml/2006/main">
            <a:pPr algn="l">
              <a:defRPr sz="1950" b="1">
                <a:solidFill>
                  <a:srgbClr val="0E2C5E"/>
                </a:solidFill>
                <a:latin typeface="Segoe UI"/>
                <a:ea typeface="Segoe UI"/>
                <a:cs typeface="Segoe UI"/>
              </a:defRPr>
            </a:pPr>
            <a:r>
              <a:rPr sz="1950" b="1">
                <a:solidFill>
                  <a:srgbClr val="0E2C5E"/>
                </a:solidFill>
                <a:latin typeface="Segoe UI"/>
                <a:ea typeface="Segoe UI"/>
                <a:cs typeface="Segoe UI"/>
              </a:rPr>
              <a:t>Include your air-conditioning units in your property</a:t>
            </a:r>
          </a:p>
        </p:txBody>
      </p:sp>
      <p:sp>
        <p:nvSpPr>
          <p:cNvPr id="19" name="profile-527">
            <a:extLst xmlns:a="http://schemas.openxmlformats.org/drawingml/2006/main">
              <a:ext uri="{FF2B5EF4-FFF2-40B4-BE49-F238E27FC236}">
                <a16:creationId xmlns:a16="http://schemas.microsoft.com/office/drawing/2014/main" id="{DA69A3CF-00FF-45F8-A4D6-D23A4F900E44}"/>
              </a:ext>
            </a:extLst>
          </p:cNvPr>
          <p:cNvSpPr>
            <a:spLocks xmlns:a="http://schemas.openxmlformats.org/drawingml/2006/main" noGrp="1"/>
          </p:cNvSpPr>
          <p:nvPr/>
        </p:nvSpPr>
        <p:spPr>
          <a:xfrm xmlns:a="http://schemas.openxmlformats.org/drawingml/2006/main">
            <a:off x="400050" y="2562225"/>
            <a:ext cx="62198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0E2C5E"/>
                </a:solidFill>
                <a:latin typeface="Segoe UI"/>
                <a:ea typeface="Segoe UI"/>
                <a:cs typeface="Segoe UI"/>
              </a:defRPr>
            </a:defPPr>
          </a:lstStyle>
          <a:p xmlns:a="http://schemas.openxmlformats.org/drawingml/2006/main">
            <a:pPr algn="l">
              <a:defRPr sz="1950" b="1">
                <a:solidFill>
                  <a:srgbClr val="0E2C5E"/>
                </a:solidFill>
                <a:latin typeface="Segoe UI"/>
                <a:ea typeface="Segoe UI"/>
                <a:cs typeface="Segoe UI"/>
              </a:defRPr>
            </a:pPr>
            <a:r>
              <a:rPr sz="1950" b="1">
                <a:solidFill>
                  <a:srgbClr val="0E2C5E"/>
                </a:solidFill>
                <a:latin typeface="Segoe UI"/>
                <a:ea typeface="Segoe UI"/>
                <a:cs typeface="Segoe UI"/>
              </a:rPr>
              <a:t>maintenance plan.</a:t>
            </a:r>
          </a:p>
        </p:txBody>
      </p:sp>
      <p:sp>
        <p:nvSpPr>
          <p:cNvPr id="20" name="profile-528">
            <a:extLst xmlns:a="http://schemas.openxmlformats.org/drawingml/2006/main">
              <a:ext uri="{FF2B5EF4-FFF2-40B4-BE49-F238E27FC236}">
                <a16:creationId xmlns:a16="http://schemas.microsoft.com/office/drawing/2014/main" id="{D56A3FC0-64C5-40C7-8055-B87DFD285F57}"/>
              </a:ext>
            </a:extLst>
          </p:cNvPr>
          <p:cNvSpPr>
            <a:spLocks xmlns:a="http://schemas.openxmlformats.org/drawingml/2006/main" noGrp="1"/>
          </p:cNvSpPr>
          <p:nvPr/>
        </p:nvSpPr>
        <p:spPr>
          <a:xfrm xmlns:a="http://schemas.openxmlformats.org/drawingml/2006/main">
            <a:off x="400050" y="3038475"/>
            <a:ext cx="62198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38" b="0">
                <a:solidFill>
                  <a:srgbClr val="102B49"/>
                </a:solidFill>
                <a:latin typeface="Segoe UI"/>
                <a:ea typeface="Segoe UI"/>
                <a:cs typeface="Segoe UI"/>
              </a:defRPr>
            </a:defPPr>
          </a:lstStyle>
          <a:p xmlns:a="http://schemas.openxmlformats.org/drawingml/2006/main">
            <a:pPr algn="l">
              <a:defRPr sz="1538" b="0">
                <a:solidFill>
                  <a:srgbClr val="102B49"/>
                </a:solidFill>
                <a:latin typeface="Segoe UI"/>
                <a:ea typeface="Segoe UI"/>
                <a:cs typeface="Segoe UI"/>
              </a:defRPr>
            </a:pPr>
            <a:r>
              <a:rPr sz="1538" b="0">
                <a:solidFill>
                  <a:srgbClr val="102B49"/>
                </a:solidFill>
                <a:latin typeface="Segoe UI"/>
                <a:ea typeface="Segoe UI"/>
                <a:cs typeface="Segoe UI"/>
              </a:rPr>
              <a:t>Oceanides provides air-conditioning cleaning based on unit type,</a:t>
            </a:r>
          </a:p>
        </p:txBody>
      </p:sp>
      <p:sp>
        <p:nvSpPr>
          <p:cNvPr id="21" name="profile-529">
            <a:extLst xmlns:a="http://schemas.openxmlformats.org/drawingml/2006/main">
              <a:ext uri="{FF2B5EF4-FFF2-40B4-BE49-F238E27FC236}">
                <a16:creationId xmlns:a16="http://schemas.microsoft.com/office/drawing/2014/main" id="{093BF7E0-E5F6-42A1-8CE3-5E334A7314F3}"/>
              </a:ext>
            </a:extLst>
          </p:cNvPr>
          <p:cNvSpPr>
            <a:spLocks xmlns:a="http://schemas.openxmlformats.org/drawingml/2006/main" noGrp="1"/>
          </p:cNvSpPr>
          <p:nvPr/>
        </p:nvSpPr>
        <p:spPr>
          <a:xfrm xmlns:a="http://schemas.openxmlformats.org/drawingml/2006/main">
            <a:off x="400050" y="3295650"/>
            <a:ext cx="62198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38" b="0">
                <a:solidFill>
                  <a:srgbClr val="102B49"/>
                </a:solidFill>
                <a:latin typeface="Segoe UI"/>
                <a:ea typeface="Segoe UI"/>
                <a:cs typeface="Segoe UI"/>
              </a:defRPr>
            </a:defPPr>
          </a:lstStyle>
          <a:p xmlns:a="http://schemas.openxmlformats.org/drawingml/2006/main">
            <a:pPr algn="l">
              <a:defRPr sz="1538" b="0">
                <a:solidFill>
                  <a:srgbClr val="102B49"/>
                </a:solidFill>
                <a:latin typeface="Segoe UI"/>
                <a:ea typeface="Segoe UI"/>
                <a:cs typeface="Segoe UI"/>
              </a:defRPr>
            </a:pPr>
            <a:r>
              <a:rPr sz="1538" b="0">
                <a:solidFill>
                  <a:srgbClr val="102B49"/>
                </a:solidFill>
                <a:latin typeface="Segoe UI"/>
                <a:ea typeface="Segoe UI"/>
                <a:cs typeface="Segoe UI"/>
              </a:rPr>
              <a:t>access, and condition. Cleaning findings that require repair or further</a:t>
            </a:r>
          </a:p>
        </p:txBody>
      </p:sp>
      <p:sp>
        <p:nvSpPr>
          <p:cNvPr id="22" name="profile-530">
            <a:extLst xmlns:a="http://schemas.openxmlformats.org/drawingml/2006/main">
              <a:ext uri="{FF2B5EF4-FFF2-40B4-BE49-F238E27FC236}">
                <a16:creationId xmlns:a16="http://schemas.microsoft.com/office/drawing/2014/main" id="{526E7743-7EF5-4586-85B3-21B77D3B3049}"/>
              </a:ext>
            </a:extLst>
          </p:cNvPr>
          <p:cNvSpPr>
            <a:spLocks xmlns:a="http://schemas.openxmlformats.org/drawingml/2006/main" noGrp="1"/>
          </p:cNvSpPr>
          <p:nvPr/>
        </p:nvSpPr>
        <p:spPr>
          <a:xfrm xmlns:a="http://schemas.openxmlformats.org/drawingml/2006/main">
            <a:off x="400050" y="3552825"/>
            <a:ext cx="62198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38" b="0">
                <a:solidFill>
                  <a:srgbClr val="102B49"/>
                </a:solidFill>
                <a:latin typeface="Segoe UI"/>
                <a:ea typeface="Segoe UI"/>
                <a:cs typeface="Segoe UI"/>
              </a:defRPr>
            </a:defPPr>
          </a:lstStyle>
          <a:p xmlns:a="http://schemas.openxmlformats.org/drawingml/2006/main">
            <a:pPr algn="l">
              <a:defRPr sz="1538" b="0">
                <a:solidFill>
                  <a:srgbClr val="102B49"/>
                </a:solidFill>
                <a:latin typeface="Segoe UI"/>
                <a:ea typeface="Segoe UI"/>
                <a:cs typeface="Segoe UI"/>
              </a:defRPr>
            </a:pPr>
            <a:r>
              <a:rPr sz="1538" b="0">
                <a:solidFill>
                  <a:srgbClr val="102B49"/>
                </a:solidFill>
                <a:latin typeface="Segoe UI"/>
                <a:ea typeface="Segoe UI"/>
                <a:cs typeface="Segoe UI"/>
              </a:rPr>
              <a:t>technical work are discussed separately with the client.</a:t>
            </a:r>
          </a:p>
        </p:txBody>
      </p:sp>
      <p:sp>
        <p:nvSpPr>
          <p:cNvPr id="23" name="profile-531">
            <a:extLst xmlns:a="http://schemas.openxmlformats.org/drawingml/2006/main">
              <a:ext uri="{FF2B5EF4-FFF2-40B4-BE49-F238E27FC236}">
                <a16:creationId xmlns:a16="http://schemas.microsoft.com/office/drawing/2014/main" id="{05ACC344-52EC-46BD-AA54-FD69E80E120C}"/>
              </a:ext>
            </a:extLst>
          </p:cNvPr>
          <p:cNvSpPr>
            <a:spLocks xmlns:a="http://schemas.openxmlformats.org/drawingml/2006/main" noGrp="1"/>
          </p:cNvSpPr>
          <p:nvPr/>
        </p:nvSpPr>
        <p:spPr>
          <a:xfrm xmlns:a="http://schemas.openxmlformats.org/drawingml/2006/main">
            <a:off x="400050" y="4057650"/>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4" name="profile-532">
            <a:extLst xmlns:a="http://schemas.openxmlformats.org/drawingml/2006/main">
              <a:ext uri="{FF2B5EF4-FFF2-40B4-BE49-F238E27FC236}">
                <a16:creationId xmlns:a16="http://schemas.microsoft.com/office/drawing/2014/main" id="{87B4EC2B-9F9A-4EB1-86AA-518D6C0E2C98}"/>
              </a:ext>
            </a:extLst>
          </p:cNvPr>
          <p:cNvSpPr>
            <a:spLocks xmlns:a="http://schemas.openxmlformats.org/drawingml/2006/main" noGrp="1"/>
          </p:cNvSpPr>
          <p:nvPr/>
        </p:nvSpPr>
        <p:spPr>
          <a:xfrm xmlns:a="http://schemas.openxmlformats.org/drawingml/2006/main">
            <a:off x="600075" y="3962400"/>
            <a:ext cx="6019800"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Review of unit type and service access</a:t>
            </a:r>
          </a:p>
        </p:txBody>
      </p:sp>
      <p:sp>
        <p:nvSpPr>
          <p:cNvPr id="25" name="profile-533">
            <a:extLst xmlns:a="http://schemas.openxmlformats.org/drawingml/2006/main">
              <a:ext uri="{FF2B5EF4-FFF2-40B4-BE49-F238E27FC236}">
                <a16:creationId xmlns:a16="http://schemas.microsoft.com/office/drawing/2014/main" id="{A0BF7B08-2E3E-43C9-A5A0-C7EE486730C8}"/>
              </a:ext>
            </a:extLst>
          </p:cNvPr>
          <p:cNvSpPr>
            <a:spLocks xmlns:a="http://schemas.openxmlformats.org/drawingml/2006/main" noGrp="1"/>
          </p:cNvSpPr>
          <p:nvPr/>
        </p:nvSpPr>
        <p:spPr>
          <a:xfrm xmlns:a="http://schemas.openxmlformats.org/drawingml/2006/main">
            <a:off x="400050" y="4391787"/>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6" name="profile-534">
            <a:extLst xmlns:a="http://schemas.openxmlformats.org/drawingml/2006/main">
              <a:ext uri="{FF2B5EF4-FFF2-40B4-BE49-F238E27FC236}">
                <a16:creationId xmlns:a16="http://schemas.microsoft.com/office/drawing/2014/main" id="{BCA983D1-E1F9-4392-BE5C-7562B334BA4C}"/>
              </a:ext>
            </a:extLst>
          </p:cNvPr>
          <p:cNvSpPr>
            <a:spLocks xmlns:a="http://schemas.openxmlformats.org/drawingml/2006/main" noGrp="1"/>
          </p:cNvSpPr>
          <p:nvPr/>
        </p:nvSpPr>
        <p:spPr>
          <a:xfrm xmlns:a="http://schemas.openxmlformats.org/drawingml/2006/main">
            <a:off x="600075" y="4296537"/>
            <a:ext cx="6019800"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Cleaning of agreed accessible components</a:t>
            </a:r>
          </a:p>
        </p:txBody>
      </p:sp>
      <p:sp>
        <p:nvSpPr>
          <p:cNvPr id="27" name="profile-535">
            <a:extLst xmlns:a="http://schemas.openxmlformats.org/drawingml/2006/main">
              <a:ext uri="{FF2B5EF4-FFF2-40B4-BE49-F238E27FC236}">
                <a16:creationId xmlns:a16="http://schemas.microsoft.com/office/drawing/2014/main" id="{F84C854B-B655-4C80-B0A6-F6F7935F2331}"/>
              </a:ext>
            </a:extLst>
          </p:cNvPr>
          <p:cNvSpPr>
            <a:spLocks xmlns:a="http://schemas.openxmlformats.org/drawingml/2006/main" noGrp="1"/>
          </p:cNvSpPr>
          <p:nvPr/>
        </p:nvSpPr>
        <p:spPr>
          <a:xfrm xmlns:a="http://schemas.openxmlformats.org/drawingml/2006/main">
            <a:off x="400050" y="4725924"/>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8" name="profile-536">
            <a:extLst xmlns:a="http://schemas.openxmlformats.org/drawingml/2006/main">
              <a:ext uri="{FF2B5EF4-FFF2-40B4-BE49-F238E27FC236}">
                <a16:creationId xmlns:a16="http://schemas.microsoft.com/office/drawing/2014/main" id="{AFA0C981-48C0-4478-800D-64592521B694}"/>
              </a:ext>
            </a:extLst>
          </p:cNvPr>
          <p:cNvSpPr>
            <a:spLocks xmlns:a="http://schemas.openxmlformats.org/drawingml/2006/main" noGrp="1"/>
          </p:cNvSpPr>
          <p:nvPr/>
        </p:nvSpPr>
        <p:spPr>
          <a:xfrm xmlns:a="http://schemas.openxmlformats.org/drawingml/2006/main">
            <a:off x="600075" y="4630674"/>
            <a:ext cx="6019800"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Drainage and visible-condition observations</a:t>
            </a:r>
          </a:p>
        </p:txBody>
      </p:sp>
      <p:sp>
        <p:nvSpPr>
          <p:cNvPr id="29" name="profile-537">
            <a:extLst xmlns:a="http://schemas.openxmlformats.org/drawingml/2006/main">
              <a:ext uri="{FF2B5EF4-FFF2-40B4-BE49-F238E27FC236}">
                <a16:creationId xmlns:a16="http://schemas.microsoft.com/office/drawing/2014/main" id="{FB004D40-C043-4E77-A8CC-62D999F72FDC}"/>
              </a:ext>
            </a:extLst>
          </p:cNvPr>
          <p:cNvSpPr>
            <a:spLocks xmlns:a="http://schemas.openxmlformats.org/drawingml/2006/main" noGrp="1"/>
          </p:cNvSpPr>
          <p:nvPr/>
        </p:nvSpPr>
        <p:spPr>
          <a:xfrm xmlns:a="http://schemas.openxmlformats.org/drawingml/2006/main">
            <a:off x="400050" y="5060061"/>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0" name="profile-538">
            <a:extLst xmlns:a="http://schemas.openxmlformats.org/drawingml/2006/main">
              <a:ext uri="{FF2B5EF4-FFF2-40B4-BE49-F238E27FC236}">
                <a16:creationId xmlns:a16="http://schemas.microsoft.com/office/drawing/2014/main" id="{3357F321-2538-47A2-93A6-3A5BB7A44D43}"/>
              </a:ext>
            </a:extLst>
          </p:cNvPr>
          <p:cNvSpPr>
            <a:spLocks xmlns:a="http://schemas.openxmlformats.org/drawingml/2006/main" noGrp="1"/>
          </p:cNvSpPr>
          <p:nvPr/>
        </p:nvSpPr>
        <p:spPr>
          <a:xfrm xmlns:a="http://schemas.openxmlformats.org/drawingml/2006/main">
            <a:off x="600075" y="4964811"/>
            <a:ext cx="6019800" cy="267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Basic operation check after cleaning</a:t>
            </a:r>
          </a:p>
        </p:txBody>
      </p:sp>
      <p:pic>
        <p:nvPicPr>
          <p:cNvPr id="31" name="">
            <a:extLst xmlns:a="http://schemas.openxmlformats.org/drawingml/2006/main">
              <a:ext uri="{FF2B5EF4-FFF2-40B4-BE49-F238E27FC236}">
                <a16:creationId xmlns:a16="http://schemas.microsoft.com/office/drawing/2014/main" id="{2FA2D621-D56F-4726-94D1-766E76FFABEB}"/>
              </a:ext>
            </a:extLst>
          </p:cNvPr>
          <p:cNvPicPr>
            <a:picLocks xmlns:a="http://schemas.openxmlformats.org/drawingml/2006/main" noChangeAspect="1"/>
          </p:cNvPicPr>
          <p:nvPr/>
        </p:nvPicPr>
        <p:blipFill>
          <a:blip xmlns:r="http://schemas.openxmlformats.org/officeDocument/2006/relationships" xmlns:a="http://schemas.openxmlformats.org/drawingml/2006/main" r:embed="Rbfacfd342cba4e4c"/>
          <a:srcRect xmlns:a="http://schemas.openxmlformats.org/drawingml/2006/main" l="0" t="38" r="0" b="38"/>
          <a:stretch xmlns:a="http://schemas.openxmlformats.org/drawingml/2006/main">
            <a:fillRect l="0" t="0" r="0" b="0"/>
          </a:stretch>
        </p:blipFill>
        <p:spPr>
          <a:xfrm xmlns:a="http://schemas.openxmlformats.org/drawingml/2006/main">
            <a:off x="7124700" y="2266950"/>
            <a:ext cx="4667250" cy="2781300"/>
          </a:xfrm>
          <a:prstGeom xmlns:a="http://schemas.openxmlformats.org/drawingml/2006/main" prst="rect">
            <a:avLst/>
          </a:prstGeom>
        </p:spPr>
      </p:pic>
      <p:sp>
        <p:nvSpPr>
          <p:cNvPr id="32" name="profile-539">
            <a:extLst xmlns:a="http://schemas.openxmlformats.org/drawingml/2006/main">
              <a:ext uri="{FF2B5EF4-FFF2-40B4-BE49-F238E27FC236}">
                <a16:creationId xmlns:a16="http://schemas.microsoft.com/office/drawing/2014/main" id="{D58BBE3D-44AF-465C-AB2D-00404FAA6666}"/>
              </a:ext>
            </a:extLst>
          </p:cNvPr>
          <p:cNvSpPr>
            <a:spLocks xmlns:a="http://schemas.openxmlformats.org/drawingml/2006/main" noGrp="1"/>
          </p:cNvSpPr>
          <p:nvPr/>
        </p:nvSpPr>
        <p:spPr>
          <a:xfrm xmlns:a="http://schemas.openxmlformats.org/drawingml/2006/main">
            <a:off x="7124700" y="5124450"/>
            <a:ext cx="4667250" cy="177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a:solidFill>
                  <a:srgbClr val="456079"/>
                </a:solidFill>
                <a:latin typeface="Segoe UI"/>
                <a:ea typeface="Segoe UI"/>
                <a:cs typeface="Segoe UI"/>
              </a:defRPr>
            </a:defPPr>
          </a:lstStyle>
          <a:p xmlns:a="http://schemas.openxmlformats.org/drawingml/2006/main">
            <a:pPr algn="l">
              <a:defRPr sz="900" b="0">
                <a:solidFill>
                  <a:srgbClr val="456079"/>
                </a:solidFill>
                <a:latin typeface="Segoe UI"/>
                <a:ea typeface="Segoe UI"/>
                <a:cs typeface="Segoe UI"/>
              </a:defRPr>
            </a:pPr>
            <a:r>
              <a:rPr sz="900" b="0">
                <a:solidFill>
                  <a:srgbClr val="456079"/>
                </a:solidFill>
                <a:latin typeface="Segoe UI"/>
                <a:ea typeface="Segoe UI"/>
                <a:cs typeface="Segoe UI"/>
              </a:rPr>
              <a:t>Stock air-conditioning maintenance photo; not an Oceanides project</a:t>
            </a:r>
          </a:p>
        </p:txBody>
      </p:sp>
      <p:sp>
        <p:nvSpPr>
          <p:cNvPr id="33" name="profile-540">
            <a:extLst xmlns:a="http://schemas.openxmlformats.org/drawingml/2006/main">
              <a:ext uri="{FF2B5EF4-FFF2-40B4-BE49-F238E27FC236}">
                <a16:creationId xmlns:a16="http://schemas.microsoft.com/office/drawing/2014/main" id="{9FAD2DC9-8401-4F56-B23C-815160FD73B7}"/>
              </a:ext>
            </a:extLst>
          </p:cNvPr>
          <p:cNvSpPr>
            <a:spLocks xmlns:a="http://schemas.openxmlformats.org/drawingml/2006/main" noGrp="1"/>
          </p:cNvSpPr>
          <p:nvPr/>
        </p:nvSpPr>
        <p:spPr>
          <a:xfrm xmlns:a="http://schemas.openxmlformats.org/drawingml/2006/main">
            <a:off x="7124700" y="5495925"/>
            <a:ext cx="4667250" cy="6000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34" name="profile-541">
            <a:extLst xmlns:a="http://schemas.openxmlformats.org/drawingml/2006/main">
              <a:ext uri="{FF2B5EF4-FFF2-40B4-BE49-F238E27FC236}">
                <a16:creationId xmlns:a16="http://schemas.microsoft.com/office/drawing/2014/main" id="{E873F8B1-454B-4251-8E57-520E894970AD}"/>
              </a:ext>
            </a:extLst>
          </p:cNvPr>
          <p:cNvSpPr>
            <a:spLocks xmlns:a="http://schemas.openxmlformats.org/drawingml/2006/main" noGrp="1"/>
          </p:cNvSpPr>
          <p:nvPr/>
        </p:nvSpPr>
        <p:spPr>
          <a:xfrm xmlns:a="http://schemas.openxmlformats.org/drawingml/2006/main">
            <a:off x="7267575" y="5600700"/>
            <a:ext cx="438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Plan unit upkeep and identify issues that need</a:t>
            </a:r>
          </a:p>
        </p:txBody>
      </p:sp>
      <p:sp>
        <p:nvSpPr>
          <p:cNvPr id="35" name="profile-542">
            <a:extLst xmlns:a="http://schemas.openxmlformats.org/drawingml/2006/main">
              <a:ext uri="{FF2B5EF4-FFF2-40B4-BE49-F238E27FC236}">
                <a16:creationId xmlns:a16="http://schemas.microsoft.com/office/drawing/2014/main" id="{97E7C09B-13F8-45DE-9CA6-73F120CF5F1D}"/>
              </a:ext>
            </a:extLst>
          </p:cNvPr>
          <p:cNvSpPr>
            <a:spLocks xmlns:a="http://schemas.openxmlformats.org/drawingml/2006/main" noGrp="1"/>
          </p:cNvSpPr>
          <p:nvPr/>
        </p:nvSpPr>
        <p:spPr>
          <a:xfrm xmlns:a="http://schemas.openxmlformats.org/drawingml/2006/main">
            <a:off x="7267575" y="5829300"/>
            <a:ext cx="438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0E2C5E"/>
                </a:solidFill>
                <a:latin typeface="Segoe UI"/>
                <a:ea typeface="Segoe UI"/>
                <a:cs typeface="Segoe UI"/>
              </a:defRPr>
            </a:defPPr>
          </a:lstStyle>
          <a:p xmlns:a="http://schemas.openxmlformats.org/drawingml/2006/main">
            <a:pPr algn="l">
              <a:defRPr sz="1350" b="1">
                <a:solidFill>
                  <a:srgbClr val="0E2C5E"/>
                </a:solidFill>
                <a:latin typeface="Segoe UI"/>
                <a:ea typeface="Segoe UI"/>
                <a:cs typeface="Segoe UI"/>
              </a:defRPr>
            </a:pPr>
            <a:r>
              <a:rPr sz="1350" b="1">
                <a:solidFill>
                  <a:srgbClr val="0E2C5E"/>
                </a:solidFill>
                <a:latin typeface="Segoe UI"/>
                <a:ea typeface="Segoe UI"/>
                <a:cs typeface="Segoe UI"/>
              </a:rPr>
              <a:t>technical attention.</a:t>
            </a:r>
          </a:p>
        </p:txBody>
      </p:sp>
    </p:spTree>
    <p:extLst>
      <p:ext uri="{BB962C8B-B14F-4D97-AF65-F5344CB8AC3E}">
        <p14:creationId xmlns:p14="http://schemas.microsoft.com/office/powerpoint/2010/main" val="83568763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profile-543">
            <a:extLst xmlns:a="http://schemas.openxmlformats.org/drawingml/2006/main">
              <a:ext uri="{FF2B5EF4-FFF2-40B4-BE49-F238E27FC236}">
                <a16:creationId xmlns:a16="http://schemas.microsoft.com/office/drawing/2014/main" id="{B6D44314-3C90-44E2-815B-CB885B69F491}"/>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544">
            <a:extLst xmlns:a="http://schemas.openxmlformats.org/drawingml/2006/main">
              <a:ext uri="{FF2B5EF4-FFF2-40B4-BE49-F238E27FC236}">
                <a16:creationId xmlns:a16="http://schemas.microsoft.com/office/drawing/2014/main" id="{7EEADC6A-D222-4732-A349-8D7115AA6EA1}"/>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A1370807-1216-49BD-BCFD-07D6E6E89424}"/>
              </a:ext>
            </a:extLst>
          </p:cNvPr>
          <p:cNvPicPr>
            <a:picLocks xmlns:a="http://schemas.openxmlformats.org/drawingml/2006/main" noChangeAspect="1"/>
          </p:cNvPicPr>
          <p:nvPr/>
        </p:nvPicPr>
        <p:blipFill>
          <a:blip xmlns:r="http://schemas.openxmlformats.org/officeDocument/2006/relationships" xmlns:a="http://schemas.openxmlformats.org/drawingml/2006/main" r:embed="R26eb1b96bc7a4d16"/>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545">
            <a:extLst xmlns:a="http://schemas.openxmlformats.org/drawingml/2006/main">
              <a:ext uri="{FF2B5EF4-FFF2-40B4-BE49-F238E27FC236}">
                <a16:creationId xmlns:a16="http://schemas.microsoft.com/office/drawing/2014/main" id="{0F141F59-4C8E-42F9-A895-2F8E0916140F}"/>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546">
            <a:extLst xmlns:a="http://schemas.openxmlformats.org/drawingml/2006/main">
              <a:ext uri="{FF2B5EF4-FFF2-40B4-BE49-F238E27FC236}">
                <a16:creationId xmlns:a16="http://schemas.microsoft.com/office/drawing/2014/main" id="{E3A9DD1F-4ED7-4D76-BCFE-5F6DC899BFD0}"/>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and Pest Management Services OPC</a:t>
            </a:r>
          </a:p>
        </p:txBody>
      </p:sp>
      <p:sp>
        <p:nvSpPr>
          <p:cNvPr id="6" name="profile-547">
            <a:extLst xmlns:a="http://schemas.openxmlformats.org/drawingml/2006/main">
              <a:ext uri="{FF2B5EF4-FFF2-40B4-BE49-F238E27FC236}">
                <a16:creationId xmlns:a16="http://schemas.microsoft.com/office/drawing/2014/main" id="{FFD88337-2135-4567-A136-6EA29FB1589C}"/>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Globe 0917 671 6383   |   Smart 0939 245 6217</a:t>
            </a:r>
          </a:p>
        </p:txBody>
      </p:sp>
      <p:sp>
        <p:nvSpPr>
          <p:cNvPr id="7" name="profile-548">
            <a:extLst xmlns:a="http://schemas.openxmlformats.org/drawingml/2006/main">
              <a:ext uri="{FF2B5EF4-FFF2-40B4-BE49-F238E27FC236}">
                <a16:creationId xmlns:a16="http://schemas.microsoft.com/office/drawing/2014/main" id="{02689906-72A4-492D-BABA-AB7E049F0C27}"/>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549">
            <a:extLst xmlns:a="http://schemas.openxmlformats.org/drawingml/2006/main">
              <a:ext uri="{FF2B5EF4-FFF2-40B4-BE49-F238E27FC236}">
                <a16:creationId xmlns:a16="http://schemas.microsoft.com/office/drawing/2014/main" id="{C09C6D0C-14E8-4E03-98A0-3707179FC8E9}"/>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TO FOLLOW</a:t>
            </a:r>
          </a:p>
        </p:txBody>
      </p:sp>
      <p:sp>
        <p:nvSpPr>
          <p:cNvPr id="9" name="profile-550">
            <a:extLst xmlns:a="http://schemas.openxmlformats.org/drawingml/2006/main">
              <a:ext uri="{FF2B5EF4-FFF2-40B4-BE49-F238E27FC236}">
                <a16:creationId xmlns:a16="http://schemas.microsoft.com/office/drawing/2014/main" id="{301624E8-8850-4D4E-BCA1-3F1F5FE889CD}"/>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551">
            <a:extLst xmlns:a="http://schemas.openxmlformats.org/drawingml/2006/main">
              <a:ext uri="{FF2B5EF4-FFF2-40B4-BE49-F238E27FC236}">
                <a16:creationId xmlns:a16="http://schemas.microsoft.com/office/drawing/2014/main" id="{1609A6C4-CB11-4210-804C-4B99EA50AFA7}"/>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552">
            <a:extLst xmlns:a="http://schemas.openxmlformats.org/drawingml/2006/main">
              <a:ext uri="{FF2B5EF4-FFF2-40B4-BE49-F238E27FC236}">
                <a16:creationId xmlns:a16="http://schemas.microsoft.com/office/drawing/2014/main" id="{E5E4832D-3F03-426C-A8AB-7668DC0459E9}"/>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553">
            <a:extLst xmlns:a="http://schemas.openxmlformats.org/drawingml/2006/main">
              <a:ext uri="{FF2B5EF4-FFF2-40B4-BE49-F238E27FC236}">
                <a16:creationId xmlns:a16="http://schemas.microsoft.com/office/drawing/2014/main" id="{487E556F-D398-4596-9C19-1BAD1514E2E6}"/>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554">
            <a:extLst xmlns:a="http://schemas.openxmlformats.org/drawingml/2006/main">
              <a:ext uri="{FF2B5EF4-FFF2-40B4-BE49-F238E27FC236}">
                <a16:creationId xmlns:a16="http://schemas.microsoft.com/office/drawing/2014/main" id="{D5698BC2-C6B5-4B04-A7E7-29F2C546A989}"/>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555">
            <a:extLst xmlns:a="http://schemas.openxmlformats.org/drawingml/2006/main">
              <a:ext uri="{FF2B5EF4-FFF2-40B4-BE49-F238E27FC236}">
                <a16:creationId xmlns:a16="http://schemas.microsoft.com/office/drawing/2014/main" id="{56949EF8-D963-4033-8E64-E1FB82DE9CCE}"/>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556">
            <a:extLst xmlns:a="http://schemas.openxmlformats.org/drawingml/2006/main">
              <a:ext uri="{FF2B5EF4-FFF2-40B4-BE49-F238E27FC236}">
                <a16:creationId xmlns:a16="http://schemas.microsoft.com/office/drawing/2014/main" id="{5D4CC4F7-A0AD-4447-B974-E51B60AF1B79}"/>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18</a:t>
            </a:r>
          </a:p>
        </p:txBody>
      </p:sp>
      <p:sp>
        <p:nvSpPr>
          <p:cNvPr id="16" name="profile-557">
            <a:extLst xmlns:a="http://schemas.openxmlformats.org/drawingml/2006/main">
              <a:ext uri="{FF2B5EF4-FFF2-40B4-BE49-F238E27FC236}">
                <a16:creationId xmlns:a16="http://schemas.microsoft.com/office/drawing/2014/main" id="{BD68A8C1-7010-45A0-B893-8101C7BE6E0D}"/>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Onsite wastewater treatment systems</a:t>
            </a:r>
          </a:p>
        </p:txBody>
      </p:sp>
      <p:sp>
        <p:nvSpPr>
          <p:cNvPr id="17" name="profile-558">
            <a:extLst xmlns:a="http://schemas.openxmlformats.org/drawingml/2006/main">
              <a:ext uri="{FF2B5EF4-FFF2-40B4-BE49-F238E27FC236}">
                <a16:creationId xmlns:a16="http://schemas.microsoft.com/office/drawing/2014/main" id="{636DDFCF-4EFB-400F-8B51-CFC255310704}"/>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559">
            <a:extLst xmlns:a="http://schemas.openxmlformats.org/drawingml/2006/main">
              <a:ext uri="{FF2B5EF4-FFF2-40B4-BE49-F238E27FC236}">
                <a16:creationId xmlns:a16="http://schemas.microsoft.com/office/drawing/2014/main" id="{032C97AA-12EF-4EA9-981B-14D779FD9455}"/>
              </a:ext>
            </a:extLst>
          </p:cNvPr>
          <p:cNvSpPr>
            <a:spLocks xmlns:a="http://schemas.openxmlformats.org/drawingml/2006/main" noGrp="1"/>
          </p:cNvSpPr>
          <p:nvPr/>
        </p:nvSpPr>
        <p:spPr>
          <a:xfrm xmlns:a="http://schemas.openxmlformats.org/drawingml/2006/main">
            <a:off x="400050" y="2238375"/>
            <a:ext cx="112871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75" b="1">
                <a:solidFill>
                  <a:srgbClr val="0E2C5E"/>
                </a:solidFill>
                <a:latin typeface="Segoe UI"/>
                <a:ea typeface="Segoe UI"/>
                <a:cs typeface="Segoe UI"/>
              </a:defRPr>
            </a:defPPr>
          </a:lstStyle>
          <a:p xmlns:a="http://schemas.openxmlformats.org/drawingml/2006/main">
            <a:pPr algn="l">
              <a:defRPr sz="2475" b="1">
                <a:solidFill>
                  <a:srgbClr val="0E2C5E"/>
                </a:solidFill>
                <a:latin typeface="Segoe UI"/>
                <a:ea typeface="Segoe UI"/>
                <a:cs typeface="Segoe UI"/>
              </a:defRPr>
            </a:pPr>
            <a:r>
              <a:rPr sz="2475" b="1">
                <a:solidFill>
                  <a:srgbClr val="0E2C5E"/>
                </a:solidFill>
                <a:latin typeface="Segoe UI"/>
                <a:ea typeface="Segoe UI"/>
                <a:cs typeface="Segoe UI"/>
              </a:rPr>
              <a:t>A treatment system at your property, backed by agreed operating support.</a:t>
            </a:r>
          </a:p>
        </p:txBody>
      </p:sp>
      <p:sp>
        <p:nvSpPr>
          <p:cNvPr id="19" name="profile-560">
            <a:extLst xmlns:a="http://schemas.openxmlformats.org/drawingml/2006/main">
              <a:ext uri="{FF2B5EF4-FFF2-40B4-BE49-F238E27FC236}">
                <a16:creationId xmlns:a16="http://schemas.microsoft.com/office/drawing/2014/main" id="{DEA93C1F-33BB-42E0-9767-D1D60CEC4274}"/>
              </a:ext>
            </a:extLst>
          </p:cNvPr>
          <p:cNvSpPr>
            <a:spLocks xmlns:a="http://schemas.openxmlformats.org/drawingml/2006/main" noGrp="1"/>
          </p:cNvSpPr>
          <p:nvPr/>
        </p:nvSpPr>
        <p:spPr>
          <a:xfrm xmlns:a="http://schemas.openxmlformats.org/drawingml/2006/main">
            <a:off x="400050" y="3181350"/>
            <a:ext cx="11191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102B49"/>
                </a:solidFill>
                <a:latin typeface="Segoe UI"/>
                <a:ea typeface="Segoe UI"/>
                <a:cs typeface="Segoe UI"/>
              </a:defRPr>
            </a:defPPr>
          </a:lstStyle>
          <a:p xmlns:a="http://schemas.openxmlformats.org/drawingml/2006/main">
            <a:pPr algn="l">
              <a:defRPr sz="1875" b="0">
                <a:solidFill>
                  <a:srgbClr val="102B49"/>
                </a:solidFill>
                <a:latin typeface="Segoe UI"/>
                <a:ea typeface="Segoe UI"/>
                <a:cs typeface="Segoe UI"/>
              </a:defRPr>
            </a:pPr>
            <a:r>
              <a:rPr sz="1875" b="0">
                <a:solidFill>
                  <a:srgbClr val="102B49"/>
                </a:solidFill>
                <a:latin typeface="Segoe UI"/>
                <a:ea typeface="Segoe UI"/>
                <a:cs typeface="Segoe UI"/>
              </a:rPr>
              <a:t>Begin with a site assessment to define a suitable treatment approach and a complete operating plan.</a:t>
            </a:r>
          </a:p>
        </p:txBody>
      </p:sp>
      <p:sp>
        <p:nvSpPr>
          <p:cNvPr id="20" name="profile-561">
            <a:extLst xmlns:a="http://schemas.openxmlformats.org/drawingml/2006/main">
              <a:ext uri="{FF2B5EF4-FFF2-40B4-BE49-F238E27FC236}">
                <a16:creationId xmlns:a16="http://schemas.microsoft.com/office/drawing/2014/main" id="{0E74381F-FF99-4FE0-A706-8CF06C2CE932}"/>
              </a:ext>
            </a:extLst>
          </p:cNvPr>
          <p:cNvSpPr>
            <a:spLocks xmlns:a="http://schemas.openxmlformats.org/drawingml/2006/main" noGrp="1"/>
          </p:cNvSpPr>
          <p:nvPr/>
        </p:nvSpPr>
        <p:spPr>
          <a:xfrm xmlns:a="http://schemas.openxmlformats.org/drawingml/2006/main">
            <a:off x="400050" y="4143375"/>
            <a:ext cx="3571875" cy="115252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1" name="profile-562">
            <a:extLst xmlns:a="http://schemas.openxmlformats.org/drawingml/2006/main">
              <a:ext uri="{FF2B5EF4-FFF2-40B4-BE49-F238E27FC236}">
                <a16:creationId xmlns:a16="http://schemas.microsoft.com/office/drawing/2014/main" id="{D989A16F-34B8-45B9-95A4-61EE2D8DC079}"/>
              </a:ext>
            </a:extLst>
          </p:cNvPr>
          <p:cNvSpPr>
            <a:spLocks xmlns:a="http://schemas.openxmlformats.org/drawingml/2006/main" noGrp="1"/>
          </p:cNvSpPr>
          <p:nvPr/>
        </p:nvSpPr>
        <p:spPr>
          <a:xfrm xmlns:a="http://schemas.openxmlformats.org/drawingml/2006/main">
            <a:off x="561975" y="4276725"/>
            <a:ext cx="32575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1">
                <a:solidFill>
                  <a:srgbClr val="0E2C5E"/>
                </a:solidFill>
                <a:latin typeface="Segoe UI"/>
                <a:ea typeface="Segoe UI"/>
                <a:cs typeface="Segoe UI"/>
              </a:defRPr>
            </a:defPPr>
          </a:lstStyle>
          <a:p xmlns:a="http://schemas.openxmlformats.org/drawingml/2006/main">
            <a:pPr algn="l">
              <a:defRPr sz="1800" b="1">
                <a:solidFill>
                  <a:srgbClr val="0E2C5E"/>
                </a:solidFill>
                <a:latin typeface="Segoe UI"/>
                <a:ea typeface="Segoe UI"/>
                <a:cs typeface="Segoe UI"/>
              </a:defRPr>
            </a:pPr>
            <a:r>
              <a:rPr sz="1800" b="1">
                <a:solidFill>
                  <a:srgbClr val="0E2C5E"/>
                </a:solidFill>
                <a:latin typeface="Segoe UI"/>
                <a:ea typeface="Segoe UI"/>
                <a:cs typeface="Segoe UI"/>
              </a:rPr>
              <a:t>Your property</a:t>
            </a:r>
          </a:p>
        </p:txBody>
      </p:sp>
      <p:sp>
        <p:nvSpPr>
          <p:cNvPr id="22" name="profile-563">
            <a:extLst xmlns:a="http://schemas.openxmlformats.org/drawingml/2006/main">
              <a:ext uri="{FF2B5EF4-FFF2-40B4-BE49-F238E27FC236}">
                <a16:creationId xmlns:a16="http://schemas.microsoft.com/office/drawing/2014/main" id="{9B55B361-1A39-4ADE-BFE9-EF925E5930D6}"/>
              </a:ext>
            </a:extLst>
          </p:cNvPr>
          <p:cNvSpPr>
            <a:spLocks xmlns:a="http://schemas.openxmlformats.org/drawingml/2006/main" noGrp="1"/>
          </p:cNvSpPr>
          <p:nvPr/>
        </p:nvSpPr>
        <p:spPr>
          <a:xfrm xmlns:a="http://schemas.openxmlformats.org/drawingml/2006/main">
            <a:off x="561975" y="4695825"/>
            <a:ext cx="3257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Wastewater flows, tanks, space and</a:t>
            </a:r>
          </a:p>
        </p:txBody>
      </p:sp>
      <p:sp>
        <p:nvSpPr>
          <p:cNvPr id="23" name="profile-564">
            <a:extLst xmlns:a="http://schemas.openxmlformats.org/drawingml/2006/main">
              <a:ext uri="{FF2B5EF4-FFF2-40B4-BE49-F238E27FC236}">
                <a16:creationId xmlns:a16="http://schemas.microsoft.com/office/drawing/2014/main" id="{29D309F1-198C-4D79-938D-2F436A6CD16C}"/>
              </a:ext>
            </a:extLst>
          </p:cNvPr>
          <p:cNvSpPr>
            <a:spLocks xmlns:a="http://schemas.openxmlformats.org/drawingml/2006/main" noGrp="1"/>
          </p:cNvSpPr>
          <p:nvPr/>
        </p:nvSpPr>
        <p:spPr>
          <a:xfrm xmlns:a="http://schemas.openxmlformats.org/drawingml/2006/main">
            <a:off x="561975" y="4933950"/>
            <a:ext cx="3257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maintenance records</a:t>
            </a:r>
          </a:p>
        </p:txBody>
      </p:sp>
      <p:sp>
        <p:nvSpPr>
          <p:cNvPr id="24" name="profile-565">
            <a:extLst xmlns:a="http://schemas.openxmlformats.org/drawingml/2006/main">
              <a:ext uri="{FF2B5EF4-FFF2-40B4-BE49-F238E27FC236}">
                <a16:creationId xmlns:a16="http://schemas.microsoft.com/office/drawing/2014/main" id="{58D98536-425E-4A58-A35A-864B68E1883C}"/>
              </a:ext>
            </a:extLst>
          </p:cNvPr>
          <p:cNvSpPr>
            <a:spLocks xmlns:a="http://schemas.openxmlformats.org/drawingml/2006/main" noGrp="1"/>
          </p:cNvSpPr>
          <p:nvPr/>
        </p:nvSpPr>
        <p:spPr>
          <a:xfrm xmlns:a="http://schemas.openxmlformats.org/drawingml/2006/main">
            <a:off x="3971925" y="4657725"/>
            <a:ext cx="3048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5" name="profile-566">
            <a:extLst xmlns:a="http://schemas.openxmlformats.org/drawingml/2006/main">
              <a:ext uri="{FF2B5EF4-FFF2-40B4-BE49-F238E27FC236}">
                <a16:creationId xmlns:a16="http://schemas.microsoft.com/office/drawing/2014/main" id="{918B3750-96FC-4998-9E66-4FB1637CE4CC}"/>
              </a:ext>
            </a:extLst>
          </p:cNvPr>
          <p:cNvSpPr>
            <a:spLocks xmlns:a="http://schemas.openxmlformats.org/drawingml/2006/main" noGrp="1"/>
          </p:cNvSpPr>
          <p:nvPr/>
        </p:nvSpPr>
        <p:spPr>
          <a:xfrm xmlns:a="http://schemas.openxmlformats.org/drawingml/2006/main">
            <a:off x="4276725" y="4143375"/>
            <a:ext cx="3571875" cy="1152525"/>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26" name="profile-567">
            <a:extLst xmlns:a="http://schemas.openxmlformats.org/drawingml/2006/main">
              <a:ext uri="{FF2B5EF4-FFF2-40B4-BE49-F238E27FC236}">
                <a16:creationId xmlns:a16="http://schemas.microsoft.com/office/drawing/2014/main" id="{33D5FA19-783A-4CA3-BE3D-EB208C3C801F}"/>
              </a:ext>
            </a:extLst>
          </p:cNvPr>
          <p:cNvSpPr>
            <a:spLocks xmlns:a="http://schemas.openxmlformats.org/drawingml/2006/main" noGrp="1"/>
          </p:cNvSpPr>
          <p:nvPr/>
        </p:nvSpPr>
        <p:spPr>
          <a:xfrm xmlns:a="http://schemas.openxmlformats.org/drawingml/2006/main">
            <a:off x="4438650" y="4276725"/>
            <a:ext cx="32575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1">
                <a:solidFill>
                  <a:srgbClr val="FFFFFF"/>
                </a:solidFill>
                <a:latin typeface="Segoe UI"/>
                <a:ea typeface="Segoe UI"/>
                <a:cs typeface="Segoe UI"/>
              </a:defRPr>
            </a:defPPr>
          </a:lstStyle>
          <a:p xmlns:a="http://schemas.openxmlformats.org/drawingml/2006/main">
            <a:pPr algn="l">
              <a:defRPr sz="1800" b="1">
                <a:solidFill>
                  <a:srgbClr val="FFFFFF"/>
                </a:solidFill>
                <a:latin typeface="Segoe UI"/>
                <a:ea typeface="Segoe UI"/>
                <a:cs typeface="Segoe UI"/>
              </a:defRPr>
            </a:pPr>
            <a:r>
              <a:rPr sz="1800" b="1">
                <a:solidFill>
                  <a:srgbClr val="FFFFFF"/>
                </a:solidFill>
                <a:latin typeface="Segoe UI"/>
                <a:ea typeface="Segoe UI"/>
                <a:cs typeface="Segoe UI"/>
              </a:rPr>
              <a:t>Technical assessment</a:t>
            </a:r>
          </a:p>
        </p:txBody>
      </p:sp>
      <p:sp>
        <p:nvSpPr>
          <p:cNvPr id="27" name="profile-568">
            <a:extLst xmlns:a="http://schemas.openxmlformats.org/drawingml/2006/main">
              <a:ext uri="{FF2B5EF4-FFF2-40B4-BE49-F238E27FC236}">
                <a16:creationId xmlns:a16="http://schemas.microsoft.com/office/drawing/2014/main" id="{B62571D0-6497-4ED7-A0A9-4112DA7DEAC7}"/>
              </a:ext>
            </a:extLst>
          </p:cNvPr>
          <p:cNvSpPr>
            <a:spLocks xmlns:a="http://schemas.openxmlformats.org/drawingml/2006/main" noGrp="1"/>
          </p:cNvSpPr>
          <p:nvPr/>
        </p:nvSpPr>
        <p:spPr>
          <a:xfrm xmlns:a="http://schemas.openxmlformats.org/drawingml/2006/main">
            <a:off x="4438650" y="4695825"/>
            <a:ext cx="3257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FFFFFF"/>
                </a:solidFill>
                <a:latin typeface="Segoe UI"/>
                <a:ea typeface="Segoe UI"/>
                <a:cs typeface="Segoe UI"/>
              </a:defRPr>
            </a:defPPr>
          </a:lstStyle>
          <a:p xmlns:a="http://schemas.openxmlformats.org/drawingml/2006/main">
            <a:pPr algn="l">
              <a:defRPr sz="1425" b="0">
                <a:solidFill>
                  <a:srgbClr val="FFFFFF"/>
                </a:solidFill>
                <a:latin typeface="Segoe UI"/>
                <a:ea typeface="Segoe UI"/>
                <a:cs typeface="Segoe UI"/>
              </a:defRPr>
            </a:pPr>
            <a:r>
              <a:rPr sz="1425" b="0">
                <a:solidFill>
                  <a:srgbClr val="FFFFFF"/>
                </a:solidFill>
                <a:latin typeface="Segoe UI"/>
                <a:ea typeface="Segoe UI"/>
                <a:cs typeface="Segoe UI"/>
              </a:rPr>
              <a:t>Treatment approach, capacity,</a:t>
            </a:r>
          </a:p>
        </p:txBody>
      </p:sp>
      <p:sp>
        <p:nvSpPr>
          <p:cNvPr id="28" name="profile-569">
            <a:extLst xmlns:a="http://schemas.openxmlformats.org/drawingml/2006/main">
              <a:ext uri="{FF2B5EF4-FFF2-40B4-BE49-F238E27FC236}">
                <a16:creationId xmlns:a16="http://schemas.microsoft.com/office/drawing/2014/main" id="{6DD22A01-8463-4ABD-B49F-CF61221A8F8A}"/>
              </a:ext>
            </a:extLst>
          </p:cNvPr>
          <p:cNvSpPr>
            <a:spLocks xmlns:a="http://schemas.openxmlformats.org/drawingml/2006/main" noGrp="1"/>
          </p:cNvSpPr>
          <p:nvPr/>
        </p:nvSpPr>
        <p:spPr>
          <a:xfrm xmlns:a="http://schemas.openxmlformats.org/drawingml/2006/main">
            <a:off x="4438650" y="4933950"/>
            <a:ext cx="3257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FFFFFF"/>
                </a:solidFill>
                <a:latin typeface="Segoe UI"/>
                <a:ea typeface="Segoe UI"/>
                <a:cs typeface="Segoe UI"/>
              </a:defRPr>
            </a:defPPr>
          </a:lstStyle>
          <a:p xmlns:a="http://schemas.openxmlformats.org/drawingml/2006/main">
            <a:pPr algn="l">
              <a:defRPr sz="1425" b="0">
                <a:solidFill>
                  <a:srgbClr val="FFFFFF"/>
                </a:solidFill>
                <a:latin typeface="Segoe UI"/>
                <a:ea typeface="Segoe UI"/>
                <a:cs typeface="Segoe UI"/>
              </a:defRPr>
            </a:pPr>
            <a:r>
              <a:rPr sz="1425" b="0">
                <a:solidFill>
                  <a:srgbClr val="FFFFFF"/>
                </a:solidFill>
                <a:latin typeface="Segoe UI"/>
                <a:ea typeface="Segoe UI"/>
                <a:cs typeface="Segoe UI"/>
              </a:rPr>
              <a:t>installation and costs</a:t>
            </a:r>
          </a:p>
        </p:txBody>
      </p:sp>
      <p:sp>
        <p:nvSpPr>
          <p:cNvPr id="29" name="profile-570">
            <a:extLst xmlns:a="http://schemas.openxmlformats.org/drawingml/2006/main">
              <a:ext uri="{FF2B5EF4-FFF2-40B4-BE49-F238E27FC236}">
                <a16:creationId xmlns:a16="http://schemas.microsoft.com/office/drawing/2014/main" id="{B3733295-64CC-4DAF-AE52-37F87517BFA7}"/>
              </a:ext>
            </a:extLst>
          </p:cNvPr>
          <p:cNvSpPr>
            <a:spLocks xmlns:a="http://schemas.openxmlformats.org/drawingml/2006/main" noGrp="1"/>
          </p:cNvSpPr>
          <p:nvPr/>
        </p:nvSpPr>
        <p:spPr>
          <a:xfrm xmlns:a="http://schemas.openxmlformats.org/drawingml/2006/main">
            <a:off x="7848600" y="4657725"/>
            <a:ext cx="3048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0" name="profile-571">
            <a:extLst xmlns:a="http://schemas.openxmlformats.org/drawingml/2006/main">
              <a:ext uri="{FF2B5EF4-FFF2-40B4-BE49-F238E27FC236}">
                <a16:creationId xmlns:a16="http://schemas.microsoft.com/office/drawing/2014/main" id="{B91D38EC-DDFB-453E-AA08-8FB39DC0AAA9}"/>
              </a:ext>
            </a:extLst>
          </p:cNvPr>
          <p:cNvSpPr>
            <a:spLocks xmlns:a="http://schemas.openxmlformats.org/drawingml/2006/main" noGrp="1"/>
          </p:cNvSpPr>
          <p:nvPr/>
        </p:nvSpPr>
        <p:spPr>
          <a:xfrm xmlns:a="http://schemas.openxmlformats.org/drawingml/2006/main">
            <a:off x="8153400" y="4143375"/>
            <a:ext cx="3571875" cy="115252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31" name="profile-572">
            <a:extLst xmlns:a="http://schemas.openxmlformats.org/drawingml/2006/main">
              <a:ext uri="{FF2B5EF4-FFF2-40B4-BE49-F238E27FC236}">
                <a16:creationId xmlns:a16="http://schemas.microsoft.com/office/drawing/2014/main" id="{BB7D0258-3717-43B5-ABA0-468635BCB9DE}"/>
              </a:ext>
            </a:extLst>
          </p:cNvPr>
          <p:cNvSpPr>
            <a:spLocks xmlns:a="http://schemas.openxmlformats.org/drawingml/2006/main" noGrp="1"/>
          </p:cNvSpPr>
          <p:nvPr/>
        </p:nvSpPr>
        <p:spPr>
          <a:xfrm xmlns:a="http://schemas.openxmlformats.org/drawingml/2006/main">
            <a:off x="8315325" y="4276725"/>
            <a:ext cx="32575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1">
                <a:solidFill>
                  <a:srgbClr val="0E2C5E"/>
                </a:solidFill>
                <a:latin typeface="Segoe UI"/>
                <a:ea typeface="Segoe UI"/>
                <a:cs typeface="Segoe UI"/>
              </a:defRPr>
            </a:defPPr>
          </a:lstStyle>
          <a:p xmlns:a="http://schemas.openxmlformats.org/drawingml/2006/main">
            <a:pPr algn="l">
              <a:defRPr sz="1800" b="1">
                <a:solidFill>
                  <a:srgbClr val="0E2C5E"/>
                </a:solidFill>
                <a:latin typeface="Segoe UI"/>
                <a:ea typeface="Segoe UI"/>
                <a:cs typeface="Segoe UI"/>
              </a:defRPr>
            </a:pPr>
            <a:r>
              <a:rPr sz="1800" b="1">
                <a:solidFill>
                  <a:srgbClr val="0E2C5E"/>
                </a:solidFill>
                <a:latin typeface="Segoe UI"/>
                <a:ea typeface="Segoe UI"/>
                <a:cs typeface="Segoe UI"/>
              </a:rPr>
              <a:t>Operating plan</a:t>
            </a:r>
          </a:p>
        </p:txBody>
      </p:sp>
      <p:sp>
        <p:nvSpPr>
          <p:cNvPr id="32" name="profile-573">
            <a:extLst xmlns:a="http://schemas.openxmlformats.org/drawingml/2006/main">
              <a:ext uri="{FF2B5EF4-FFF2-40B4-BE49-F238E27FC236}">
                <a16:creationId xmlns:a16="http://schemas.microsoft.com/office/drawing/2014/main" id="{5868148B-4EF1-447D-98B6-5E14863281F3}"/>
              </a:ext>
            </a:extLst>
          </p:cNvPr>
          <p:cNvSpPr>
            <a:spLocks xmlns:a="http://schemas.openxmlformats.org/drawingml/2006/main" noGrp="1"/>
          </p:cNvSpPr>
          <p:nvPr/>
        </p:nvSpPr>
        <p:spPr>
          <a:xfrm xmlns:a="http://schemas.openxmlformats.org/drawingml/2006/main">
            <a:off x="8315325" y="4695825"/>
            <a:ext cx="3257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Maintenance, monitoring, sludge</a:t>
            </a:r>
          </a:p>
        </p:txBody>
      </p:sp>
      <p:sp>
        <p:nvSpPr>
          <p:cNvPr id="33" name="profile-574">
            <a:extLst xmlns:a="http://schemas.openxmlformats.org/drawingml/2006/main">
              <a:ext uri="{FF2B5EF4-FFF2-40B4-BE49-F238E27FC236}">
                <a16:creationId xmlns:a16="http://schemas.microsoft.com/office/drawing/2014/main" id="{CA4CB439-9112-4042-ADBD-B369B9BD0878}"/>
              </a:ext>
            </a:extLst>
          </p:cNvPr>
          <p:cNvSpPr>
            <a:spLocks xmlns:a="http://schemas.openxmlformats.org/drawingml/2006/main" noGrp="1"/>
          </p:cNvSpPr>
          <p:nvPr/>
        </p:nvSpPr>
        <p:spPr>
          <a:xfrm xmlns:a="http://schemas.openxmlformats.org/drawingml/2006/main">
            <a:off x="8315325" y="4933950"/>
            <a:ext cx="3257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02B49"/>
                </a:solidFill>
                <a:latin typeface="Segoe UI"/>
                <a:ea typeface="Segoe UI"/>
                <a:cs typeface="Segoe UI"/>
              </a:defRPr>
            </a:defPPr>
          </a:lstStyle>
          <a:p xmlns:a="http://schemas.openxmlformats.org/drawingml/2006/main">
            <a:pPr algn="l">
              <a:defRPr sz="1425" b="0">
                <a:solidFill>
                  <a:srgbClr val="102B49"/>
                </a:solidFill>
                <a:latin typeface="Segoe UI"/>
                <a:ea typeface="Segoe UI"/>
                <a:cs typeface="Segoe UI"/>
              </a:defRPr>
            </a:pPr>
            <a:r>
              <a:rPr sz="1425" b="0">
                <a:solidFill>
                  <a:srgbClr val="102B49"/>
                </a:solidFill>
                <a:latin typeface="Segoe UI"/>
                <a:ea typeface="Segoe UI"/>
                <a:cs typeface="Segoe UI"/>
              </a:rPr>
              <a:t>removal and agreed support</a:t>
            </a:r>
          </a:p>
        </p:txBody>
      </p:sp>
      <p:sp>
        <p:nvSpPr>
          <p:cNvPr id="34" name="profile-575">
            <a:extLst xmlns:a="http://schemas.openxmlformats.org/drawingml/2006/main">
              <a:ext uri="{FF2B5EF4-FFF2-40B4-BE49-F238E27FC236}">
                <a16:creationId xmlns:a16="http://schemas.microsoft.com/office/drawing/2014/main" id="{2C231A9E-C3F3-4F6B-AD73-17EE65AF9BF6}"/>
              </a:ext>
            </a:extLst>
          </p:cNvPr>
          <p:cNvSpPr>
            <a:spLocks xmlns:a="http://schemas.openxmlformats.org/drawingml/2006/main" noGrp="1"/>
          </p:cNvSpPr>
          <p:nvPr/>
        </p:nvSpPr>
        <p:spPr>
          <a:xfrm xmlns:a="http://schemas.openxmlformats.org/drawingml/2006/main">
            <a:off x="400050" y="5705475"/>
            <a:ext cx="11191875" cy="3177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1267A5"/>
                </a:solidFill>
                <a:latin typeface="Segoe UI"/>
                <a:ea typeface="Segoe UI"/>
                <a:cs typeface="Segoe UI"/>
              </a:defRPr>
            </a:defPPr>
          </a:lstStyle>
          <a:p xmlns:a="http://schemas.openxmlformats.org/drawingml/2006/main">
            <a:pPr algn="l">
              <a:defRPr sz="1725" b="1">
                <a:solidFill>
                  <a:srgbClr val="1267A5"/>
                </a:solidFill>
                <a:latin typeface="Segoe UI"/>
                <a:ea typeface="Segoe UI"/>
                <a:cs typeface="Segoe UI"/>
              </a:defRPr>
            </a:pPr>
            <a:r>
              <a:rPr sz="1725" b="1">
                <a:solidFill>
                  <a:srgbClr val="1267A5"/>
                </a:solidFill>
                <a:latin typeface="Segoe UI"/>
                <a:ea typeface="Segoe UI"/>
                <a:cs typeface="Segoe UI"/>
              </a:rPr>
              <a:t>Compare the proposed system with your current maintenance pattern before deciding.</a:t>
            </a:r>
          </a:p>
        </p:txBody>
      </p:sp>
    </p:spTree>
    <p:extLst>
      <p:ext uri="{BB962C8B-B14F-4D97-AF65-F5344CB8AC3E}">
        <p14:creationId xmlns:p14="http://schemas.microsoft.com/office/powerpoint/2010/main" val="119586353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profile-576">
            <a:extLst xmlns:a="http://schemas.openxmlformats.org/drawingml/2006/main">
              <a:ext uri="{FF2B5EF4-FFF2-40B4-BE49-F238E27FC236}">
                <a16:creationId xmlns:a16="http://schemas.microsoft.com/office/drawing/2014/main" id="{00D18EEB-65FB-47FD-AE45-954B4F34C86B}"/>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577">
            <a:extLst xmlns:a="http://schemas.openxmlformats.org/drawingml/2006/main">
              <a:ext uri="{FF2B5EF4-FFF2-40B4-BE49-F238E27FC236}">
                <a16:creationId xmlns:a16="http://schemas.microsoft.com/office/drawing/2014/main" id="{33EFE8E0-0D7A-4E83-9318-8306460C797E}"/>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14D9AF33-3268-49C2-8329-36715BA5D522}"/>
              </a:ext>
            </a:extLst>
          </p:cNvPr>
          <p:cNvPicPr>
            <a:picLocks xmlns:a="http://schemas.openxmlformats.org/drawingml/2006/main" noChangeAspect="1"/>
          </p:cNvPicPr>
          <p:nvPr/>
        </p:nvPicPr>
        <p:blipFill>
          <a:blip xmlns:r="http://schemas.openxmlformats.org/officeDocument/2006/relationships" xmlns:a="http://schemas.openxmlformats.org/drawingml/2006/main" r:embed="R6c2f1482803b4d44"/>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578">
            <a:extLst xmlns:a="http://schemas.openxmlformats.org/drawingml/2006/main">
              <a:ext uri="{FF2B5EF4-FFF2-40B4-BE49-F238E27FC236}">
                <a16:creationId xmlns:a16="http://schemas.microsoft.com/office/drawing/2014/main" id="{0C214B9A-5484-423F-9779-CE06F3C06FD8}"/>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579">
            <a:extLst xmlns:a="http://schemas.openxmlformats.org/drawingml/2006/main">
              <a:ext uri="{FF2B5EF4-FFF2-40B4-BE49-F238E27FC236}">
                <a16:creationId xmlns:a16="http://schemas.microsoft.com/office/drawing/2014/main" id="{984AE716-9051-4387-9031-0AAD65E9E5B5}"/>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and Pest Management Services OPC</a:t>
            </a:r>
          </a:p>
        </p:txBody>
      </p:sp>
      <p:sp>
        <p:nvSpPr>
          <p:cNvPr id="6" name="profile-580">
            <a:extLst xmlns:a="http://schemas.openxmlformats.org/drawingml/2006/main">
              <a:ext uri="{FF2B5EF4-FFF2-40B4-BE49-F238E27FC236}">
                <a16:creationId xmlns:a16="http://schemas.microsoft.com/office/drawing/2014/main" id="{4A9047E7-3FF7-4F1C-AE22-D301FDBA621F}"/>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Globe 0917 671 6383   |   Smart 0939 245 6217</a:t>
            </a:r>
          </a:p>
        </p:txBody>
      </p:sp>
      <p:sp>
        <p:nvSpPr>
          <p:cNvPr id="7" name="profile-581">
            <a:extLst xmlns:a="http://schemas.openxmlformats.org/drawingml/2006/main">
              <a:ext uri="{FF2B5EF4-FFF2-40B4-BE49-F238E27FC236}">
                <a16:creationId xmlns:a16="http://schemas.microsoft.com/office/drawing/2014/main" id="{1C580EAE-BC49-4F3A-8E65-48C2ADFE7AAF}"/>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582">
            <a:extLst xmlns:a="http://schemas.openxmlformats.org/drawingml/2006/main">
              <a:ext uri="{FF2B5EF4-FFF2-40B4-BE49-F238E27FC236}">
                <a16:creationId xmlns:a16="http://schemas.microsoft.com/office/drawing/2014/main" id="{D2CB64D0-9F86-4433-860D-4BA9D5ED3303}"/>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TO FOLLOW</a:t>
            </a:r>
          </a:p>
        </p:txBody>
      </p:sp>
      <p:sp>
        <p:nvSpPr>
          <p:cNvPr id="9" name="profile-583">
            <a:extLst xmlns:a="http://schemas.openxmlformats.org/drawingml/2006/main">
              <a:ext uri="{FF2B5EF4-FFF2-40B4-BE49-F238E27FC236}">
                <a16:creationId xmlns:a16="http://schemas.microsoft.com/office/drawing/2014/main" id="{8A249A74-DD31-4AE4-8D58-77C2EBD0E78D}"/>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584">
            <a:extLst xmlns:a="http://schemas.openxmlformats.org/drawingml/2006/main">
              <a:ext uri="{FF2B5EF4-FFF2-40B4-BE49-F238E27FC236}">
                <a16:creationId xmlns:a16="http://schemas.microsoft.com/office/drawing/2014/main" id="{8AA62E3F-90EB-4672-8F02-02E29AA0B3D4}"/>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585">
            <a:extLst xmlns:a="http://schemas.openxmlformats.org/drawingml/2006/main">
              <a:ext uri="{FF2B5EF4-FFF2-40B4-BE49-F238E27FC236}">
                <a16:creationId xmlns:a16="http://schemas.microsoft.com/office/drawing/2014/main" id="{190736CD-1BD1-429A-A0D6-CFEE7BD49FA4}"/>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586">
            <a:extLst xmlns:a="http://schemas.openxmlformats.org/drawingml/2006/main">
              <a:ext uri="{FF2B5EF4-FFF2-40B4-BE49-F238E27FC236}">
                <a16:creationId xmlns:a16="http://schemas.microsoft.com/office/drawing/2014/main" id="{AF728AC5-A721-4C7A-B15C-46D8CB630B93}"/>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587">
            <a:extLst xmlns:a="http://schemas.openxmlformats.org/drawingml/2006/main">
              <a:ext uri="{FF2B5EF4-FFF2-40B4-BE49-F238E27FC236}">
                <a16:creationId xmlns:a16="http://schemas.microsoft.com/office/drawing/2014/main" id="{26112BE6-15A0-455B-ADC9-B47EEF43070F}"/>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588">
            <a:extLst xmlns:a="http://schemas.openxmlformats.org/drawingml/2006/main">
              <a:ext uri="{FF2B5EF4-FFF2-40B4-BE49-F238E27FC236}">
                <a16:creationId xmlns:a16="http://schemas.microsoft.com/office/drawing/2014/main" id="{E449687D-8DE5-4DA6-92F6-B5E72E6D72F9}"/>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589">
            <a:extLst xmlns:a="http://schemas.openxmlformats.org/drawingml/2006/main">
              <a:ext uri="{FF2B5EF4-FFF2-40B4-BE49-F238E27FC236}">
                <a16:creationId xmlns:a16="http://schemas.microsoft.com/office/drawing/2014/main" id="{DA77AC6A-5067-452E-A81C-34CBE8F68E27}"/>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19</a:t>
            </a:r>
          </a:p>
        </p:txBody>
      </p:sp>
      <p:sp>
        <p:nvSpPr>
          <p:cNvPr id="16" name="profile-590">
            <a:extLst xmlns:a="http://schemas.openxmlformats.org/drawingml/2006/main">
              <a:ext uri="{FF2B5EF4-FFF2-40B4-BE49-F238E27FC236}">
                <a16:creationId xmlns:a16="http://schemas.microsoft.com/office/drawing/2014/main" id="{4649E9D2-9425-4E0D-8680-D6294CE3FFA4}"/>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What changes with a treatment system?</a:t>
            </a:r>
          </a:p>
        </p:txBody>
      </p:sp>
      <p:sp>
        <p:nvSpPr>
          <p:cNvPr id="17" name="profile-591">
            <a:extLst xmlns:a="http://schemas.openxmlformats.org/drawingml/2006/main">
              <a:ext uri="{FF2B5EF4-FFF2-40B4-BE49-F238E27FC236}">
                <a16:creationId xmlns:a16="http://schemas.microsoft.com/office/drawing/2014/main" id="{A012B0D5-7C26-4A46-B217-2F0A5422C557}"/>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592">
            <a:extLst xmlns:a="http://schemas.openxmlformats.org/drawingml/2006/main">
              <a:ext uri="{FF2B5EF4-FFF2-40B4-BE49-F238E27FC236}">
                <a16:creationId xmlns:a16="http://schemas.microsoft.com/office/drawing/2014/main" id="{946A5F3D-1FB3-4F2E-B7BB-D0576E649DF0}"/>
              </a:ext>
            </a:extLst>
          </p:cNvPr>
          <p:cNvSpPr>
            <a:spLocks xmlns:a="http://schemas.openxmlformats.org/drawingml/2006/main" noGrp="1"/>
          </p:cNvSpPr>
          <p:nvPr/>
        </p:nvSpPr>
        <p:spPr>
          <a:xfrm xmlns:a="http://schemas.openxmlformats.org/drawingml/2006/main">
            <a:off x="400050" y="2257425"/>
            <a:ext cx="5524500" cy="58102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19" name="profile-593">
            <a:extLst xmlns:a="http://schemas.openxmlformats.org/drawingml/2006/main">
              <a:ext uri="{FF2B5EF4-FFF2-40B4-BE49-F238E27FC236}">
                <a16:creationId xmlns:a16="http://schemas.microsoft.com/office/drawing/2014/main" id="{EC73CA86-7AFA-4134-BC20-69B3FC6FFC28}"/>
              </a:ext>
            </a:extLst>
          </p:cNvPr>
          <p:cNvSpPr>
            <a:spLocks xmlns:a="http://schemas.openxmlformats.org/drawingml/2006/main" noGrp="1"/>
          </p:cNvSpPr>
          <p:nvPr/>
        </p:nvSpPr>
        <p:spPr>
          <a:xfrm xmlns:a="http://schemas.openxmlformats.org/drawingml/2006/main">
            <a:off x="590550" y="2409825"/>
            <a:ext cx="514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1">
                <a:solidFill>
                  <a:srgbClr val="0E2C5E"/>
                </a:solidFill>
                <a:latin typeface="Segoe UI"/>
                <a:ea typeface="Segoe UI"/>
                <a:cs typeface="Segoe UI"/>
              </a:defRPr>
            </a:defPPr>
          </a:lstStyle>
          <a:p xmlns:a="http://schemas.openxmlformats.org/drawingml/2006/main">
            <a:pPr algn="l">
              <a:defRPr sz="2025" b="1">
                <a:solidFill>
                  <a:srgbClr val="0E2C5E"/>
                </a:solidFill>
                <a:latin typeface="Segoe UI"/>
                <a:ea typeface="Segoe UI"/>
                <a:cs typeface="Segoe UI"/>
              </a:defRPr>
            </a:pPr>
            <a:r>
              <a:rPr sz="2025" b="1">
                <a:solidFill>
                  <a:srgbClr val="0E2C5E"/>
                </a:solidFill>
                <a:latin typeface="Segoe UI"/>
                <a:ea typeface="Segoe UI"/>
                <a:cs typeface="Segoe UI"/>
              </a:rPr>
              <a:t>Your current service pattern</a:t>
            </a:r>
          </a:p>
        </p:txBody>
      </p:sp>
      <p:sp>
        <p:nvSpPr>
          <p:cNvPr id="20" name="profile-594">
            <a:extLst xmlns:a="http://schemas.openxmlformats.org/drawingml/2006/main">
              <a:ext uri="{FF2B5EF4-FFF2-40B4-BE49-F238E27FC236}">
                <a16:creationId xmlns:a16="http://schemas.microsoft.com/office/drawing/2014/main" id="{D297A10C-4B4F-4E87-9704-88DA9970124A}"/>
              </a:ext>
            </a:extLst>
          </p:cNvPr>
          <p:cNvSpPr>
            <a:spLocks xmlns:a="http://schemas.openxmlformats.org/drawingml/2006/main" noGrp="1"/>
          </p:cNvSpPr>
          <p:nvPr/>
        </p:nvSpPr>
        <p:spPr>
          <a:xfrm xmlns:a="http://schemas.openxmlformats.org/drawingml/2006/main">
            <a:off x="400050" y="3133725"/>
            <a:ext cx="5381625" cy="3303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102B49"/>
                </a:solidFill>
                <a:latin typeface="Segoe UI"/>
                <a:ea typeface="Segoe UI"/>
                <a:cs typeface="Segoe UI"/>
              </a:defRPr>
            </a:defPPr>
          </a:lstStyle>
          <a:p xmlns:a="http://schemas.openxmlformats.org/drawingml/2006/main">
            <a:pPr algn="l">
              <a:defRPr sz="1800" b="0">
                <a:solidFill>
                  <a:srgbClr val="102B49"/>
                </a:solidFill>
                <a:latin typeface="Segoe UI"/>
                <a:ea typeface="Segoe UI"/>
                <a:cs typeface="Segoe UI"/>
              </a:defRPr>
            </a:pPr>
            <a:r>
              <a:rPr sz="1800" b="0">
                <a:solidFill>
                  <a:srgbClr val="102B49"/>
                </a:solidFill>
                <a:latin typeface="Segoe UI"/>
                <a:ea typeface="Segoe UI"/>
                <a:cs typeface="Segoe UI"/>
              </a:rPr>
              <a:t>Start with the property's actual operating records.</a:t>
            </a:r>
          </a:p>
        </p:txBody>
      </p:sp>
      <p:sp>
        <p:nvSpPr>
          <p:cNvPr id="21" name="profile-595">
            <a:extLst xmlns:a="http://schemas.openxmlformats.org/drawingml/2006/main">
              <a:ext uri="{FF2B5EF4-FFF2-40B4-BE49-F238E27FC236}">
                <a16:creationId xmlns:a16="http://schemas.microsoft.com/office/drawing/2014/main" id="{256C7569-35D9-41F8-877F-331CF4CBB4A1}"/>
              </a:ext>
            </a:extLst>
          </p:cNvPr>
          <p:cNvSpPr>
            <a:spLocks xmlns:a="http://schemas.openxmlformats.org/drawingml/2006/main" noGrp="1"/>
          </p:cNvSpPr>
          <p:nvPr/>
        </p:nvSpPr>
        <p:spPr>
          <a:xfrm xmlns:a="http://schemas.openxmlformats.org/drawingml/2006/main">
            <a:off x="400050" y="4105275"/>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2" name="profile-596">
            <a:extLst xmlns:a="http://schemas.openxmlformats.org/drawingml/2006/main">
              <a:ext uri="{FF2B5EF4-FFF2-40B4-BE49-F238E27FC236}">
                <a16:creationId xmlns:a16="http://schemas.microsoft.com/office/drawing/2014/main" id="{B4B4EDED-CD92-4D95-B6AC-AC2E6FD326AF}"/>
              </a:ext>
            </a:extLst>
          </p:cNvPr>
          <p:cNvSpPr>
            <a:spLocks xmlns:a="http://schemas.openxmlformats.org/drawingml/2006/main" noGrp="1"/>
          </p:cNvSpPr>
          <p:nvPr/>
        </p:nvSpPr>
        <p:spPr>
          <a:xfrm xmlns:a="http://schemas.openxmlformats.org/drawingml/2006/main">
            <a:off x="600075" y="4010025"/>
            <a:ext cx="5181600" cy="3177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02B49"/>
                </a:solidFill>
                <a:latin typeface="Segoe UI"/>
                <a:ea typeface="Segoe UI"/>
                <a:cs typeface="Segoe UI"/>
              </a:defRPr>
            </a:defPPr>
          </a:lstStyle>
          <a:p xmlns:a="http://schemas.openxmlformats.org/drawingml/2006/main">
            <a:pPr algn="l">
              <a:defRPr sz="1725" b="0">
                <a:solidFill>
                  <a:srgbClr val="102B49"/>
                </a:solidFill>
                <a:latin typeface="Segoe UI"/>
                <a:ea typeface="Segoe UI"/>
                <a:cs typeface="Segoe UI"/>
              </a:defRPr>
            </a:pPr>
            <a:r>
              <a:rPr sz="1725" b="0">
                <a:solidFill>
                  <a:srgbClr val="102B49"/>
                </a:solidFill>
                <a:latin typeface="Segoe UI"/>
                <a:ea typeface="Segoe UI"/>
                <a:cs typeface="Segoe UI"/>
              </a:rPr>
              <a:t>Tank condition and available space</a:t>
            </a:r>
          </a:p>
        </p:txBody>
      </p:sp>
      <p:sp>
        <p:nvSpPr>
          <p:cNvPr id="23" name="profile-597">
            <a:extLst xmlns:a="http://schemas.openxmlformats.org/drawingml/2006/main">
              <a:ext uri="{FF2B5EF4-FFF2-40B4-BE49-F238E27FC236}">
                <a16:creationId xmlns:a16="http://schemas.microsoft.com/office/drawing/2014/main" id="{C605019D-A82F-47D3-A7A1-D76DE2017A2D}"/>
              </a:ext>
            </a:extLst>
          </p:cNvPr>
          <p:cNvSpPr>
            <a:spLocks xmlns:a="http://schemas.openxmlformats.org/drawingml/2006/main" noGrp="1"/>
          </p:cNvSpPr>
          <p:nvPr/>
        </p:nvSpPr>
        <p:spPr>
          <a:xfrm xmlns:a="http://schemas.openxmlformats.org/drawingml/2006/main">
            <a:off x="400050" y="4489704"/>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4" name="profile-598">
            <a:extLst xmlns:a="http://schemas.openxmlformats.org/drawingml/2006/main">
              <a:ext uri="{FF2B5EF4-FFF2-40B4-BE49-F238E27FC236}">
                <a16:creationId xmlns:a16="http://schemas.microsoft.com/office/drawing/2014/main" id="{E4B3AEAA-8CBB-423B-A212-A76260CC55FF}"/>
              </a:ext>
            </a:extLst>
          </p:cNvPr>
          <p:cNvSpPr>
            <a:spLocks xmlns:a="http://schemas.openxmlformats.org/drawingml/2006/main" noGrp="1"/>
          </p:cNvSpPr>
          <p:nvPr/>
        </p:nvSpPr>
        <p:spPr>
          <a:xfrm xmlns:a="http://schemas.openxmlformats.org/drawingml/2006/main">
            <a:off x="600075" y="4394454"/>
            <a:ext cx="5181600" cy="3177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02B49"/>
                </a:solidFill>
                <a:latin typeface="Segoe UI"/>
                <a:ea typeface="Segoe UI"/>
                <a:cs typeface="Segoe UI"/>
              </a:defRPr>
            </a:defPPr>
          </a:lstStyle>
          <a:p xmlns:a="http://schemas.openxmlformats.org/drawingml/2006/main">
            <a:pPr algn="l">
              <a:defRPr sz="1725" b="0">
                <a:solidFill>
                  <a:srgbClr val="102B49"/>
                </a:solidFill>
                <a:latin typeface="Segoe UI"/>
                <a:ea typeface="Segoe UI"/>
                <a:cs typeface="Segoe UI"/>
              </a:defRPr>
            </a:pPr>
            <a:r>
              <a:rPr sz="1725" b="0">
                <a:solidFill>
                  <a:srgbClr val="102B49"/>
                </a:solidFill>
                <a:latin typeface="Segoe UI"/>
                <a:ea typeface="Segoe UI"/>
                <a:cs typeface="Segoe UI"/>
              </a:rPr>
              <a:t>Siphoning and cleaning frequency</a:t>
            </a:r>
          </a:p>
        </p:txBody>
      </p:sp>
      <p:sp>
        <p:nvSpPr>
          <p:cNvPr id="25" name="profile-599">
            <a:extLst xmlns:a="http://schemas.openxmlformats.org/drawingml/2006/main">
              <a:ext uri="{FF2B5EF4-FFF2-40B4-BE49-F238E27FC236}">
                <a16:creationId xmlns:a16="http://schemas.microsoft.com/office/drawing/2014/main" id="{094F8177-C038-4CF3-98E6-7FC8F502CC16}"/>
              </a:ext>
            </a:extLst>
          </p:cNvPr>
          <p:cNvSpPr>
            <a:spLocks xmlns:a="http://schemas.openxmlformats.org/drawingml/2006/main" noGrp="1"/>
          </p:cNvSpPr>
          <p:nvPr/>
        </p:nvSpPr>
        <p:spPr>
          <a:xfrm xmlns:a="http://schemas.openxmlformats.org/drawingml/2006/main">
            <a:off x="400050" y="4874133"/>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6" name="profile-600">
            <a:extLst xmlns:a="http://schemas.openxmlformats.org/drawingml/2006/main">
              <a:ext uri="{FF2B5EF4-FFF2-40B4-BE49-F238E27FC236}">
                <a16:creationId xmlns:a16="http://schemas.microsoft.com/office/drawing/2014/main" id="{CA1281F2-DBD4-424B-93C4-FF8543E75AA5}"/>
              </a:ext>
            </a:extLst>
          </p:cNvPr>
          <p:cNvSpPr>
            <a:spLocks xmlns:a="http://schemas.openxmlformats.org/drawingml/2006/main" noGrp="1"/>
          </p:cNvSpPr>
          <p:nvPr/>
        </p:nvSpPr>
        <p:spPr>
          <a:xfrm xmlns:a="http://schemas.openxmlformats.org/drawingml/2006/main">
            <a:off x="600075" y="4778883"/>
            <a:ext cx="5181600" cy="3177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02B49"/>
                </a:solidFill>
                <a:latin typeface="Segoe UI"/>
                <a:ea typeface="Segoe UI"/>
                <a:cs typeface="Segoe UI"/>
              </a:defRPr>
            </a:defPPr>
          </a:lstStyle>
          <a:p xmlns:a="http://schemas.openxmlformats.org/drawingml/2006/main">
            <a:pPr algn="l">
              <a:defRPr sz="1725" b="0">
                <a:solidFill>
                  <a:srgbClr val="102B49"/>
                </a:solidFill>
                <a:latin typeface="Segoe UI"/>
                <a:ea typeface="Segoe UI"/>
                <a:cs typeface="Segoe UI"/>
              </a:defRPr>
            </a:pPr>
            <a:r>
              <a:rPr sz="1725" b="0">
                <a:solidFill>
                  <a:srgbClr val="102B49"/>
                </a:solidFill>
                <a:latin typeface="Segoe UI"/>
                <a:ea typeface="Segoe UI"/>
                <a:cs typeface="Segoe UI"/>
              </a:rPr>
              <a:t>Disruption, access and service cost</a:t>
            </a:r>
          </a:p>
        </p:txBody>
      </p:sp>
      <p:sp>
        <p:nvSpPr>
          <p:cNvPr id="27" name="profile-601">
            <a:extLst xmlns:a="http://schemas.openxmlformats.org/drawingml/2006/main">
              <a:ext uri="{FF2B5EF4-FFF2-40B4-BE49-F238E27FC236}">
                <a16:creationId xmlns:a16="http://schemas.microsoft.com/office/drawing/2014/main" id="{1FB57F9B-9F54-4E26-AEFF-73A9896D9EEA}"/>
              </a:ext>
            </a:extLst>
          </p:cNvPr>
          <p:cNvSpPr>
            <a:spLocks xmlns:a="http://schemas.openxmlformats.org/drawingml/2006/main" noGrp="1"/>
          </p:cNvSpPr>
          <p:nvPr/>
        </p:nvSpPr>
        <p:spPr>
          <a:xfrm xmlns:a="http://schemas.openxmlformats.org/drawingml/2006/main">
            <a:off x="6267450" y="2257425"/>
            <a:ext cx="5524500" cy="58102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8" name="profile-602">
            <a:extLst xmlns:a="http://schemas.openxmlformats.org/drawingml/2006/main">
              <a:ext uri="{FF2B5EF4-FFF2-40B4-BE49-F238E27FC236}">
                <a16:creationId xmlns:a16="http://schemas.microsoft.com/office/drawing/2014/main" id="{CEE0C6CC-2020-489F-A1C5-5A91BDBDFDB3}"/>
              </a:ext>
            </a:extLst>
          </p:cNvPr>
          <p:cNvSpPr>
            <a:spLocks xmlns:a="http://schemas.openxmlformats.org/drawingml/2006/main" noGrp="1"/>
          </p:cNvSpPr>
          <p:nvPr/>
        </p:nvSpPr>
        <p:spPr>
          <a:xfrm xmlns:a="http://schemas.openxmlformats.org/drawingml/2006/main">
            <a:off x="6457950" y="2409825"/>
            <a:ext cx="514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1">
                <a:solidFill>
                  <a:srgbClr val="0E2C5E"/>
                </a:solidFill>
                <a:latin typeface="Segoe UI"/>
                <a:ea typeface="Segoe UI"/>
                <a:cs typeface="Segoe UI"/>
              </a:defRPr>
            </a:defPPr>
          </a:lstStyle>
          <a:p xmlns:a="http://schemas.openxmlformats.org/drawingml/2006/main">
            <a:pPr algn="l">
              <a:defRPr sz="2025" b="1">
                <a:solidFill>
                  <a:srgbClr val="0E2C5E"/>
                </a:solidFill>
                <a:latin typeface="Segoe UI"/>
                <a:ea typeface="Segoe UI"/>
                <a:cs typeface="Segoe UI"/>
              </a:defRPr>
            </a:pPr>
            <a:r>
              <a:rPr sz="2025" b="1">
                <a:solidFill>
                  <a:srgbClr val="0E2C5E"/>
                </a:solidFill>
                <a:latin typeface="Segoe UI"/>
                <a:ea typeface="Segoe UI"/>
                <a:cs typeface="Segoe UI"/>
              </a:rPr>
              <a:t>A proposed treatment plan</a:t>
            </a:r>
          </a:p>
        </p:txBody>
      </p:sp>
      <p:sp>
        <p:nvSpPr>
          <p:cNvPr id="29" name="profile-603">
            <a:extLst xmlns:a="http://schemas.openxmlformats.org/drawingml/2006/main">
              <a:ext uri="{FF2B5EF4-FFF2-40B4-BE49-F238E27FC236}">
                <a16:creationId xmlns:a16="http://schemas.microsoft.com/office/drawing/2014/main" id="{A7CAC781-289B-493D-8636-761600D4399F}"/>
              </a:ext>
            </a:extLst>
          </p:cNvPr>
          <p:cNvSpPr>
            <a:spLocks xmlns:a="http://schemas.openxmlformats.org/drawingml/2006/main" noGrp="1"/>
          </p:cNvSpPr>
          <p:nvPr/>
        </p:nvSpPr>
        <p:spPr>
          <a:xfrm xmlns:a="http://schemas.openxmlformats.org/drawingml/2006/main">
            <a:off x="6267450" y="3133725"/>
            <a:ext cx="5381625" cy="3303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102B49"/>
                </a:solidFill>
                <a:latin typeface="Segoe UI"/>
                <a:ea typeface="Segoe UI"/>
                <a:cs typeface="Segoe UI"/>
              </a:defRPr>
            </a:defPPr>
          </a:lstStyle>
          <a:p xmlns:a="http://schemas.openxmlformats.org/drawingml/2006/main">
            <a:pPr algn="l">
              <a:defRPr sz="1800" b="0">
                <a:solidFill>
                  <a:srgbClr val="102B49"/>
                </a:solidFill>
                <a:latin typeface="Segoe UI"/>
                <a:ea typeface="Segoe UI"/>
                <a:cs typeface="Segoe UI"/>
              </a:defRPr>
            </a:pPr>
            <a:r>
              <a:rPr sz="1800" b="0">
                <a:solidFill>
                  <a:srgbClr val="102B49"/>
                </a:solidFill>
                <a:latin typeface="Segoe UI"/>
                <a:ea typeface="Segoe UI"/>
                <a:cs typeface="Segoe UI"/>
              </a:rPr>
              <a:t>Assess the complete operating requirements.</a:t>
            </a:r>
          </a:p>
        </p:txBody>
      </p:sp>
      <p:sp>
        <p:nvSpPr>
          <p:cNvPr id="30" name="profile-604">
            <a:extLst xmlns:a="http://schemas.openxmlformats.org/drawingml/2006/main">
              <a:ext uri="{FF2B5EF4-FFF2-40B4-BE49-F238E27FC236}">
                <a16:creationId xmlns:a16="http://schemas.microsoft.com/office/drawing/2014/main" id="{7089386B-6C5D-477C-B97D-3AEF3C595405}"/>
              </a:ext>
            </a:extLst>
          </p:cNvPr>
          <p:cNvSpPr>
            <a:spLocks xmlns:a="http://schemas.openxmlformats.org/drawingml/2006/main" noGrp="1"/>
          </p:cNvSpPr>
          <p:nvPr/>
        </p:nvSpPr>
        <p:spPr>
          <a:xfrm xmlns:a="http://schemas.openxmlformats.org/drawingml/2006/main">
            <a:off x="6267450" y="4105275"/>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1" name="profile-605">
            <a:extLst xmlns:a="http://schemas.openxmlformats.org/drawingml/2006/main">
              <a:ext uri="{FF2B5EF4-FFF2-40B4-BE49-F238E27FC236}">
                <a16:creationId xmlns:a16="http://schemas.microsoft.com/office/drawing/2014/main" id="{D019E9CD-86D7-40CD-A433-34733EBAD8E3}"/>
              </a:ext>
            </a:extLst>
          </p:cNvPr>
          <p:cNvSpPr>
            <a:spLocks xmlns:a="http://schemas.openxmlformats.org/drawingml/2006/main" noGrp="1"/>
          </p:cNvSpPr>
          <p:nvPr/>
        </p:nvSpPr>
        <p:spPr>
          <a:xfrm xmlns:a="http://schemas.openxmlformats.org/drawingml/2006/main">
            <a:off x="6467475" y="4010025"/>
            <a:ext cx="5181600" cy="3177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02B49"/>
                </a:solidFill>
                <a:latin typeface="Segoe UI"/>
                <a:ea typeface="Segoe UI"/>
                <a:cs typeface="Segoe UI"/>
              </a:defRPr>
            </a:defPPr>
          </a:lstStyle>
          <a:p xmlns:a="http://schemas.openxmlformats.org/drawingml/2006/main">
            <a:pPr algn="l">
              <a:defRPr sz="1725" b="0">
                <a:solidFill>
                  <a:srgbClr val="102B49"/>
                </a:solidFill>
                <a:latin typeface="Segoe UI"/>
                <a:ea typeface="Segoe UI"/>
                <a:cs typeface="Segoe UI"/>
              </a:defRPr>
            </a:pPr>
            <a:r>
              <a:rPr sz="1725" b="0">
                <a:solidFill>
                  <a:srgbClr val="102B49"/>
                </a:solidFill>
                <a:latin typeface="Segoe UI"/>
                <a:ea typeface="Segoe UI"/>
                <a:cs typeface="Segoe UI"/>
              </a:rPr>
              <a:t>System capacity and installation works</a:t>
            </a:r>
          </a:p>
        </p:txBody>
      </p:sp>
      <p:sp>
        <p:nvSpPr>
          <p:cNvPr id="32" name="profile-606">
            <a:extLst xmlns:a="http://schemas.openxmlformats.org/drawingml/2006/main">
              <a:ext uri="{FF2B5EF4-FFF2-40B4-BE49-F238E27FC236}">
                <a16:creationId xmlns:a16="http://schemas.microsoft.com/office/drawing/2014/main" id="{B134A131-8694-4743-93FE-1AD3B34E10C1}"/>
              </a:ext>
            </a:extLst>
          </p:cNvPr>
          <p:cNvSpPr>
            <a:spLocks xmlns:a="http://schemas.openxmlformats.org/drawingml/2006/main" noGrp="1"/>
          </p:cNvSpPr>
          <p:nvPr/>
        </p:nvSpPr>
        <p:spPr>
          <a:xfrm xmlns:a="http://schemas.openxmlformats.org/drawingml/2006/main">
            <a:off x="6267450" y="4489704"/>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3" name="profile-607">
            <a:extLst xmlns:a="http://schemas.openxmlformats.org/drawingml/2006/main">
              <a:ext uri="{FF2B5EF4-FFF2-40B4-BE49-F238E27FC236}">
                <a16:creationId xmlns:a16="http://schemas.microsoft.com/office/drawing/2014/main" id="{6451891A-CA49-4F38-BF61-37DF92FC7686}"/>
              </a:ext>
            </a:extLst>
          </p:cNvPr>
          <p:cNvSpPr>
            <a:spLocks xmlns:a="http://schemas.openxmlformats.org/drawingml/2006/main" noGrp="1"/>
          </p:cNvSpPr>
          <p:nvPr/>
        </p:nvSpPr>
        <p:spPr>
          <a:xfrm xmlns:a="http://schemas.openxmlformats.org/drawingml/2006/main">
            <a:off x="6467475" y="4394454"/>
            <a:ext cx="5181600" cy="3177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02B49"/>
                </a:solidFill>
                <a:latin typeface="Segoe UI"/>
                <a:ea typeface="Segoe UI"/>
                <a:cs typeface="Segoe UI"/>
              </a:defRPr>
            </a:defPPr>
          </a:lstStyle>
          <a:p xmlns:a="http://schemas.openxmlformats.org/drawingml/2006/main">
            <a:pPr algn="l">
              <a:defRPr sz="1725" b="0">
                <a:solidFill>
                  <a:srgbClr val="102B49"/>
                </a:solidFill>
                <a:latin typeface="Segoe UI"/>
                <a:ea typeface="Segoe UI"/>
                <a:cs typeface="Segoe UI"/>
              </a:defRPr>
            </a:pPr>
            <a:r>
              <a:rPr sz="1725" b="0">
                <a:solidFill>
                  <a:srgbClr val="102B49"/>
                </a:solidFill>
                <a:latin typeface="Segoe UI"/>
                <a:ea typeface="Segoe UI"/>
                <a:cs typeface="Segoe UI"/>
              </a:rPr>
              <a:t>Energy, monitoring and sludge removal</a:t>
            </a:r>
          </a:p>
        </p:txBody>
      </p:sp>
      <p:sp>
        <p:nvSpPr>
          <p:cNvPr id="34" name="profile-608">
            <a:extLst xmlns:a="http://schemas.openxmlformats.org/drawingml/2006/main">
              <a:ext uri="{FF2B5EF4-FFF2-40B4-BE49-F238E27FC236}">
                <a16:creationId xmlns:a16="http://schemas.microsoft.com/office/drawing/2014/main" id="{DA244CBB-F7B1-4A41-BA43-C698C97B48DF}"/>
              </a:ext>
            </a:extLst>
          </p:cNvPr>
          <p:cNvSpPr>
            <a:spLocks xmlns:a="http://schemas.openxmlformats.org/drawingml/2006/main" noGrp="1"/>
          </p:cNvSpPr>
          <p:nvPr/>
        </p:nvSpPr>
        <p:spPr>
          <a:xfrm xmlns:a="http://schemas.openxmlformats.org/drawingml/2006/main">
            <a:off x="6267450" y="4874133"/>
            <a:ext cx="57150" cy="5715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5" name="profile-609">
            <a:extLst xmlns:a="http://schemas.openxmlformats.org/drawingml/2006/main">
              <a:ext uri="{FF2B5EF4-FFF2-40B4-BE49-F238E27FC236}">
                <a16:creationId xmlns:a16="http://schemas.microsoft.com/office/drawing/2014/main" id="{F8A57E52-AC26-43EF-B291-BD8CCA1BC971}"/>
              </a:ext>
            </a:extLst>
          </p:cNvPr>
          <p:cNvSpPr>
            <a:spLocks xmlns:a="http://schemas.openxmlformats.org/drawingml/2006/main" noGrp="1"/>
          </p:cNvSpPr>
          <p:nvPr/>
        </p:nvSpPr>
        <p:spPr>
          <a:xfrm xmlns:a="http://schemas.openxmlformats.org/drawingml/2006/main">
            <a:off x="6467475" y="4778883"/>
            <a:ext cx="5181600" cy="3177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02B49"/>
                </a:solidFill>
                <a:latin typeface="Segoe UI"/>
                <a:ea typeface="Segoe UI"/>
                <a:cs typeface="Segoe UI"/>
              </a:defRPr>
            </a:defPPr>
          </a:lstStyle>
          <a:p xmlns:a="http://schemas.openxmlformats.org/drawingml/2006/main">
            <a:pPr algn="l">
              <a:defRPr sz="1725" b="0">
                <a:solidFill>
                  <a:srgbClr val="102B49"/>
                </a:solidFill>
                <a:latin typeface="Segoe UI"/>
                <a:ea typeface="Segoe UI"/>
                <a:cs typeface="Segoe UI"/>
              </a:defRPr>
            </a:pPr>
            <a:r>
              <a:rPr sz="1725" b="0">
                <a:solidFill>
                  <a:srgbClr val="102B49"/>
                </a:solidFill>
                <a:latin typeface="Segoe UI"/>
                <a:ea typeface="Segoe UI"/>
                <a:cs typeface="Segoe UI"/>
              </a:rPr>
              <a:t>Maintenance, support fees and responsibilities</a:t>
            </a:r>
          </a:p>
        </p:txBody>
      </p:sp>
      <p:sp>
        <p:nvSpPr>
          <p:cNvPr id="36" name="profile-610">
            <a:extLst xmlns:a="http://schemas.openxmlformats.org/drawingml/2006/main">
              <a:ext uri="{FF2B5EF4-FFF2-40B4-BE49-F238E27FC236}">
                <a16:creationId xmlns:a16="http://schemas.microsoft.com/office/drawing/2014/main" id="{BF7E3123-6448-4172-8513-D46A626B8621}"/>
              </a:ext>
            </a:extLst>
          </p:cNvPr>
          <p:cNvSpPr>
            <a:spLocks xmlns:a="http://schemas.openxmlformats.org/drawingml/2006/main" noGrp="1"/>
          </p:cNvSpPr>
          <p:nvPr/>
        </p:nvSpPr>
        <p:spPr>
          <a:xfrm xmlns:a="http://schemas.openxmlformats.org/drawingml/2006/main">
            <a:off x="400050" y="5715000"/>
            <a:ext cx="11239500" cy="3177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1267A5"/>
                </a:solidFill>
                <a:latin typeface="Segoe UI"/>
                <a:ea typeface="Segoe UI"/>
                <a:cs typeface="Segoe UI"/>
              </a:defRPr>
            </a:defPPr>
          </a:lstStyle>
          <a:p xmlns:a="http://schemas.openxmlformats.org/drawingml/2006/main">
            <a:pPr algn="l">
              <a:defRPr sz="1725" b="1">
                <a:solidFill>
                  <a:srgbClr val="1267A5"/>
                </a:solidFill>
                <a:latin typeface="Segoe UI"/>
                <a:ea typeface="Segoe UI"/>
                <a:cs typeface="Segoe UI"/>
              </a:defRPr>
            </a:pPr>
            <a:r>
              <a:rPr sz="1725" b="1">
                <a:solidFill>
                  <a:srgbClr val="1267A5"/>
                </a:solidFill>
                <a:latin typeface="Segoe UI"/>
                <a:ea typeface="Segoe UI"/>
                <a:cs typeface="Segoe UI"/>
              </a:rPr>
              <a:t>Any reduction in cost or service frequency must be supported by a site-specific assessment.</a:t>
            </a:r>
          </a:p>
        </p:txBody>
      </p:sp>
    </p:spTree>
    <p:extLst>
      <p:ext uri="{BB962C8B-B14F-4D97-AF65-F5344CB8AC3E}">
        <p14:creationId xmlns:p14="http://schemas.microsoft.com/office/powerpoint/2010/main" val="1719569441"/>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profile-611">
            <a:extLst xmlns:a="http://schemas.openxmlformats.org/drawingml/2006/main">
              <a:ext uri="{FF2B5EF4-FFF2-40B4-BE49-F238E27FC236}">
                <a16:creationId xmlns:a16="http://schemas.microsoft.com/office/drawing/2014/main" id="{6C4B554F-7C62-4341-9DBA-2DFB745F261C}"/>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612">
            <a:extLst xmlns:a="http://schemas.openxmlformats.org/drawingml/2006/main">
              <a:ext uri="{FF2B5EF4-FFF2-40B4-BE49-F238E27FC236}">
                <a16:creationId xmlns:a16="http://schemas.microsoft.com/office/drawing/2014/main" id="{80FFF104-9AEA-42B7-9AE2-CE610EE33D61}"/>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8C00F406-78BA-43F1-8F1B-65B7E4A53386}"/>
              </a:ext>
            </a:extLst>
          </p:cNvPr>
          <p:cNvPicPr>
            <a:picLocks xmlns:a="http://schemas.openxmlformats.org/drawingml/2006/main" noChangeAspect="1"/>
          </p:cNvPicPr>
          <p:nvPr/>
        </p:nvPicPr>
        <p:blipFill>
          <a:blip xmlns:r="http://schemas.openxmlformats.org/officeDocument/2006/relationships" xmlns:a="http://schemas.openxmlformats.org/drawingml/2006/main" r:embed="R8bdfd5540abb4201"/>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613">
            <a:extLst xmlns:a="http://schemas.openxmlformats.org/drawingml/2006/main">
              <a:ext uri="{FF2B5EF4-FFF2-40B4-BE49-F238E27FC236}">
                <a16:creationId xmlns:a16="http://schemas.microsoft.com/office/drawing/2014/main" id="{2DCFEBB8-62A3-4A7E-BE37-DC2861E86F88}"/>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614">
            <a:extLst xmlns:a="http://schemas.openxmlformats.org/drawingml/2006/main">
              <a:ext uri="{FF2B5EF4-FFF2-40B4-BE49-F238E27FC236}">
                <a16:creationId xmlns:a16="http://schemas.microsoft.com/office/drawing/2014/main" id="{AEBD70E1-9061-4D5E-8CBD-E927BA58198E}"/>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and Pest Management Services OPC</a:t>
            </a:r>
          </a:p>
        </p:txBody>
      </p:sp>
      <p:sp>
        <p:nvSpPr>
          <p:cNvPr id="6" name="profile-615">
            <a:extLst xmlns:a="http://schemas.openxmlformats.org/drawingml/2006/main">
              <a:ext uri="{FF2B5EF4-FFF2-40B4-BE49-F238E27FC236}">
                <a16:creationId xmlns:a16="http://schemas.microsoft.com/office/drawing/2014/main" id="{D5CA8A91-8111-425F-84B3-EEF5C5F1FCE9}"/>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Globe 0917 671 6383   |   Smart 0939 245 6217</a:t>
            </a:r>
          </a:p>
        </p:txBody>
      </p:sp>
      <p:sp>
        <p:nvSpPr>
          <p:cNvPr id="7" name="profile-616">
            <a:extLst xmlns:a="http://schemas.openxmlformats.org/drawingml/2006/main">
              <a:ext uri="{FF2B5EF4-FFF2-40B4-BE49-F238E27FC236}">
                <a16:creationId xmlns:a16="http://schemas.microsoft.com/office/drawing/2014/main" id="{77DA3661-638E-48F0-971E-69E50CC117A6}"/>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617">
            <a:extLst xmlns:a="http://schemas.openxmlformats.org/drawingml/2006/main">
              <a:ext uri="{FF2B5EF4-FFF2-40B4-BE49-F238E27FC236}">
                <a16:creationId xmlns:a16="http://schemas.microsoft.com/office/drawing/2014/main" id="{5DE4A7C6-D5C2-440B-AC9B-A2A040C14DCA}"/>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TO FOLLOW</a:t>
            </a:r>
          </a:p>
        </p:txBody>
      </p:sp>
      <p:sp>
        <p:nvSpPr>
          <p:cNvPr id="9" name="profile-618">
            <a:extLst xmlns:a="http://schemas.openxmlformats.org/drawingml/2006/main">
              <a:ext uri="{FF2B5EF4-FFF2-40B4-BE49-F238E27FC236}">
                <a16:creationId xmlns:a16="http://schemas.microsoft.com/office/drawing/2014/main" id="{1EB37DDA-60DA-43DA-BBE9-EC0A92B11689}"/>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619">
            <a:extLst xmlns:a="http://schemas.openxmlformats.org/drawingml/2006/main">
              <a:ext uri="{FF2B5EF4-FFF2-40B4-BE49-F238E27FC236}">
                <a16:creationId xmlns:a16="http://schemas.microsoft.com/office/drawing/2014/main" id="{F3418C59-411A-4617-9213-D4D3004313FC}"/>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620">
            <a:extLst xmlns:a="http://schemas.openxmlformats.org/drawingml/2006/main">
              <a:ext uri="{FF2B5EF4-FFF2-40B4-BE49-F238E27FC236}">
                <a16:creationId xmlns:a16="http://schemas.microsoft.com/office/drawing/2014/main" id="{7154E3A0-F289-4748-84C2-6C4C8E01E326}"/>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621">
            <a:extLst xmlns:a="http://schemas.openxmlformats.org/drawingml/2006/main">
              <a:ext uri="{FF2B5EF4-FFF2-40B4-BE49-F238E27FC236}">
                <a16:creationId xmlns:a16="http://schemas.microsoft.com/office/drawing/2014/main" id="{AB6A4BCD-6F3D-464C-B0D4-7715651AB8F5}"/>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622">
            <a:extLst xmlns:a="http://schemas.openxmlformats.org/drawingml/2006/main">
              <a:ext uri="{FF2B5EF4-FFF2-40B4-BE49-F238E27FC236}">
                <a16:creationId xmlns:a16="http://schemas.microsoft.com/office/drawing/2014/main" id="{5CB581DC-738D-4E5F-99FC-959E4EEF0E94}"/>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623">
            <a:extLst xmlns:a="http://schemas.openxmlformats.org/drawingml/2006/main">
              <a:ext uri="{FF2B5EF4-FFF2-40B4-BE49-F238E27FC236}">
                <a16:creationId xmlns:a16="http://schemas.microsoft.com/office/drawing/2014/main" id="{996CF260-1E03-4CEC-B8C2-5AF5E0E52060}"/>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624">
            <a:extLst xmlns:a="http://schemas.openxmlformats.org/drawingml/2006/main">
              <a:ext uri="{FF2B5EF4-FFF2-40B4-BE49-F238E27FC236}">
                <a16:creationId xmlns:a16="http://schemas.microsoft.com/office/drawing/2014/main" id="{CE846446-EA01-49C5-9BBE-580B0387EDC1}"/>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20</a:t>
            </a:r>
          </a:p>
        </p:txBody>
      </p:sp>
      <p:sp>
        <p:nvSpPr>
          <p:cNvPr id="16" name="profile-625">
            <a:extLst xmlns:a="http://schemas.openxmlformats.org/drawingml/2006/main">
              <a:ext uri="{FF2B5EF4-FFF2-40B4-BE49-F238E27FC236}">
                <a16:creationId xmlns:a16="http://schemas.microsoft.com/office/drawing/2014/main" id="{7F240972-7D1D-423C-A382-0B66CD3CB100}"/>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Installation is the start of ongoing support</a:t>
            </a:r>
          </a:p>
        </p:txBody>
      </p:sp>
      <p:sp>
        <p:nvSpPr>
          <p:cNvPr id="17" name="profile-626">
            <a:extLst xmlns:a="http://schemas.openxmlformats.org/drawingml/2006/main">
              <a:ext uri="{FF2B5EF4-FFF2-40B4-BE49-F238E27FC236}">
                <a16:creationId xmlns:a16="http://schemas.microsoft.com/office/drawing/2014/main" id="{7113AB08-64C1-47B6-AFB6-FC48CEE4970F}"/>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627">
            <a:extLst xmlns:a="http://schemas.openxmlformats.org/drawingml/2006/main">
              <a:ext uri="{FF2B5EF4-FFF2-40B4-BE49-F238E27FC236}">
                <a16:creationId xmlns:a16="http://schemas.microsoft.com/office/drawing/2014/main" id="{E574CE19-F357-445F-9F12-48BCA0424F84}"/>
              </a:ext>
            </a:extLst>
          </p:cNvPr>
          <p:cNvSpPr>
            <a:spLocks xmlns:a="http://schemas.openxmlformats.org/drawingml/2006/main" noGrp="1"/>
          </p:cNvSpPr>
          <p:nvPr/>
        </p:nvSpPr>
        <p:spPr>
          <a:xfrm xmlns:a="http://schemas.openxmlformats.org/drawingml/2006/main">
            <a:off x="400050" y="2447925"/>
            <a:ext cx="1047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00" b="1">
                <a:solidFill>
                  <a:srgbClr val="1267A5"/>
                </a:solidFill>
                <a:latin typeface="Segoe UI"/>
                <a:ea typeface="Segoe UI"/>
                <a:cs typeface="Segoe UI"/>
              </a:defRPr>
            </a:defPPr>
          </a:lstStyle>
          <a:p xmlns:a="http://schemas.openxmlformats.org/drawingml/2006/main">
            <a:pPr algn="l">
              <a:defRPr sz="3600" b="1">
                <a:solidFill>
                  <a:srgbClr val="1267A5"/>
                </a:solidFill>
                <a:latin typeface="Segoe UI"/>
                <a:ea typeface="Segoe UI"/>
                <a:cs typeface="Segoe UI"/>
              </a:defRPr>
            </a:pPr>
            <a:r>
              <a:rPr sz="3600" b="1">
                <a:solidFill>
                  <a:srgbClr val="1267A5"/>
                </a:solidFill>
                <a:latin typeface="Segoe UI"/>
                <a:ea typeface="Segoe UI"/>
                <a:cs typeface="Segoe UI"/>
              </a:rPr>
              <a:t>01</a:t>
            </a:r>
          </a:p>
        </p:txBody>
      </p:sp>
      <p:sp>
        <p:nvSpPr>
          <p:cNvPr id="19" name="profile-628">
            <a:extLst xmlns:a="http://schemas.openxmlformats.org/drawingml/2006/main">
              <a:ext uri="{FF2B5EF4-FFF2-40B4-BE49-F238E27FC236}">
                <a16:creationId xmlns:a16="http://schemas.microsoft.com/office/drawing/2014/main" id="{E1568DFE-ED32-49A7-8A6F-B4D35ED46CA7}"/>
              </a:ext>
            </a:extLst>
          </p:cNvPr>
          <p:cNvSpPr>
            <a:spLocks xmlns:a="http://schemas.openxmlformats.org/drawingml/2006/main" noGrp="1"/>
          </p:cNvSpPr>
          <p:nvPr/>
        </p:nvSpPr>
        <p:spPr>
          <a:xfrm xmlns:a="http://schemas.openxmlformats.org/drawingml/2006/main">
            <a:off x="400050" y="3238500"/>
            <a:ext cx="25908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0" name="profile-629">
            <a:extLst xmlns:a="http://schemas.openxmlformats.org/drawingml/2006/main">
              <a:ext uri="{FF2B5EF4-FFF2-40B4-BE49-F238E27FC236}">
                <a16:creationId xmlns:a16="http://schemas.microsoft.com/office/drawing/2014/main" id="{5EF552C3-F218-40EB-BD9C-34BC78EDBFCF}"/>
              </a:ext>
            </a:extLst>
          </p:cNvPr>
          <p:cNvSpPr>
            <a:spLocks xmlns:a="http://schemas.openxmlformats.org/drawingml/2006/main" noGrp="1"/>
          </p:cNvSpPr>
          <p:nvPr/>
        </p:nvSpPr>
        <p:spPr>
          <a:xfrm xmlns:a="http://schemas.openxmlformats.org/drawingml/2006/main">
            <a:off x="400050" y="3571875"/>
            <a:ext cx="2590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325" b="1">
                <a:solidFill>
                  <a:srgbClr val="0E2C5E"/>
                </a:solidFill>
                <a:latin typeface="Segoe UI"/>
                <a:ea typeface="Segoe UI"/>
                <a:cs typeface="Segoe UI"/>
              </a:defRPr>
            </a:defPPr>
          </a:lstStyle>
          <a:p xmlns:a="http://schemas.openxmlformats.org/drawingml/2006/main">
            <a:pPr algn="l">
              <a:defRPr sz="2325" b="1">
                <a:solidFill>
                  <a:srgbClr val="0E2C5E"/>
                </a:solidFill>
                <a:latin typeface="Segoe UI"/>
                <a:ea typeface="Segoe UI"/>
                <a:cs typeface="Segoe UI"/>
              </a:defRPr>
            </a:pPr>
            <a:r>
              <a:rPr sz="2325" b="1">
                <a:solidFill>
                  <a:srgbClr val="0E2C5E"/>
                </a:solidFill>
                <a:latin typeface="Segoe UI"/>
                <a:ea typeface="Segoe UI"/>
                <a:cs typeface="Segoe UI"/>
              </a:rPr>
              <a:t>Assess</a:t>
            </a:r>
          </a:p>
        </p:txBody>
      </p:sp>
      <p:sp>
        <p:nvSpPr>
          <p:cNvPr id="21" name="profile-630">
            <a:extLst xmlns:a="http://schemas.openxmlformats.org/drawingml/2006/main">
              <a:ext uri="{FF2B5EF4-FFF2-40B4-BE49-F238E27FC236}">
                <a16:creationId xmlns:a16="http://schemas.microsoft.com/office/drawing/2014/main" id="{CA9E2A26-23C7-47CB-B3CC-23FC3068C1B3}"/>
              </a:ext>
            </a:extLst>
          </p:cNvPr>
          <p:cNvSpPr>
            <a:spLocks xmlns:a="http://schemas.openxmlformats.org/drawingml/2006/main" noGrp="1"/>
          </p:cNvSpPr>
          <p:nvPr/>
        </p:nvSpPr>
        <p:spPr>
          <a:xfrm xmlns:a="http://schemas.openxmlformats.org/drawingml/2006/main">
            <a:off x="400050" y="4143375"/>
            <a:ext cx="2590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102B49"/>
                </a:solidFill>
                <a:latin typeface="Segoe UI"/>
                <a:ea typeface="Segoe UI"/>
                <a:cs typeface="Segoe UI"/>
              </a:defRPr>
            </a:defPPr>
          </a:lstStyle>
          <a:p xmlns:a="http://schemas.openxmlformats.org/drawingml/2006/main">
            <a:pPr algn="l">
              <a:defRPr sz="1800" b="0">
                <a:solidFill>
                  <a:srgbClr val="102B49"/>
                </a:solidFill>
                <a:latin typeface="Segoe UI"/>
                <a:ea typeface="Segoe UI"/>
                <a:cs typeface="Segoe UI"/>
              </a:defRPr>
            </a:pPr>
            <a:r>
              <a:rPr sz="1800" b="0">
                <a:solidFill>
                  <a:srgbClr val="102B49"/>
                </a:solidFill>
                <a:latin typeface="Segoe UI"/>
                <a:ea typeface="Segoe UI"/>
                <a:cs typeface="Segoe UI"/>
              </a:rPr>
              <a:t>Review flows, tanks,</a:t>
            </a:r>
          </a:p>
        </p:txBody>
      </p:sp>
      <p:sp>
        <p:nvSpPr>
          <p:cNvPr id="22" name="profile-631">
            <a:extLst xmlns:a="http://schemas.openxmlformats.org/drawingml/2006/main">
              <a:ext uri="{FF2B5EF4-FFF2-40B4-BE49-F238E27FC236}">
                <a16:creationId xmlns:a16="http://schemas.microsoft.com/office/drawing/2014/main" id="{C3DEB34E-6761-4681-AAE7-F2C93C4BAF38}"/>
              </a:ext>
            </a:extLst>
          </p:cNvPr>
          <p:cNvSpPr>
            <a:spLocks xmlns:a="http://schemas.openxmlformats.org/drawingml/2006/main" noGrp="1"/>
          </p:cNvSpPr>
          <p:nvPr/>
        </p:nvSpPr>
        <p:spPr>
          <a:xfrm xmlns:a="http://schemas.openxmlformats.org/drawingml/2006/main">
            <a:off x="400050" y="4457700"/>
            <a:ext cx="2590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102B49"/>
                </a:solidFill>
                <a:latin typeface="Segoe UI"/>
                <a:ea typeface="Segoe UI"/>
                <a:cs typeface="Segoe UI"/>
              </a:defRPr>
            </a:defPPr>
          </a:lstStyle>
          <a:p xmlns:a="http://schemas.openxmlformats.org/drawingml/2006/main">
            <a:pPr algn="l">
              <a:defRPr sz="1800" b="0">
                <a:solidFill>
                  <a:srgbClr val="102B49"/>
                </a:solidFill>
                <a:latin typeface="Segoe UI"/>
                <a:ea typeface="Segoe UI"/>
                <a:cs typeface="Segoe UI"/>
              </a:defRPr>
            </a:pPr>
            <a:r>
              <a:rPr sz="1800" b="0">
                <a:solidFill>
                  <a:srgbClr val="102B49"/>
                </a:solidFill>
                <a:latin typeface="Segoe UI"/>
                <a:ea typeface="Segoe UI"/>
                <a:cs typeface="Segoe UI"/>
              </a:rPr>
              <a:t>access and operating</a:t>
            </a:r>
          </a:p>
        </p:txBody>
      </p:sp>
      <p:sp>
        <p:nvSpPr>
          <p:cNvPr id="23" name="profile-632">
            <a:extLst xmlns:a="http://schemas.openxmlformats.org/drawingml/2006/main">
              <a:ext uri="{FF2B5EF4-FFF2-40B4-BE49-F238E27FC236}">
                <a16:creationId xmlns:a16="http://schemas.microsoft.com/office/drawing/2014/main" id="{D7A9B1CE-30CC-4E00-A3A3-8CC046AC1D34}"/>
              </a:ext>
            </a:extLst>
          </p:cNvPr>
          <p:cNvSpPr>
            <a:spLocks xmlns:a="http://schemas.openxmlformats.org/drawingml/2006/main" noGrp="1"/>
          </p:cNvSpPr>
          <p:nvPr/>
        </p:nvSpPr>
        <p:spPr>
          <a:xfrm xmlns:a="http://schemas.openxmlformats.org/drawingml/2006/main">
            <a:off x="400050" y="4772025"/>
            <a:ext cx="2590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102B49"/>
                </a:solidFill>
                <a:latin typeface="Segoe UI"/>
                <a:ea typeface="Segoe UI"/>
                <a:cs typeface="Segoe UI"/>
              </a:defRPr>
            </a:defPPr>
          </a:lstStyle>
          <a:p xmlns:a="http://schemas.openxmlformats.org/drawingml/2006/main">
            <a:pPr algn="l">
              <a:defRPr sz="1800" b="0">
                <a:solidFill>
                  <a:srgbClr val="102B49"/>
                </a:solidFill>
                <a:latin typeface="Segoe UI"/>
                <a:ea typeface="Segoe UI"/>
                <a:cs typeface="Segoe UI"/>
              </a:defRPr>
            </a:pPr>
            <a:r>
              <a:rPr sz="1800" b="0">
                <a:solidFill>
                  <a:srgbClr val="102B49"/>
                </a:solidFill>
                <a:latin typeface="Segoe UI"/>
                <a:ea typeface="Segoe UI"/>
                <a:cs typeface="Segoe UI"/>
              </a:rPr>
              <a:t>needs.</a:t>
            </a:r>
          </a:p>
        </p:txBody>
      </p:sp>
      <p:sp>
        <p:nvSpPr>
          <p:cNvPr id="24" name="profile-633">
            <a:extLst xmlns:a="http://schemas.openxmlformats.org/drawingml/2006/main">
              <a:ext uri="{FF2B5EF4-FFF2-40B4-BE49-F238E27FC236}">
                <a16:creationId xmlns:a16="http://schemas.microsoft.com/office/drawing/2014/main" id="{090B21F3-A04F-468D-B393-4CD4E7E38821}"/>
              </a:ext>
            </a:extLst>
          </p:cNvPr>
          <p:cNvSpPr>
            <a:spLocks xmlns:a="http://schemas.openxmlformats.org/drawingml/2006/main" noGrp="1"/>
          </p:cNvSpPr>
          <p:nvPr/>
        </p:nvSpPr>
        <p:spPr>
          <a:xfrm xmlns:a="http://schemas.openxmlformats.org/drawingml/2006/main">
            <a:off x="3314700" y="2447925"/>
            <a:ext cx="1047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00" b="1">
                <a:solidFill>
                  <a:srgbClr val="1267A5"/>
                </a:solidFill>
                <a:latin typeface="Segoe UI"/>
                <a:ea typeface="Segoe UI"/>
                <a:cs typeface="Segoe UI"/>
              </a:defRPr>
            </a:defPPr>
          </a:lstStyle>
          <a:p xmlns:a="http://schemas.openxmlformats.org/drawingml/2006/main">
            <a:pPr algn="l">
              <a:defRPr sz="3600" b="1">
                <a:solidFill>
                  <a:srgbClr val="1267A5"/>
                </a:solidFill>
                <a:latin typeface="Segoe UI"/>
                <a:ea typeface="Segoe UI"/>
                <a:cs typeface="Segoe UI"/>
              </a:defRPr>
            </a:pPr>
            <a:r>
              <a:rPr sz="3600" b="1">
                <a:solidFill>
                  <a:srgbClr val="1267A5"/>
                </a:solidFill>
                <a:latin typeface="Segoe UI"/>
                <a:ea typeface="Segoe UI"/>
                <a:cs typeface="Segoe UI"/>
              </a:rPr>
              <a:t>02</a:t>
            </a:r>
          </a:p>
        </p:txBody>
      </p:sp>
      <p:sp>
        <p:nvSpPr>
          <p:cNvPr id="25" name="profile-634">
            <a:extLst xmlns:a="http://schemas.openxmlformats.org/drawingml/2006/main">
              <a:ext uri="{FF2B5EF4-FFF2-40B4-BE49-F238E27FC236}">
                <a16:creationId xmlns:a16="http://schemas.microsoft.com/office/drawing/2014/main" id="{5FB029DE-5D06-4527-B149-890C0CD6111C}"/>
              </a:ext>
            </a:extLst>
          </p:cNvPr>
          <p:cNvSpPr>
            <a:spLocks xmlns:a="http://schemas.openxmlformats.org/drawingml/2006/main" noGrp="1"/>
          </p:cNvSpPr>
          <p:nvPr/>
        </p:nvSpPr>
        <p:spPr>
          <a:xfrm xmlns:a="http://schemas.openxmlformats.org/drawingml/2006/main">
            <a:off x="3314700" y="3238500"/>
            <a:ext cx="25908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6" name="profile-635">
            <a:extLst xmlns:a="http://schemas.openxmlformats.org/drawingml/2006/main">
              <a:ext uri="{FF2B5EF4-FFF2-40B4-BE49-F238E27FC236}">
                <a16:creationId xmlns:a16="http://schemas.microsoft.com/office/drawing/2014/main" id="{F6C28CEB-136E-4B15-A7A1-8064F3991394}"/>
              </a:ext>
            </a:extLst>
          </p:cNvPr>
          <p:cNvSpPr>
            <a:spLocks xmlns:a="http://schemas.openxmlformats.org/drawingml/2006/main" noGrp="1"/>
          </p:cNvSpPr>
          <p:nvPr/>
        </p:nvSpPr>
        <p:spPr>
          <a:xfrm xmlns:a="http://schemas.openxmlformats.org/drawingml/2006/main">
            <a:off x="3314700" y="3571875"/>
            <a:ext cx="2590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325" b="1">
                <a:solidFill>
                  <a:srgbClr val="0E2C5E"/>
                </a:solidFill>
                <a:latin typeface="Segoe UI"/>
                <a:ea typeface="Segoe UI"/>
                <a:cs typeface="Segoe UI"/>
              </a:defRPr>
            </a:defPPr>
          </a:lstStyle>
          <a:p xmlns:a="http://schemas.openxmlformats.org/drawingml/2006/main">
            <a:pPr algn="l">
              <a:defRPr sz="2325" b="1">
                <a:solidFill>
                  <a:srgbClr val="0E2C5E"/>
                </a:solidFill>
                <a:latin typeface="Segoe UI"/>
                <a:ea typeface="Segoe UI"/>
                <a:cs typeface="Segoe UI"/>
              </a:defRPr>
            </a:pPr>
            <a:r>
              <a:rPr sz="2325" b="1">
                <a:solidFill>
                  <a:srgbClr val="0E2C5E"/>
                </a:solidFill>
                <a:latin typeface="Segoe UI"/>
                <a:ea typeface="Segoe UI"/>
                <a:cs typeface="Segoe UI"/>
              </a:rPr>
              <a:t>Propose</a:t>
            </a:r>
          </a:p>
        </p:txBody>
      </p:sp>
      <p:sp>
        <p:nvSpPr>
          <p:cNvPr id="27" name="profile-636">
            <a:extLst xmlns:a="http://schemas.openxmlformats.org/drawingml/2006/main">
              <a:ext uri="{FF2B5EF4-FFF2-40B4-BE49-F238E27FC236}">
                <a16:creationId xmlns:a16="http://schemas.microsoft.com/office/drawing/2014/main" id="{2F2A15C9-F679-475B-BC90-179CB2F0E635}"/>
              </a:ext>
            </a:extLst>
          </p:cNvPr>
          <p:cNvSpPr>
            <a:spLocks xmlns:a="http://schemas.openxmlformats.org/drawingml/2006/main" noGrp="1"/>
          </p:cNvSpPr>
          <p:nvPr/>
        </p:nvSpPr>
        <p:spPr>
          <a:xfrm xmlns:a="http://schemas.openxmlformats.org/drawingml/2006/main">
            <a:off x="3314700" y="4143375"/>
            <a:ext cx="2590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102B49"/>
                </a:solidFill>
                <a:latin typeface="Segoe UI"/>
                <a:ea typeface="Segoe UI"/>
                <a:cs typeface="Segoe UI"/>
              </a:defRPr>
            </a:defPPr>
          </a:lstStyle>
          <a:p xmlns:a="http://schemas.openxmlformats.org/drawingml/2006/main">
            <a:pPr algn="l">
              <a:defRPr sz="1800" b="0">
                <a:solidFill>
                  <a:srgbClr val="102B49"/>
                </a:solidFill>
                <a:latin typeface="Segoe UI"/>
                <a:ea typeface="Segoe UI"/>
                <a:cs typeface="Segoe UI"/>
              </a:defRPr>
            </a:pPr>
            <a:r>
              <a:rPr sz="1800" b="0">
                <a:solidFill>
                  <a:srgbClr val="102B49"/>
                </a:solidFill>
                <a:latin typeface="Segoe UI"/>
                <a:ea typeface="Segoe UI"/>
                <a:cs typeface="Segoe UI"/>
              </a:rPr>
              <a:t>Define technology,</a:t>
            </a:r>
          </a:p>
        </p:txBody>
      </p:sp>
      <p:sp>
        <p:nvSpPr>
          <p:cNvPr id="28" name="profile-637">
            <a:extLst xmlns:a="http://schemas.openxmlformats.org/drawingml/2006/main">
              <a:ext uri="{FF2B5EF4-FFF2-40B4-BE49-F238E27FC236}">
                <a16:creationId xmlns:a16="http://schemas.microsoft.com/office/drawing/2014/main" id="{5D66DEE4-4F19-4C58-9A29-48A1696A185D}"/>
              </a:ext>
            </a:extLst>
          </p:cNvPr>
          <p:cNvSpPr>
            <a:spLocks xmlns:a="http://schemas.openxmlformats.org/drawingml/2006/main" noGrp="1"/>
          </p:cNvSpPr>
          <p:nvPr/>
        </p:nvSpPr>
        <p:spPr>
          <a:xfrm xmlns:a="http://schemas.openxmlformats.org/drawingml/2006/main">
            <a:off x="3314700" y="4457700"/>
            <a:ext cx="2590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102B49"/>
                </a:solidFill>
                <a:latin typeface="Segoe UI"/>
                <a:ea typeface="Segoe UI"/>
                <a:cs typeface="Segoe UI"/>
              </a:defRPr>
            </a:defPPr>
          </a:lstStyle>
          <a:p xmlns:a="http://schemas.openxmlformats.org/drawingml/2006/main">
            <a:pPr algn="l">
              <a:defRPr sz="1800" b="0">
                <a:solidFill>
                  <a:srgbClr val="102B49"/>
                </a:solidFill>
                <a:latin typeface="Segoe UI"/>
                <a:ea typeface="Segoe UI"/>
                <a:cs typeface="Segoe UI"/>
              </a:defRPr>
            </a:pPr>
            <a:r>
              <a:rPr sz="1800" b="0">
                <a:solidFill>
                  <a:srgbClr val="102B49"/>
                </a:solidFill>
                <a:latin typeface="Segoe UI"/>
                <a:ea typeface="Segoe UI"/>
                <a:cs typeface="Segoe UI"/>
              </a:rPr>
              <a:t>capacity, scope and costs.</a:t>
            </a:r>
          </a:p>
        </p:txBody>
      </p:sp>
      <p:sp>
        <p:nvSpPr>
          <p:cNvPr id="29" name="profile-638">
            <a:extLst xmlns:a="http://schemas.openxmlformats.org/drawingml/2006/main">
              <a:ext uri="{FF2B5EF4-FFF2-40B4-BE49-F238E27FC236}">
                <a16:creationId xmlns:a16="http://schemas.microsoft.com/office/drawing/2014/main" id="{9D8FA109-DA3E-4E07-A37A-97E22D1C8A42}"/>
              </a:ext>
            </a:extLst>
          </p:cNvPr>
          <p:cNvSpPr>
            <a:spLocks xmlns:a="http://schemas.openxmlformats.org/drawingml/2006/main" noGrp="1"/>
          </p:cNvSpPr>
          <p:nvPr/>
        </p:nvSpPr>
        <p:spPr>
          <a:xfrm xmlns:a="http://schemas.openxmlformats.org/drawingml/2006/main">
            <a:off x="6229350" y="2447925"/>
            <a:ext cx="1047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00" b="1">
                <a:solidFill>
                  <a:srgbClr val="1267A5"/>
                </a:solidFill>
                <a:latin typeface="Segoe UI"/>
                <a:ea typeface="Segoe UI"/>
                <a:cs typeface="Segoe UI"/>
              </a:defRPr>
            </a:defPPr>
          </a:lstStyle>
          <a:p xmlns:a="http://schemas.openxmlformats.org/drawingml/2006/main">
            <a:pPr algn="l">
              <a:defRPr sz="3600" b="1">
                <a:solidFill>
                  <a:srgbClr val="1267A5"/>
                </a:solidFill>
                <a:latin typeface="Segoe UI"/>
                <a:ea typeface="Segoe UI"/>
                <a:cs typeface="Segoe UI"/>
              </a:defRPr>
            </a:pPr>
            <a:r>
              <a:rPr sz="3600" b="1">
                <a:solidFill>
                  <a:srgbClr val="1267A5"/>
                </a:solidFill>
                <a:latin typeface="Segoe UI"/>
                <a:ea typeface="Segoe UI"/>
                <a:cs typeface="Segoe UI"/>
              </a:rPr>
              <a:t>03</a:t>
            </a:r>
          </a:p>
        </p:txBody>
      </p:sp>
      <p:sp>
        <p:nvSpPr>
          <p:cNvPr id="30" name="profile-639">
            <a:extLst xmlns:a="http://schemas.openxmlformats.org/drawingml/2006/main">
              <a:ext uri="{FF2B5EF4-FFF2-40B4-BE49-F238E27FC236}">
                <a16:creationId xmlns:a16="http://schemas.microsoft.com/office/drawing/2014/main" id="{9AA9FC79-3729-418D-9741-FFECCC0E990B}"/>
              </a:ext>
            </a:extLst>
          </p:cNvPr>
          <p:cNvSpPr>
            <a:spLocks xmlns:a="http://schemas.openxmlformats.org/drawingml/2006/main" noGrp="1"/>
          </p:cNvSpPr>
          <p:nvPr/>
        </p:nvSpPr>
        <p:spPr>
          <a:xfrm xmlns:a="http://schemas.openxmlformats.org/drawingml/2006/main">
            <a:off x="6229350" y="3238500"/>
            <a:ext cx="25908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1" name="profile-640">
            <a:extLst xmlns:a="http://schemas.openxmlformats.org/drawingml/2006/main">
              <a:ext uri="{FF2B5EF4-FFF2-40B4-BE49-F238E27FC236}">
                <a16:creationId xmlns:a16="http://schemas.microsoft.com/office/drawing/2014/main" id="{EE7C0D01-C6D4-4253-950A-6E7649C49C9E}"/>
              </a:ext>
            </a:extLst>
          </p:cNvPr>
          <p:cNvSpPr>
            <a:spLocks xmlns:a="http://schemas.openxmlformats.org/drawingml/2006/main" noGrp="1"/>
          </p:cNvSpPr>
          <p:nvPr/>
        </p:nvSpPr>
        <p:spPr>
          <a:xfrm xmlns:a="http://schemas.openxmlformats.org/drawingml/2006/main">
            <a:off x="6229350" y="3571875"/>
            <a:ext cx="2590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325" b="1">
                <a:solidFill>
                  <a:srgbClr val="0E2C5E"/>
                </a:solidFill>
                <a:latin typeface="Segoe UI"/>
                <a:ea typeface="Segoe UI"/>
                <a:cs typeface="Segoe UI"/>
              </a:defRPr>
            </a:defPPr>
          </a:lstStyle>
          <a:p xmlns:a="http://schemas.openxmlformats.org/drawingml/2006/main">
            <a:pPr algn="l">
              <a:defRPr sz="2325" b="1">
                <a:solidFill>
                  <a:srgbClr val="0E2C5E"/>
                </a:solidFill>
                <a:latin typeface="Segoe UI"/>
                <a:ea typeface="Segoe UI"/>
                <a:cs typeface="Segoe UI"/>
              </a:defRPr>
            </a:pPr>
            <a:r>
              <a:rPr sz="2325" b="1">
                <a:solidFill>
                  <a:srgbClr val="0E2C5E"/>
                </a:solidFill>
                <a:latin typeface="Segoe UI"/>
                <a:ea typeface="Segoe UI"/>
                <a:cs typeface="Segoe UI"/>
              </a:rPr>
              <a:t>Install</a:t>
            </a:r>
          </a:p>
        </p:txBody>
      </p:sp>
      <p:sp>
        <p:nvSpPr>
          <p:cNvPr id="32" name="profile-641">
            <a:extLst xmlns:a="http://schemas.openxmlformats.org/drawingml/2006/main">
              <a:ext uri="{FF2B5EF4-FFF2-40B4-BE49-F238E27FC236}">
                <a16:creationId xmlns:a16="http://schemas.microsoft.com/office/drawing/2014/main" id="{7555925B-D61F-40AC-8C11-7EC446B0D71A}"/>
              </a:ext>
            </a:extLst>
          </p:cNvPr>
          <p:cNvSpPr>
            <a:spLocks xmlns:a="http://schemas.openxmlformats.org/drawingml/2006/main" noGrp="1"/>
          </p:cNvSpPr>
          <p:nvPr/>
        </p:nvSpPr>
        <p:spPr>
          <a:xfrm xmlns:a="http://schemas.openxmlformats.org/drawingml/2006/main">
            <a:off x="6229350" y="4143375"/>
            <a:ext cx="2590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102B49"/>
                </a:solidFill>
                <a:latin typeface="Segoe UI"/>
                <a:ea typeface="Segoe UI"/>
                <a:cs typeface="Segoe UI"/>
              </a:defRPr>
            </a:defPPr>
          </a:lstStyle>
          <a:p xmlns:a="http://schemas.openxmlformats.org/drawingml/2006/main">
            <a:pPr algn="l">
              <a:defRPr sz="1800" b="0">
                <a:solidFill>
                  <a:srgbClr val="102B49"/>
                </a:solidFill>
                <a:latin typeface="Segoe UI"/>
                <a:ea typeface="Segoe UI"/>
                <a:cs typeface="Segoe UI"/>
              </a:defRPr>
            </a:pPr>
            <a:r>
              <a:rPr sz="1800" b="0">
                <a:solidFill>
                  <a:srgbClr val="102B49"/>
                </a:solidFill>
                <a:latin typeface="Segoe UI"/>
                <a:ea typeface="Segoe UI"/>
                <a:cs typeface="Segoe UI"/>
              </a:rPr>
              <a:t>Coordinate delivery,</a:t>
            </a:r>
          </a:p>
        </p:txBody>
      </p:sp>
      <p:sp>
        <p:nvSpPr>
          <p:cNvPr id="33" name="profile-642">
            <a:extLst xmlns:a="http://schemas.openxmlformats.org/drawingml/2006/main">
              <a:ext uri="{FF2B5EF4-FFF2-40B4-BE49-F238E27FC236}">
                <a16:creationId xmlns:a16="http://schemas.microsoft.com/office/drawing/2014/main" id="{B4F1484B-28A9-4032-A11B-EE9C0E3897C9}"/>
              </a:ext>
            </a:extLst>
          </p:cNvPr>
          <p:cNvSpPr>
            <a:spLocks xmlns:a="http://schemas.openxmlformats.org/drawingml/2006/main" noGrp="1"/>
          </p:cNvSpPr>
          <p:nvPr/>
        </p:nvSpPr>
        <p:spPr>
          <a:xfrm xmlns:a="http://schemas.openxmlformats.org/drawingml/2006/main">
            <a:off x="6229350" y="4457700"/>
            <a:ext cx="2590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102B49"/>
                </a:solidFill>
                <a:latin typeface="Segoe UI"/>
                <a:ea typeface="Segoe UI"/>
                <a:cs typeface="Segoe UI"/>
              </a:defRPr>
            </a:defPPr>
          </a:lstStyle>
          <a:p xmlns:a="http://schemas.openxmlformats.org/drawingml/2006/main">
            <a:pPr algn="l">
              <a:defRPr sz="1800" b="0">
                <a:solidFill>
                  <a:srgbClr val="102B49"/>
                </a:solidFill>
                <a:latin typeface="Segoe UI"/>
                <a:ea typeface="Segoe UI"/>
                <a:cs typeface="Segoe UI"/>
              </a:defRPr>
            </a:pPr>
            <a:r>
              <a:rPr sz="1800" b="0">
                <a:solidFill>
                  <a:srgbClr val="102B49"/>
                </a:solidFill>
                <a:latin typeface="Segoe UI"/>
                <a:ea typeface="Segoe UI"/>
                <a:cs typeface="Segoe UI"/>
              </a:rPr>
              <a:t>checks and handover.</a:t>
            </a:r>
          </a:p>
        </p:txBody>
      </p:sp>
      <p:sp>
        <p:nvSpPr>
          <p:cNvPr id="34" name="profile-643">
            <a:extLst xmlns:a="http://schemas.openxmlformats.org/drawingml/2006/main">
              <a:ext uri="{FF2B5EF4-FFF2-40B4-BE49-F238E27FC236}">
                <a16:creationId xmlns:a16="http://schemas.microsoft.com/office/drawing/2014/main" id="{0561B1D5-A67E-4E6E-BBDF-9E9587C2257E}"/>
              </a:ext>
            </a:extLst>
          </p:cNvPr>
          <p:cNvSpPr>
            <a:spLocks xmlns:a="http://schemas.openxmlformats.org/drawingml/2006/main" noGrp="1"/>
          </p:cNvSpPr>
          <p:nvPr/>
        </p:nvSpPr>
        <p:spPr>
          <a:xfrm xmlns:a="http://schemas.openxmlformats.org/drawingml/2006/main">
            <a:off x="9144000" y="2447925"/>
            <a:ext cx="1047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00" b="1">
                <a:solidFill>
                  <a:srgbClr val="1267A5"/>
                </a:solidFill>
                <a:latin typeface="Segoe UI"/>
                <a:ea typeface="Segoe UI"/>
                <a:cs typeface="Segoe UI"/>
              </a:defRPr>
            </a:defPPr>
          </a:lstStyle>
          <a:p xmlns:a="http://schemas.openxmlformats.org/drawingml/2006/main">
            <a:pPr algn="l">
              <a:defRPr sz="3600" b="1">
                <a:solidFill>
                  <a:srgbClr val="1267A5"/>
                </a:solidFill>
                <a:latin typeface="Segoe UI"/>
                <a:ea typeface="Segoe UI"/>
                <a:cs typeface="Segoe UI"/>
              </a:defRPr>
            </a:pPr>
            <a:r>
              <a:rPr sz="3600" b="1">
                <a:solidFill>
                  <a:srgbClr val="1267A5"/>
                </a:solidFill>
                <a:latin typeface="Segoe UI"/>
                <a:ea typeface="Segoe UI"/>
                <a:cs typeface="Segoe UI"/>
              </a:rPr>
              <a:t>04</a:t>
            </a:r>
          </a:p>
        </p:txBody>
      </p:sp>
      <p:sp>
        <p:nvSpPr>
          <p:cNvPr id="35" name="profile-644">
            <a:extLst xmlns:a="http://schemas.openxmlformats.org/drawingml/2006/main">
              <a:ext uri="{FF2B5EF4-FFF2-40B4-BE49-F238E27FC236}">
                <a16:creationId xmlns:a16="http://schemas.microsoft.com/office/drawing/2014/main" id="{30AE2017-A489-418E-BD1C-62A363F24CEA}"/>
              </a:ext>
            </a:extLst>
          </p:cNvPr>
          <p:cNvSpPr>
            <a:spLocks xmlns:a="http://schemas.openxmlformats.org/drawingml/2006/main" noGrp="1"/>
          </p:cNvSpPr>
          <p:nvPr/>
        </p:nvSpPr>
        <p:spPr>
          <a:xfrm xmlns:a="http://schemas.openxmlformats.org/drawingml/2006/main">
            <a:off x="9144000" y="3238500"/>
            <a:ext cx="25908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6" name="profile-645">
            <a:extLst xmlns:a="http://schemas.openxmlformats.org/drawingml/2006/main">
              <a:ext uri="{FF2B5EF4-FFF2-40B4-BE49-F238E27FC236}">
                <a16:creationId xmlns:a16="http://schemas.microsoft.com/office/drawing/2014/main" id="{314CBA61-E124-42BF-BE2A-245DAC593AAC}"/>
              </a:ext>
            </a:extLst>
          </p:cNvPr>
          <p:cNvSpPr>
            <a:spLocks xmlns:a="http://schemas.openxmlformats.org/drawingml/2006/main" noGrp="1"/>
          </p:cNvSpPr>
          <p:nvPr/>
        </p:nvSpPr>
        <p:spPr>
          <a:xfrm xmlns:a="http://schemas.openxmlformats.org/drawingml/2006/main">
            <a:off x="9144000" y="3571875"/>
            <a:ext cx="2590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325" b="1">
                <a:solidFill>
                  <a:srgbClr val="0E2C5E"/>
                </a:solidFill>
                <a:latin typeface="Segoe UI"/>
                <a:ea typeface="Segoe UI"/>
                <a:cs typeface="Segoe UI"/>
              </a:defRPr>
            </a:defPPr>
          </a:lstStyle>
          <a:p xmlns:a="http://schemas.openxmlformats.org/drawingml/2006/main">
            <a:pPr algn="l">
              <a:defRPr sz="2325" b="1">
                <a:solidFill>
                  <a:srgbClr val="0E2C5E"/>
                </a:solidFill>
                <a:latin typeface="Segoe UI"/>
                <a:ea typeface="Segoe UI"/>
                <a:cs typeface="Segoe UI"/>
              </a:defRPr>
            </a:pPr>
            <a:r>
              <a:rPr sz="2325" b="1">
                <a:solidFill>
                  <a:srgbClr val="0E2C5E"/>
                </a:solidFill>
                <a:latin typeface="Segoe UI"/>
                <a:ea typeface="Segoe UI"/>
                <a:cs typeface="Segoe UI"/>
              </a:rPr>
              <a:t>Support</a:t>
            </a:r>
          </a:p>
        </p:txBody>
      </p:sp>
      <p:sp>
        <p:nvSpPr>
          <p:cNvPr id="37" name="profile-646">
            <a:extLst xmlns:a="http://schemas.openxmlformats.org/drawingml/2006/main">
              <a:ext uri="{FF2B5EF4-FFF2-40B4-BE49-F238E27FC236}">
                <a16:creationId xmlns:a16="http://schemas.microsoft.com/office/drawing/2014/main" id="{A3AB1486-1638-4EC4-B556-DD1AB1FE0F54}"/>
              </a:ext>
            </a:extLst>
          </p:cNvPr>
          <p:cNvSpPr>
            <a:spLocks xmlns:a="http://schemas.openxmlformats.org/drawingml/2006/main" noGrp="1"/>
          </p:cNvSpPr>
          <p:nvPr/>
        </p:nvSpPr>
        <p:spPr>
          <a:xfrm xmlns:a="http://schemas.openxmlformats.org/drawingml/2006/main">
            <a:off x="9144000" y="4143375"/>
            <a:ext cx="2590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102B49"/>
                </a:solidFill>
                <a:latin typeface="Segoe UI"/>
                <a:ea typeface="Segoe UI"/>
                <a:cs typeface="Segoe UI"/>
              </a:defRPr>
            </a:defPPr>
          </a:lstStyle>
          <a:p xmlns:a="http://schemas.openxmlformats.org/drawingml/2006/main">
            <a:pPr algn="l">
              <a:defRPr sz="1800" b="0">
                <a:solidFill>
                  <a:srgbClr val="102B49"/>
                </a:solidFill>
                <a:latin typeface="Segoe UI"/>
                <a:ea typeface="Segoe UI"/>
                <a:cs typeface="Segoe UI"/>
              </a:defRPr>
            </a:pPr>
            <a:r>
              <a:rPr sz="1800" b="0">
                <a:solidFill>
                  <a:srgbClr val="102B49"/>
                </a:solidFill>
                <a:latin typeface="Segoe UI"/>
                <a:ea typeface="Segoe UI"/>
                <a:cs typeface="Segoe UI"/>
              </a:rPr>
              <a:t>Agree servicing, guidance</a:t>
            </a:r>
          </a:p>
        </p:txBody>
      </p:sp>
      <p:sp>
        <p:nvSpPr>
          <p:cNvPr id="38" name="profile-647">
            <a:extLst xmlns:a="http://schemas.openxmlformats.org/drawingml/2006/main">
              <a:ext uri="{FF2B5EF4-FFF2-40B4-BE49-F238E27FC236}">
                <a16:creationId xmlns:a16="http://schemas.microsoft.com/office/drawing/2014/main" id="{6452B980-0A5E-4FA3-B8BF-46BB52FE07F7}"/>
              </a:ext>
            </a:extLst>
          </p:cNvPr>
          <p:cNvSpPr>
            <a:spLocks xmlns:a="http://schemas.openxmlformats.org/drawingml/2006/main" noGrp="1"/>
          </p:cNvSpPr>
          <p:nvPr/>
        </p:nvSpPr>
        <p:spPr>
          <a:xfrm xmlns:a="http://schemas.openxmlformats.org/drawingml/2006/main">
            <a:off x="9144000" y="4457700"/>
            <a:ext cx="2590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102B49"/>
                </a:solidFill>
                <a:latin typeface="Segoe UI"/>
                <a:ea typeface="Segoe UI"/>
                <a:cs typeface="Segoe UI"/>
              </a:defRPr>
            </a:defPPr>
          </a:lstStyle>
          <a:p xmlns:a="http://schemas.openxmlformats.org/drawingml/2006/main">
            <a:pPr algn="l">
              <a:defRPr sz="1800" b="0">
                <a:solidFill>
                  <a:srgbClr val="102B49"/>
                </a:solidFill>
                <a:latin typeface="Segoe UI"/>
                <a:ea typeface="Segoe UI"/>
                <a:cs typeface="Segoe UI"/>
              </a:defRPr>
            </a:pPr>
            <a:r>
              <a:rPr sz="1800" b="0">
                <a:solidFill>
                  <a:srgbClr val="102B49"/>
                </a:solidFill>
                <a:latin typeface="Segoe UI"/>
                <a:ea typeface="Segoe UI"/>
                <a:cs typeface="Segoe UI"/>
              </a:rPr>
              <a:t>and document</a:t>
            </a:r>
          </a:p>
        </p:txBody>
      </p:sp>
      <p:sp>
        <p:nvSpPr>
          <p:cNvPr id="39" name="profile-648">
            <a:extLst xmlns:a="http://schemas.openxmlformats.org/drawingml/2006/main">
              <a:ext uri="{FF2B5EF4-FFF2-40B4-BE49-F238E27FC236}">
                <a16:creationId xmlns:a16="http://schemas.microsoft.com/office/drawing/2014/main" id="{AF75CA2A-024F-49AF-82A1-08BD1C72785D}"/>
              </a:ext>
            </a:extLst>
          </p:cNvPr>
          <p:cNvSpPr>
            <a:spLocks xmlns:a="http://schemas.openxmlformats.org/drawingml/2006/main" noGrp="1"/>
          </p:cNvSpPr>
          <p:nvPr/>
        </p:nvSpPr>
        <p:spPr>
          <a:xfrm xmlns:a="http://schemas.openxmlformats.org/drawingml/2006/main">
            <a:off x="9144000" y="4772025"/>
            <a:ext cx="2590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102B49"/>
                </a:solidFill>
                <a:latin typeface="Segoe UI"/>
                <a:ea typeface="Segoe UI"/>
                <a:cs typeface="Segoe UI"/>
              </a:defRPr>
            </a:defPPr>
          </a:lstStyle>
          <a:p xmlns:a="http://schemas.openxmlformats.org/drawingml/2006/main">
            <a:pPr algn="l">
              <a:defRPr sz="1800" b="0">
                <a:solidFill>
                  <a:srgbClr val="102B49"/>
                </a:solidFill>
                <a:latin typeface="Segoe UI"/>
                <a:ea typeface="Segoe UI"/>
                <a:cs typeface="Segoe UI"/>
              </a:defRPr>
            </a:pPr>
            <a:r>
              <a:rPr sz="1800" b="0">
                <a:solidFill>
                  <a:srgbClr val="102B49"/>
                </a:solidFill>
                <a:latin typeface="Segoe UI"/>
                <a:ea typeface="Segoe UI"/>
                <a:cs typeface="Segoe UI"/>
              </a:rPr>
              <a:t>assistance.</a:t>
            </a:r>
          </a:p>
        </p:txBody>
      </p:sp>
      <p:sp>
        <p:nvSpPr>
          <p:cNvPr id="40" name="profile-649">
            <a:extLst xmlns:a="http://schemas.openxmlformats.org/drawingml/2006/main">
              <a:ext uri="{FF2B5EF4-FFF2-40B4-BE49-F238E27FC236}">
                <a16:creationId xmlns:a16="http://schemas.microsoft.com/office/drawing/2014/main" id="{78A85BE9-7F8A-4CD9-8057-84FFD8F58157}"/>
              </a:ext>
            </a:extLst>
          </p:cNvPr>
          <p:cNvSpPr>
            <a:spLocks xmlns:a="http://schemas.openxmlformats.org/drawingml/2006/main" noGrp="1"/>
          </p:cNvSpPr>
          <p:nvPr/>
        </p:nvSpPr>
        <p:spPr>
          <a:xfrm xmlns:a="http://schemas.openxmlformats.org/drawingml/2006/main">
            <a:off x="400050" y="5448300"/>
            <a:ext cx="11391900" cy="6381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41" name="profile-650">
            <a:extLst xmlns:a="http://schemas.openxmlformats.org/drawingml/2006/main">
              <a:ext uri="{FF2B5EF4-FFF2-40B4-BE49-F238E27FC236}">
                <a16:creationId xmlns:a16="http://schemas.microsoft.com/office/drawing/2014/main" id="{C7D2A9B5-86A7-46E9-A32E-CB28CF229C96}"/>
              </a:ext>
            </a:extLst>
          </p:cNvPr>
          <p:cNvSpPr>
            <a:spLocks xmlns:a="http://schemas.openxmlformats.org/drawingml/2006/main" noGrp="1"/>
          </p:cNvSpPr>
          <p:nvPr/>
        </p:nvSpPr>
        <p:spPr>
          <a:xfrm xmlns:a="http://schemas.openxmlformats.org/drawingml/2006/main">
            <a:off x="590550" y="5562600"/>
            <a:ext cx="110013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1">
                <a:solidFill>
                  <a:srgbClr val="0E2C5E"/>
                </a:solidFill>
                <a:latin typeface="Segoe UI"/>
                <a:ea typeface="Segoe UI"/>
                <a:cs typeface="Segoe UI"/>
              </a:defRPr>
            </a:defPPr>
          </a:lstStyle>
          <a:p xmlns:a="http://schemas.openxmlformats.org/drawingml/2006/main">
            <a:pPr algn="l">
              <a:defRPr sz="1575" b="1">
                <a:solidFill>
                  <a:srgbClr val="0E2C5E"/>
                </a:solidFill>
                <a:latin typeface="Segoe UI"/>
                <a:ea typeface="Segoe UI"/>
                <a:cs typeface="Segoe UI"/>
              </a:defRPr>
            </a:pPr>
            <a:r>
              <a:rPr sz="1575" b="1">
                <a:solidFill>
                  <a:srgbClr val="0E2C5E"/>
                </a:solidFill>
                <a:latin typeface="Segoe UI"/>
                <a:ea typeface="Segoe UI"/>
                <a:cs typeface="Segoe UI"/>
              </a:rPr>
              <a:t>Support terms and permit-document responsibilities are agreed in writing. Regulatory decisions remain with the</a:t>
            </a:r>
          </a:p>
        </p:txBody>
      </p:sp>
      <p:sp>
        <p:nvSpPr>
          <p:cNvPr id="42" name="profile-651">
            <a:extLst xmlns:a="http://schemas.openxmlformats.org/drawingml/2006/main">
              <a:ext uri="{FF2B5EF4-FFF2-40B4-BE49-F238E27FC236}">
                <a16:creationId xmlns:a16="http://schemas.microsoft.com/office/drawing/2014/main" id="{42B4B14C-BF2D-4021-8A71-8B34EADDE216}"/>
              </a:ext>
            </a:extLst>
          </p:cNvPr>
          <p:cNvSpPr>
            <a:spLocks xmlns:a="http://schemas.openxmlformats.org/drawingml/2006/main" noGrp="1"/>
          </p:cNvSpPr>
          <p:nvPr/>
        </p:nvSpPr>
        <p:spPr>
          <a:xfrm xmlns:a="http://schemas.openxmlformats.org/drawingml/2006/main">
            <a:off x="590550" y="5829300"/>
            <a:ext cx="110013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1">
                <a:solidFill>
                  <a:srgbClr val="0E2C5E"/>
                </a:solidFill>
                <a:latin typeface="Segoe UI"/>
                <a:ea typeface="Segoe UI"/>
                <a:cs typeface="Segoe UI"/>
              </a:defRPr>
            </a:defPPr>
          </a:lstStyle>
          <a:p xmlns:a="http://schemas.openxmlformats.org/drawingml/2006/main">
            <a:pPr algn="l">
              <a:defRPr sz="1575" b="1">
                <a:solidFill>
                  <a:srgbClr val="0E2C5E"/>
                </a:solidFill>
                <a:latin typeface="Segoe UI"/>
                <a:ea typeface="Segoe UI"/>
                <a:cs typeface="Segoe UI"/>
              </a:defRPr>
            </a:pPr>
            <a:r>
              <a:rPr sz="1575" b="1">
                <a:solidFill>
                  <a:srgbClr val="0E2C5E"/>
                </a:solidFill>
                <a:latin typeface="Segoe UI"/>
                <a:ea typeface="Segoe UI"/>
                <a:cs typeface="Segoe UI"/>
              </a:rPr>
              <a:t>relevant authority.</a:t>
            </a:r>
          </a:p>
        </p:txBody>
      </p:sp>
    </p:spTree>
    <p:extLst>
      <p:ext uri="{BB962C8B-B14F-4D97-AF65-F5344CB8AC3E}">
        <p14:creationId xmlns:p14="http://schemas.microsoft.com/office/powerpoint/2010/main" val="792627483"/>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profile-652">
            <a:extLst xmlns:a="http://schemas.openxmlformats.org/drawingml/2006/main">
              <a:ext uri="{FF2B5EF4-FFF2-40B4-BE49-F238E27FC236}">
                <a16:creationId xmlns:a16="http://schemas.microsoft.com/office/drawing/2014/main" id="{66265E16-9D10-4ED9-8E63-2B83D4968523}"/>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653">
            <a:extLst xmlns:a="http://schemas.openxmlformats.org/drawingml/2006/main">
              <a:ext uri="{FF2B5EF4-FFF2-40B4-BE49-F238E27FC236}">
                <a16:creationId xmlns:a16="http://schemas.microsoft.com/office/drawing/2014/main" id="{59849A59-1D8C-4A5F-B4CE-625DFD9702D9}"/>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392F55C0-BB9F-4EA1-9285-BAA41310DB9A}"/>
              </a:ext>
            </a:extLst>
          </p:cNvPr>
          <p:cNvPicPr>
            <a:picLocks xmlns:a="http://schemas.openxmlformats.org/drawingml/2006/main" noChangeAspect="1"/>
          </p:cNvPicPr>
          <p:nvPr/>
        </p:nvPicPr>
        <p:blipFill>
          <a:blip xmlns:r="http://schemas.openxmlformats.org/officeDocument/2006/relationships" xmlns:a="http://schemas.openxmlformats.org/drawingml/2006/main" r:embed="Ra640f17d53834d5c"/>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654">
            <a:extLst xmlns:a="http://schemas.openxmlformats.org/drawingml/2006/main">
              <a:ext uri="{FF2B5EF4-FFF2-40B4-BE49-F238E27FC236}">
                <a16:creationId xmlns:a16="http://schemas.microsoft.com/office/drawing/2014/main" id="{0A6BBA5E-A663-413E-87EC-3C1623287D37}"/>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655">
            <a:extLst xmlns:a="http://schemas.openxmlformats.org/drawingml/2006/main">
              <a:ext uri="{FF2B5EF4-FFF2-40B4-BE49-F238E27FC236}">
                <a16:creationId xmlns:a16="http://schemas.microsoft.com/office/drawing/2014/main" id="{650609F4-90D6-4583-AE65-475390F001E8}"/>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and Pest Management Services OPC</a:t>
            </a:r>
          </a:p>
        </p:txBody>
      </p:sp>
      <p:sp>
        <p:nvSpPr>
          <p:cNvPr id="6" name="profile-656">
            <a:extLst xmlns:a="http://schemas.openxmlformats.org/drawingml/2006/main">
              <a:ext uri="{FF2B5EF4-FFF2-40B4-BE49-F238E27FC236}">
                <a16:creationId xmlns:a16="http://schemas.microsoft.com/office/drawing/2014/main" id="{19598B48-DE83-4258-B9E7-5D290A501E34}"/>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Globe 0917 671 6383   |   Smart 0939 245 6217</a:t>
            </a:r>
          </a:p>
        </p:txBody>
      </p:sp>
      <p:sp>
        <p:nvSpPr>
          <p:cNvPr id="7" name="profile-657">
            <a:extLst xmlns:a="http://schemas.openxmlformats.org/drawingml/2006/main">
              <a:ext uri="{FF2B5EF4-FFF2-40B4-BE49-F238E27FC236}">
                <a16:creationId xmlns:a16="http://schemas.microsoft.com/office/drawing/2014/main" id="{29C75150-A908-491F-9C12-80A3786802F4}"/>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658">
            <a:extLst xmlns:a="http://schemas.openxmlformats.org/drawingml/2006/main">
              <a:ext uri="{FF2B5EF4-FFF2-40B4-BE49-F238E27FC236}">
                <a16:creationId xmlns:a16="http://schemas.microsoft.com/office/drawing/2014/main" id="{B982FE33-14A6-4A85-987E-E87F548A4282}"/>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TO FOLLOW</a:t>
            </a:r>
          </a:p>
        </p:txBody>
      </p:sp>
      <p:sp>
        <p:nvSpPr>
          <p:cNvPr id="9" name="profile-659">
            <a:extLst xmlns:a="http://schemas.openxmlformats.org/drawingml/2006/main">
              <a:ext uri="{FF2B5EF4-FFF2-40B4-BE49-F238E27FC236}">
                <a16:creationId xmlns:a16="http://schemas.microsoft.com/office/drawing/2014/main" id="{4C9935F8-88E3-48B7-8323-809C6C6C752F}"/>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660">
            <a:extLst xmlns:a="http://schemas.openxmlformats.org/drawingml/2006/main">
              <a:ext uri="{FF2B5EF4-FFF2-40B4-BE49-F238E27FC236}">
                <a16:creationId xmlns:a16="http://schemas.microsoft.com/office/drawing/2014/main" id="{F67552CE-72B4-4CCD-AF74-355C34265BF6}"/>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661">
            <a:extLst xmlns:a="http://schemas.openxmlformats.org/drawingml/2006/main">
              <a:ext uri="{FF2B5EF4-FFF2-40B4-BE49-F238E27FC236}">
                <a16:creationId xmlns:a16="http://schemas.microsoft.com/office/drawing/2014/main" id="{011EB5C0-B395-4FD7-9090-3F2E32D7EB69}"/>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662">
            <a:extLst xmlns:a="http://schemas.openxmlformats.org/drawingml/2006/main">
              <a:ext uri="{FF2B5EF4-FFF2-40B4-BE49-F238E27FC236}">
                <a16:creationId xmlns:a16="http://schemas.microsoft.com/office/drawing/2014/main" id="{9B2CF281-20AF-4C07-A779-128329EE8A5A}"/>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663">
            <a:extLst xmlns:a="http://schemas.openxmlformats.org/drawingml/2006/main">
              <a:ext uri="{FF2B5EF4-FFF2-40B4-BE49-F238E27FC236}">
                <a16:creationId xmlns:a16="http://schemas.microsoft.com/office/drawing/2014/main" id="{D15C5E17-46A7-4B81-8457-FA96143E9491}"/>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664">
            <a:extLst xmlns:a="http://schemas.openxmlformats.org/drawingml/2006/main">
              <a:ext uri="{FF2B5EF4-FFF2-40B4-BE49-F238E27FC236}">
                <a16:creationId xmlns:a16="http://schemas.microsoft.com/office/drawing/2014/main" id="{08C33783-209A-437C-A917-B74EF2A6E585}"/>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665">
            <a:extLst xmlns:a="http://schemas.openxmlformats.org/drawingml/2006/main">
              <a:ext uri="{FF2B5EF4-FFF2-40B4-BE49-F238E27FC236}">
                <a16:creationId xmlns:a16="http://schemas.microsoft.com/office/drawing/2014/main" id="{DB74CEAE-AFD7-449F-8FDA-63AF09D904D2}"/>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21</a:t>
            </a:r>
          </a:p>
        </p:txBody>
      </p:sp>
      <p:sp>
        <p:nvSpPr>
          <p:cNvPr id="16" name="profile-666">
            <a:extLst xmlns:a="http://schemas.openxmlformats.org/drawingml/2006/main">
              <a:ext uri="{FF2B5EF4-FFF2-40B4-BE49-F238E27FC236}">
                <a16:creationId xmlns:a16="http://schemas.microsoft.com/office/drawing/2014/main" id="{705840B8-E757-4F79-AF39-FD0EA501BA54}"/>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Organizational structure</a:t>
            </a:r>
          </a:p>
        </p:txBody>
      </p:sp>
      <p:sp>
        <p:nvSpPr>
          <p:cNvPr id="17" name="profile-667">
            <a:extLst xmlns:a="http://schemas.openxmlformats.org/drawingml/2006/main">
              <a:ext uri="{FF2B5EF4-FFF2-40B4-BE49-F238E27FC236}">
                <a16:creationId xmlns:a16="http://schemas.microsoft.com/office/drawing/2014/main" id="{B0EE90CC-6BF2-4F48-88B7-B711D4CDA4CF}"/>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668">
            <a:extLst xmlns:a="http://schemas.openxmlformats.org/drawingml/2006/main">
              <a:ext uri="{FF2B5EF4-FFF2-40B4-BE49-F238E27FC236}">
                <a16:creationId xmlns:a16="http://schemas.microsoft.com/office/drawing/2014/main" id="{5F769BD3-EC68-4B01-A688-ADBBF78C7276}"/>
              </a:ext>
            </a:extLst>
          </p:cNvPr>
          <p:cNvSpPr>
            <a:spLocks xmlns:a="http://schemas.openxmlformats.org/drawingml/2006/main" noGrp="1"/>
          </p:cNvSpPr>
          <p:nvPr/>
        </p:nvSpPr>
        <p:spPr>
          <a:xfrm xmlns:a="http://schemas.openxmlformats.org/drawingml/2006/main">
            <a:off x="4219575" y="2190750"/>
            <a:ext cx="3752850" cy="771525"/>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9" name="profile-669">
            <a:extLst xmlns:a="http://schemas.openxmlformats.org/drawingml/2006/main">
              <a:ext uri="{FF2B5EF4-FFF2-40B4-BE49-F238E27FC236}">
                <a16:creationId xmlns:a16="http://schemas.microsoft.com/office/drawing/2014/main" id="{1D119194-D7A0-4FA3-AAA1-8F2F9CFB8FE6}"/>
              </a:ext>
            </a:extLst>
          </p:cNvPr>
          <p:cNvSpPr>
            <a:spLocks xmlns:a="http://schemas.openxmlformats.org/drawingml/2006/main" noGrp="1"/>
          </p:cNvSpPr>
          <p:nvPr/>
        </p:nvSpPr>
        <p:spPr>
          <a:xfrm xmlns:a="http://schemas.openxmlformats.org/drawingml/2006/main">
            <a:off x="4429125" y="2343150"/>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FFFFFF"/>
                </a:solidFill>
                <a:latin typeface="Segoe UI"/>
                <a:ea typeface="Segoe UI"/>
                <a:cs typeface="Segoe UI"/>
              </a:defRPr>
            </a:defPPr>
          </a:lstStyle>
          <a:p xmlns:a="http://schemas.openxmlformats.org/drawingml/2006/main">
            <a:pPr algn="l">
              <a:defRPr sz="1950" b="1">
                <a:solidFill>
                  <a:srgbClr val="FFFFFF"/>
                </a:solidFill>
                <a:latin typeface="Segoe UI"/>
                <a:ea typeface="Segoe UI"/>
                <a:cs typeface="Segoe UI"/>
              </a:defRPr>
            </a:pPr>
            <a:r>
              <a:rPr sz="1950" b="1">
                <a:solidFill>
                  <a:srgbClr val="FFFFFF"/>
                </a:solidFill>
                <a:latin typeface="Segoe UI"/>
                <a:ea typeface="Segoe UI"/>
                <a:cs typeface="Segoe UI"/>
              </a:rPr>
              <a:t>Agosto Cepriano</a:t>
            </a:r>
          </a:p>
        </p:txBody>
      </p:sp>
      <p:sp>
        <p:nvSpPr>
          <p:cNvPr id="20" name="profile-670">
            <a:extLst xmlns:a="http://schemas.openxmlformats.org/drawingml/2006/main">
              <a:ext uri="{FF2B5EF4-FFF2-40B4-BE49-F238E27FC236}">
                <a16:creationId xmlns:a16="http://schemas.microsoft.com/office/drawing/2014/main" id="{813E2771-4E7F-4AC5-B83D-9A9DEA11E147}"/>
              </a:ext>
            </a:extLst>
          </p:cNvPr>
          <p:cNvSpPr>
            <a:spLocks xmlns:a="http://schemas.openxmlformats.org/drawingml/2006/main" noGrp="1"/>
          </p:cNvSpPr>
          <p:nvPr/>
        </p:nvSpPr>
        <p:spPr>
          <a:xfrm xmlns:a="http://schemas.openxmlformats.org/drawingml/2006/main">
            <a:off x="4429125" y="2676525"/>
            <a:ext cx="333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FFFFFF"/>
                </a:solidFill>
                <a:latin typeface="Segoe UI"/>
                <a:ea typeface="Segoe UI"/>
                <a:cs typeface="Segoe UI"/>
              </a:defRPr>
            </a:defPPr>
          </a:lstStyle>
          <a:p xmlns:a="http://schemas.openxmlformats.org/drawingml/2006/main">
            <a:pPr algn="l">
              <a:defRPr sz="1425" b="0">
                <a:solidFill>
                  <a:srgbClr val="FFFFFF"/>
                </a:solidFill>
                <a:latin typeface="Segoe UI"/>
                <a:ea typeface="Segoe UI"/>
                <a:cs typeface="Segoe UI"/>
              </a:defRPr>
            </a:pPr>
            <a:r>
              <a:rPr sz="1425" b="0">
                <a:solidFill>
                  <a:srgbClr val="FFFFFF"/>
                </a:solidFill>
                <a:latin typeface="Segoe UI"/>
                <a:ea typeface="Segoe UI"/>
                <a:cs typeface="Segoe UI"/>
              </a:rPr>
              <a:t>CEO / Founder</a:t>
            </a:r>
          </a:p>
        </p:txBody>
      </p:sp>
      <p:sp>
        <p:nvSpPr>
          <p:cNvPr id="21" name="profile-671">
            <a:extLst xmlns:a="http://schemas.openxmlformats.org/drawingml/2006/main">
              <a:ext uri="{FF2B5EF4-FFF2-40B4-BE49-F238E27FC236}">
                <a16:creationId xmlns:a16="http://schemas.microsoft.com/office/drawing/2014/main" id="{DACFA37C-A295-44B2-99A4-C02C36EE9A72}"/>
              </a:ext>
            </a:extLst>
          </p:cNvPr>
          <p:cNvSpPr>
            <a:spLocks xmlns:a="http://schemas.openxmlformats.org/drawingml/2006/main" noGrp="1"/>
          </p:cNvSpPr>
          <p:nvPr/>
        </p:nvSpPr>
        <p:spPr>
          <a:xfrm xmlns:a="http://schemas.openxmlformats.org/drawingml/2006/main">
            <a:off x="6076950" y="2962275"/>
            <a:ext cx="38100" cy="3333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2" name="profile-672">
            <a:extLst xmlns:a="http://schemas.openxmlformats.org/drawingml/2006/main">
              <a:ext uri="{FF2B5EF4-FFF2-40B4-BE49-F238E27FC236}">
                <a16:creationId xmlns:a16="http://schemas.microsoft.com/office/drawing/2014/main" id="{2CE3BF29-76E0-4195-8FDD-E54471720DDF}"/>
              </a:ext>
            </a:extLst>
          </p:cNvPr>
          <p:cNvSpPr>
            <a:spLocks xmlns:a="http://schemas.openxmlformats.org/drawingml/2006/main" noGrp="1"/>
          </p:cNvSpPr>
          <p:nvPr/>
        </p:nvSpPr>
        <p:spPr>
          <a:xfrm xmlns:a="http://schemas.openxmlformats.org/drawingml/2006/main">
            <a:off x="2028825" y="3257550"/>
            <a:ext cx="81343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3" name="profile-673">
            <a:extLst xmlns:a="http://schemas.openxmlformats.org/drawingml/2006/main">
              <a:ext uri="{FF2B5EF4-FFF2-40B4-BE49-F238E27FC236}">
                <a16:creationId xmlns:a16="http://schemas.microsoft.com/office/drawing/2014/main" id="{56AF82B2-E2EA-4833-8EF4-7E0F44FE2671}"/>
              </a:ext>
            </a:extLst>
          </p:cNvPr>
          <p:cNvSpPr>
            <a:spLocks xmlns:a="http://schemas.openxmlformats.org/drawingml/2006/main" noGrp="1"/>
          </p:cNvSpPr>
          <p:nvPr/>
        </p:nvSpPr>
        <p:spPr>
          <a:xfrm xmlns:a="http://schemas.openxmlformats.org/drawingml/2006/main">
            <a:off x="2028825" y="3276600"/>
            <a:ext cx="38100" cy="2381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4" name="profile-674">
            <a:extLst xmlns:a="http://schemas.openxmlformats.org/drawingml/2006/main">
              <a:ext uri="{FF2B5EF4-FFF2-40B4-BE49-F238E27FC236}">
                <a16:creationId xmlns:a16="http://schemas.microsoft.com/office/drawing/2014/main" id="{8AC70F61-607F-409E-9005-61DCFA81FCA5}"/>
              </a:ext>
            </a:extLst>
          </p:cNvPr>
          <p:cNvSpPr>
            <a:spLocks xmlns:a="http://schemas.openxmlformats.org/drawingml/2006/main" noGrp="1"/>
          </p:cNvSpPr>
          <p:nvPr/>
        </p:nvSpPr>
        <p:spPr>
          <a:xfrm xmlns:a="http://schemas.openxmlformats.org/drawingml/2006/main">
            <a:off x="400050" y="3514725"/>
            <a:ext cx="3638550" cy="838200"/>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5" name="profile-675">
            <a:extLst xmlns:a="http://schemas.openxmlformats.org/drawingml/2006/main">
              <a:ext uri="{FF2B5EF4-FFF2-40B4-BE49-F238E27FC236}">
                <a16:creationId xmlns:a16="http://schemas.microsoft.com/office/drawing/2014/main" id="{F9B1CD08-F6FD-4ED3-9436-AD3C97AAC673}"/>
              </a:ext>
            </a:extLst>
          </p:cNvPr>
          <p:cNvSpPr>
            <a:spLocks xmlns:a="http://schemas.openxmlformats.org/drawingml/2006/main" noGrp="1"/>
          </p:cNvSpPr>
          <p:nvPr/>
        </p:nvSpPr>
        <p:spPr>
          <a:xfrm xmlns:a="http://schemas.openxmlformats.org/drawingml/2006/main">
            <a:off x="571500" y="3638550"/>
            <a:ext cx="3286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Allan</a:t>
            </a:r>
          </a:p>
        </p:txBody>
      </p:sp>
      <p:sp>
        <p:nvSpPr>
          <p:cNvPr id="26" name="profile-676">
            <a:extLst xmlns:a="http://schemas.openxmlformats.org/drawingml/2006/main">
              <a:ext uri="{FF2B5EF4-FFF2-40B4-BE49-F238E27FC236}">
                <a16:creationId xmlns:a16="http://schemas.microsoft.com/office/drawing/2014/main" id="{8F0494B8-BCDD-4A99-B737-65199E0981C0}"/>
              </a:ext>
            </a:extLst>
          </p:cNvPr>
          <p:cNvSpPr>
            <a:spLocks xmlns:a="http://schemas.openxmlformats.org/drawingml/2006/main" noGrp="1"/>
          </p:cNvSpPr>
          <p:nvPr/>
        </p:nvSpPr>
        <p:spPr>
          <a:xfrm xmlns:a="http://schemas.openxmlformats.org/drawingml/2006/main">
            <a:off x="571500" y="4000500"/>
            <a:ext cx="3286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0E2C5E"/>
                </a:solidFill>
                <a:latin typeface="Segoe UI"/>
                <a:ea typeface="Segoe UI"/>
                <a:cs typeface="Segoe UI"/>
              </a:defRPr>
            </a:defPPr>
          </a:lstStyle>
          <a:p xmlns:a="http://schemas.openxmlformats.org/drawingml/2006/main">
            <a:pPr algn="l">
              <a:defRPr sz="1425" b="0">
                <a:solidFill>
                  <a:srgbClr val="0E2C5E"/>
                </a:solidFill>
                <a:latin typeface="Segoe UI"/>
                <a:ea typeface="Segoe UI"/>
                <a:cs typeface="Segoe UI"/>
              </a:defRPr>
            </a:pPr>
            <a:r>
              <a:rPr sz="1425" b="0">
                <a:solidFill>
                  <a:srgbClr val="0E2C5E"/>
                </a:solidFill>
                <a:latin typeface="Segoe UI"/>
                <a:ea typeface="Segoe UI"/>
                <a:cs typeface="Segoe UI"/>
              </a:rPr>
              <a:t>Finance / HR Manager</a:t>
            </a:r>
          </a:p>
        </p:txBody>
      </p:sp>
      <p:sp>
        <p:nvSpPr>
          <p:cNvPr id="27" name="profile-677">
            <a:extLst xmlns:a="http://schemas.openxmlformats.org/drawingml/2006/main">
              <a:ext uri="{FF2B5EF4-FFF2-40B4-BE49-F238E27FC236}">
                <a16:creationId xmlns:a16="http://schemas.microsoft.com/office/drawing/2014/main" id="{C4E49120-754D-43F9-84BD-6D620B21E891}"/>
              </a:ext>
            </a:extLst>
          </p:cNvPr>
          <p:cNvSpPr>
            <a:spLocks xmlns:a="http://schemas.openxmlformats.org/drawingml/2006/main" noGrp="1"/>
          </p:cNvSpPr>
          <p:nvPr/>
        </p:nvSpPr>
        <p:spPr>
          <a:xfrm xmlns:a="http://schemas.openxmlformats.org/drawingml/2006/main">
            <a:off x="571500" y="4600575"/>
            <a:ext cx="3286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Finance and accounting</a:t>
            </a:r>
          </a:p>
        </p:txBody>
      </p:sp>
      <p:sp>
        <p:nvSpPr>
          <p:cNvPr id="28" name="profile-678">
            <a:extLst xmlns:a="http://schemas.openxmlformats.org/drawingml/2006/main">
              <a:ext uri="{FF2B5EF4-FFF2-40B4-BE49-F238E27FC236}">
                <a16:creationId xmlns:a16="http://schemas.microsoft.com/office/drawing/2014/main" id="{88342F56-18F3-4B71-A628-F99B62C0F0A9}"/>
              </a:ext>
            </a:extLst>
          </p:cNvPr>
          <p:cNvSpPr>
            <a:spLocks xmlns:a="http://schemas.openxmlformats.org/drawingml/2006/main" noGrp="1"/>
          </p:cNvSpPr>
          <p:nvPr/>
        </p:nvSpPr>
        <p:spPr>
          <a:xfrm xmlns:a="http://schemas.openxmlformats.org/drawingml/2006/main">
            <a:off x="571500" y="4876800"/>
            <a:ext cx="3286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HR and administration</a:t>
            </a:r>
          </a:p>
        </p:txBody>
      </p:sp>
      <p:sp>
        <p:nvSpPr>
          <p:cNvPr id="29" name="profile-679">
            <a:extLst xmlns:a="http://schemas.openxmlformats.org/drawingml/2006/main">
              <a:ext uri="{FF2B5EF4-FFF2-40B4-BE49-F238E27FC236}">
                <a16:creationId xmlns:a16="http://schemas.microsoft.com/office/drawing/2014/main" id="{6F377D12-778B-436F-94C4-732CFD726386}"/>
              </a:ext>
            </a:extLst>
          </p:cNvPr>
          <p:cNvSpPr>
            <a:spLocks xmlns:a="http://schemas.openxmlformats.org/drawingml/2006/main" noGrp="1"/>
          </p:cNvSpPr>
          <p:nvPr/>
        </p:nvSpPr>
        <p:spPr>
          <a:xfrm xmlns:a="http://schemas.openxmlformats.org/drawingml/2006/main">
            <a:off x="5905500" y="3276600"/>
            <a:ext cx="38100" cy="2381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0" name="profile-680">
            <a:extLst xmlns:a="http://schemas.openxmlformats.org/drawingml/2006/main">
              <a:ext uri="{FF2B5EF4-FFF2-40B4-BE49-F238E27FC236}">
                <a16:creationId xmlns:a16="http://schemas.microsoft.com/office/drawing/2014/main" id="{9501A58E-9DF5-4A1E-846C-9C17C803773C}"/>
              </a:ext>
            </a:extLst>
          </p:cNvPr>
          <p:cNvSpPr>
            <a:spLocks xmlns:a="http://schemas.openxmlformats.org/drawingml/2006/main" noGrp="1"/>
          </p:cNvSpPr>
          <p:nvPr/>
        </p:nvSpPr>
        <p:spPr>
          <a:xfrm xmlns:a="http://schemas.openxmlformats.org/drawingml/2006/main">
            <a:off x="4276725" y="3514725"/>
            <a:ext cx="3638550" cy="838200"/>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31" name="profile-681">
            <a:extLst xmlns:a="http://schemas.openxmlformats.org/drawingml/2006/main">
              <a:ext uri="{FF2B5EF4-FFF2-40B4-BE49-F238E27FC236}">
                <a16:creationId xmlns:a16="http://schemas.microsoft.com/office/drawing/2014/main" id="{5DCDC999-3C18-4C31-8F77-94CC8559A305}"/>
              </a:ext>
            </a:extLst>
          </p:cNvPr>
          <p:cNvSpPr>
            <a:spLocks xmlns:a="http://schemas.openxmlformats.org/drawingml/2006/main" noGrp="1"/>
          </p:cNvSpPr>
          <p:nvPr/>
        </p:nvSpPr>
        <p:spPr>
          <a:xfrm xmlns:a="http://schemas.openxmlformats.org/drawingml/2006/main">
            <a:off x="4448175" y="3638550"/>
            <a:ext cx="3286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Operations</a:t>
            </a:r>
          </a:p>
        </p:txBody>
      </p:sp>
      <p:sp>
        <p:nvSpPr>
          <p:cNvPr id="32" name="profile-682">
            <a:extLst xmlns:a="http://schemas.openxmlformats.org/drawingml/2006/main">
              <a:ext uri="{FF2B5EF4-FFF2-40B4-BE49-F238E27FC236}">
                <a16:creationId xmlns:a16="http://schemas.microsoft.com/office/drawing/2014/main" id="{84654E22-F1DD-46E6-9E23-4143FB117C04}"/>
              </a:ext>
            </a:extLst>
          </p:cNvPr>
          <p:cNvSpPr>
            <a:spLocks xmlns:a="http://schemas.openxmlformats.org/drawingml/2006/main" noGrp="1"/>
          </p:cNvSpPr>
          <p:nvPr/>
        </p:nvSpPr>
        <p:spPr>
          <a:xfrm xmlns:a="http://schemas.openxmlformats.org/drawingml/2006/main">
            <a:off x="4448175" y="4000500"/>
            <a:ext cx="3286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0E2C5E"/>
                </a:solidFill>
                <a:latin typeface="Segoe UI"/>
                <a:ea typeface="Segoe UI"/>
                <a:cs typeface="Segoe UI"/>
              </a:defRPr>
            </a:defPPr>
          </a:lstStyle>
          <a:p xmlns:a="http://schemas.openxmlformats.org/drawingml/2006/main">
            <a:pPr algn="l">
              <a:defRPr sz="1425" b="0">
                <a:solidFill>
                  <a:srgbClr val="0E2C5E"/>
                </a:solidFill>
                <a:latin typeface="Segoe UI"/>
                <a:ea typeface="Segoe UI"/>
                <a:cs typeface="Segoe UI"/>
              </a:defRPr>
            </a:pPr>
            <a:r>
              <a:rPr sz="1425" b="0">
                <a:solidFill>
                  <a:srgbClr val="0E2C5E"/>
                </a:solidFill>
                <a:latin typeface="Segoe UI"/>
                <a:ea typeface="Segoe UI"/>
                <a:cs typeface="Segoe UI"/>
              </a:rPr>
              <a:t>Supervisor / Team Leader</a:t>
            </a:r>
          </a:p>
        </p:txBody>
      </p:sp>
      <p:sp>
        <p:nvSpPr>
          <p:cNvPr id="33" name="profile-683">
            <a:extLst xmlns:a="http://schemas.openxmlformats.org/drawingml/2006/main">
              <a:ext uri="{FF2B5EF4-FFF2-40B4-BE49-F238E27FC236}">
                <a16:creationId xmlns:a16="http://schemas.microsoft.com/office/drawing/2014/main" id="{A12AD43E-5BD0-41F9-8CE1-724F8A714B1F}"/>
              </a:ext>
            </a:extLst>
          </p:cNvPr>
          <p:cNvSpPr>
            <a:spLocks xmlns:a="http://schemas.openxmlformats.org/drawingml/2006/main" noGrp="1"/>
          </p:cNvSpPr>
          <p:nvPr/>
        </p:nvSpPr>
        <p:spPr>
          <a:xfrm xmlns:a="http://schemas.openxmlformats.org/drawingml/2006/main">
            <a:off x="4448175" y="4600575"/>
            <a:ext cx="3286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Drivers, servicers and helpers</a:t>
            </a:r>
          </a:p>
        </p:txBody>
      </p:sp>
      <p:sp>
        <p:nvSpPr>
          <p:cNvPr id="34" name="profile-684">
            <a:extLst xmlns:a="http://schemas.openxmlformats.org/drawingml/2006/main">
              <a:ext uri="{FF2B5EF4-FFF2-40B4-BE49-F238E27FC236}">
                <a16:creationId xmlns:a16="http://schemas.microsoft.com/office/drawing/2014/main" id="{646187AA-EC82-4E86-8708-E2C255847074}"/>
              </a:ext>
            </a:extLst>
          </p:cNvPr>
          <p:cNvSpPr>
            <a:spLocks xmlns:a="http://schemas.openxmlformats.org/drawingml/2006/main" noGrp="1"/>
          </p:cNvSpPr>
          <p:nvPr/>
        </p:nvSpPr>
        <p:spPr>
          <a:xfrm xmlns:a="http://schemas.openxmlformats.org/drawingml/2006/main">
            <a:off x="4448175" y="4876800"/>
            <a:ext cx="3286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Onsite service coordination</a:t>
            </a:r>
          </a:p>
        </p:txBody>
      </p:sp>
      <p:sp>
        <p:nvSpPr>
          <p:cNvPr id="35" name="profile-685">
            <a:extLst xmlns:a="http://schemas.openxmlformats.org/drawingml/2006/main">
              <a:ext uri="{FF2B5EF4-FFF2-40B4-BE49-F238E27FC236}">
                <a16:creationId xmlns:a16="http://schemas.microsoft.com/office/drawing/2014/main" id="{F06EF0FB-CCBF-452A-A36C-9B3D959F94B4}"/>
              </a:ext>
            </a:extLst>
          </p:cNvPr>
          <p:cNvSpPr>
            <a:spLocks xmlns:a="http://schemas.openxmlformats.org/drawingml/2006/main" noGrp="1"/>
          </p:cNvSpPr>
          <p:nvPr/>
        </p:nvSpPr>
        <p:spPr>
          <a:xfrm xmlns:a="http://schemas.openxmlformats.org/drawingml/2006/main">
            <a:off x="9782175" y="3276600"/>
            <a:ext cx="38100" cy="2381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6" name="profile-686">
            <a:extLst xmlns:a="http://schemas.openxmlformats.org/drawingml/2006/main">
              <a:ext uri="{FF2B5EF4-FFF2-40B4-BE49-F238E27FC236}">
                <a16:creationId xmlns:a16="http://schemas.microsoft.com/office/drawing/2014/main" id="{CEE4B9AB-6C8C-42AA-A300-7B3C5C309611}"/>
              </a:ext>
            </a:extLst>
          </p:cNvPr>
          <p:cNvSpPr>
            <a:spLocks xmlns:a="http://schemas.openxmlformats.org/drawingml/2006/main" noGrp="1"/>
          </p:cNvSpPr>
          <p:nvPr/>
        </p:nvSpPr>
        <p:spPr>
          <a:xfrm xmlns:a="http://schemas.openxmlformats.org/drawingml/2006/main">
            <a:off x="8153400" y="3514725"/>
            <a:ext cx="3638550" cy="838200"/>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37" name="profile-687">
            <a:extLst xmlns:a="http://schemas.openxmlformats.org/drawingml/2006/main">
              <a:ext uri="{FF2B5EF4-FFF2-40B4-BE49-F238E27FC236}">
                <a16:creationId xmlns:a16="http://schemas.microsoft.com/office/drawing/2014/main" id="{77DEC9D1-AB2D-4827-94C5-E407912ED80A}"/>
              </a:ext>
            </a:extLst>
          </p:cNvPr>
          <p:cNvSpPr>
            <a:spLocks xmlns:a="http://schemas.openxmlformats.org/drawingml/2006/main" noGrp="1"/>
          </p:cNvSpPr>
          <p:nvPr/>
        </p:nvSpPr>
        <p:spPr>
          <a:xfrm xmlns:a="http://schemas.openxmlformats.org/drawingml/2006/main">
            <a:off x="8324850" y="3638550"/>
            <a:ext cx="3286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Neil</a:t>
            </a:r>
          </a:p>
        </p:txBody>
      </p:sp>
      <p:sp>
        <p:nvSpPr>
          <p:cNvPr id="38" name="profile-688">
            <a:extLst xmlns:a="http://schemas.openxmlformats.org/drawingml/2006/main">
              <a:ext uri="{FF2B5EF4-FFF2-40B4-BE49-F238E27FC236}">
                <a16:creationId xmlns:a16="http://schemas.microsoft.com/office/drawing/2014/main" id="{877AFF9D-CD25-4949-8539-2C9C6DF71448}"/>
              </a:ext>
            </a:extLst>
          </p:cNvPr>
          <p:cNvSpPr>
            <a:spLocks xmlns:a="http://schemas.openxmlformats.org/drawingml/2006/main" noGrp="1"/>
          </p:cNvSpPr>
          <p:nvPr/>
        </p:nvSpPr>
        <p:spPr>
          <a:xfrm xmlns:a="http://schemas.openxmlformats.org/drawingml/2006/main">
            <a:off x="8324850" y="4000500"/>
            <a:ext cx="3286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0E2C5E"/>
                </a:solidFill>
                <a:latin typeface="Segoe UI"/>
                <a:ea typeface="Segoe UI"/>
                <a:cs typeface="Segoe UI"/>
              </a:defRPr>
            </a:defPPr>
          </a:lstStyle>
          <a:p xmlns:a="http://schemas.openxmlformats.org/drawingml/2006/main">
            <a:pPr algn="l">
              <a:defRPr sz="1425" b="0">
                <a:solidFill>
                  <a:srgbClr val="0E2C5E"/>
                </a:solidFill>
                <a:latin typeface="Segoe UI"/>
                <a:ea typeface="Segoe UI"/>
                <a:cs typeface="Segoe UI"/>
              </a:defRPr>
            </a:pPr>
            <a:r>
              <a:rPr sz="1425" b="0">
                <a:solidFill>
                  <a:srgbClr val="0E2C5E"/>
                </a:solidFill>
                <a:latin typeface="Segoe UI"/>
                <a:ea typeface="Segoe UI"/>
                <a:cs typeface="Segoe UI"/>
              </a:rPr>
              <a:t>Marketing Head</a:t>
            </a:r>
          </a:p>
        </p:txBody>
      </p:sp>
      <p:sp>
        <p:nvSpPr>
          <p:cNvPr id="39" name="profile-689">
            <a:extLst xmlns:a="http://schemas.openxmlformats.org/drawingml/2006/main">
              <a:ext uri="{FF2B5EF4-FFF2-40B4-BE49-F238E27FC236}">
                <a16:creationId xmlns:a16="http://schemas.microsoft.com/office/drawing/2014/main" id="{0C95D6DA-1B96-41E3-ACAF-19493C0232F6}"/>
              </a:ext>
            </a:extLst>
          </p:cNvPr>
          <p:cNvSpPr>
            <a:spLocks xmlns:a="http://schemas.openxmlformats.org/drawingml/2006/main" noGrp="1"/>
          </p:cNvSpPr>
          <p:nvPr/>
        </p:nvSpPr>
        <p:spPr>
          <a:xfrm xmlns:a="http://schemas.openxmlformats.org/drawingml/2006/main">
            <a:off x="8324850" y="4600575"/>
            <a:ext cx="3286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Digital marketing</a:t>
            </a:r>
          </a:p>
        </p:txBody>
      </p:sp>
      <p:sp>
        <p:nvSpPr>
          <p:cNvPr id="40" name="profile-690">
            <a:extLst xmlns:a="http://schemas.openxmlformats.org/drawingml/2006/main">
              <a:ext uri="{FF2B5EF4-FFF2-40B4-BE49-F238E27FC236}">
                <a16:creationId xmlns:a16="http://schemas.microsoft.com/office/drawing/2014/main" id="{FDCE9EEC-CB06-4E49-B8F7-84F97A9190FC}"/>
              </a:ext>
            </a:extLst>
          </p:cNvPr>
          <p:cNvSpPr>
            <a:spLocks xmlns:a="http://schemas.openxmlformats.org/drawingml/2006/main" noGrp="1"/>
          </p:cNvSpPr>
          <p:nvPr/>
        </p:nvSpPr>
        <p:spPr>
          <a:xfrm xmlns:a="http://schemas.openxmlformats.org/drawingml/2006/main">
            <a:off x="8324850" y="4876800"/>
            <a:ext cx="3286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Sales and inquiry coordination</a:t>
            </a:r>
          </a:p>
        </p:txBody>
      </p:sp>
      <p:sp>
        <p:nvSpPr>
          <p:cNvPr id="41" name="profile-691">
            <a:extLst xmlns:a="http://schemas.openxmlformats.org/drawingml/2006/main">
              <a:ext uri="{FF2B5EF4-FFF2-40B4-BE49-F238E27FC236}">
                <a16:creationId xmlns:a16="http://schemas.microsoft.com/office/drawing/2014/main" id="{4E5164AA-7D89-4D74-8F1F-7C9DE9E35FB7}"/>
              </a:ext>
            </a:extLst>
          </p:cNvPr>
          <p:cNvSpPr>
            <a:spLocks xmlns:a="http://schemas.openxmlformats.org/drawingml/2006/main" noGrp="1"/>
          </p:cNvSpPr>
          <p:nvPr/>
        </p:nvSpPr>
        <p:spPr>
          <a:xfrm xmlns:a="http://schemas.openxmlformats.org/drawingml/2006/main">
            <a:off x="400050" y="5476875"/>
            <a:ext cx="11287125" cy="3177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1267A5"/>
                </a:solidFill>
                <a:latin typeface="Segoe UI"/>
                <a:ea typeface="Segoe UI"/>
                <a:cs typeface="Segoe UI"/>
              </a:defRPr>
            </a:defPPr>
          </a:lstStyle>
          <a:p xmlns:a="http://schemas.openxmlformats.org/drawingml/2006/main">
            <a:pPr algn="l">
              <a:defRPr sz="1725" b="1">
                <a:solidFill>
                  <a:srgbClr val="1267A5"/>
                </a:solidFill>
                <a:latin typeface="Segoe UI"/>
                <a:ea typeface="Segoe UI"/>
                <a:cs typeface="Segoe UI"/>
              </a:defRPr>
            </a:pPr>
            <a:r>
              <a:rPr sz="1725" b="1">
                <a:solidFill>
                  <a:srgbClr val="1267A5"/>
                </a:solidFill>
                <a:latin typeface="Segoe UI"/>
                <a:ea typeface="Segoe UI"/>
                <a:cs typeface="Segoe UI"/>
              </a:rPr>
              <a:t>Client support: Floreza | Digital marketing: Queenie and Aubrey</a:t>
            </a:r>
          </a:p>
        </p:txBody>
      </p:sp>
      <p:sp>
        <p:nvSpPr>
          <p:cNvPr id="42" name="profile-692">
            <a:extLst xmlns:a="http://schemas.openxmlformats.org/drawingml/2006/main">
              <a:ext uri="{FF2B5EF4-FFF2-40B4-BE49-F238E27FC236}">
                <a16:creationId xmlns:a16="http://schemas.microsoft.com/office/drawing/2014/main" id="{4334049D-89CD-4733-B00E-3CCB70FA02E7}"/>
              </a:ext>
            </a:extLst>
          </p:cNvPr>
          <p:cNvSpPr>
            <a:spLocks xmlns:a="http://schemas.openxmlformats.org/drawingml/2006/main" noGrp="1"/>
          </p:cNvSpPr>
          <p:nvPr/>
        </p:nvSpPr>
        <p:spPr>
          <a:xfrm xmlns:a="http://schemas.openxmlformats.org/drawingml/2006/main">
            <a:off x="400050" y="5934075"/>
            <a:ext cx="11334750" cy="1895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456079"/>
                </a:solidFill>
                <a:latin typeface="Segoe UI"/>
                <a:ea typeface="Segoe UI"/>
                <a:cs typeface="Segoe UI"/>
              </a:defRPr>
            </a:defPPr>
          </a:lstStyle>
          <a:p xmlns:a="http://schemas.openxmlformats.org/drawingml/2006/main">
            <a:pPr algn="l">
              <a:defRPr sz="975" b="0">
                <a:solidFill>
                  <a:srgbClr val="456079"/>
                </a:solidFill>
                <a:latin typeface="Segoe UI"/>
                <a:ea typeface="Segoe UI"/>
                <a:cs typeface="Segoe UI"/>
              </a:defRPr>
            </a:pPr>
            <a:r>
              <a:rPr sz="975" b="0">
                <a:solidFill>
                  <a:srgbClr val="456079"/>
                </a:solidFill>
                <a:latin typeface="Segoe UI"/>
                <a:ea typeface="Segoe UI"/>
                <a:cs typeface="Segoe UI"/>
              </a:rPr>
              <a:t>Current names and roles confirmed. Reporting lines remain for management confirmation.</a:t>
            </a:r>
          </a:p>
        </p:txBody>
      </p:sp>
    </p:spTree>
    <p:extLst>
      <p:ext uri="{BB962C8B-B14F-4D97-AF65-F5344CB8AC3E}">
        <p14:creationId xmlns:p14="http://schemas.microsoft.com/office/powerpoint/2010/main" val="1493213983"/>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profile-693">
            <a:extLst xmlns:a="http://schemas.openxmlformats.org/drawingml/2006/main">
              <a:ext uri="{FF2B5EF4-FFF2-40B4-BE49-F238E27FC236}">
                <a16:creationId xmlns:a16="http://schemas.microsoft.com/office/drawing/2014/main" id="{C32BA137-53AB-48E1-B214-CD92C5C3F3F1}"/>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694">
            <a:extLst xmlns:a="http://schemas.openxmlformats.org/drawingml/2006/main">
              <a:ext uri="{FF2B5EF4-FFF2-40B4-BE49-F238E27FC236}">
                <a16:creationId xmlns:a16="http://schemas.microsoft.com/office/drawing/2014/main" id="{06826A49-DF03-4CB8-A94D-B095093543FC}"/>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0D3AA602-ACA5-4AFE-B4A0-7D35A001ADEF}"/>
              </a:ext>
            </a:extLst>
          </p:cNvPr>
          <p:cNvPicPr>
            <a:picLocks xmlns:a="http://schemas.openxmlformats.org/drawingml/2006/main" noChangeAspect="1"/>
          </p:cNvPicPr>
          <p:nvPr/>
        </p:nvPicPr>
        <p:blipFill>
          <a:blip xmlns:r="http://schemas.openxmlformats.org/officeDocument/2006/relationships" xmlns:a="http://schemas.openxmlformats.org/drawingml/2006/main" r:embed="Rcac0d5b56dbc40b5"/>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695">
            <a:extLst xmlns:a="http://schemas.openxmlformats.org/drawingml/2006/main">
              <a:ext uri="{FF2B5EF4-FFF2-40B4-BE49-F238E27FC236}">
                <a16:creationId xmlns:a16="http://schemas.microsoft.com/office/drawing/2014/main" id="{C83A6E6A-5442-4424-940C-CA0C154AF0A7}"/>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696">
            <a:extLst xmlns:a="http://schemas.openxmlformats.org/drawingml/2006/main">
              <a:ext uri="{FF2B5EF4-FFF2-40B4-BE49-F238E27FC236}">
                <a16:creationId xmlns:a16="http://schemas.microsoft.com/office/drawing/2014/main" id="{C33B2096-1B9A-4846-A387-739A68375B98}"/>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and Pest Management Services OPC</a:t>
            </a:r>
          </a:p>
        </p:txBody>
      </p:sp>
      <p:sp>
        <p:nvSpPr>
          <p:cNvPr id="6" name="profile-697">
            <a:extLst xmlns:a="http://schemas.openxmlformats.org/drawingml/2006/main">
              <a:ext uri="{FF2B5EF4-FFF2-40B4-BE49-F238E27FC236}">
                <a16:creationId xmlns:a16="http://schemas.microsoft.com/office/drawing/2014/main" id="{FBDE0667-3EA9-4CA8-9FA9-B8509089899F}"/>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Globe 0917 671 6383   |   Smart 0939 245 6217</a:t>
            </a:r>
          </a:p>
        </p:txBody>
      </p:sp>
      <p:sp>
        <p:nvSpPr>
          <p:cNvPr id="7" name="profile-698">
            <a:extLst xmlns:a="http://schemas.openxmlformats.org/drawingml/2006/main">
              <a:ext uri="{FF2B5EF4-FFF2-40B4-BE49-F238E27FC236}">
                <a16:creationId xmlns:a16="http://schemas.microsoft.com/office/drawing/2014/main" id="{9DA68B83-5D84-4463-927C-9AA3FDA264B4}"/>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699">
            <a:extLst xmlns:a="http://schemas.openxmlformats.org/drawingml/2006/main">
              <a:ext uri="{FF2B5EF4-FFF2-40B4-BE49-F238E27FC236}">
                <a16:creationId xmlns:a16="http://schemas.microsoft.com/office/drawing/2014/main" id="{D3982229-49DC-4D07-B1DF-BEF16C16ACA8}"/>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TO FOLLOW</a:t>
            </a:r>
          </a:p>
        </p:txBody>
      </p:sp>
      <p:sp>
        <p:nvSpPr>
          <p:cNvPr id="9" name="profile-700">
            <a:extLst xmlns:a="http://schemas.openxmlformats.org/drawingml/2006/main">
              <a:ext uri="{FF2B5EF4-FFF2-40B4-BE49-F238E27FC236}">
                <a16:creationId xmlns:a16="http://schemas.microsoft.com/office/drawing/2014/main" id="{BDE04C6D-C331-446A-AA8E-28EEACBFDB2D}"/>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701">
            <a:extLst xmlns:a="http://schemas.openxmlformats.org/drawingml/2006/main">
              <a:ext uri="{FF2B5EF4-FFF2-40B4-BE49-F238E27FC236}">
                <a16:creationId xmlns:a16="http://schemas.microsoft.com/office/drawing/2014/main" id="{B963B92A-AC9B-4BCD-A7EC-2C3D02783643}"/>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702">
            <a:extLst xmlns:a="http://schemas.openxmlformats.org/drawingml/2006/main">
              <a:ext uri="{FF2B5EF4-FFF2-40B4-BE49-F238E27FC236}">
                <a16:creationId xmlns:a16="http://schemas.microsoft.com/office/drawing/2014/main" id="{855962D3-1ACE-44AE-9A2B-19124E2785B3}"/>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703">
            <a:extLst xmlns:a="http://schemas.openxmlformats.org/drawingml/2006/main">
              <a:ext uri="{FF2B5EF4-FFF2-40B4-BE49-F238E27FC236}">
                <a16:creationId xmlns:a16="http://schemas.microsoft.com/office/drawing/2014/main" id="{6C79F1D6-CDDA-45FF-8EAA-22DFB2D19D6C}"/>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704">
            <a:extLst xmlns:a="http://schemas.openxmlformats.org/drawingml/2006/main">
              <a:ext uri="{FF2B5EF4-FFF2-40B4-BE49-F238E27FC236}">
                <a16:creationId xmlns:a16="http://schemas.microsoft.com/office/drawing/2014/main" id="{C501E18F-0005-4D23-A5B3-89F4B9B790B1}"/>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705">
            <a:extLst xmlns:a="http://schemas.openxmlformats.org/drawingml/2006/main">
              <a:ext uri="{FF2B5EF4-FFF2-40B4-BE49-F238E27FC236}">
                <a16:creationId xmlns:a16="http://schemas.microsoft.com/office/drawing/2014/main" id="{A5BC58BD-0DDD-4CD5-BCC9-5568E6716782}"/>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706">
            <a:extLst xmlns:a="http://schemas.openxmlformats.org/drawingml/2006/main">
              <a:ext uri="{FF2B5EF4-FFF2-40B4-BE49-F238E27FC236}">
                <a16:creationId xmlns:a16="http://schemas.microsoft.com/office/drawing/2014/main" id="{1BE39740-8F91-42A1-9C3C-617BF98B4BFD}"/>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22</a:t>
            </a:r>
          </a:p>
        </p:txBody>
      </p:sp>
      <p:sp>
        <p:nvSpPr>
          <p:cNvPr id="16" name="profile-707">
            <a:extLst xmlns:a="http://schemas.openxmlformats.org/drawingml/2006/main">
              <a:ext uri="{FF2B5EF4-FFF2-40B4-BE49-F238E27FC236}">
                <a16:creationId xmlns:a16="http://schemas.microsoft.com/office/drawing/2014/main" id="{0E788E67-3BA0-4EA2-B7D5-B0EAD95E1376}"/>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Leadership and management</a:t>
            </a:r>
          </a:p>
        </p:txBody>
      </p:sp>
      <p:sp>
        <p:nvSpPr>
          <p:cNvPr id="17" name="profile-708">
            <a:extLst xmlns:a="http://schemas.openxmlformats.org/drawingml/2006/main">
              <a:ext uri="{FF2B5EF4-FFF2-40B4-BE49-F238E27FC236}">
                <a16:creationId xmlns:a16="http://schemas.microsoft.com/office/drawing/2014/main" id="{A46061A8-DCD9-4249-B8E0-EE201E56454E}"/>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18" name="">
            <a:extLst xmlns:a="http://schemas.openxmlformats.org/drawingml/2006/main">
              <a:ext uri="{FF2B5EF4-FFF2-40B4-BE49-F238E27FC236}">
                <a16:creationId xmlns:a16="http://schemas.microsoft.com/office/drawing/2014/main" id="{D634E55C-CD3E-4F8E-8117-810AC6AA449B}"/>
              </a:ext>
            </a:extLst>
          </p:cNvPr>
          <p:cNvPicPr>
            <a:picLocks xmlns:a="http://schemas.openxmlformats.org/drawingml/2006/main" noChangeAspect="1"/>
          </p:cNvPicPr>
          <p:nvPr/>
        </p:nvPicPr>
        <p:blipFill>
          <a:blip xmlns:r="http://schemas.openxmlformats.org/officeDocument/2006/relationships" xmlns:a="http://schemas.openxmlformats.org/drawingml/2006/main" r:embed="R432a8941612046e5"/>
          <a:srcRect xmlns:a="http://schemas.openxmlformats.org/drawingml/2006/main" l="48" t="0" r="48" b="0"/>
          <a:stretch xmlns:a="http://schemas.openxmlformats.org/drawingml/2006/main">
            <a:fillRect l="0" t="0" r="0" b="0"/>
          </a:stretch>
        </p:blipFill>
        <p:spPr>
          <a:xfrm xmlns:a="http://schemas.openxmlformats.org/drawingml/2006/main">
            <a:off x="1085850" y="2228850"/>
            <a:ext cx="2209800" cy="2190750"/>
          </a:xfrm>
          <a:prstGeom xmlns:a="http://schemas.openxmlformats.org/drawingml/2006/main" prst="rect">
            <a:avLst/>
          </a:prstGeom>
        </p:spPr>
      </p:pic>
      <p:sp>
        <p:nvSpPr>
          <p:cNvPr id="19" name="profile-709">
            <a:extLst xmlns:a="http://schemas.openxmlformats.org/drawingml/2006/main">
              <a:ext uri="{FF2B5EF4-FFF2-40B4-BE49-F238E27FC236}">
                <a16:creationId xmlns:a16="http://schemas.microsoft.com/office/drawing/2014/main" id="{067F5691-8D39-4678-8696-D2A5A70070BD}"/>
              </a:ext>
            </a:extLst>
          </p:cNvPr>
          <p:cNvSpPr>
            <a:spLocks xmlns:a="http://schemas.openxmlformats.org/drawingml/2006/main" noGrp="1"/>
          </p:cNvSpPr>
          <p:nvPr/>
        </p:nvSpPr>
        <p:spPr>
          <a:xfrm xmlns:a="http://schemas.openxmlformats.org/drawingml/2006/main">
            <a:off x="400050" y="4610100"/>
            <a:ext cx="3571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0E2C5E"/>
                </a:solidFill>
                <a:latin typeface="Segoe UI"/>
                <a:ea typeface="Segoe UI"/>
                <a:cs typeface="Segoe UI"/>
              </a:defRPr>
            </a:defPPr>
          </a:lstStyle>
          <a:p xmlns:a="http://schemas.openxmlformats.org/drawingml/2006/main">
            <a:pPr algn="l">
              <a:defRPr sz="2175" b="1">
                <a:solidFill>
                  <a:srgbClr val="0E2C5E"/>
                </a:solidFill>
                <a:latin typeface="Segoe UI"/>
                <a:ea typeface="Segoe UI"/>
                <a:cs typeface="Segoe UI"/>
              </a:defRPr>
            </a:pPr>
            <a:r>
              <a:rPr sz="2175" b="1">
                <a:solidFill>
                  <a:srgbClr val="0E2C5E"/>
                </a:solidFill>
                <a:latin typeface="Segoe UI"/>
                <a:ea typeface="Segoe UI"/>
                <a:cs typeface="Segoe UI"/>
              </a:rPr>
              <a:t>Agosto Cepriano</a:t>
            </a:r>
          </a:p>
        </p:txBody>
      </p:sp>
      <p:sp>
        <p:nvSpPr>
          <p:cNvPr id="20" name="profile-710">
            <a:extLst xmlns:a="http://schemas.openxmlformats.org/drawingml/2006/main">
              <a:ext uri="{FF2B5EF4-FFF2-40B4-BE49-F238E27FC236}">
                <a16:creationId xmlns:a16="http://schemas.microsoft.com/office/drawing/2014/main" id="{7BC5A221-83DD-4DF5-A307-720B59DAEADF}"/>
              </a:ext>
            </a:extLst>
          </p:cNvPr>
          <p:cNvSpPr>
            <a:spLocks xmlns:a="http://schemas.openxmlformats.org/drawingml/2006/main" noGrp="1"/>
          </p:cNvSpPr>
          <p:nvPr/>
        </p:nvSpPr>
        <p:spPr>
          <a:xfrm xmlns:a="http://schemas.openxmlformats.org/drawingml/2006/main">
            <a:off x="400050" y="5000625"/>
            <a:ext cx="3571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1">
                <a:solidFill>
                  <a:srgbClr val="1267A5"/>
                </a:solidFill>
                <a:latin typeface="Segoe UI"/>
                <a:ea typeface="Segoe UI"/>
                <a:cs typeface="Segoe UI"/>
              </a:defRPr>
            </a:defPPr>
          </a:lstStyle>
          <a:p xmlns:a="http://schemas.openxmlformats.org/drawingml/2006/main">
            <a:pPr algn="l">
              <a:defRPr sz="1500" b="1">
                <a:solidFill>
                  <a:srgbClr val="1267A5"/>
                </a:solidFill>
                <a:latin typeface="Segoe UI"/>
                <a:ea typeface="Segoe UI"/>
                <a:cs typeface="Segoe UI"/>
              </a:defRPr>
            </a:pPr>
            <a:r>
              <a:rPr sz="1500" b="1">
                <a:solidFill>
                  <a:srgbClr val="1267A5"/>
                </a:solidFill>
                <a:latin typeface="Segoe UI"/>
                <a:ea typeface="Segoe UI"/>
                <a:cs typeface="Segoe UI"/>
              </a:rPr>
              <a:t>CEO / Founder</a:t>
            </a:r>
          </a:p>
        </p:txBody>
      </p:sp>
      <p:sp>
        <p:nvSpPr>
          <p:cNvPr id="21" name="profile-711">
            <a:extLst xmlns:a="http://schemas.openxmlformats.org/drawingml/2006/main">
              <a:ext uri="{FF2B5EF4-FFF2-40B4-BE49-F238E27FC236}">
                <a16:creationId xmlns:a16="http://schemas.microsoft.com/office/drawing/2014/main" id="{A8BFD874-639F-4975-A312-655B64E005BD}"/>
              </a:ext>
            </a:extLst>
          </p:cNvPr>
          <p:cNvSpPr>
            <a:spLocks xmlns:a="http://schemas.openxmlformats.org/drawingml/2006/main" noGrp="1"/>
          </p:cNvSpPr>
          <p:nvPr/>
        </p:nvSpPr>
        <p:spPr>
          <a:xfrm xmlns:a="http://schemas.openxmlformats.org/drawingml/2006/main">
            <a:off x="400050" y="5600700"/>
            <a:ext cx="3571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Company leadership and strategic</a:t>
            </a:r>
          </a:p>
        </p:txBody>
      </p:sp>
      <p:sp>
        <p:nvSpPr>
          <p:cNvPr id="22" name="profile-712">
            <a:extLst xmlns:a="http://schemas.openxmlformats.org/drawingml/2006/main">
              <a:ext uri="{FF2B5EF4-FFF2-40B4-BE49-F238E27FC236}">
                <a16:creationId xmlns:a16="http://schemas.microsoft.com/office/drawing/2014/main" id="{54C9D07D-8199-4C38-888A-148788DBCEF3}"/>
              </a:ext>
            </a:extLst>
          </p:cNvPr>
          <p:cNvSpPr>
            <a:spLocks xmlns:a="http://schemas.openxmlformats.org/drawingml/2006/main" noGrp="1"/>
          </p:cNvSpPr>
          <p:nvPr/>
        </p:nvSpPr>
        <p:spPr>
          <a:xfrm xmlns:a="http://schemas.openxmlformats.org/drawingml/2006/main">
            <a:off x="400050" y="5857875"/>
            <a:ext cx="3571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direction.</a:t>
            </a:r>
          </a:p>
        </p:txBody>
      </p:sp>
      <p:pic>
        <p:nvPicPr>
          <p:cNvPr id="23" name="">
            <a:extLst xmlns:a="http://schemas.openxmlformats.org/drawingml/2006/main">
              <a:ext uri="{FF2B5EF4-FFF2-40B4-BE49-F238E27FC236}">
                <a16:creationId xmlns:a16="http://schemas.microsoft.com/office/drawing/2014/main" id="{B2343E5C-589D-4715-9796-ED5D65C4E153}"/>
              </a:ext>
            </a:extLst>
          </p:cNvPr>
          <p:cNvPicPr>
            <a:picLocks xmlns:a="http://schemas.openxmlformats.org/drawingml/2006/main" noChangeAspect="1"/>
          </p:cNvPicPr>
          <p:nvPr/>
        </p:nvPicPr>
        <p:blipFill>
          <a:blip xmlns:r="http://schemas.openxmlformats.org/officeDocument/2006/relationships" xmlns:a="http://schemas.openxmlformats.org/drawingml/2006/main" r:embed="R2aa28223e87c463f"/>
          <a:srcRect xmlns:a="http://schemas.openxmlformats.org/drawingml/2006/main" l="48" t="0" r="48" b="0"/>
          <a:stretch xmlns:a="http://schemas.openxmlformats.org/drawingml/2006/main">
            <a:fillRect l="0" t="0" r="0" b="0"/>
          </a:stretch>
        </p:blipFill>
        <p:spPr>
          <a:xfrm xmlns:a="http://schemas.openxmlformats.org/drawingml/2006/main">
            <a:off x="4962525" y="2228850"/>
            <a:ext cx="2209800" cy="2190750"/>
          </a:xfrm>
          <a:prstGeom xmlns:a="http://schemas.openxmlformats.org/drawingml/2006/main" prst="rect">
            <a:avLst/>
          </a:prstGeom>
        </p:spPr>
      </p:pic>
      <p:sp>
        <p:nvSpPr>
          <p:cNvPr id="24" name="profile-713">
            <a:extLst xmlns:a="http://schemas.openxmlformats.org/drawingml/2006/main">
              <a:ext uri="{FF2B5EF4-FFF2-40B4-BE49-F238E27FC236}">
                <a16:creationId xmlns:a16="http://schemas.microsoft.com/office/drawing/2014/main" id="{15DAE439-3D2D-4020-9DA5-5050FED6FFBE}"/>
              </a:ext>
            </a:extLst>
          </p:cNvPr>
          <p:cNvSpPr>
            <a:spLocks xmlns:a="http://schemas.openxmlformats.org/drawingml/2006/main" noGrp="1"/>
          </p:cNvSpPr>
          <p:nvPr/>
        </p:nvSpPr>
        <p:spPr>
          <a:xfrm xmlns:a="http://schemas.openxmlformats.org/drawingml/2006/main">
            <a:off x="4276725" y="4610100"/>
            <a:ext cx="3571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0E2C5E"/>
                </a:solidFill>
                <a:latin typeface="Segoe UI"/>
                <a:ea typeface="Segoe UI"/>
                <a:cs typeface="Segoe UI"/>
              </a:defRPr>
            </a:defPPr>
          </a:lstStyle>
          <a:p xmlns:a="http://schemas.openxmlformats.org/drawingml/2006/main">
            <a:pPr algn="l">
              <a:defRPr sz="2175" b="1">
                <a:solidFill>
                  <a:srgbClr val="0E2C5E"/>
                </a:solidFill>
                <a:latin typeface="Segoe UI"/>
                <a:ea typeface="Segoe UI"/>
                <a:cs typeface="Segoe UI"/>
              </a:defRPr>
            </a:pPr>
            <a:r>
              <a:rPr sz="2175" b="1">
                <a:solidFill>
                  <a:srgbClr val="0E2C5E"/>
                </a:solidFill>
                <a:latin typeface="Segoe UI"/>
                <a:ea typeface="Segoe UI"/>
                <a:cs typeface="Segoe UI"/>
              </a:rPr>
              <a:t>Allan</a:t>
            </a:r>
          </a:p>
        </p:txBody>
      </p:sp>
      <p:sp>
        <p:nvSpPr>
          <p:cNvPr id="25" name="profile-714">
            <a:extLst xmlns:a="http://schemas.openxmlformats.org/drawingml/2006/main">
              <a:ext uri="{FF2B5EF4-FFF2-40B4-BE49-F238E27FC236}">
                <a16:creationId xmlns:a16="http://schemas.microsoft.com/office/drawing/2014/main" id="{A7CCAE9A-FD83-4183-9A23-D83812795ABA}"/>
              </a:ext>
            </a:extLst>
          </p:cNvPr>
          <p:cNvSpPr>
            <a:spLocks xmlns:a="http://schemas.openxmlformats.org/drawingml/2006/main" noGrp="1"/>
          </p:cNvSpPr>
          <p:nvPr/>
        </p:nvSpPr>
        <p:spPr>
          <a:xfrm xmlns:a="http://schemas.openxmlformats.org/drawingml/2006/main">
            <a:off x="4276725" y="5000625"/>
            <a:ext cx="3571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1">
                <a:solidFill>
                  <a:srgbClr val="1267A5"/>
                </a:solidFill>
                <a:latin typeface="Segoe UI"/>
                <a:ea typeface="Segoe UI"/>
                <a:cs typeface="Segoe UI"/>
              </a:defRPr>
            </a:defPPr>
          </a:lstStyle>
          <a:p xmlns:a="http://schemas.openxmlformats.org/drawingml/2006/main">
            <a:pPr algn="l">
              <a:defRPr sz="1500" b="1">
                <a:solidFill>
                  <a:srgbClr val="1267A5"/>
                </a:solidFill>
                <a:latin typeface="Segoe UI"/>
                <a:ea typeface="Segoe UI"/>
                <a:cs typeface="Segoe UI"/>
              </a:defRPr>
            </a:pPr>
            <a:r>
              <a:rPr sz="1500" b="1">
                <a:solidFill>
                  <a:srgbClr val="1267A5"/>
                </a:solidFill>
                <a:latin typeface="Segoe UI"/>
                <a:ea typeface="Segoe UI"/>
                <a:cs typeface="Segoe UI"/>
              </a:rPr>
              <a:t>Finance / HR Manager</a:t>
            </a:r>
          </a:p>
        </p:txBody>
      </p:sp>
      <p:sp>
        <p:nvSpPr>
          <p:cNvPr id="26" name="profile-715">
            <a:extLst xmlns:a="http://schemas.openxmlformats.org/drawingml/2006/main">
              <a:ext uri="{FF2B5EF4-FFF2-40B4-BE49-F238E27FC236}">
                <a16:creationId xmlns:a16="http://schemas.microsoft.com/office/drawing/2014/main" id="{72677EAC-AA54-45BA-823F-58A84BD37F27}"/>
              </a:ext>
            </a:extLst>
          </p:cNvPr>
          <p:cNvSpPr>
            <a:spLocks xmlns:a="http://schemas.openxmlformats.org/drawingml/2006/main" noGrp="1"/>
          </p:cNvSpPr>
          <p:nvPr/>
        </p:nvSpPr>
        <p:spPr>
          <a:xfrm xmlns:a="http://schemas.openxmlformats.org/drawingml/2006/main">
            <a:off x="4276725" y="5600700"/>
            <a:ext cx="3571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Finance, people and administrative</a:t>
            </a:r>
          </a:p>
        </p:txBody>
      </p:sp>
      <p:sp>
        <p:nvSpPr>
          <p:cNvPr id="27" name="profile-716">
            <a:extLst xmlns:a="http://schemas.openxmlformats.org/drawingml/2006/main">
              <a:ext uri="{FF2B5EF4-FFF2-40B4-BE49-F238E27FC236}">
                <a16:creationId xmlns:a16="http://schemas.microsoft.com/office/drawing/2014/main" id="{0C11F22B-F97D-4464-8251-B0D8F17E6165}"/>
              </a:ext>
            </a:extLst>
          </p:cNvPr>
          <p:cNvSpPr>
            <a:spLocks xmlns:a="http://schemas.openxmlformats.org/drawingml/2006/main" noGrp="1"/>
          </p:cNvSpPr>
          <p:nvPr/>
        </p:nvSpPr>
        <p:spPr>
          <a:xfrm xmlns:a="http://schemas.openxmlformats.org/drawingml/2006/main">
            <a:off x="4276725" y="5857875"/>
            <a:ext cx="3571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coordination.</a:t>
            </a:r>
          </a:p>
        </p:txBody>
      </p:sp>
      <p:pic>
        <p:nvPicPr>
          <p:cNvPr id="28" name="">
            <a:extLst xmlns:a="http://schemas.openxmlformats.org/drawingml/2006/main">
              <a:ext uri="{FF2B5EF4-FFF2-40B4-BE49-F238E27FC236}">
                <a16:creationId xmlns:a16="http://schemas.microsoft.com/office/drawing/2014/main" id="{F7A3556D-0D21-4B16-99D6-E9C16C92DB1A}"/>
              </a:ext>
            </a:extLst>
          </p:cNvPr>
          <p:cNvPicPr>
            <a:picLocks xmlns:a="http://schemas.openxmlformats.org/drawingml/2006/main" noChangeAspect="1"/>
          </p:cNvPicPr>
          <p:nvPr/>
        </p:nvPicPr>
        <p:blipFill>
          <a:blip xmlns:r="http://schemas.openxmlformats.org/officeDocument/2006/relationships" xmlns:a="http://schemas.openxmlformats.org/drawingml/2006/main" r:embed="Rb27a1d38bc674a90"/>
          <a:srcRect xmlns:a="http://schemas.openxmlformats.org/drawingml/2006/main" l="48" t="0" r="48" b="0"/>
          <a:stretch xmlns:a="http://schemas.openxmlformats.org/drawingml/2006/main">
            <a:fillRect l="0" t="0" r="0" b="0"/>
          </a:stretch>
        </p:blipFill>
        <p:spPr>
          <a:xfrm xmlns:a="http://schemas.openxmlformats.org/drawingml/2006/main">
            <a:off x="8839200" y="2228850"/>
            <a:ext cx="2209800" cy="2190750"/>
          </a:xfrm>
          <a:prstGeom xmlns:a="http://schemas.openxmlformats.org/drawingml/2006/main" prst="rect">
            <a:avLst/>
          </a:prstGeom>
        </p:spPr>
      </p:pic>
      <p:sp>
        <p:nvSpPr>
          <p:cNvPr id="29" name="profile-717">
            <a:extLst xmlns:a="http://schemas.openxmlformats.org/drawingml/2006/main">
              <a:ext uri="{FF2B5EF4-FFF2-40B4-BE49-F238E27FC236}">
                <a16:creationId xmlns:a16="http://schemas.microsoft.com/office/drawing/2014/main" id="{6F1AA26F-83E0-4B27-A370-98D143A26ACF}"/>
              </a:ext>
            </a:extLst>
          </p:cNvPr>
          <p:cNvSpPr>
            <a:spLocks xmlns:a="http://schemas.openxmlformats.org/drawingml/2006/main" noGrp="1"/>
          </p:cNvSpPr>
          <p:nvPr/>
        </p:nvSpPr>
        <p:spPr>
          <a:xfrm xmlns:a="http://schemas.openxmlformats.org/drawingml/2006/main">
            <a:off x="8153400" y="4610100"/>
            <a:ext cx="3571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0E2C5E"/>
                </a:solidFill>
                <a:latin typeface="Segoe UI"/>
                <a:ea typeface="Segoe UI"/>
                <a:cs typeface="Segoe UI"/>
              </a:defRPr>
            </a:defPPr>
          </a:lstStyle>
          <a:p xmlns:a="http://schemas.openxmlformats.org/drawingml/2006/main">
            <a:pPr algn="l">
              <a:defRPr sz="2175" b="1">
                <a:solidFill>
                  <a:srgbClr val="0E2C5E"/>
                </a:solidFill>
                <a:latin typeface="Segoe UI"/>
                <a:ea typeface="Segoe UI"/>
                <a:cs typeface="Segoe UI"/>
              </a:defRPr>
            </a:pPr>
            <a:r>
              <a:rPr sz="2175" b="1">
                <a:solidFill>
                  <a:srgbClr val="0E2C5E"/>
                </a:solidFill>
                <a:latin typeface="Segoe UI"/>
                <a:ea typeface="Segoe UI"/>
                <a:cs typeface="Segoe UI"/>
              </a:rPr>
              <a:t>Neil</a:t>
            </a:r>
          </a:p>
        </p:txBody>
      </p:sp>
      <p:sp>
        <p:nvSpPr>
          <p:cNvPr id="30" name="profile-718">
            <a:extLst xmlns:a="http://schemas.openxmlformats.org/drawingml/2006/main">
              <a:ext uri="{FF2B5EF4-FFF2-40B4-BE49-F238E27FC236}">
                <a16:creationId xmlns:a16="http://schemas.microsoft.com/office/drawing/2014/main" id="{EB097924-A3EC-4BFF-90D6-83070906BEA6}"/>
              </a:ext>
            </a:extLst>
          </p:cNvPr>
          <p:cNvSpPr>
            <a:spLocks xmlns:a="http://schemas.openxmlformats.org/drawingml/2006/main" noGrp="1"/>
          </p:cNvSpPr>
          <p:nvPr/>
        </p:nvSpPr>
        <p:spPr>
          <a:xfrm xmlns:a="http://schemas.openxmlformats.org/drawingml/2006/main">
            <a:off x="8153400" y="5000625"/>
            <a:ext cx="3571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1">
                <a:solidFill>
                  <a:srgbClr val="1267A5"/>
                </a:solidFill>
                <a:latin typeface="Segoe UI"/>
                <a:ea typeface="Segoe UI"/>
                <a:cs typeface="Segoe UI"/>
              </a:defRPr>
            </a:defPPr>
          </a:lstStyle>
          <a:p xmlns:a="http://schemas.openxmlformats.org/drawingml/2006/main">
            <a:pPr algn="l">
              <a:defRPr sz="1500" b="1">
                <a:solidFill>
                  <a:srgbClr val="1267A5"/>
                </a:solidFill>
                <a:latin typeface="Segoe UI"/>
                <a:ea typeface="Segoe UI"/>
                <a:cs typeface="Segoe UI"/>
              </a:defRPr>
            </a:pPr>
            <a:r>
              <a:rPr sz="1500" b="1">
                <a:solidFill>
                  <a:srgbClr val="1267A5"/>
                </a:solidFill>
                <a:latin typeface="Segoe UI"/>
                <a:ea typeface="Segoe UI"/>
                <a:cs typeface="Segoe UI"/>
              </a:rPr>
              <a:t>Marketing Head</a:t>
            </a:r>
          </a:p>
        </p:txBody>
      </p:sp>
      <p:sp>
        <p:nvSpPr>
          <p:cNvPr id="31" name="profile-719">
            <a:extLst xmlns:a="http://schemas.openxmlformats.org/drawingml/2006/main">
              <a:ext uri="{FF2B5EF4-FFF2-40B4-BE49-F238E27FC236}">
                <a16:creationId xmlns:a16="http://schemas.microsoft.com/office/drawing/2014/main" id="{6DD21BAC-2057-4E49-9E5D-2FBF537EF547}"/>
              </a:ext>
            </a:extLst>
          </p:cNvPr>
          <p:cNvSpPr>
            <a:spLocks xmlns:a="http://schemas.openxmlformats.org/drawingml/2006/main" noGrp="1"/>
          </p:cNvSpPr>
          <p:nvPr/>
        </p:nvSpPr>
        <p:spPr>
          <a:xfrm xmlns:a="http://schemas.openxmlformats.org/drawingml/2006/main">
            <a:off x="8153400" y="5600700"/>
            <a:ext cx="3571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Marketing direction and client acquisition.</a:t>
            </a:r>
          </a:p>
        </p:txBody>
      </p:sp>
    </p:spTree>
    <p:extLst>
      <p:ext uri="{BB962C8B-B14F-4D97-AF65-F5344CB8AC3E}">
        <p14:creationId xmlns:p14="http://schemas.microsoft.com/office/powerpoint/2010/main" val="421384926"/>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profile-720">
            <a:extLst xmlns:a="http://schemas.openxmlformats.org/drawingml/2006/main">
              <a:ext uri="{FF2B5EF4-FFF2-40B4-BE49-F238E27FC236}">
                <a16:creationId xmlns:a16="http://schemas.microsoft.com/office/drawing/2014/main" id="{6E5128FF-8084-43A1-8D26-7796B37DB2B5}"/>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721">
            <a:extLst xmlns:a="http://schemas.openxmlformats.org/drawingml/2006/main">
              <a:ext uri="{FF2B5EF4-FFF2-40B4-BE49-F238E27FC236}">
                <a16:creationId xmlns:a16="http://schemas.microsoft.com/office/drawing/2014/main" id="{9AA72D11-4DC8-4C91-BF64-88CD82EB8C22}"/>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E42F3A81-26CA-40DC-86D9-B1116010ABB7}"/>
              </a:ext>
            </a:extLst>
          </p:cNvPr>
          <p:cNvPicPr>
            <a:picLocks xmlns:a="http://schemas.openxmlformats.org/drawingml/2006/main" noChangeAspect="1"/>
          </p:cNvPicPr>
          <p:nvPr/>
        </p:nvPicPr>
        <p:blipFill>
          <a:blip xmlns:r="http://schemas.openxmlformats.org/officeDocument/2006/relationships" xmlns:a="http://schemas.openxmlformats.org/drawingml/2006/main" r:embed="R754b3886218a431a"/>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722">
            <a:extLst xmlns:a="http://schemas.openxmlformats.org/drawingml/2006/main">
              <a:ext uri="{FF2B5EF4-FFF2-40B4-BE49-F238E27FC236}">
                <a16:creationId xmlns:a16="http://schemas.microsoft.com/office/drawing/2014/main" id="{4C3D3B80-418A-489D-AA60-8592E4B8006E}"/>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723">
            <a:extLst xmlns:a="http://schemas.openxmlformats.org/drawingml/2006/main">
              <a:ext uri="{FF2B5EF4-FFF2-40B4-BE49-F238E27FC236}">
                <a16:creationId xmlns:a16="http://schemas.microsoft.com/office/drawing/2014/main" id="{6EA72667-44BB-4F6E-8174-2160F898F239}"/>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and Pest Management Services OPC</a:t>
            </a:r>
          </a:p>
        </p:txBody>
      </p:sp>
      <p:sp>
        <p:nvSpPr>
          <p:cNvPr id="6" name="profile-724">
            <a:extLst xmlns:a="http://schemas.openxmlformats.org/drawingml/2006/main">
              <a:ext uri="{FF2B5EF4-FFF2-40B4-BE49-F238E27FC236}">
                <a16:creationId xmlns:a16="http://schemas.microsoft.com/office/drawing/2014/main" id="{F538719C-0717-4C97-8D82-CF745320B988}"/>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Globe 0917 671 6383   |   Smart 0939 245 6217</a:t>
            </a:r>
          </a:p>
        </p:txBody>
      </p:sp>
      <p:sp>
        <p:nvSpPr>
          <p:cNvPr id="7" name="profile-725">
            <a:extLst xmlns:a="http://schemas.openxmlformats.org/drawingml/2006/main">
              <a:ext uri="{FF2B5EF4-FFF2-40B4-BE49-F238E27FC236}">
                <a16:creationId xmlns:a16="http://schemas.microsoft.com/office/drawing/2014/main" id="{608DADC9-A45E-48B6-A4DC-F79EC510C5A7}"/>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726">
            <a:extLst xmlns:a="http://schemas.openxmlformats.org/drawingml/2006/main">
              <a:ext uri="{FF2B5EF4-FFF2-40B4-BE49-F238E27FC236}">
                <a16:creationId xmlns:a16="http://schemas.microsoft.com/office/drawing/2014/main" id="{84F31C51-CD2F-475C-BAE8-7BB9A209C98D}"/>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TO FOLLOW</a:t>
            </a:r>
          </a:p>
        </p:txBody>
      </p:sp>
      <p:sp>
        <p:nvSpPr>
          <p:cNvPr id="9" name="profile-727">
            <a:extLst xmlns:a="http://schemas.openxmlformats.org/drawingml/2006/main">
              <a:ext uri="{FF2B5EF4-FFF2-40B4-BE49-F238E27FC236}">
                <a16:creationId xmlns:a16="http://schemas.microsoft.com/office/drawing/2014/main" id="{95514419-5503-42FF-8A1B-EBECB2CB42F6}"/>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728">
            <a:extLst xmlns:a="http://schemas.openxmlformats.org/drawingml/2006/main">
              <a:ext uri="{FF2B5EF4-FFF2-40B4-BE49-F238E27FC236}">
                <a16:creationId xmlns:a16="http://schemas.microsoft.com/office/drawing/2014/main" id="{1B6F2CB3-0D19-4DE8-A591-4DEDB2B30F46}"/>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729">
            <a:extLst xmlns:a="http://schemas.openxmlformats.org/drawingml/2006/main">
              <a:ext uri="{FF2B5EF4-FFF2-40B4-BE49-F238E27FC236}">
                <a16:creationId xmlns:a16="http://schemas.microsoft.com/office/drawing/2014/main" id="{6D5AE6C4-4DEC-4980-911A-F2738D9AB701}"/>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730">
            <a:extLst xmlns:a="http://schemas.openxmlformats.org/drawingml/2006/main">
              <a:ext uri="{FF2B5EF4-FFF2-40B4-BE49-F238E27FC236}">
                <a16:creationId xmlns:a16="http://schemas.microsoft.com/office/drawing/2014/main" id="{47D3FAD4-4A41-487B-8459-DD3E43CC8C51}"/>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731">
            <a:extLst xmlns:a="http://schemas.openxmlformats.org/drawingml/2006/main">
              <a:ext uri="{FF2B5EF4-FFF2-40B4-BE49-F238E27FC236}">
                <a16:creationId xmlns:a16="http://schemas.microsoft.com/office/drawing/2014/main" id="{FED8028D-ED9C-4928-83AF-0C5E7953BE09}"/>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732">
            <a:extLst xmlns:a="http://schemas.openxmlformats.org/drawingml/2006/main">
              <a:ext uri="{FF2B5EF4-FFF2-40B4-BE49-F238E27FC236}">
                <a16:creationId xmlns:a16="http://schemas.microsoft.com/office/drawing/2014/main" id="{BE4C49ED-DE14-4476-B5C2-21CB094C67F4}"/>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733">
            <a:extLst xmlns:a="http://schemas.openxmlformats.org/drawingml/2006/main">
              <a:ext uri="{FF2B5EF4-FFF2-40B4-BE49-F238E27FC236}">
                <a16:creationId xmlns:a16="http://schemas.microsoft.com/office/drawing/2014/main" id="{9A698D08-CB0E-404F-BF3C-559FF0D564FB}"/>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23</a:t>
            </a:r>
          </a:p>
        </p:txBody>
      </p:sp>
      <p:sp>
        <p:nvSpPr>
          <p:cNvPr id="16" name="profile-734">
            <a:extLst xmlns:a="http://schemas.openxmlformats.org/drawingml/2006/main">
              <a:ext uri="{FF2B5EF4-FFF2-40B4-BE49-F238E27FC236}">
                <a16:creationId xmlns:a16="http://schemas.microsoft.com/office/drawing/2014/main" id="{F9D1A54D-F731-471D-B67C-F3D693DAB506}"/>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Marketing and client support</a:t>
            </a:r>
          </a:p>
        </p:txBody>
      </p:sp>
      <p:sp>
        <p:nvSpPr>
          <p:cNvPr id="17" name="profile-735">
            <a:extLst xmlns:a="http://schemas.openxmlformats.org/drawingml/2006/main">
              <a:ext uri="{FF2B5EF4-FFF2-40B4-BE49-F238E27FC236}">
                <a16:creationId xmlns:a16="http://schemas.microsoft.com/office/drawing/2014/main" id="{65951F23-35EE-4AC4-B876-08BB72EBD87F}"/>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18" name="">
            <a:extLst xmlns:a="http://schemas.openxmlformats.org/drawingml/2006/main">
              <a:ext uri="{FF2B5EF4-FFF2-40B4-BE49-F238E27FC236}">
                <a16:creationId xmlns:a16="http://schemas.microsoft.com/office/drawing/2014/main" id="{F8ECC93C-ED78-4C60-B40D-853942FDA8CA}"/>
              </a:ext>
            </a:extLst>
          </p:cNvPr>
          <p:cNvPicPr>
            <a:picLocks xmlns:a="http://schemas.openxmlformats.org/drawingml/2006/main" noChangeAspect="1"/>
          </p:cNvPicPr>
          <p:nvPr/>
        </p:nvPicPr>
        <p:blipFill>
          <a:blip xmlns:r="http://schemas.openxmlformats.org/officeDocument/2006/relationships" xmlns:a="http://schemas.openxmlformats.org/drawingml/2006/main" r:embed="R92e9837cd1674627"/>
          <a:srcRect xmlns:a="http://schemas.openxmlformats.org/drawingml/2006/main" l="48" t="0" r="48" b="0"/>
          <a:stretch xmlns:a="http://schemas.openxmlformats.org/drawingml/2006/main">
            <a:fillRect l="0" t="0" r="0" b="0"/>
          </a:stretch>
        </p:blipFill>
        <p:spPr>
          <a:xfrm xmlns:a="http://schemas.openxmlformats.org/drawingml/2006/main">
            <a:off x="1085850" y="2228850"/>
            <a:ext cx="2209800" cy="2190750"/>
          </a:xfrm>
          <a:prstGeom xmlns:a="http://schemas.openxmlformats.org/drawingml/2006/main" prst="rect">
            <a:avLst/>
          </a:prstGeom>
        </p:spPr>
      </p:pic>
      <p:sp>
        <p:nvSpPr>
          <p:cNvPr id="19" name="profile-736">
            <a:extLst xmlns:a="http://schemas.openxmlformats.org/drawingml/2006/main">
              <a:ext uri="{FF2B5EF4-FFF2-40B4-BE49-F238E27FC236}">
                <a16:creationId xmlns:a16="http://schemas.microsoft.com/office/drawing/2014/main" id="{CF74426B-C7B0-4F9F-9710-661014F32490}"/>
              </a:ext>
            </a:extLst>
          </p:cNvPr>
          <p:cNvSpPr>
            <a:spLocks xmlns:a="http://schemas.openxmlformats.org/drawingml/2006/main" noGrp="1"/>
          </p:cNvSpPr>
          <p:nvPr/>
        </p:nvSpPr>
        <p:spPr>
          <a:xfrm xmlns:a="http://schemas.openxmlformats.org/drawingml/2006/main">
            <a:off x="400050" y="4610100"/>
            <a:ext cx="3571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0E2C5E"/>
                </a:solidFill>
                <a:latin typeface="Segoe UI"/>
                <a:ea typeface="Segoe UI"/>
                <a:cs typeface="Segoe UI"/>
              </a:defRPr>
            </a:defPPr>
          </a:lstStyle>
          <a:p xmlns:a="http://schemas.openxmlformats.org/drawingml/2006/main">
            <a:pPr algn="l">
              <a:defRPr sz="2175" b="1">
                <a:solidFill>
                  <a:srgbClr val="0E2C5E"/>
                </a:solidFill>
                <a:latin typeface="Segoe UI"/>
                <a:ea typeface="Segoe UI"/>
                <a:cs typeface="Segoe UI"/>
              </a:defRPr>
            </a:pPr>
            <a:r>
              <a:rPr sz="2175" b="1">
                <a:solidFill>
                  <a:srgbClr val="0E2C5E"/>
                </a:solidFill>
                <a:latin typeface="Segoe UI"/>
                <a:ea typeface="Segoe UI"/>
                <a:cs typeface="Segoe UI"/>
              </a:rPr>
              <a:t>Queenie</a:t>
            </a:r>
          </a:p>
        </p:txBody>
      </p:sp>
      <p:sp>
        <p:nvSpPr>
          <p:cNvPr id="20" name="profile-737">
            <a:extLst xmlns:a="http://schemas.openxmlformats.org/drawingml/2006/main">
              <a:ext uri="{FF2B5EF4-FFF2-40B4-BE49-F238E27FC236}">
                <a16:creationId xmlns:a16="http://schemas.microsoft.com/office/drawing/2014/main" id="{BB705DF4-09D4-43DE-AC6C-50DF2A4DF5EC}"/>
              </a:ext>
            </a:extLst>
          </p:cNvPr>
          <p:cNvSpPr>
            <a:spLocks xmlns:a="http://schemas.openxmlformats.org/drawingml/2006/main" noGrp="1"/>
          </p:cNvSpPr>
          <p:nvPr/>
        </p:nvSpPr>
        <p:spPr>
          <a:xfrm xmlns:a="http://schemas.openxmlformats.org/drawingml/2006/main">
            <a:off x="400050" y="5000625"/>
            <a:ext cx="3571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1">
                <a:solidFill>
                  <a:srgbClr val="1267A5"/>
                </a:solidFill>
                <a:latin typeface="Segoe UI"/>
                <a:ea typeface="Segoe UI"/>
                <a:cs typeface="Segoe UI"/>
              </a:defRPr>
            </a:defPPr>
          </a:lstStyle>
          <a:p xmlns:a="http://schemas.openxmlformats.org/drawingml/2006/main">
            <a:pPr algn="l">
              <a:defRPr sz="1500" b="1">
                <a:solidFill>
                  <a:srgbClr val="1267A5"/>
                </a:solidFill>
                <a:latin typeface="Segoe UI"/>
                <a:ea typeface="Segoe UI"/>
                <a:cs typeface="Segoe UI"/>
              </a:defRPr>
            </a:pPr>
            <a:r>
              <a:rPr sz="1500" b="1">
                <a:solidFill>
                  <a:srgbClr val="1267A5"/>
                </a:solidFill>
                <a:latin typeface="Segoe UI"/>
                <a:ea typeface="Segoe UI"/>
                <a:cs typeface="Segoe UI"/>
              </a:rPr>
              <a:t>Digital Marketing Specialist</a:t>
            </a:r>
          </a:p>
        </p:txBody>
      </p:sp>
      <p:sp>
        <p:nvSpPr>
          <p:cNvPr id="21" name="profile-738">
            <a:extLst xmlns:a="http://schemas.openxmlformats.org/drawingml/2006/main">
              <a:ext uri="{FF2B5EF4-FFF2-40B4-BE49-F238E27FC236}">
                <a16:creationId xmlns:a16="http://schemas.microsoft.com/office/drawing/2014/main" id="{8CE708FF-7DE1-4789-9123-7ABB598F3C8F}"/>
              </a:ext>
            </a:extLst>
          </p:cNvPr>
          <p:cNvSpPr>
            <a:spLocks xmlns:a="http://schemas.openxmlformats.org/drawingml/2006/main" noGrp="1"/>
          </p:cNvSpPr>
          <p:nvPr/>
        </p:nvSpPr>
        <p:spPr>
          <a:xfrm xmlns:a="http://schemas.openxmlformats.org/drawingml/2006/main">
            <a:off x="400050" y="5600700"/>
            <a:ext cx="3571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Digital campaigns and online lead</a:t>
            </a:r>
          </a:p>
        </p:txBody>
      </p:sp>
      <p:sp>
        <p:nvSpPr>
          <p:cNvPr id="22" name="profile-739">
            <a:extLst xmlns:a="http://schemas.openxmlformats.org/drawingml/2006/main">
              <a:ext uri="{FF2B5EF4-FFF2-40B4-BE49-F238E27FC236}">
                <a16:creationId xmlns:a16="http://schemas.microsoft.com/office/drawing/2014/main" id="{77517D06-D011-46ED-B54C-12CB8865CEB9}"/>
              </a:ext>
            </a:extLst>
          </p:cNvPr>
          <p:cNvSpPr>
            <a:spLocks xmlns:a="http://schemas.openxmlformats.org/drawingml/2006/main" noGrp="1"/>
          </p:cNvSpPr>
          <p:nvPr/>
        </p:nvSpPr>
        <p:spPr>
          <a:xfrm xmlns:a="http://schemas.openxmlformats.org/drawingml/2006/main">
            <a:off x="400050" y="5857875"/>
            <a:ext cx="3571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generation.</a:t>
            </a:r>
          </a:p>
        </p:txBody>
      </p:sp>
      <p:pic>
        <p:nvPicPr>
          <p:cNvPr id="23" name="">
            <a:extLst xmlns:a="http://schemas.openxmlformats.org/drawingml/2006/main">
              <a:ext uri="{FF2B5EF4-FFF2-40B4-BE49-F238E27FC236}">
                <a16:creationId xmlns:a16="http://schemas.microsoft.com/office/drawing/2014/main" id="{7919FCBD-CD9B-4F6F-8257-33C63E249510}"/>
              </a:ext>
            </a:extLst>
          </p:cNvPr>
          <p:cNvPicPr>
            <a:picLocks xmlns:a="http://schemas.openxmlformats.org/drawingml/2006/main" noChangeAspect="1"/>
          </p:cNvPicPr>
          <p:nvPr/>
        </p:nvPicPr>
        <p:blipFill>
          <a:blip xmlns:r="http://schemas.openxmlformats.org/officeDocument/2006/relationships" xmlns:a="http://schemas.openxmlformats.org/drawingml/2006/main" r:embed="R84c990fb82c84b86"/>
          <a:srcRect xmlns:a="http://schemas.openxmlformats.org/drawingml/2006/main" l="48" t="0" r="48" b="0"/>
          <a:stretch xmlns:a="http://schemas.openxmlformats.org/drawingml/2006/main">
            <a:fillRect l="0" t="0" r="0" b="0"/>
          </a:stretch>
        </p:blipFill>
        <p:spPr>
          <a:xfrm xmlns:a="http://schemas.openxmlformats.org/drawingml/2006/main">
            <a:off x="4962525" y="2228850"/>
            <a:ext cx="2209800" cy="2190750"/>
          </a:xfrm>
          <a:prstGeom xmlns:a="http://schemas.openxmlformats.org/drawingml/2006/main" prst="rect">
            <a:avLst/>
          </a:prstGeom>
        </p:spPr>
      </p:pic>
      <p:sp>
        <p:nvSpPr>
          <p:cNvPr id="24" name="profile-740">
            <a:extLst xmlns:a="http://schemas.openxmlformats.org/drawingml/2006/main">
              <a:ext uri="{FF2B5EF4-FFF2-40B4-BE49-F238E27FC236}">
                <a16:creationId xmlns:a16="http://schemas.microsoft.com/office/drawing/2014/main" id="{C2774FF9-0836-4751-B96F-0FB73EB71DDD}"/>
              </a:ext>
            </a:extLst>
          </p:cNvPr>
          <p:cNvSpPr>
            <a:spLocks xmlns:a="http://schemas.openxmlformats.org/drawingml/2006/main" noGrp="1"/>
          </p:cNvSpPr>
          <p:nvPr/>
        </p:nvSpPr>
        <p:spPr>
          <a:xfrm xmlns:a="http://schemas.openxmlformats.org/drawingml/2006/main">
            <a:off x="4276725" y="4610100"/>
            <a:ext cx="3571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0E2C5E"/>
                </a:solidFill>
                <a:latin typeface="Segoe UI"/>
                <a:ea typeface="Segoe UI"/>
                <a:cs typeface="Segoe UI"/>
              </a:defRPr>
            </a:defPPr>
          </a:lstStyle>
          <a:p xmlns:a="http://schemas.openxmlformats.org/drawingml/2006/main">
            <a:pPr algn="l">
              <a:defRPr sz="2175" b="1">
                <a:solidFill>
                  <a:srgbClr val="0E2C5E"/>
                </a:solidFill>
                <a:latin typeface="Segoe UI"/>
                <a:ea typeface="Segoe UI"/>
                <a:cs typeface="Segoe UI"/>
              </a:defRPr>
            </a:pPr>
            <a:r>
              <a:rPr sz="2175" b="1">
                <a:solidFill>
                  <a:srgbClr val="0E2C5E"/>
                </a:solidFill>
                <a:latin typeface="Segoe UI"/>
                <a:ea typeface="Segoe UI"/>
                <a:cs typeface="Segoe UI"/>
              </a:rPr>
              <a:t>Aubrey</a:t>
            </a:r>
          </a:p>
        </p:txBody>
      </p:sp>
      <p:sp>
        <p:nvSpPr>
          <p:cNvPr id="25" name="profile-741">
            <a:extLst xmlns:a="http://schemas.openxmlformats.org/drawingml/2006/main">
              <a:ext uri="{FF2B5EF4-FFF2-40B4-BE49-F238E27FC236}">
                <a16:creationId xmlns:a16="http://schemas.microsoft.com/office/drawing/2014/main" id="{EE4AD8CF-6C0F-4F35-BB82-40591E5DDBE4}"/>
              </a:ext>
            </a:extLst>
          </p:cNvPr>
          <p:cNvSpPr>
            <a:spLocks xmlns:a="http://schemas.openxmlformats.org/drawingml/2006/main" noGrp="1"/>
          </p:cNvSpPr>
          <p:nvPr/>
        </p:nvSpPr>
        <p:spPr>
          <a:xfrm xmlns:a="http://schemas.openxmlformats.org/drawingml/2006/main">
            <a:off x="4276725" y="5000625"/>
            <a:ext cx="3571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1">
                <a:solidFill>
                  <a:srgbClr val="1267A5"/>
                </a:solidFill>
                <a:latin typeface="Segoe UI"/>
                <a:ea typeface="Segoe UI"/>
                <a:cs typeface="Segoe UI"/>
              </a:defRPr>
            </a:defPPr>
          </a:lstStyle>
          <a:p xmlns:a="http://schemas.openxmlformats.org/drawingml/2006/main">
            <a:pPr algn="l">
              <a:defRPr sz="1500" b="1">
                <a:solidFill>
                  <a:srgbClr val="1267A5"/>
                </a:solidFill>
                <a:latin typeface="Segoe UI"/>
                <a:ea typeface="Segoe UI"/>
                <a:cs typeface="Segoe UI"/>
              </a:defRPr>
            </a:pPr>
            <a:r>
              <a:rPr sz="1500" b="1">
                <a:solidFill>
                  <a:srgbClr val="1267A5"/>
                </a:solidFill>
                <a:latin typeface="Segoe UI"/>
                <a:ea typeface="Segoe UI"/>
                <a:cs typeface="Segoe UI"/>
              </a:rPr>
              <a:t>Digital Marketing Specialist</a:t>
            </a:r>
          </a:p>
        </p:txBody>
      </p:sp>
      <p:sp>
        <p:nvSpPr>
          <p:cNvPr id="26" name="profile-742">
            <a:extLst xmlns:a="http://schemas.openxmlformats.org/drawingml/2006/main">
              <a:ext uri="{FF2B5EF4-FFF2-40B4-BE49-F238E27FC236}">
                <a16:creationId xmlns:a16="http://schemas.microsoft.com/office/drawing/2014/main" id="{F6DCF564-492E-42DA-8DBA-CD92313C917B}"/>
              </a:ext>
            </a:extLst>
          </p:cNvPr>
          <p:cNvSpPr>
            <a:spLocks xmlns:a="http://schemas.openxmlformats.org/drawingml/2006/main" noGrp="1"/>
          </p:cNvSpPr>
          <p:nvPr/>
        </p:nvSpPr>
        <p:spPr>
          <a:xfrm xmlns:a="http://schemas.openxmlformats.org/drawingml/2006/main">
            <a:off x="4276725" y="5600700"/>
            <a:ext cx="3571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Digital channels and campaign</a:t>
            </a:r>
          </a:p>
        </p:txBody>
      </p:sp>
      <p:sp>
        <p:nvSpPr>
          <p:cNvPr id="27" name="profile-743">
            <a:extLst xmlns:a="http://schemas.openxmlformats.org/drawingml/2006/main">
              <a:ext uri="{FF2B5EF4-FFF2-40B4-BE49-F238E27FC236}">
                <a16:creationId xmlns:a16="http://schemas.microsoft.com/office/drawing/2014/main" id="{5ADBD13C-EDF0-4AB0-A69E-A1311D86AB9A}"/>
              </a:ext>
            </a:extLst>
          </p:cNvPr>
          <p:cNvSpPr>
            <a:spLocks xmlns:a="http://schemas.openxmlformats.org/drawingml/2006/main" noGrp="1"/>
          </p:cNvSpPr>
          <p:nvPr/>
        </p:nvSpPr>
        <p:spPr>
          <a:xfrm xmlns:a="http://schemas.openxmlformats.org/drawingml/2006/main">
            <a:off x="4276725" y="5857875"/>
            <a:ext cx="3571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coordination.</a:t>
            </a:r>
          </a:p>
        </p:txBody>
      </p:sp>
      <p:pic>
        <p:nvPicPr>
          <p:cNvPr id="28" name="">
            <a:extLst xmlns:a="http://schemas.openxmlformats.org/drawingml/2006/main">
              <a:ext uri="{FF2B5EF4-FFF2-40B4-BE49-F238E27FC236}">
                <a16:creationId xmlns:a16="http://schemas.microsoft.com/office/drawing/2014/main" id="{DC2EB732-3B76-4B1F-9797-4350AF994CC6}"/>
              </a:ext>
            </a:extLst>
          </p:cNvPr>
          <p:cNvPicPr>
            <a:picLocks xmlns:a="http://schemas.openxmlformats.org/drawingml/2006/main" noChangeAspect="1"/>
          </p:cNvPicPr>
          <p:nvPr/>
        </p:nvPicPr>
        <p:blipFill>
          <a:blip xmlns:r="http://schemas.openxmlformats.org/officeDocument/2006/relationships" xmlns:a="http://schemas.openxmlformats.org/drawingml/2006/main" r:embed="R7f6e6957439a41b7"/>
          <a:srcRect xmlns:a="http://schemas.openxmlformats.org/drawingml/2006/main" l="48" t="0" r="48" b="0"/>
          <a:stretch xmlns:a="http://schemas.openxmlformats.org/drawingml/2006/main">
            <a:fillRect l="0" t="0" r="0" b="0"/>
          </a:stretch>
        </p:blipFill>
        <p:spPr>
          <a:xfrm xmlns:a="http://schemas.openxmlformats.org/drawingml/2006/main">
            <a:off x="8839200" y="2228850"/>
            <a:ext cx="2209800" cy="2190750"/>
          </a:xfrm>
          <a:prstGeom xmlns:a="http://schemas.openxmlformats.org/drawingml/2006/main" prst="rect">
            <a:avLst/>
          </a:prstGeom>
        </p:spPr>
      </p:pic>
      <p:sp>
        <p:nvSpPr>
          <p:cNvPr id="29" name="profile-744">
            <a:extLst xmlns:a="http://schemas.openxmlformats.org/drawingml/2006/main">
              <a:ext uri="{FF2B5EF4-FFF2-40B4-BE49-F238E27FC236}">
                <a16:creationId xmlns:a16="http://schemas.microsoft.com/office/drawing/2014/main" id="{E09AC46B-E588-4D34-A731-15C216AFA9BB}"/>
              </a:ext>
            </a:extLst>
          </p:cNvPr>
          <p:cNvSpPr>
            <a:spLocks xmlns:a="http://schemas.openxmlformats.org/drawingml/2006/main" noGrp="1"/>
          </p:cNvSpPr>
          <p:nvPr/>
        </p:nvSpPr>
        <p:spPr>
          <a:xfrm xmlns:a="http://schemas.openxmlformats.org/drawingml/2006/main">
            <a:off x="8153400" y="4610100"/>
            <a:ext cx="3571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0E2C5E"/>
                </a:solidFill>
                <a:latin typeface="Segoe UI"/>
                <a:ea typeface="Segoe UI"/>
                <a:cs typeface="Segoe UI"/>
              </a:defRPr>
            </a:defPPr>
          </a:lstStyle>
          <a:p xmlns:a="http://schemas.openxmlformats.org/drawingml/2006/main">
            <a:pPr algn="l">
              <a:defRPr sz="2175" b="1">
                <a:solidFill>
                  <a:srgbClr val="0E2C5E"/>
                </a:solidFill>
                <a:latin typeface="Segoe UI"/>
                <a:ea typeface="Segoe UI"/>
                <a:cs typeface="Segoe UI"/>
              </a:defRPr>
            </a:pPr>
            <a:r>
              <a:rPr sz="2175" b="1">
                <a:solidFill>
                  <a:srgbClr val="0E2C5E"/>
                </a:solidFill>
                <a:latin typeface="Segoe UI"/>
                <a:ea typeface="Segoe UI"/>
                <a:cs typeface="Segoe UI"/>
              </a:rPr>
              <a:t>Floreza</a:t>
            </a:r>
          </a:p>
        </p:txBody>
      </p:sp>
      <p:sp>
        <p:nvSpPr>
          <p:cNvPr id="30" name="profile-745">
            <a:extLst xmlns:a="http://schemas.openxmlformats.org/drawingml/2006/main">
              <a:ext uri="{FF2B5EF4-FFF2-40B4-BE49-F238E27FC236}">
                <a16:creationId xmlns:a16="http://schemas.microsoft.com/office/drawing/2014/main" id="{0C410132-D419-43DF-8A1F-25F8DA63451F}"/>
              </a:ext>
            </a:extLst>
          </p:cNvPr>
          <p:cNvSpPr>
            <a:spLocks xmlns:a="http://schemas.openxmlformats.org/drawingml/2006/main" noGrp="1"/>
          </p:cNvSpPr>
          <p:nvPr/>
        </p:nvSpPr>
        <p:spPr>
          <a:xfrm xmlns:a="http://schemas.openxmlformats.org/drawingml/2006/main">
            <a:off x="8153400" y="5000625"/>
            <a:ext cx="3571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1">
                <a:solidFill>
                  <a:srgbClr val="1267A5"/>
                </a:solidFill>
                <a:latin typeface="Segoe UI"/>
                <a:ea typeface="Segoe UI"/>
                <a:cs typeface="Segoe UI"/>
              </a:defRPr>
            </a:defPPr>
          </a:lstStyle>
          <a:p xmlns:a="http://schemas.openxmlformats.org/drawingml/2006/main">
            <a:pPr algn="l">
              <a:defRPr sz="1500" b="1">
                <a:solidFill>
                  <a:srgbClr val="1267A5"/>
                </a:solidFill>
                <a:latin typeface="Segoe UI"/>
                <a:ea typeface="Segoe UI"/>
                <a:cs typeface="Segoe UI"/>
              </a:defRPr>
            </a:pPr>
            <a:r>
              <a:rPr sz="1500" b="1">
                <a:solidFill>
                  <a:srgbClr val="1267A5"/>
                </a:solidFill>
                <a:latin typeface="Segoe UI"/>
                <a:ea typeface="Segoe UI"/>
                <a:cs typeface="Segoe UI"/>
              </a:rPr>
              <a:t>Customer Service Representative</a:t>
            </a:r>
          </a:p>
        </p:txBody>
      </p:sp>
      <p:sp>
        <p:nvSpPr>
          <p:cNvPr id="31" name="profile-746">
            <a:extLst xmlns:a="http://schemas.openxmlformats.org/drawingml/2006/main">
              <a:ext uri="{FF2B5EF4-FFF2-40B4-BE49-F238E27FC236}">
                <a16:creationId xmlns:a16="http://schemas.microsoft.com/office/drawing/2014/main" id="{A1CFCBD0-4C81-49F1-8A1A-BE0AEA959A89}"/>
              </a:ext>
            </a:extLst>
          </p:cNvPr>
          <p:cNvSpPr>
            <a:spLocks xmlns:a="http://schemas.openxmlformats.org/drawingml/2006/main" noGrp="1"/>
          </p:cNvSpPr>
          <p:nvPr/>
        </p:nvSpPr>
        <p:spPr>
          <a:xfrm xmlns:a="http://schemas.openxmlformats.org/drawingml/2006/main">
            <a:off x="8153400" y="5600700"/>
            <a:ext cx="3571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Client inquiries and service coordination.</a:t>
            </a:r>
          </a:p>
        </p:txBody>
      </p:sp>
    </p:spTree>
    <p:extLst>
      <p:ext uri="{BB962C8B-B14F-4D97-AF65-F5344CB8AC3E}">
        <p14:creationId xmlns:p14="http://schemas.microsoft.com/office/powerpoint/2010/main" val="2102556537"/>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profile-747">
            <a:extLst xmlns:a="http://schemas.openxmlformats.org/drawingml/2006/main">
              <a:ext uri="{FF2B5EF4-FFF2-40B4-BE49-F238E27FC236}">
                <a16:creationId xmlns:a16="http://schemas.microsoft.com/office/drawing/2014/main" id="{BD1F6AF1-ABCD-4CC7-AE79-3C4FFA9A9937}"/>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748">
            <a:extLst xmlns:a="http://schemas.openxmlformats.org/drawingml/2006/main">
              <a:ext uri="{FF2B5EF4-FFF2-40B4-BE49-F238E27FC236}">
                <a16:creationId xmlns:a16="http://schemas.microsoft.com/office/drawing/2014/main" id="{7DF1712C-06C7-41B2-88CD-9F957884B1CE}"/>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5D0E2D6E-0380-4246-AB0E-FAFDB02ED910}"/>
              </a:ext>
            </a:extLst>
          </p:cNvPr>
          <p:cNvPicPr>
            <a:picLocks xmlns:a="http://schemas.openxmlformats.org/drawingml/2006/main" noChangeAspect="1"/>
          </p:cNvPicPr>
          <p:nvPr/>
        </p:nvPicPr>
        <p:blipFill>
          <a:blip xmlns:r="http://schemas.openxmlformats.org/officeDocument/2006/relationships" xmlns:a="http://schemas.openxmlformats.org/drawingml/2006/main" r:embed="R6454f596eb4a46cc"/>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749">
            <a:extLst xmlns:a="http://schemas.openxmlformats.org/drawingml/2006/main">
              <a:ext uri="{FF2B5EF4-FFF2-40B4-BE49-F238E27FC236}">
                <a16:creationId xmlns:a16="http://schemas.microsoft.com/office/drawing/2014/main" id="{30612FD4-112E-4E49-8E25-07C9B964C64A}"/>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750">
            <a:extLst xmlns:a="http://schemas.openxmlformats.org/drawingml/2006/main">
              <a:ext uri="{FF2B5EF4-FFF2-40B4-BE49-F238E27FC236}">
                <a16:creationId xmlns:a16="http://schemas.microsoft.com/office/drawing/2014/main" id="{BD1D0949-3CBE-4027-AAC9-951557FCF775}"/>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and Pest Management Services OPC</a:t>
            </a:r>
          </a:p>
        </p:txBody>
      </p:sp>
      <p:sp>
        <p:nvSpPr>
          <p:cNvPr id="6" name="profile-751">
            <a:extLst xmlns:a="http://schemas.openxmlformats.org/drawingml/2006/main">
              <a:ext uri="{FF2B5EF4-FFF2-40B4-BE49-F238E27FC236}">
                <a16:creationId xmlns:a16="http://schemas.microsoft.com/office/drawing/2014/main" id="{08E220BE-BE9C-4B60-9564-848C94CE23BE}"/>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Globe 0917 671 6383   |   Smart 0939 245 6217</a:t>
            </a:r>
          </a:p>
        </p:txBody>
      </p:sp>
      <p:sp>
        <p:nvSpPr>
          <p:cNvPr id="7" name="profile-752">
            <a:extLst xmlns:a="http://schemas.openxmlformats.org/drawingml/2006/main">
              <a:ext uri="{FF2B5EF4-FFF2-40B4-BE49-F238E27FC236}">
                <a16:creationId xmlns:a16="http://schemas.microsoft.com/office/drawing/2014/main" id="{CADBEC1C-A4C7-4C5F-8356-1EC980C90717}"/>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753">
            <a:extLst xmlns:a="http://schemas.openxmlformats.org/drawingml/2006/main">
              <a:ext uri="{FF2B5EF4-FFF2-40B4-BE49-F238E27FC236}">
                <a16:creationId xmlns:a16="http://schemas.microsoft.com/office/drawing/2014/main" id="{191D6DF6-DE44-4CDC-B84E-AA18C5E29F37}"/>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TO FOLLOW</a:t>
            </a:r>
          </a:p>
        </p:txBody>
      </p:sp>
      <p:sp>
        <p:nvSpPr>
          <p:cNvPr id="9" name="profile-754">
            <a:extLst xmlns:a="http://schemas.openxmlformats.org/drawingml/2006/main">
              <a:ext uri="{FF2B5EF4-FFF2-40B4-BE49-F238E27FC236}">
                <a16:creationId xmlns:a16="http://schemas.microsoft.com/office/drawing/2014/main" id="{1EF98CA7-BF71-4138-AC2E-6B72C6224813}"/>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755">
            <a:extLst xmlns:a="http://schemas.openxmlformats.org/drawingml/2006/main">
              <a:ext uri="{FF2B5EF4-FFF2-40B4-BE49-F238E27FC236}">
                <a16:creationId xmlns:a16="http://schemas.microsoft.com/office/drawing/2014/main" id="{5744E735-5923-4FBB-85ED-7C1A8A5C9EB7}"/>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756">
            <a:extLst xmlns:a="http://schemas.openxmlformats.org/drawingml/2006/main">
              <a:ext uri="{FF2B5EF4-FFF2-40B4-BE49-F238E27FC236}">
                <a16:creationId xmlns:a16="http://schemas.microsoft.com/office/drawing/2014/main" id="{6B2A5C84-FBE1-4C32-A6EF-5DC8DA64B69B}"/>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757">
            <a:extLst xmlns:a="http://schemas.openxmlformats.org/drawingml/2006/main">
              <a:ext uri="{FF2B5EF4-FFF2-40B4-BE49-F238E27FC236}">
                <a16:creationId xmlns:a16="http://schemas.microsoft.com/office/drawing/2014/main" id="{647020E2-3900-44B3-A49B-EBE0B70E1418}"/>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758">
            <a:extLst xmlns:a="http://schemas.openxmlformats.org/drawingml/2006/main">
              <a:ext uri="{FF2B5EF4-FFF2-40B4-BE49-F238E27FC236}">
                <a16:creationId xmlns:a16="http://schemas.microsoft.com/office/drawing/2014/main" id="{F26215B4-7249-4CA6-B359-29F1398F5681}"/>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759">
            <a:extLst xmlns:a="http://schemas.openxmlformats.org/drawingml/2006/main">
              <a:ext uri="{FF2B5EF4-FFF2-40B4-BE49-F238E27FC236}">
                <a16:creationId xmlns:a16="http://schemas.microsoft.com/office/drawing/2014/main" id="{16801FFF-3DE0-4324-A2A0-B581E57FE3FF}"/>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760">
            <a:extLst xmlns:a="http://schemas.openxmlformats.org/drawingml/2006/main">
              <a:ext uri="{FF2B5EF4-FFF2-40B4-BE49-F238E27FC236}">
                <a16:creationId xmlns:a16="http://schemas.microsoft.com/office/drawing/2014/main" id="{D21D7FB3-3673-419E-82BA-668CF8528E95}"/>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24</a:t>
            </a:r>
          </a:p>
        </p:txBody>
      </p:sp>
      <p:sp>
        <p:nvSpPr>
          <p:cNvPr id="16" name="profile-761">
            <a:extLst xmlns:a="http://schemas.openxmlformats.org/drawingml/2006/main">
              <a:ext uri="{FF2B5EF4-FFF2-40B4-BE49-F238E27FC236}">
                <a16:creationId xmlns:a16="http://schemas.microsoft.com/office/drawing/2014/main" id="{0EBB0D7C-C34C-4826-BDD7-982D9F6F9C23}"/>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Company and project documentation</a:t>
            </a:r>
          </a:p>
        </p:txBody>
      </p:sp>
      <p:sp>
        <p:nvSpPr>
          <p:cNvPr id="17" name="profile-762">
            <a:extLst xmlns:a="http://schemas.openxmlformats.org/drawingml/2006/main">
              <a:ext uri="{FF2B5EF4-FFF2-40B4-BE49-F238E27FC236}">
                <a16:creationId xmlns:a16="http://schemas.microsoft.com/office/drawing/2014/main" id="{809FDBC1-7DEB-4251-B1B3-B14B1F00B1E9}"/>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763">
            <a:extLst xmlns:a="http://schemas.openxmlformats.org/drawingml/2006/main">
              <a:ext uri="{FF2B5EF4-FFF2-40B4-BE49-F238E27FC236}">
                <a16:creationId xmlns:a16="http://schemas.microsoft.com/office/drawing/2014/main" id="{76B4FCEC-A548-4BB4-B56A-5E482E8F97DD}"/>
              </a:ext>
            </a:extLst>
          </p:cNvPr>
          <p:cNvSpPr>
            <a:spLocks xmlns:a="http://schemas.openxmlformats.org/drawingml/2006/main" noGrp="1"/>
          </p:cNvSpPr>
          <p:nvPr/>
        </p:nvSpPr>
        <p:spPr>
          <a:xfrm xmlns:a="http://schemas.openxmlformats.org/drawingml/2006/main">
            <a:off x="400050" y="2247900"/>
            <a:ext cx="11191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0E2C5E"/>
                </a:solidFill>
                <a:latin typeface="Segoe UI"/>
                <a:ea typeface="Segoe UI"/>
                <a:cs typeface="Segoe UI"/>
              </a:defRPr>
            </a:defPPr>
          </a:lstStyle>
          <a:p xmlns:a="http://schemas.openxmlformats.org/drawingml/2006/main">
            <a:pPr algn="l">
              <a:defRPr sz="2175" b="1">
                <a:solidFill>
                  <a:srgbClr val="0E2C5E"/>
                </a:solidFill>
                <a:latin typeface="Segoe UI"/>
                <a:ea typeface="Segoe UI"/>
                <a:cs typeface="Segoe UI"/>
              </a:defRPr>
            </a:pPr>
            <a:r>
              <a:rPr sz="2175" b="1">
                <a:solidFill>
                  <a:srgbClr val="0E2C5E"/>
                </a:solidFill>
                <a:latin typeface="Segoe UI"/>
                <a:ea typeface="Segoe UI"/>
                <a:cs typeface="Segoe UI"/>
              </a:rPr>
              <a:t>Documentation is coordinated during supplier accreditation and project scoping.</a:t>
            </a:r>
          </a:p>
        </p:txBody>
      </p:sp>
      <p:sp>
        <p:nvSpPr>
          <p:cNvPr id="19" name="profile-764">
            <a:extLst xmlns:a="http://schemas.openxmlformats.org/drawingml/2006/main">
              <a:ext uri="{FF2B5EF4-FFF2-40B4-BE49-F238E27FC236}">
                <a16:creationId xmlns:a16="http://schemas.microsoft.com/office/drawing/2014/main" id="{F58AC22B-8B65-49B6-B489-8980BDB100F4}"/>
              </a:ext>
            </a:extLst>
          </p:cNvPr>
          <p:cNvSpPr>
            <a:spLocks xmlns:a="http://schemas.openxmlformats.org/drawingml/2006/main" noGrp="1"/>
          </p:cNvSpPr>
          <p:nvPr/>
        </p:nvSpPr>
        <p:spPr>
          <a:xfrm xmlns:a="http://schemas.openxmlformats.org/drawingml/2006/main">
            <a:off x="400050" y="3324225"/>
            <a:ext cx="3619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1267A5"/>
                </a:solidFill>
                <a:latin typeface="Segoe UI"/>
                <a:ea typeface="Segoe UI"/>
                <a:cs typeface="Segoe UI"/>
              </a:defRPr>
            </a:defPPr>
          </a:lstStyle>
          <a:p xmlns:a="http://schemas.openxmlformats.org/drawingml/2006/main">
            <a:pPr algn="l">
              <a:defRPr sz="1650" b="1">
                <a:solidFill>
                  <a:srgbClr val="1267A5"/>
                </a:solidFill>
                <a:latin typeface="Segoe UI"/>
                <a:ea typeface="Segoe UI"/>
                <a:cs typeface="Segoe UI"/>
              </a:defRPr>
            </a:pPr>
            <a:r>
              <a:rPr sz="1650" b="1">
                <a:solidFill>
                  <a:srgbClr val="1267A5"/>
                </a:solidFill>
                <a:latin typeface="Segoe UI"/>
                <a:ea typeface="Segoe UI"/>
                <a:cs typeface="Segoe UI"/>
              </a:rPr>
              <a:t>Company registration</a:t>
            </a:r>
          </a:p>
        </p:txBody>
      </p:sp>
      <p:sp>
        <p:nvSpPr>
          <p:cNvPr id="20" name="profile-765">
            <a:extLst xmlns:a="http://schemas.openxmlformats.org/drawingml/2006/main">
              <a:ext uri="{FF2B5EF4-FFF2-40B4-BE49-F238E27FC236}">
                <a16:creationId xmlns:a16="http://schemas.microsoft.com/office/drawing/2014/main" id="{A502981F-3544-43F7-9FB7-88F6FD8DA66E}"/>
              </a:ext>
            </a:extLst>
          </p:cNvPr>
          <p:cNvSpPr>
            <a:spLocks xmlns:a="http://schemas.openxmlformats.org/drawingml/2006/main" noGrp="1"/>
          </p:cNvSpPr>
          <p:nvPr/>
        </p:nvSpPr>
        <p:spPr>
          <a:xfrm xmlns:a="http://schemas.openxmlformats.org/drawingml/2006/main">
            <a:off x="4181475" y="3324225"/>
            <a:ext cx="7572375" cy="2926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Current OPC registration, tax and business-permit records</a:t>
            </a:r>
          </a:p>
        </p:txBody>
      </p:sp>
      <p:sp>
        <p:nvSpPr>
          <p:cNvPr id="21" name="profile-766">
            <a:extLst xmlns:a="http://schemas.openxmlformats.org/drawingml/2006/main">
              <a:ext uri="{FF2B5EF4-FFF2-40B4-BE49-F238E27FC236}">
                <a16:creationId xmlns:a16="http://schemas.microsoft.com/office/drawing/2014/main" id="{77255C62-62D7-497E-B812-813F2DE87559}"/>
              </a:ext>
            </a:extLst>
          </p:cNvPr>
          <p:cNvSpPr>
            <a:spLocks xmlns:a="http://schemas.openxmlformats.org/drawingml/2006/main" noGrp="1"/>
          </p:cNvSpPr>
          <p:nvPr/>
        </p:nvSpPr>
        <p:spPr>
          <a:xfrm xmlns:a="http://schemas.openxmlformats.org/drawingml/2006/main">
            <a:off x="400050" y="3924300"/>
            <a:ext cx="3619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1267A5"/>
                </a:solidFill>
                <a:latin typeface="Segoe UI"/>
                <a:ea typeface="Segoe UI"/>
                <a:cs typeface="Segoe UI"/>
              </a:defRPr>
            </a:defPPr>
          </a:lstStyle>
          <a:p xmlns:a="http://schemas.openxmlformats.org/drawingml/2006/main">
            <a:pPr algn="l">
              <a:defRPr sz="1650" b="1">
                <a:solidFill>
                  <a:srgbClr val="1267A5"/>
                </a:solidFill>
                <a:latin typeface="Segoe UI"/>
                <a:ea typeface="Segoe UI"/>
                <a:cs typeface="Segoe UI"/>
              </a:defRPr>
            </a:pPr>
            <a:r>
              <a:rPr sz="1650" b="1">
                <a:solidFill>
                  <a:srgbClr val="1267A5"/>
                </a:solidFill>
                <a:latin typeface="Segoe UI"/>
                <a:ea typeface="Segoe UI"/>
                <a:cs typeface="Segoe UI"/>
              </a:rPr>
              <a:t>Service-specific records</a:t>
            </a:r>
          </a:p>
        </p:txBody>
      </p:sp>
      <p:sp>
        <p:nvSpPr>
          <p:cNvPr id="22" name="profile-767">
            <a:extLst xmlns:a="http://schemas.openxmlformats.org/drawingml/2006/main">
              <a:ext uri="{FF2B5EF4-FFF2-40B4-BE49-F238E27FC236}">
                <a16:creationId xmlns:a16="http://schemas.microsoft.com/office/drawing/2014/main" id="{4D4D67AC-4A25-4A2D-BE45-8BF534760625}"/>
              </a:ext>
            </a:extLst>
          </p:cNvPr>
          <p:cNvSpPr>
            <a:spLocks xmlns:a="http://schemas.openxmlformats.org/drawingml/2006/main" noGrp="1"/>
          </p:cNvSpPr>
          <p:nvPr/>
        </p:nvSpPr>
        <p:spPr>
          <a:xfrm xmlns:a="http://schemas.openxmlformats.org/drawingml/2006/main">
            <a:off x="4181475" y="3924300"/>
            <a:ext cx="7572375" cy="2926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Documents applicable to the agreed work and service provider</a:t>
            </a:r>
          </a:p>
        </p:txBody>
      </p:sp>
      <p:sp>
        <p:nvSpPr>
          <p:cNvPr id="23" name="profile-768">
            <a:extLst xmlns:a="http://schemas.openxmlformats.org/drawingml/2006/main">
              <a:ext uri="{FF2B5EF4-FFF2-40B4-BE49-F238E27FC236}">
                <a16:creationId xmlns:a16="http://schemas.microsoft.com/office/drawing/2014/main" id="{16E48D5C-9C68-4220-A9F7-ABD1FFF4D08C}"/>
              </a:ext>
            </a:extLst>
          </p:cNvPr>
          <p:cNvSpPr>
            <a:spLocks xmlns:a="http://schemas.openxmlformats.org/drawingml/2006/main" noGrp="1"/>
          </p:cNvSpPr>
          <p:nvPr/>
        </p:nvSpPr>
        <p:spPr>
          <a:xfrm xmlns:a="http://schemas.openxmlformats.org/drawingml/2006/main">
            <a:off x="400050" y="4524375"/>
            <a:ext cx="3619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1267A5"/>
                </a:solidFill>
                <a:latin typeface="Segoe UI"/>
                <a:ea typeface="Segoe UI"/>
                <a:cs typeface="Segoe UI"/>
              </a:defRPr>
            </a:defPPr>
          </a:lstStyle>
          <a:p xmlns:a="http://schemas.openxmlformats.org/drawingml/2006/main">
            <a:pPr algn="l">
              <a:defRPr sz="1650" b="1">
                <a:solidFill>
                  <a:srgbClr val="1267A5"/>
                </a:solidFill>
                <a:latin typeface="Segoe UI"/>
                <a:ea typeface="Segoe UI"/>
                <a:cs typeface="Segoe UI"/>
              </a:defRPr>
            </a:pPr>
            <a:r>
              <a:rPr sz="1650" b="1">
                <a:solidFill>
                  <a:srgbClr val="1267A5"/>
                </a:solidFill>
                <a:latin typeface="Segoe UI"/>
                <a:ea typeface="Segoe UI"/>
                <a:cs typeface="Segoe UI"/>
              </a:rPr>
              <a:t>Treatment and disposal</a:t>
            </a:r>
          </a:p>
        </p:txBody>
      </p:sp>
      <p:sp>
        <p:nvSpPr>
          <p:cNvPr id="24" name="profile-769">
            <a:extLst xmlns:a="http://schemas.openxmlformats.org/drawingml/2006/main">
              <a:ext uri="{FF2B5EF4-FFF2-40B4-BE49-F238E27FC236}">
                <a16:creationId xmlns:a16="http://schemas.microsoft.com/office/drawing/2014/main" id="{9D6B0FC9-C87C-436C-B7F8-3CA47765D3B7}"/>
              </a:ext>
            </a:extLst>
          </p:cNvPr>
          <p:cNvSpPr>
            <a:spLocks xmlns:a="http://schemas.openxmlformats.org/drawingml/2006/main" noGrp="1"/>
          </p:cNvSpPr>
          <p:nvPr/>
        </p:nvSpPr>
        <p:spPr>
          <a:xfrm xmlns:a="http://schemas.openxmlformats.org/drawingml/2006/main">
            <a:off x="4181475" y="4524375"/>
            <a:ext cx="7572375" cy="2926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Relevant facility records, agreements and supporting documentation</a:t>
            </a:r>
          </a:p>
        </p:txBody>
      </p:sp>
      <p:sp>
        <p:nvSpPr>
          <p:cNvPr id="25" name="profile-770">
            <a:extLst xmlns:a="http://schemas.openxmlformats.org/drawingml/2006/main">
              <a:ext uri="{FF2B5EF4-FFF2-40B4-BE49-F238E27FC236}">
                <a16:creationId xmlns:a16="http://schemas.microsoft.com/office/drawing/2014/main" id="{8639D56E-9F8C-4BC3-BE6C-21A63E3AA1DE}"/>
              </a:ext>
            </a:extLst>
          </p:cNvPr>
          <p:cNvSpPr>
            <a:spLocks xmlns:a="http://schemas.openxmlformats.org/drawingml/2006/main" noGrp="1"/>
          </p:cNvSpPr>
          <p:nvPr/>
        </p:nvSpPr>
        <p:spPr>
          <a:xfrm xmlns:a="http://schemas.openxmlformats.org/drawingml/2006/main">
            <a:off x="400050" y="5124450"/>
            <a:ext cx="3619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1267A5"/>
                </a:solidFill>
                <a:latin typeface="Segoe UI"/>
                <a:ea typeface="Segoe UI"/>
                <a:cs typeface="Segoe UI"/>
              </a:defRPr>
            </a:defPPr>
          </a:lstStyle>
          <a:p xmlns:a="http://schemas.openxmlformats.org/drawingml/2006/main">
            <a:pPr algn="l">
              <a:defRPr sz="1650" b="1">
                <a:solidFill>
                  <a:srgbClr val="1267A5"/>
                </a:solidFill>
                <a:latin typeface="Segoe UI"/>
                <a:ea typeface="Segoe UI"/>
                <a:cs typeface="Segoe UI"/>
              </a:defRPr>
            </a:pPr>
            <a:r>
              <a:rPr sz="1650" b="1">
                <a:solidFill>
                  <a:srgbClr val="1267A5"/>
                </a:solidFill>
                <a:latin typeface="Segoe UI"/>
                <a:ea typeface="Segoe UI"/>
                <a:cs typeface="Segoe UI"/>
              </a:rPr>
              <a:t>Project handover</a:t>
            </a:r>
          </a:p>
        </p:txBody>
      </p:sp>
      <p:sp>
        <p:nvSpPr>
          <p:cNvPr id="26" name="profile-771">
            <a:extLst xmlns:a="http://schemas.openxmlformats.org/drawingml/2006/main">
              <a:ext uri="{FF2B5EF4-FFF2-40B4-BE49-F238E27FC236}">
                <a16:creationId xmlns:a16="http://schemas.microsoft.com/office/drawing/2014/main" id="{0699CEF1-32AA-4D82-8728-8E426B0C66A2}"/>
              </a:ext>
            </a:extLst>
          </p:cNvPr>
          <p:cNvSpPr>
            <a:spLocks xmlns:a="http://schemas.openxmlformats.org/drawingml/2006/main" noGrp="1"/>
          </p:cNvSpPr>
          <p:nvPr/>
        </p:nvSpPr>
        <p:spPr>
          <a:xfrm xmlns:a="http://schemas.openxmlformats.org/drawingml/2006/main">
            <a:off x="4181475" y="5124450"/>
            <a:ext cx="7572375" cy="2926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Agreed completion records, operating guidance and service reports</a:t>
            </a:r>
          </a:p>
        </p:txBody>
      </p:sp>
      <p:sp>
        <p:nvSpPr>
          <p:cNvPr id="27" name="profile-772">
            <a:extLst xmlns:a="http://schemas.openxmlformats.org/drawingml/2006/main">
              <a:ext uri="{FF2B5EF4-FFF2-40B4-BE49-F238E27FC236}">
                <a16:creationId xmlns:a16="http://schemas.microsoft.com/office/drawing/2014/main" id="{3A048C2F-C429-4335-B62D-2BC17047CB35}"/>
              </a:ext>
            </a:extLst>
          </p:cNvPr>
          <p:cNvSpPr>
            <a:spLocks xmlns:a="http://schemas.openxmlformats.org/drawingml/2006/main" noGrp="1"/>
          </p:cNvSpPr>
          <p:nvPr/>
        </p:nvSpPr>
        <p:spPr>
          <a:xfrm xmlns:a="http://schemas.openxmlformats.org/drawingml/2006/main">
            <a:off x="400050" y="5943600"/>
            <a:ext cx="11334750" cy="1895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456079"/>
                </a:solidFill>
                <a:latin typeface="Segoe UI"/>
                <a:ea typeface="Segoe UI"/>
                <a:cs typeface="Segoe UI"/>
              </a:defRPr>
            </a:defPPr>
          </a:lstStyle>
          <a:p xmlns:a="http://schemas.openxmlformats.org/drawingml/2006/main">
            <a:pPr algn="l">
              <a:defRPr sz="975" b="0">
                <a:solidFill>
                  <a:srgbClr val="456079"/>
                </a:solidFill>
                <a:latin typeface="Segoe UI"/>
                <a:ea typeface="Segoe UI"/>
                <a:cs typeface="Segoe UI"/>
              </a:defRPr>
            </a:pPr>
            <a:r>
              <a:rPr sz="975" b="0">
                <a:solidFill>
                  <a:srgbClr val="456079"/>
                </a:solidFill>
                <a:latin typeface="Segoe UI"/>
                <a:ea typeface="Segoe UI"/>
                <a:cs typeface="Segoe UI"/>
              </a:rPr>
              <a:t>Review status: current OPC documents and service-specific supporting copies are still to be inserted.</a:t>
            </a:r>
          </a:p>
        </p:txBody>
      </p:sp>
    </p:spTree>
    <p:extLst>
      <p:ext uri="{BB962C8B-B14F-4D97-AF65-F5344CB8AC3E}">
        <p14:creationId xmlns:p14="http://schemas.microsoft.com/office/powerpoint/2010/main" val="1720572676"/>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profile-773">
            <a:extLst xmlns:a="http://schemas.openxmlformats.org/drawingml/2006/main">
              <a:ext uri="{FF2B5EF4-FFF2-40B4-BE49-F238E27FC236}">
                <a16:creationId xmlns:a16="http://schemas.microsoft.com/office/drawing/2014/main" id="{DFE61296-346C-4523-966E-93D4D55B5674}"/>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774">
            <a:extLst xmlns:a="http://schemas.openxmlformats.org/drawingml/2006/main">
              <a:ext uri="{FF2B5EF4-FFF2-40B4-BE49-F238E27FC236}">
                <a16:creationId xmlns:a16="http://schemas.microsoft.com/office/drawing/2014/main" id="{EB06E1D8-AB39-4F82-B01D-FA90960ABC65}"/>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9229C2E0-6079-4A1A-B7BB-55267E000E27}"/>
              </a:ext>
            </a:extLst>
          </p:cNvPr>
          <p:cNvPicPr>
            <a:picLocks xmlns:a="http://schemas.openxmlformats.org/drawingml/2006/main" noChangeAspect="1"/>
          </p:cNvPicPr>
          <p:nvPr/>
        </p:nvPicPr>
        <p:blipFill>
          <a:blip xmlns:r="http://schemas.openxmlformats.org/officeDocument/2006/relationships" xmlns:a="http://schemas.openxmlformats.org/drawingml/2006/main" r:embed="R787ab30312fd4640"/>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775">
            <a:extLst xmlns:a="http://schemas.openxmlformats.org/drawingml/2006/main">
              <a:ext uri="{FF2B5EF4-FFF2-40B4-BE49-F238E27FC236}">
                <a16:creationId xmlns:a16="http://schemas.microsoft.com/office/drawing/2014/main" id="{FDEA1438-C948-4690-BDCE-8038CBF0767D}"/>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776">
            <a:extLst xmlns:a="http://schemas.openxmlformats.org/drawingml/2006/main">
              <a:ext uri="{FF2B5EF4-FFF2-40B4-BE49-F238E27FC236}">
                <a16:creationId xmlns:a16="http://schemas.microsoft.com/office/drawing/2014/main" id="{BEAB67B2-7596-4C1C-BDED-9947FD0A6898}"/>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and Pest Management Services OPC</a:t>
            </a:r>
          </a:p>
        </p:txBody>
      </p:sp>
      <p:sp>
        <p:nvSpPr>
          <p:cNvPr id="6" name="profile-777">
            <a:extLst xmlns:a="http://schemas.openxmlformats.org/drawingml/2006/main">
              <a:ext uri="{FF2B5EF4-FFF2-40B4-BE49-F238E27FC236}">
                <a16:creationId xmlns:a16="http://schemas.microsoft.com/office/drawing/2014/main" id="{006B1A56-E9BD-446D-92E7-63FD923623D8}"/>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Globe 0917 671 6383   |   Smart 0939 245 6217</a:t>
            </a:r>
          </a:p>
        </p:txBody>
      </p:sp>
      <p:sp>
        <p:nvSpPr>
          <p:cNvPr id="7" name="profile-778">
            <a:extLst xmlns:a="http://schemas.openxmlformats.org/drawingml/2006/main">
              <a:ext uri="{FF2B5EF4-FFF2-40B4-BE49-F238E27FC236}">
                <a16:creationId xmlns:a16="http://schemas.microsoft.com/office/drawing/2014/main" id="{B260319C-8503-4A53-9645-EA4E30B66963}"/>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779">
            <a:extLst xmlns:a="http://schemas.openxmlformats.org/drawingml/2006/main">
              <a:ext uri="{FF2B5EF4-FFF2-40B4-BE49-F238E27FC236}">
                <a16:creationId xmlns:a16="http://schemas.microsoft.com/office/drawing/2014/main" id="{40F3079E-D61A-4E21-9768-36ADFCF18477}"/>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TO FOLLOW</a:t>
            </a:r>
          </a:p>
        </p:txBody>
      </p:sp>
      <p:sp>
        <p:nvSpPr>
          <p:cNvPr id="9" name="profile-780">
            <a:extLst xmlns:a="http://schemas.openxmlformats.org/drawingml/2006/main">
              <a:ext uri="{FF2B5EF4-FFF2-40B4-BE49-F238E27FC236}">
                <a16:creationId xmlns:a16="http://schemas.microsoft.com/office/drawing/2014/main" id="{0353EDF0-ED4C-4F79-8F90-C36792E5930D}"/>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781">
            <a:extLst xmlns:a="http://schemas.openxmlformats.org/drawingml/2006/main">
              <a:ext uri="{FF2B5EF4-FFF2-40B4-BE49-F238E27FC236}">
                <a16:creationId xmlns:a16="http://schemas.microsoft.com/office/drawing/2014/main" id="{31C35C72-1EB5-4218-97E3-F81C48FB3D0E}"/>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782">
            <a:extLst xmlns:a="http://schemas.openxmlformats.org/drawingml/2006/main">
              <a:ext uri="{FF2B5EF4-FFF2-40B4-BE49-F238E27FC236}">
                <a16:creationId xmlns:a16="http://schemas.microsoft.com/office/drawing/2014/main" id="{10E895C2-AA8E-462F-B50F-775383D1AE69}"/>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783">
            <a:extLst xmlns:a="http://schemas.openxmlformats.org/drawingml/2006/main">
              <a:ext uri="{FF2B5EF4-FFF2-40B4-BE49-F238E27FC236}">
                <a16:creationId xmlns:a16="http://schemas.microsoft.com/office/drawing/2014/main" id="{E8088186-07F9-43DE-89C2-6F21821DEC82}"/>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784">
            <a:extLst xmlns:a="http://schemas.openxmlformats.org/drawingml/2006/main">
              <a:ext uri="{FF2B5EF4-FFF2-40B4-BE49-F238E27FC236}">
                <a16:creationId xmlns:a16="http://schemas.microsoft.com/office/drawing/2014/main" id="{53B6E2AF-917A-40A5-BDFF-24D3DD83D337}"/>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785">
            <a:extLst xmlns:a="http://schemas.openxmlformats.org/drawingml/2006/main">
              <a:ext uri="{FF2B5EF4-FFF2-40B4-BE49-F238E27FC236}">
                <a16:creationId xmlns:a16="http://schemas.microsoft.com/office/drawing/2014/main" id="{0ADFA561-619D-49DA-B64E-16E123B9BC8A}"/>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786">
            <a:extLst xmlns:a="http://schemas.openxmlformats.org/drawingml/2006/main">
              <a:ext uri="{FF2B5EF4-FFF2-40B4-BE49-F238E27FC236}">
                <a16:creationId xmlns:a16="http://schemas.microsoft.com/office/drawing/2014/main" id="{58D5F796-90DB-4C99-8002-99FCA3D73F09}"/>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25</a:t>
            </a:r>
          </a:p>
        </p:txBody>
      </p:sp>
      <p:sp>
        <p:nvSpPr>
          <p:cNvPr id="16" name="profile-787">
            <a:extLst xmlns:a="http://schemas.openxmlformats.org/drawingml/2006/main">
              <a:ext uri="{FF2B5EF4-FFF2-40B4-BE49-F238E27FC236}">
                <a16:creationId xmlns:a16="http://schemas.microsoft.com/office/drawing/2014/main" id="{5CD4E125-47B6-4EC2-97F3-7B37444A3F2B}"/>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A clear process for every engagement</a:t>
            </a:r>
          </a:p>
        </p:txBody>
      </p:sp>
      <p:sp>
        <p:nvSpPr>
          <p:cNvPr id="17" name="profile-788">
            <a:extLst xmlns:a="http://schemas.openxmlformats.org/drawingml/2006/main">
              <a:ext uri="{FF2B5EF4-FFF2-40B4-BE49-F238E27FC236}">
                <a16:creationId xmlns:a16="http://schemas.microsoft.com/office/drawing/2014/main" id="{85E59DF8-153A-4A7E-84F1-4DD00E738613}"/>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789">
            <a:extLst xmlns:a="http://schemas.openxmlformats.org/drawingml/2006/main">
              <a:ext uri="{FF2B5EF4-FFF2-40B4-BE49-F238E27FC236}">
                <a16:creationId xmlns:a16="http://schemas.microsoft.com/office/drawing/2014/main" id="{E64E6F31-7D56-4FE3-B3D4-9AC62DC76EB7}"/>
              </a:ext>
            </a:extLst>
          </p:cNvPr>
          <p:cNvSpPr>
            <a:spLocks xmlns:a="http://schemas.openxmlformats.org/drawingml/2006/main" noGrp="1"/>
          </p:cNvSpPr>
          <p:nvPr/>
        </p:nvSpPr>
        <p:spPr>
          <a:xfrm xmlns:a="http://schemas.openxmlformats.org/drawingml/2006/main">
            <a:off x="400050" y="2276475"/>
            <a:ext cx="571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1">
                <a:solidFill>
                  <a:srgbClr val="1267A5"/>
                </a:solidFill>
                <a:latin typeface="Segoe UI"/>
                <a:ea typeface="Segoe UI"/>
                <a:cs typeface="Segoe UI"/>
              </a:defRPr>
            </a:defPPr>
          </a:lstStyle>
          <a:p xmlns:a="http://schemas.openxmlformats.org/drawingml/2006/main">
            <a:pPr algn="l">
              <a:defRPr sz="2250" b="1">
                <a:solidFill>
                  <a:srgbClr val="1267A5"/>
                </a:solidFill>
                <a:latin typeface="Segoe UI"/>
                <a:ea typeface="Segoe UI"/>
                <a:cs typeface="Segoe UI"/>
              </a:defRPr>
            </a:pPr>
            <a:r>
              <a:rPr sz="2250" b="1">
                <a:solidFill>
                  <a:srgbClr val="1267A5"/>
                </a:solidFill>
                <a:latin typeface="Segoe UI"/>
                <a:ea typeface="Segoe UI"/>
                <a:cs typeface="Segoe UI"/>
              </a:rPr>
              <a:t>01</a:t>
            </a:r>
          </a:p>
        </p:txBody>
      </p:sp>
      <p:sp>
        <p:nvSpPr>
          <p:cNvPr id="19" name="profile-790">
            <a:extLst xmlns:a="http://schemas.openxmlformats.org/drawingml/2006/main">
              <a:ext uri="{FF2B5EF4-FFF2-40B4-BE49-F238E27FC236}">
                <a16:creationId xmlns:a16="http://schemas.microsoft.com/office/drawing/2014/main" id="{E5530203-CA9C-4B5B-BD5A-00DCCF86126B}"/>
              </a:ext>
            </a:extLst>
          </p:cNvPr>
          <p:cNvSpPr>
            <a:spLocks xmlns:a="http://schemas.openxmlformats.org/drawingml/2006/main" noGrp="1"/>
          </p:cNvSpPr>
          <p:nvPr/>
        </p:nvSpPr>
        <p:spPr>
          <a:xfrm xmlns:a="http://schemas.openxmlformats.org/drawingml/2006/main">
            <a:off x="1266825" y="2276475"/>
            <a:ext cx="10429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Tell us what your site needs</a:t>
            </a:r>
          </a:p>
        </p:txBody>
      </p:sp>
      <p:sp>
        <p:nvSpPr>
          <p:cNvPr id="20" name="profile-791">
            <a:extLst xmlns:a="http://schemas.openxmlformats.org/drawingml/2006/main">
              <a:ext uri="{FF2B5EF4-FFF2-40B4-BE49-F238E27FC236}">
                <a16:creationId xmlns:a16="http://schemas.microsoft.com/office/drawing/2014/main" id="{C4A579C3-F545-474F-BC99-1DEB1808704C}"/>
              </a:ext>
            </a:extLst>
          </p:cNvPr>
          <p:cNvSpPr>
            <a:spLocks xmlns:a="http://schemas.openxmlformats.org/drawingml/2006/main" noGrp="1"/>
          </p:cNvSpPr>
          <p:nvPr/>
        </p:nvSpPr>
        <p:spPr>
          <a:xfrm xmlns:a="http://schemas.openxmlformats.org/drawingml/2006/main">
            <a:off x="1266825" y="2609850"/>
            <a:ext cx="10382250"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Share the location, property type, service concern, and preferred schedule.</a:t>
            </a:r>
          </a:p>
        </p:txBody>
      </p:sp>
      <p:sp>
        <p:nvSpPr>
          <p:cNvPr id="21" name="profile-792">
            <a:extLst xmlns:a="http://schemas.openxmlformats.org/drawingml/2006/main">
              <a:ext uri="{FF2B5EF4-FFF2-40B4-BE49-F238E27FC236}">
                <a16:creationId xmlns:a16="http://schemas.microsoft.com/office/drawing/2014/main" id="{CD8EDB1F-43DF-47B6-AB74-4CE32247B708}"/>
              </a:ext>
            </a:extLst>
          </p:cNvPr>
          <p:cNvSpPr>
            <a:spLocks xmlns:a="http://schemas.openxmlformats.org/drawingml/2006/main" noGrp="1"/>
          </p:cNvSpPr>
          <p:nvPr/>
        </p:nvSpPr>
        <p:spPr>
          <a:xfrm xmlns:a="http://schemas.openxmlformats.org/drawingml/2006/main">
            <a:off x="400050" y="3009900"/>
            <a:ext cx="571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1">
                <a:solidFill>
                  <a:srgbClr val="1267A5"/>
                </a:solidFill>
                <a:latin typeface="Segoe UI"/>
                <a:ea typeface="Segoe UI"/>
                <a:cs typeface="Segoe UI"/>
              </a:defRPr>
            </a:defPPr>
          </a:lstStyle>
          <a:p xmlns:a="http://schemas.openxmlformats.org/drawingml/2006/main">
            <a:pPr algn="l">
              <a:defRPr sz="2250" b="1">
                <a:solidFill>
                  <a:srgbClr val="1267A5"/>
                </a:solidFill>
                <a:latin typeface="Segoe UI"/>
                <a:ea typeface="Segoe UI"/>
                <a:cs typeface="Segoe UI"/>
              </a:defRPr>
            </a:pPr>
            <a:r>
              <a:rPr sz="2250" b="1">
                <a:solidFill>
                  <a:srgbClr val="1267A5"/>
                </a:solidFill>
                <a:latin typeface="Segoe UI"/>
                <a:ea typeface="Segoe UI"/>
                <a:cs typeface="Segoe UI"/>
              </a:rPr>
              <a:t>02</a:t>
            </a:r>
          </a:p>
        </p:txBody>
      </p:sp>
      <p:sp>
        <p:nvSpPr>
          <p:cNvPr id="22" name="profile-793">
            <a:extLst xmlns:a="http://schemas.openxmlformats.org/drawingml/2006/main">
              <a:ext uri="{FF2B5EF4-FFF2-40B4-BE49-F238E27FC236}">
                <a16:creationId xmlns:a16="http://schemas.microsoft.com/office/drawing/2014/main" id="{B34C1D98-C839-4F33-9E22-05D2EB15FB32}"/>
              </a:ext>
            </a:extLst>
          </p:cNvPr>
          <p:cNvSpPr>
            <a:spLocks xmlns:a="http://schemas.openxmlformats.org/drawingml/2006/main" noGrp="1"/>
          </p:cNvSpPr>
          <p:nvPr/>
        </p:nvSpPr>
        <p:spPr>
          <a:xfrm xmlns:a="http://schemas.openxmlformats.org/drawingml/2006/main">
            <a:off x="1266825" y="3009900"/>
            <a:ext cx="10429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Review the scope</a:t>
            </a:r>
          </a:p>
        </p:txBody>
      </p:sp>
      <p:sp>
        <p:nvSpPr>
          <p:cNvPr id="23" name="profile-794">
            <a:extLst xmlns:a="http://schemas.openxmlformats.org/drawingml/2006/main">
              <a:ext uri="{FF2B5EF4-FFF2-40B4-BE49-F238E27FC236}">
                <a16:creationId xmlns:a16="http://schemas.microsoft.com/office/drawing/2014/main" id="{5B3392FE-40E8-4751-BDDA-DA61C7A5BEC4}"/>
              </a:ext>
            </a:extLst>
          </p:cNvPr>
          <p:cNvSpPr>
            <a:spLocks xmlns:a="http://schemas.openxmlformats.org/drawingml/2006/main" noGrp="1"/>
          </p:cNvSpPr>
          <p:nvPr/>
        </p:nvSpPr>
        <p:spPr>
          <a:xfrm xmlns:a="http://schemas.openxmlformats.org/drawingml/2006/main">
            <a:off x="1266825" y="3343275"/>
            <a:ext cx="10382250"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Oceanides assesses the information and arranges a site visit where needed.</a:t>
            </a:r>
          </a:p>
        </p:txBody>
      </p:sp>
      <p:sp>
        <p:nvSpPr>
          <p:cNvPr id="24" name="profile-795">
            <a:extLst xmlns:a="http://schemas.openxmlformats.org/drawingml/2006/main">
              <a:ext uri="{FF2B5EF4-FFF2-40B4-BE49-F238E27FC236}">
                <a16:creationId xmlns:a16="http://schemas.microsoft.com/office/drawing/2014/main" id="{3E9AEE7B-01FB-451F-B2D2-1BE2368C5068}"/>
              </a:ext>
            </a:extLst>
          </p:cNvPr>
          <p:cNvSpPr>
            <a:spLocks xmlns:a="http://schemas.openxmlformats.org/drawingml/2006/main" noGrp="1"/>
          </p:cNvSpPr>
          <p:nvPr/>
        </p:nvSpPr>
        <p:spPr>
          <a:xfrm xmlns:a="http://schemas.openxmlformats.org/drawingml/2006/main">
            <a:off x="400050" y="3743325"/>
            <a:ext cx="571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1">
                <a:solidFill>
                  <a:srgbClr val="1267A5"/>
                </a:solidFill>
                <a:latin typeface="Segoe UI"/>
                <a:ea typeface="Segoe UI"/>
                <a:cs typeface="Segoe UI"/>
              </a:defRPr>
            </a:defPPr>
          </a:lstStyle>
          <a:p xmlns:a="http://schemas.openxmlformats.org/drawingml/2006/main">
            <a:pPr algn="l">
              <a:defRPr sz="2250" b="1">
                <a:solidFill>
                  <a:srgbClr val="1267A5"/>
                </a:solidFill>
                <a:latin typeface="Segoe UI"/>
                <a:ea typeface="Segoe UI"/>
                <a:cs typeface="Segoe UI"/>
              </a:defRPr>
            </a:pPr>
            <a:r>
              <a:rPr sz="2250" b="1">
                <a:solidFill>
                  <a:srgbClr val="1267A5"/>
                </a:solidFill>
                <a:latin typeface="Segoe UI"/>
                <a:ea typeface="Segoe UI"/>
                <a:cs typeface="Segoe UI"/>
              </a:rPr>
              <a:t>03</a:t>
            </a:r>
          </a:p>
        </p:txBody>
      </p:sp>
      <p:sp>
        <p:nvSpPr>
          <p:cNvPr id="25" name="profile-796">
            <a:extLst xmlns:a="http://schemas.openxmlformats.org/drawingml/2006/main">
              <a:ext uri="{FF2B5EF4-FFF2-40B4-BE49-F238E27FC236}">
                <a16:creationId xmlns:a16="http://schemas.microsoft.com/office/drawing/2014/main" id="{75E7D7A4-78DA-4473-B4C1-9B5BB3D281DA}"/>
              </a:ext>
            </a:extLst>
          </p:cNvPr>
          <p:cNvSpPr>
            <a:spLocks xmlns:a="http://schemas.openxmlformats.org/drawingml/2006/main" noGrp="1"/>
          </p:cNvSpPr>
          <p:nvPr/>
        </p:nvSpPr>
        <p:spPr>
          <a:xfrm xmlns:a="http://schemas.openxmlformats.org/drawingml/2006/main">
            <a:off x="1266825" y="3743325"/>
            <a:ext cx="10429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Approve the proposal</a:t>
            </a:r>
          </a:p>
        </p:txBody>
      </p:sp>
      <p:sp>
        <p:nvSpPr>
          <p:cNvPr id="26" name="profile-797">
            <a:extLst xmlns:a="http://schemas.openxmlformats.org/drawingml/2006/main">
              <a:ext uri="{FF2B5EF4-FFF2-40B4-BE49-F238E27FC236}">
                <a16:creationId xmlns:a16="http://schemas.microsoft.com/office/drawing/2014/main" id="{3303F6DC-BFA4-4CAA-91A9-B98ABE39978A}"/>
              </a:ext>
            </a:extLst>
          </p:cNvPr>
          <p:cNvSpPr>
            <a:spLocks xmlns:a="http://schemas.openxmlformats.org/drawingml/2006/main" noGrp="1"/>
          </p:cNvSpPr>
          <p:nvPr/>
        </p:nvSpPr>
        <p:spPr>
          <a:xfrm xmlns:a="http://schemas.openxmlformats.org/drawingml/2006/main">
            <a:off x="1266825" y="4076700"/>
            <a:ext cx="10382250"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Review the work scope, price, schedule, site requirements, and agreed responsibilities.</a:t>
            </a:r>
          </a:p>
        </p:txBody>
      </p:sp>
      <p:sp>
        <p:nvSpPr>
          <p:cNvPr id="27" name="profile-798">
            <a:extLst xmlns:a="http://schemas.openxmlformats.org/drawingml/2006/main">
              <a:ext uri="{FF2B5EF4-FFF2-40B4-BE49-F238E27FC236}">
                <a16:creationId xmlns:a16="http://schemas.microsoft.com/office/drawing/2014/main" id="{51AA4741-D0F1-4426-8156-2DA88B550086}"/>
              </a:ext>
            </a:extLst>
          </p:cNvPr>
          <p:cNvSpPr>
            <a:spLocks xmlns:a="http://schemas.openxmlformats.org/drawingml/2006/main" noGrp="1"/>
          </p:cNvSpPr>
          <p:nvPr/>
        </p:nvSpPr>
        <p:spPr>
          <a:xfrm xmlns:a="http://schemas.openxmlformats.org/drawingml/2006/main">
            <a:off x="400050" y="4476750"/>
            <a:ext cx="571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1">
                <a:solidFill>
                  <a:srgbClr val="1267A5"/>
                </a:solidFill>
                <a:latin typeface="Segoe UI"/>
                <a:ea typeface="Segoe UI"/>
                <a:cs typeface="Segoe UI"/>
              </a:defRPr>
            </a:defPPr>
          </a:lstStyle>
          <a:p xmlns:a="http://schemas.openxmlformats.org/drawingml/2006/main">
            <a:pPr algn="l">
              <a:defRPr sz="2250" b="1">
                <a:solidFill>
                  <a:srgbClr val="1267A5"/>
                </a:solidFill>
                <a:latin typeface="Segoe UI"/>
                <a:ea typeface="Segoe UI"/>
                <a:cs typeface="Segoe UI"/>
              </a:defRPr>
            </a:pPr>
            <a:r>
              <a:rPr sz="2250" b="1">
                <a:solidFill>
                  <a:srgbClr val="1267A5"/>
                </a:solidFill>
                <a:latin typeface="Segoe UI"/>
                <a:ea typeface="Segoe UI"/>
                <a:cs typeface="Segoe UI"/>
              </a:rPr>
              <a:t>04</a:t>
            </a:r>
          </a:p>
        </p:txBody>
      </p:sp>
      <p:sp>
        <p:nvSpPr>
          <p:cNvPr id="28" name="profile-799">
            <a:extLst xmlns:a="http://schemas.openxmlformats.org/drawingml/2006/main">
              <a:ext uri="{FF2B5EF4-FFF2-40B4-BE49-F238E27FC236}">
                <a16:creationId xmlns:a16="http://schemas.microsoft.com/office/drawing/2014/main" id="{57AAED7B-C8CA-4DE7-9B63-E3C15F5FF926}"/>
              </a:ext>
            </a:extLst>
          </p:cNvPr>
          <p:cNvSpPr>
            <a:spLocks xmlns:a="http://schemas.openxmlformats.org/drawingml/2006/main" noGrp="1"/>
          </p:cNvSpPr>
          <p:nvPr/>
        </p:nvSpPr>
        <p:spPr>
          <a:xfrm xmlns:a="http://schemas.openxmlformats.org/drawingml/2006/main">
            <a:off x="1266825" y="4476750"/>
            <a:ext cx="10429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Coordinate the service</a:t>
            </a:r>
          </a:p>
        </p:txBody>
      </p:sp>
      <p:sp>
        <p:nvSpPr>
          <p:cNvPr id="29" name="profile-800">
            <a:extLst xmlns:a="http://schemas.openxmlformats.org/drawingml/2006/main">
              <a:ext uri="{FF2B5EF4-FFF2-40B4-BE49-F238E27FC236}">
                <a16:creationId xmlns:a16="http://schemas.microsoft.com/office/drawing/2014/main" id="{F46AAB8B-6F88-49A5-A808-867CA43F928D}"/>
              </a:ext>
            </a:extLst>
          </p:cNvPr>
          <p:cNvSpPr>
            <a:spLocks xmlns:a="http://schemas.openxmlformats.org/drawingml/2006/main" noGrp="1"/>
          </p:cNvSpPr>
          <p:nvPr/>
        </p:nvSpPr>
        <p:spPr>
          <a:xfrm xmlns:a="http://schemas.openxmlformats.org/drawingml/2006/main">
            <a:off x="1266825" y="4810125"/>
            <a:ext cx="10382250"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Our team works with your representative on access, implementation, and progress updates.</a:t>
            </a:r>
          </a:p>
        </p:txBody>
      </p:sp>
      <p:sp>
        <p:nvSpPr>
          <p:cNvPr id="30" name="profile-801">
            <a:extLst xmlns:a="http://schemas.openxmlformats.org/drawingml/2006/main">
              <a:ext uri="{FF2B5EF4-FFF2-40B4-BE49-F238E27FC236}">
                <a16:creationId xmlns:a16="http://schemas.microsoft.com/office/drawing/2014/main" id="{82907D10-88BB-4EBA-B530-EE90513B35B2}"/>
              </a:ext>
            </a:extLst>
          </p:cNvPr>
          <p:cNvSpPr>
            <a:spLocks xmlns:a="http://schemas.openxmlformats.org/drawingml/2006/main" noGrp="1"/>
          </p:cNvSpPr>
          <p:nvPr/>
        </p:nvSpPr>
        <p:spPr>
          <a:xfrm xmlns:a="http://schemas.openxmlformats.org/drawingml/2006/main">
            <a:off x="400050" y="5210175"/>
            <a:ext cx="571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1">
                <a:solidFill>
                  <a:srgbClr val="1267A5"/>
                </a:solidFill>
                <a:latin typeface="Segoe UI"/>
                <a:ea typeface="Segoe UI"/>
                <a:cs typeface="Segoe UI"/>
              </a:defRPr>
            </a:defPPr>
          </a:lstStyle>
          <a:p xmlns:a="http://schemas.openxmlformats.org/drawingml/2006/main">
            <a:pPr algn="l">
              <a:defRPr sz="2250" b="1">
                <a:solidFill>
                  <a:srgbClr val="1267A5"/>
                </a:solidFill>
                <a:latin typeface="Segoe UI"/>
                <a:ea typeface="Segoe UI"/>
                <a:cs typeface="Segoe UI"/>
              </a:defRPr>
            </a:pPr>
            <a:r>
              <a:rPr sz="2250" b="1">
                <a:solidFill>
                  <a:srgbClr val="1267A5"/>
                </a:solidFill>
                <a:latin typeface="Segoe UI"/>
                <a:ea typeface="Segoe UI"/>
                <a:cs typeface="Segoe UI"/>
              </a:rPr>
              <a:t>05</a:t>
            </a:r>
          </a:p>
        </p:txBody>
      </p:sp>
      <p:sp>
        <p:nvSpPr>
          <p:cNvPr id="31" name="profile-802">
            <a:extLst xmlns:a="http://schemas.openxmlformats.org/drawingml/2006/main">
              <a:ext uri="{FF2B5EF4-FFF2-40B4-BE49-F238E27FC236}">
                <a16:creationId xmlns:a16="http://schemas.microsoft.com/office/drawing/2014/main" id="{F1254E82-1365-4947-AC99-124EEAD0E77B}"/>
              </a:ext>
            </a:extLst>
          </p:cNvPr>
          <p:cNvSpPr>
            <a:spLocks xmlns:a="http://schemas.openxmlformats.org/drawingml/2006/main" noGrp="1"/>
          </p:cNvSpPr>
          <p:nvPr/>
        </p:nvSpPr>
        <p:spPr>
          <a:xfrm xmlns:a="http://schemas.openxmlformats.org/drawingml/2006/main">
            <a:off x="1266825" y="5210175"/>
            <a:ext cx="10429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Review and plan ahead</a:t>
            </a:r>
          </a:p>
        </p:txBody>
      </p:sp>
      <p:sp>
        <p:nvSpPr>
          <p:cNvPr id="32" name="profile-803">
            <a:extLst xmlns:a="http://schemas.openxmlformats.org/drawingml/2006/main">
              <a:ext uri="{FF2B5EF4-FFF2-40B4-BE49-F238E27FC236}">
                <a16:creationId xmlns:a16="http://schemas.microsoft.com/office/drawing/2014/main" id="{0EEC704A-B706-48D2-9BAE-C1A0F7EE14AB}"/>
              </a:ext>
            </a:extLst>
          </p:cNvPr>
          <p:cNvSpPr>
            <a:spLocks xmlns:a="http://schemas.openxmlformats.org/drawingml/2006/main" noGrp="1"/>
          </p:cNvSpPr>
          <p:nvPr/>
        </p:nvSpPr>
        <p:spPr>
          <a:xfrm xmlns:a="http://schemas.openxmlformats.org/drawingml/2006/main">
            <a:off x="1266825" y="5543550"/>
            <a:ext cx="10382250"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02B49"/>
                </a:solidFill>
                <a:latin typeface="Segoe UI"/>
                <a:ea typeface="Segoe UI"/>
                <a:cs typeface="Segoe UI"/>
              </a:defRPr>
            </a:defPPr>
          </a:lstStyle>
          <a:p xmlns:a="http://schemas.openxmlformats.org/drawingml/2006/main">
            <a:pPr algn="l">
              <a:defRPr sz="1500" b="0">
                <a:solidFill>
                  <a:srgbClr val="102B49"/>
                </a:solidFill>
                <a:latin typeface="Segoe UI"/>
                <a:ea typeface="Segoe UI"/>
                <a:cs typeface="Segoe UI"/>
              </a:defRPr>
            </a:pPr>
            <a:r>
              <a:rPr sz="1500" b="0">
                <a:solidFill>
                  <a:srgbClr val="102B49"/>
                </a:solidFill>
                <a:latin typeface="Segoe UI"/>
                <a:ea typeface="Segoe UI"/>
                <a:cs typeface="Segoe UI"/>
              </a:rPr>
              <a:t>Confirm completion and discuss any recommended follow-up or recurring service needs.</a:t>
            </a:r>
          </a:p>
        </p:txBody>
      </p:sp>
    </p:spTree>
    <p:extLst>
      <p:ext uri="{BB962C8B-B14F-4D97-AF65-F5344CB8AC3E}">
        <p14:creationId xmlns:p14="http://schemas.microsoft.com/office/powerpoint/2010/main" val="1218785958"/>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profile-804">
            <a:extLst xmlns:a="http://schemas.openxmlformats.org/drawingml/2006/main">
              <a:ext uri="{FF2B5EF4-FFF2-40B4-BE49-F238E27FC236}">
                <a16:creationId xmlns:a16="http://schemas.microsoft.com/office/drawing/2014/main" id="{ED1B77A1-66D5-48AC-980E-E4E77F892E1C}"/>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805">
            <a:extLst xmlns:a="http://schemas.openxmlformats.org/drawingml/2006/main">
              <a:ext uri="{FF2B5EF4-FFF2-40B4-BE49-F238E27FC236}">
                <a16:creationId xmlns:a16="http://schemas.microsoft.com/office/drawing/2014/main" id="{FB964B7F-ED4F-42B6-AC5B-E7227889A5AD}"/>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0DDA2491-E870-45B5-85B6-2ECD8E0C24BE}"/>
              </a:ext>
            </a:extLst>
          </p:cNvPr>
          <p:cNvPicPr>
            <a:picLocks xmlns:a="http://schemas.openxmlformats.org/drawingml/2006/main" noChangeAspect="1"/>
          </p:cNvPicPr>
          <p:nvPr/>
        </p:nvPicPr>
        <p:blipFill>
          <a:blip xmlns:r="http://schemas.openxmlformats.org/officeDocument/2006/relationships" xmlns:a="http://schemas.openxmlformats.org/drawingml/2006/main" r:embed="R42733990b5c3472c"/>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806">
            <a:extLst xmlns:a="http://schemas.openxmlformats.org/drawingml/2006/main">
              <a:ext uri="{FF2B5EF4-FFF2-40B4-BE49-F238E27FC236}">
                <a16:creationId xmlns:a16="http://schemas.microsoft.com/office/drawing/2014/main" id="{951B5814-9421-4833-A640-06452705B454}"/>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807">
            <a:extLst xmlns:a="http://schemas.openxmlformats.org/drawingml/2006/main">
              <a:ext uri="{FF2B5EF4-FFF2-40B4-BE49-F238E27FC236}">
                <a16:creationId xmlns:a16="http://schemas.microsoft.com/office/drawing/2014/main" id="{740CB6A3-825D-44ED-A8FC-FF7E34BC298E}"/>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and Pest Management Services OPC</a:t>
            </a:r>
          </a:p>
        </p:txBody>
      </p:sp>
      <p:sp>
        <p:nvSpPr>
          <p:cNvPr id="6" name="profile-808">
            <a:extLst xmlns:a="http://schemas.openxmlformats.org/drawingml/2006/main">
              <a:ext uri="{FF2B5EF4-FFF2-40B4-BE49-F238E27FC236}">
                <a16:creationId xmlns:a16="http://schemas.microsoft.com/office/drawing/2014/main" id="{06C72A04-CC37-476C-8E66-B5A6239C4A1E}"/>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Globe 0917 671 6383   |   Smart 0939 245 6217</a:t>
            </a:r>
          </a:p>
        </p:txBody>
      </p:sp>
      <p:sp>
        <p:nvSpPr>
          <p:cNvPr id="7" name="profile-809">
            <a:extLst xmlns:a="http://schemas.openxmlformats.org/drawingml/2006/main">
              <a:ext uri="{FF2B5EF4-FFF2-40B4-BE49-F238E27FC236}">
                <a16:creationId xmlns:a16="http://schemas.microsoft.com/office/drawing/2014/main" id="{1DAF65B0-81A7-4762-9010-066CE8CC7C42}"/>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810">
            <a:extLst xmlns:a="http://schemas.openxmlformats.org/drawingml/2006/main">
              <a:ext uri="{FF2B5EF4-FFF2-40B4-BE49-F238E27FC236}">
                <a16:creationId xmlns:a16="http://schemas.microsoft.com/office/drawing/2014/main" id="{317CDB5A-65F0-4D02-BFED-4966530DD23B}"/>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TO FOLLOW</a:t>
            </a:r>
          </a:p>
        </p:txBody>
      </p:sp>
      <p:sp>
        <p:nvSpPr>
          <p:cNvPr id="9" name="profile-811">
            <a:extLst xmlns:a="http://schemas.openxmlformats.org/drawingml/2006/main">
              <a:ext uri="{FF2B5EF4-FFF2-40B4-BE49-F238E27FC236}">
                <a16:creationId xmlns:a16="http://schemas.microsoft.com/office/drawing/2014/main" id="{E42BA5E5-D223-4685-A42A-E942FA4BFE1B}"/>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812">
            <a:extLst xmlns:a="http://schemas.openxmlformats.org/drawingml/2006/main">
              <a:ext uri="{FF2B5EF4-FFF2-40B4-BE49-F238E27FC236}">
                <a16:creationId xmlns:a16="http://schemas.microsoft.com/office/drawing/2014/main" id="{E19F422D-6F0C-45C8-BDD9-7E33AFC5EA2D}"/>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813">
            <a:extLst xmlns:a="http://schemas.openxmlformats.org/drawingml/2006/main">
              <a:ext uri="{FF2B5EF4-FFF2-40B4-BE49-F238E27FC236}">
                <a16:creationId xmlns:a16="http://schemas.microsoft.com/office/drawing/2014/main" id="{857FC6DE-B797-437C-8168-573F68ABA0D4}"/>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814">
            <a:extLst xmlns:a="http://schemas.openxmlformats.org/drawingml/2006/main">
              <a:ext uri="{FF2B5EF4-FFF2-40B4-BE49-F238E27FC236}">
                <a16:creationId xmlns:a16="http://schemas.microsoft.com/office/drawing/2014/main" id="{FFAB528C-BBE5-44D3-A74C-B51552E84832}"/>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815">
            <a:extLst xmlns:a="http://schemas.openxmlformats.org/drawingml/2006/main">
              <a:ext uri="{FF2B5EF4-FFF2-40B4-BE49-F238E27FC236}">
                <a16:creationId xmlns:a16="http://schemas.microsoft.com/office/drawing/2014/main" id="{F053A7FB-FFEE-4163-89E3-D80C5247DA12}"/>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816">
            <a:extLst xmlns:a="http://schemas.openxmlformats.org/drawingml/2006/main">
              <a:ext uri="{FF2B5EF4-FFF2-40B4-BE49-F238E27FC236}">
                <a16:creationId xmlns:a16="http://schemas.microsoft.com/office/drawing/2014/main" id="{BFD9966D-E88B-4BB4-B04D-8D12B97C0DC3}"/>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817">
            <a:extLst xmlns:a="http://schemas.openxmlformats.org/drawingml/2006/main">
              <a:ext uri="{FF2B5EF4-FFF2-40B4-BE49-F238E27FC236}">
                <a16:creationId xmlns:a16="http://schemas.microsoft.com/office/drawing/2014/main" id="{EAADFCA4-4F17-4D1D-9AC3-39A367118C06}"/>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26</a:t>
            </a:r>
          </a:p>
        </p:txBody>
      </p:sp>
      <p:sp>
        <p:nvSpPr>
          <p:cNvPr id="16" name="profile-818">
            <a:extLst xmlns:a="http://schemas.openxmlformats.org/drawingml/2006/main">
              <a:ext uri="{FF2B5EF4-FFF2-40B4-BE49-F238E27FC236}">
                <a16:creationId xmlns:a16="http://schemas.microsoft.com/office/drawing/2014/main" id="{3E3A954F-76EC-4672-A9BE-D567B051456A}"/>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Metro Manila first. Wider reach by arrangement.</a:t>
            </a:r>
          </a:p>
        </p:txBody>
      </p:sp>
      <p:sp>
        <p:nvSpPr>
          <p:cNvPr id="17" name="profile-819">
            <a:extLst xmlns:a="http://schemas.openxmlformats.org/drawingml/2006/main">
              <a:ext uri="{FF2B5EF4-FFF2-40B4-BE49-F238E27FC236}">
                <a16:creationId xmlns:a16="http://schemas.microsoft.com/office/drawing/2014/main" id="{12911FA2-7342-4F03-A761-DDDE431DC386}"/>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820">
            <a:extLst xmlns:a="http://schemas.openxmlformats.org/drawingml/2006/main">
              <a:ext uri="{FF2B5EF4-FFF2-40B4-BE49-F238E27FC236}">
                <a16:creationId xmlns:a16="http://schemas.microsoft.com/office/drawing/2014/main" id="{60C8ECBD-443F-4BB7-8D2A-60D7C8B38742}"/>
              </a:ext>
            </a:extLst>
          </p:cNvPr>
          <p:cNvSpPr>
            <a:spLocks xmlns:a="http://schemas.openxmlformats.org/drawingml/2006/main" noGrp="1"/>
          </p:cNvSpPr>
          <p:nvPr/>
        </p:nvSpPr>
        <p:spPr>
          <a:xfrm xmlns:a="http://schemas.openxmlformats.org/drawingml/2006/main">
            <a:off x="400050" y="2305050"/>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1267A5"/>
                </a:solidFill>
                <a:latin typeface="Segoe UI"/>
                <a:ea typeface="Segoe UI"/>
                <a:cs typeface="Segoe UI"/>
              </a:defRPr>
            </a:defPPr>
          </a:lstStyle>
          <a:p xmlns:a="http://schemas.openxmlformats.org/drawingml/2006/main">
            <a:pPr algn="l">
              <a:defRPr sz="1350" b="1">
                <a:solidFill>
                  <a:srgbClr val="1267A5"/>
                </a:solidFill>
                <a:latin typeface="Segoe UI"/>
                <a:ea typeface="Segoe UI"/>
                <a:cs typeface="Segoe UI"/>
              </a:defRPr>
            </a:pPr>
            <a:r>
              <a:rPr sz="1350" b="1">
                <a:solidFill>
                  <a:srgbClr val="1267A5"/>
                </a:solidFill>
                <a:latin typeface="Segoe UI"/>
                <a:ea typeface="Segoe UI"/>
                <a:cs typeface="Segoe UI"/>
              </a:rPr>
              <a:t>PRIORITY SERVICE AREAS</a:t>
            </a:r>
          </a:p>
        </p:txBody>
      </p:sp>
      <p:sp>
        <p:nvSpPr>
          <p:cNvPr id="19" name="profile-821">
            <a:extLst xmlns:a="http://schemas.openxmlformats.org/drawingml/2006/main">
              <a:ext uri="{FF2B5EF4-FFF2-40B4-BE49-F238E27FC236}">
                <a16:creationId xmlns:a16="http://schemas.microsoft.com/office/drawing/2014/main" id="{58FC477B-6832-4A09-ACB6-FC0A0496BFF1}"/>
              </a:ext>
            </a:extLst>
          </p:cNvPr>
          <p:cNvSpPr>
            <a:spLocks xmlns:a="http://schemas.openxmlformats.org/drawingml/2006/main" noGrp="1"/>
          </p:cNvSpPr>
          <p:nvPr/>
        </p:nvSpPr>
        <p:spPr>
          <a:xfrm xmlns:a="http://schemas.openxmlformats.org/drawingml/2006/main">
            <a:off x="400050" y="2876550"/>
            <a:ext cx="714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0E2C5E"/>
                </a:solidFill>
                <a:latin typeface="Segoe UI"/>
                <a:ea typeface="Segoe UI"/>
                <a:cs typeface="Segoe UI"/>
              </a:defRPr>
            </a:defPPr>
          </a:lstStyle>
          <a:p xmlns:a="http://schemas.openxmlformats.org/drawingml/2006/main">
            <a:pPr algn="l">
              <a:defRPr sz="2175" b="1">
                <a:solidFill>
                  <a:srgbClr val="0E2C5E"/>
                </a:solidFill>
                <a:latin typeface="Segoe UI"/>
                <a:ea typeface="Segoe UI"/>
                <a:cs typeface="Segoe UI"/>
              </a:defRPr>
            </a:pPr>
            <a:r>
              <a:rPr sz="2175" b="1">
                <a:solidFill>
                  <a:srgbClr val="0E2C5E"/>
                </a:solidFill>
                <a:latin typeface="Segoe UI"/>
                <a:ea typeface="Segoe UI"/>
                <a:cs typeface="Segoe UI"/>
              </a:rPr>
              <a:t>Metro Manila</a:t>
            </a:r>
          </a:p>
        </p:txBody>
      </p:sp>
      <p:sp>
        <p:nvSpPr>
          <p:cNvPr id="20" name="profile-822">
            <a:extLst xmlns:a="http://schemas.openxmlformats.org/drawingml/2006/main">
              <a:ext uri="{FF2B5EF4-FFF2-40B4-BE49-F238E27FC236}">
                <a16:creationId xmlns:a16="http://schemas.microsoft.com/office/drawing/2014/main" id="{11D03E38-E15A-4B69-9DED-0D2433DFF4DA}"/>
              </a:ext>
            </a:extLst>
          </p:cNvPr>
          <p:cNvSpPr>
            <a:spLocks xmlns:a="http://schemas.openxmlformats.org/drawingml/2006/main" noGrp="1"/>
          </p:cNvSpPr>
          <p:nvPr/>
        </p:nvSpPr>
        <p:spPr>
          <a:xfrm xmlns:a="http://schemas.openxmlformats.org/drawingml/2006/main">
            <a:off x="400050" y="3333750"/>
            <a:ext cx="714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0E2C5E"/>
                </a:solidFill>
                <a:latin typeface="Segoe UI"/>
                <a:ea typeface="Segoe UI"/>
                <a:cs typeface="Segoe UI"/>
              </a:defRPr>
            </a:defPPr>
          </a:lstStyle>
          <a:p xmlns:a="http://schemas.openxmlformats.org/drawingml/2006/main">
            <a:pPr algn="l">
              <a:defRPr sz="2175" b="1">
                <a:solidFill>
                  <a:srgbClr val="0E2C5E"/>
                </a:solidFill>
                <a:latin typeface="Segoe UI"/>
                <a:ea typeface="Segoe UI"/>
                <a:cs typeface="Segoe UI"/>
              </a:defRPr>
            </a:pPr>
            <a:r>
              <a:rPr sz="2175" b="1">
                <a:solidFill>
                  <a:srgbClr val="0E2C5E"/>
                </a:solidFill>
                <a:latin typeface="Segoe UI"/>
                <a:ea typeface="Segoe UI"/>
                <a:cs typeface="Segoe UI"/>
              </a:rPr>
              <a:t>Cavite, Laguna, Batangas and Rizal</a:t>
            </a:r>
          </a:p>
        </p:txBody>
      </p:sp>
      <p:sp>
        <p:nvSpPr>
          <p:cNvPr id="21" name="profile-823">
            <a:extLst xmlns:a="http://schemas.openxmlformats.org/drawingml/2006/main">
              <a:ext uri="{FF2B5EF4-FFF2-40B4-BE49-F238E27FC236}">
                <a16:creationId xmlns:a16="http://schemas.microsoft.com/office/drawing/2014/main" id="{141A3FEB-9B3D-40A2-9932-AA5716C09194}"/>
              </a:ext>
            </a:extLst>
          </p:cNvPr>
          <p:cNvSpPr>
            <a:spLocks xmlns:a="http://schemas.openxmlformats.org/drawingml/2006/main" noGrp="1"/>
          </p:cNvSpPr>
          <p:nvPr/>
        </p:nvSpPr>
        <p:spPr>
          <a:xfrm xmlns:a="http://schemas.openxmlformats.org/drawingml/2006/main">
            <a:off x="400050" y="3790950"/>
            <a:ext cx="714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0E2C5E"/>
                </a:solidFill>
                <a:latin typeface="Segoe UI"/>
                <a:ea typeface="Segoe UI"/>
                <a:cs typeface="Segoe UI"/>
              </a:defRPr>
            </a:defPPr>
          </a:lstStyle>
          <a:p xmlns:a="http://schemas.openxmlformats.org/drawingml/2006/main">
            <a:pPr algn="l">
              <a:defRPr sz="2175" b="1">
                <a:solidFill>
                  <a:srgbClr val="0E2C5E"/>
                </a:solidFill>
                <a:latin typeface="Segoe UI"/>
                <a:ea typeface="Segoe UI"/>
                <a:cs typeface="Segoe UI"/>
              </a:defRPr>
            </a:pPr>
            <a:r>
              <a:rPr sz="2175" b="1">
                <a:solidFill>
                  <a:srgbClr val="0E2C5E"/>
                </a:solidFill>
                <a:latin typeface="Segoe UI"/>
                <a:ea typeface="Segoe UI"/>
                <a:cs typeface="Segoe UI"/>
              </a:rPr>
              <a:t>Bulacan, Pampanga and Bataan</a:t>
            </a:r>
          </a:p>
        </p:txBody>
      </p:sp>
      <p:sp>
        <p:nvSpPr>
          <p:cNvPr id="22" name="profile-824">
            <a:extLst xmlns:a="http://schemas.openxmlformats.org/drawingml/2006/main">
              <a:ext uri="{FF2B5EF4-FFF2-40B4-BE49-F238E27FC236}">
                <a16:creationId xmlns:a16="http://schemas.microsoft.com/office/drawing/2014/main" id="{6983EECE-4615-4A11-A386-748503210F95}"/>
              </a:ext>
            </a:extLst>
          </p:cNvPr>
          <p:cNvSpPr>
            <a:spLocks xmlns:a="http://schemas.openxmlformats.org/drawingml/2006/main" noGrp="1"/>
          </p:cNvSpPr>
          <p:nvPr/>
        </p:nvSpPr>
        <p:spPr>
          <a:xfrm xmlns:a="http://schemas.openxmlformats.org/drawingml/2006/main">
            <a:off x="400050" y="4248150"/>
            <a:ext cx="714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0E2C5E"/>
                </a:solidFill>
                <a:latin typeface="Segoe UI"/>
                <a:ea typeface="Segoe UI"/>
                <a:cs typeface="Segoe UI"/>
              </a:defRPr>
            </a:defPPr>
          </a:lstStyle>
          <a:p xmlns:a="http://schemas.openxmlformats.org/drawingml/2006/main">
            <a:pPr algn="l">
              <a:defRPr sz="2175" b="1">
                <a:solidFill>
                  <a:srgbClr val="0E2C5E"/>
                </a:solidFill>
                <a:latin typeface="Segoe UI"/>
                <a:ea typeface="Segoe UI"/>
                <a:cs typeface="Segoe UI"/>
              </a:defRPr>
            </a:pPr>
            <a:r>
              <a:rPr sz="2175" b="1">
                <a:solidFill>
                  <a:srgbClr val="0E2C5E"/>
                </a:solidFill>
                <a:latin typeface="Segoe UI"/>
                <a:ea typeface="Segoe UI"/>
                <a:cs typeface="Segoe UI"/>
              </a:rPr>
              <a:t>Zambales, including Subic and Olongapo</a:t>
            </a:r>
          </a:p>
        </p:txBody>
      </p:sp>
      <p:sp>
        <p:nvSpPr>
          <p:cNvPr id="23" name="profile-825">
            <a:extLst xmlns:a="http://schemas.openxmlformats.org/drawingml/2006/main">
              <a:ext uri="{FF2B5EF4-FFF2-40B4-BE49-F238E27FC236}">
                <a16:creationId xmlns:a16="http://schemas.microsoft.com/office/drawing/2014/main" id="{75288CBE-1490-4F92-9ECA-B75BDB00248D}"/>
              </a:ext>
            </a:extLst>
          </p:cNvPr>
          <p:cNvSpPr>
            <a:spLocks xmlns:a="http://schemas.openxmlformats.org/drawingml/2006/main" noGrp="1"/>
          </p:cNvSpPr>
          <p:nvPr/>
        </p:nvSpPr>
        <p:spPr>
          <a:xfrm xmlns:a="http://schemas.openxmlformats.org/drawingml/2006/main">
            <a:off x="7943850" y="2238375"/>
            <a:ext cx="3848100" cy="305752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4" name="profile-826">
            <a:extLst xmlns:a="http://schemas.openxmlformats.org/drawingml/2006/main">
              <a:ext uri="{FF2B5EF4-FFF2-40B4-BE49-F238E27FC236}">
                <a16:creationId xmlns:a16="http://schemas.microsoft.com/office/drawing/2014/main" id="{BC909467-509B-4C2F-B9FF-29CDD3F76E12}"/>
              </a:ext>
            </a:extLst>
          </p:cNvPr>
          <p:cNvSpPr>
            <a:spLocks xmlns:a="http://schemas.openxmlformats.org/drawingml/2006/main" noGrp="1"/>
          </p:cNvSpPr>
          <p:nvPr/>
        </p:nvSpPr>
        <p:spPr>
          <a:xfrm xmlns:a="http://schemas.openxmlformats.org/drawingml/2006/main">
            <a:off x="8172450" y="2533650"/>
            <a:ext cx="3381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1267A5"/>
                </a:solidFill>
                <a:latin typeface="Segoe UI"/>
                <a:ea typeface="Segoe UI"/>
                <a:cs typeface="Segoe UI"/>
              </a:defRPr>
            </a:defPPr>
          </a:lstStyle>
          <a:p xmlns:a="http://schemas.openxmlformats.org/drawingml/2006/main">
            <a:pPr algn="l">
              <a:defRPr sz="1275" b="1">
                <a:solidFill>
                  <a:srgbClr val="1267A5"/>
                </a:solidFill>
                <a:latin typeface="Segoe UI"/>
                <a:ea typeface="Segoe UI"/>
                <a:cs typeface="Segoe UI"/>
              </a:defRPr>
            </a:pPr>
            <a:r>
              <a:rPr sz="1275" b="1">
                <a:solidFill>
                  <a:srgbClr val="1267A5"/>
                </a:solidFill>
                <a:latin typeface="Segoe UI"/>
                <a:ea typeface="Segoe UI"/>
                <a:cs typeface="Segoe UI"/>
              </a:rPr>
              <a:t>EXTENDED COVERAGE</a:t>
            </a:r>
          </a:p>
        </p:txBody>
      </p:sp>
      <p:sp>
        <p:nvSpPr>
          <p:cNvPr id="25" name="profile-827">
            <a:extLst xmlns:a="http://schemas.openxmlformats.org/drawingml/2006/main">
              <a:ext uri="{FF2B5EF4-FFF2-40B4-BE49-F238E27FC236}">
                <a16:creationId xmlns:a16="http://schemas.microsoft.com/office/drawing/2014/main" id="{5BD2130E-00CC-4C2B-B5E5-41F9F859812B}"/>
              </a:ext>
            </a:extLst>
          </p:cNvPr>
          <p:cNvSpPr>
            <a:spLocks xmlns:a="http://schemas.openxmlformats.org/drawingml/2006/main" noGrp="1"/>
          </p:cNvSpPr>
          <p:nvPr/>
        </p:nvSpPr>
        <p:spPr>
          <a:xfrm xmlns:a="http://schemas.openxmlformats.org/drawingml/2006/main">
            <a:off x="8172450" y="3038475"/>
            <a:ext cx="3333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102B49"/>
                </a:solidFill>
                <a:latin typeface="Segoe UI"/>
                <a:ea typeface="Segoe UI"/>
                <a:cs typeface="Segoe UI"/>
              </a:defRPr>
            </a:defPPr>
          </a:lstStyle>
          <a:p xmlns:a="http://schemas.openxmlformats.org/drawingml/2006/main">
            <a:pPr algn="l">
              <a:defRPr sz="1875" b="0">
                <a:solidFill>
                  <a:srgbClr val="102B49"/>
                </a:solidFill>
                <a:latin typeface="Segoe UI"/>
                <a:ea typeface="Segoe UI"/>
                <a:cs typeface="Segoe UI"/>
              </a:defRPr>
            </a:pPr>
            <a:r>
              <a:rPr sz="1875" b="0">
                <a:solidFill>
                  <a:srgbClr val="102B49"/>
                </a:solidFill>
                <a:latin typeface="Segoe UI"/>
                <a:ea typeface="Segoe UI"/>
                <a:cs typeface="Segoe UI"/>
              </a:rPr>
              <a:t>Central and Northern Luzon</a:t>
            </a:r>
          </a:p>
        </p:txBody>
      </p:sp>
      <p:sp>
        <p:nvSpPr>
          <p:cNvPr id="26" name="profile-828">
            <a:extLst xmlns:a="http://schemas.openxmlformats.org/drawingml/2006/main">
              <a:ext uri="{FF2B5EF4-FFF2-40B4-BE49-F238E27FC236}">
                <a16:creationId xmlns:a16="http://schemas.microsoft.com/office/drawing/2014/main" id="{CF08CBB1-672A-4844-B54B-A067C2040DCB}"/>
              </a:ext>
            </a:extLst>
          </p:cNvPr>
          <p:cNvSpPr>
            <a:spLocks xmlns:a="http://schemas.openxmlformats.org/drawingml/2006/main" noGrp="1"/>
          </p:cNvSpPr>
          <p:nvPr/>
        </p:nvSpPr>
        <p:spPr>
          <a:xfrm xmlns:a="http://schemas.openxmlformats.org/drawingml/2006/main">
            <a:off x="8172450" y="3381375"/>
            <a:ext cx="3333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102B49"/>
                </a:solidFill>
                <a:latin typeface="Segoe UI"/>
                <a:ea typeface="Segoe UI"/>
                <a:cs typeface="Segoe UI"/>
              </a:defRPr>
            </a:defPPr>
          </a:lstStyle>
          <a:p xmlns:a="http://schemas.openxmlformats.org/drawingml/2006/main">
            <a:r>
              <a:t/>
            </a:r>
          </a:p>
        </p:txBody>
      </p:sp>
      <p:sp>
        <p:nvSpPr>
          <p:cNvPr id="27" name="profile-829">
            <a:extLst xmlns:a="http://schemas.openxmlformats.org/drawingml/2006/main">
              <a:ext uri="{FF2B5EF4-FFF2-40B4-BE49-F238E27FC236}">
                <a16:creationId xmlns:a16="http://schemas.microsoft.com/office/drawing/2014/main" id="{3E7C9D9A-0FA0-466D-87E8-A919EFBFA13C}"/>
              </a:ext>
            </a:extLst>
          </p:cNvPr>
          <p:cNvSpPr>
            <a:spLocks xmlns:a="http://schemas.openxmlformats.org/drawingml/2006/main" noGrp="1"/>
          </p:cNvSpPr>
          <p:nvPr/>
        </p:nvSpPr>
        <p:spPr>
          <a:xfrm xmlns:a="http://schemas.openxmlformats.org/drawingml/2006/main">
            <a:off x="8172450" y="3724275"/>
            <a:ext cx="3333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102B49"/>
                </a:solidFill>
                <a:latin typeface="Segoe UI"/>
                <a:ea typeface="Segoe UI"/>
                <a:cs typeface="Segoe UI"/>
              </a:defRPr>
            </a:defPPr>
          </a:lstStyle>
          <a:p xmlns:a="http://schemas.openxmlformats.org/drawingml/2006/main">
            <a:pPr algn="l">
              <a:defRPr sz="1875" b="0">
                <a:solidFill>
                  <a:srgbClr val="102B49"/>
                </a:solidFill>
                <a:latin typeface="Segoe UI"/>
                <a:ea typeface="Segoe UI"/>
                <a:cs typeface="Segoe UI"/>
              </a:defRPr>
            </a:pPr>
            <a:r>
              <a:rPr sz="1875" b="0">
                <a:solidFill>
                  <a:srgbClr val="102B49"/>
                </a:solidFill>
                <a:latin typeface="Segoe UI"/>
                <a:ea typeface="Segoe UI"/>
                <a:cs typeface="Segoe UI"/>
              </a:rPr>
              <a:t>Nationwide projects by</a:t>
            </a:r>
          </a:p>
        </p:txBody>
      </p:sp>
      <p:sp>
        <p:nvSpPr>
          <p:cNvPr id="28" name="profile-830">
            <a:extLst xmlns:a="http://schemas.openxmlformats.org/drawingml/2006/main">
              <a:ext uri="{FF2B5EF4-FFF2-40B4-BE49-F238E27FC236}">
                <a16:creationId xmlns:a16="http://schemas.microsoft.com/office/drawing/2014/main" id="{8BAFBD24-AEBC-4B3F-B343-FE8E794963CC}"/>
              </a:ext>
            </a:extLst>
          </p:cNvPr>
          <p:cNvSpPr>
            <a:spLocks xmlns:a="http://schemas.openxmlformats.org/drawingml/2006/main" noGrp="1"/>
          </p:cNvSpPr>
          <p:nvPr/>
        </p:nvSpPr>
        <p:spPr>
          <a:xfrm xmlns:a="http://schemas.openxmlformats.org/drawingml/2006/main">
            <a:off x="8172450" y="4067175"/>
            <a:ext cx="3333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102B49"/>
                </a:solidFill>
                <a:latin typeface="Segoe UI"/>
                <a:ea typeface="Segoe UI"/>
                <a:cs typeface="Segoe UI"/>
              </a:defRPr>
            </a:defPPr>
          </a:lstStyle>
          <a:p xmlns:a="http://schemas.openxmlformats.org/drawingml/2006/main">
            <a:pPr algn="l">
              <a:defRPr sz="1875" b="0">
                <a:solidFill>
                  <a:srgbClr val="102B49"/>
                </a:solidFill>
                <a:latin typeface="Segoe UI"/>
                <a:ea typeface="Segoe UI"/>
                <a:cs typeface="Segoe UI"/>
              </a:defRPr>
            </a:pPr>
            <a:r>
              <a:rPr sz="1875" b="0">
                <a:solidFill>
                  <a:srgbClr val="102B49"/>
                </a:solidFill>
                <a:latin typeface="Segoe UI"/>
                <a:ea typeface="Segoe UI"/>
                <a:cs typeface="Segoe UI"/>
              </a:rPr>
              <a:t>arrangement</a:t>
            </a:r>
          </a:p>
        </p:txBody>
      </p:sp>
      <p:sp>
        <p:nvSpPr>
          <p:cNvPr id="29" name="profile-831">
            <a:extLst xmlns:a="http://schemas.openxmlformats.org/drawingml/2006/main">
              <a:ext uri="{FF2B5EF4-FFF2-40B4-BE49-F238E27FC236}">
                <a16:creationId xmlns:a16="http://schemas.microsoft.com/office/drawing/2014/main" id="{58FA3DCE-DB06-4AB9-ABB3-C47CDFC4D0DA}"/>
              </a:ext>
            </a:extLst>
          </p:cNvPr>
          <p:cNvSpPr>
            <a:spLocks xmlns:a="http://schemas.openxmlformats.org/drawingml/2006/main" noGrp="1"/>
          </p:cNvSpPr>
          <p:nvPr/>
        </p:nvSpPr>
        <p:spPr>
          <a:xfrm xmlns:a="http://schemas.openxmlformats.org/drawingml/2006/main">
            <a:off x="400050" y="5572125"/>
            <a:ext cx="11144250" cy="3177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1267A5"/>
                </a:solidFill>
                <a:latin typeface="Segoe UI"/>
                <a:ea typeface="Segoe UI"/>
                <a:cs typeface="Segoe UI"/>
              </a:defRPr>
            </a:defPPr>
          </a:lstStyle>
          <a:p xmlns:a="http://schemas.openxmlformats.org/drawingml/2006/main">
            <a:pPr algn="l">
              <a:defRPr sz="1725" b="1">
                <a:solidFill>
                  <a:srgbClr val="1267A5"/>
                </a:solidFill>
                <a:latin typeface="Segoe UI"/>
                <a:ea typeface="Segoe UI"/>
                <a:cs typeface="Segoe UI"/>
              </a:defRPr>
            </a:pPr>
            <a:r>
              <a:rPr sz="1725" b="1">
                <a:solidFill>
                  <a:srgbClr val="1267A5"/>
                </a:solidFill>
                <a:latin typeface="Segoe UI"/>
                <a:ea typeface="Segoe UI"/>
                <a:cs typeface="Segoe UI"/>
              </a:rPr>
              <a:t>Detailed city and municipality coverage follows in the appendix.</a:t>
            </a:r>
          </a:p>
        </p:txBody>
      </p:sp>
      <p:sp>
        <p:nvSpPr>
          <p:cNvPr id="30" name="profile-832">
            <a:extLst xmlns:a="http://schemas.openxmlformats.org/drawingml/2006/main">
              <a:ext uri="{FF2B5EF4-FFF2-40B4-BE49-F238E27FC236}">
                <a16:creationId xmlns:a16="http://schemas.microsoft.com/office/drawing/2014/main" id="{AD217D2A-52BB-42A3-B648-2BAD8DA0CD08}"/>
              </a:ext>
            </a:extLst>
          </p:cNvPr>
          <p:cNvSpPr>
            <a:spLocks xmlns:a="http://schemas.openxmlformats.org/drawingml/2006/main" noGrp="1"/>
          </p:cNvSpPr>
          <p:nvPr/>
        </p:nvSpPr>
        <p:spPr>
          <a:xfrm xmlns:a="http://schemas.openxmlformats.org/drawingml/2006/main">
            <a:off x="400050" y="5981700"/>
            <a:ext cx="11334750" cy="1895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456079"/>
                </a:solidFill>
                <a:latin typeface="Segoe UI"/>
                <a:ea typeface="Segoe UI"/>
                <a:cs typeface="Segoe UI"/>
              </a:defRPr>
            </a:defPPr>
          </a:lstStyle>
          <a:p xmlns:a="http://schemas.openxmlformats.org/drawingml/2006/main">
            <a:pPr algn="l">
              <a:defRPr sz="975" b="0">
                <a:solidFill>
                  <a:srgbClr val="456079"/>
                </a:solidFill>
                <a:latin typeface="Segoe UI"/>
                <a:ea typeface="Segoe UI"/>
                <a:cs typeface="Segoe UI"/>
              </a:defRPr>
            </a:pPr>
            <a:r>
              <a:rPr sz="975" b="0">
                <a:solidFill>
                  <a:srgbClr val="456079"/>
                </a:solidFill>
                <a:latin typeface="Segoe UI"/>
                <a:ea typeface="Segoe UI"/>
                <a:cs typeface="Segoe UI"/>
              </a:rPr>
              <a:t>Service availability, travel requirements and schedules are confirmed for each request.</a:t>
            </a:r>
          </a:p>
        </p:txBody>
      </p:sp>
    </p:spTree>
    <p:extLst>
      <p:ext uri="{BB962C8B-B14F-4D97-AF65-F5344CB8AC3E}">
        <p14:creationId xmlns:p14="http://schemas.microsoft.com/office/powerpoint/2010/main" val="688877069"/>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profile-833">
            <a:extLst xmlns:a="http://schemas.openxmlformats.org/drawingml/2006/main">
              <a:ext uri="{FF2B5EF4-FFF2-40B4-BE49-F238E27FC236}">
                <a16:creationId xmlns:a16="http://schemas.microsoft.com/office/drawing/2014/main" id="{A29A4347-EAD7-4241-ACEB-A8FD3D314155}"/>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834">
            <a:extLst xmlns:a="http://schemas.openxmlformats.org/drawingml/2006/main">
              <a:ext uri="{FF2B5EF4-FFF2-40B4-BE49-F238E27FC236}">
                <a16:creationId xmlns:a16="http://schemas.microsoft.com/office/drawing/2014/main" id="{1F70E000-85A0-4277-824B-4731B986F95E}"/>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FAA57489-6A1C-4C32-8783-3779320D25A4}"/>
              </a:ext>
            </a:extLst>
          </p:cNvPr>
          <p:cNvPicPr>
            <a:picLocks xmlns:a="http://schemas.openxmlformats.org/drawingml/2006/main" noChangeAspect="1"/>
          </p:cNvPicPr>
          <p:nvPr/>
        </p:nvPicPr>
        <p:blipFill>
          <a:blip xmlns:r="http://schemas.openxmlformats.org/officeDocument/2006/relationships" xmlns:a="http://schemas.openxmlformats.org/drawingml/2006/main" r:embed="R52c0eb9fb8994a73"/>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835">
            <a:extLst xmlns:a="http://schemas.openxmlformats.org/drawingml/2006/main">
              <a:ext uri="{FF2B5EF4-FFF2-40B4-BE49-F238E27FC236}">
                <a16:creationId xmlns:a16="http://schemas.microsoft.com/office/drawing/2014/main" id="{4F8C35D3-AE57-4622-8D9A-1E2E6D79714D}"/>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836">
            <a:extLst xmlns:a="http://schemas.openxmlformats.org/drawingml/2006/main">
              <a:ext uri="{FF2B5EF4-FFF2-40B4-BE49-F238E27FC236}">
                <a16:creationId xmlns:a16="http://schemas.microsoft.com/office/drawing/2014/main" id="{7778BCB0-6153-4253-A474-EE8A792B7577}"/>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and Pest Management Services OPC</a:t>
            </a:r>
          </a:p>
        </p:txBody>
      </p:sp>
      <p:sp>
        <p:nvSpPr>
          <p:cNvPr id="6" name="profile-837">
            <a:extLst xmlns:a="http://schemas.openxmlformats.org/drawingml/2006/main">
              <a:ext uri="{FF2B5EF4-FFF2-40B4-BE49-F238E27FC236}">
                <a16:creationId xmlns:a16="http://schemas.microsoft.com/office/drawing/2014/main" id="{63323885-6699-42E4-8471-B416F46B5603}"/>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Globe 0917 671 6383   |   Smart 0939 245 6217</a:t>
            </a:r>
          </a:p>
        </p:txBody>
      </p:sp>
      <p:sp>
        <p:nvSpPr>
          <p:cNvPr id="7" name="profile-838">
            <a:extLst xmlns:a="http://schemas.openxmlformats.org/drawingml/2006/main">
              <a:ext uri="{FF2B5EF4-FFF2-40B4-BE49-F238E27FC236}">
                <a16:creationId xmlns:a16="http://schemas.microsoft.com/office/drawing/2014/main" id="{24401B14-87FA-4C49-A2D1-FD1D1D9248A1}"/>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839">
            <a:extLst xmlns:a="http://schemas.openxmlformats.org/drawingml/2006/main">
              <a:ext uri="{FF2B5EF4-FFF2-40B4-BE49-F238E27FC236}">
                <a16:creationId xmlns:a16="http://schemas.microsoft.com/office/drawing/2014/main" id="{AA7F6D75-BA5A-45C9-AAD1-21F75DEA3ED9}"/>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TO FOLLOW</a:t>
            </a:r>
          </a:p>
        </p:txBody>
      </p:sp>
      <p:sp>
        <p:nvSpPr>
          <p:cNvPr id="9" name="profile-840">
            <a:extLst xmlns:a="http://schemas.openxmlformats.org/drawingml/2006/main">
              <a:ext uri="{FF2B5EF4-FFF2-40B4-BE49-F238E27FC236}">
                <a16:creationId xmlns:a16="http://schemas.microsoft.com/office/drawing/2014/main" id="{31B63A67-E3D6-442F-A14F-DDCBEB3385E4}"/>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841">
            <a:extLst xmlns:a="http://schemas.openxmlformats.org/drawingml/2006/main">
              <a:ext uri="{FF2B5EF4-FFF2-40B4-BE49-F238E27FC236}">
                <a16:creationId xmlns:a16="http://schemas.microsoft.com/office/drawing/2014/main" id="{EAB5F8AE-01BF-4088-B00D-B590D839E6A2}"/>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842">
            <a:extLst xmlns:a="http://schemas.openxmlformats.org/drawingml/2006/main">
              <a:ext uri="{FF2B5EF4-FFF2-40B4-BE49-F238E27FC236}">
                <a16:creationId xmlns:a16="http://schemas.microsoft.com/office/drawing/2014/main" id="{7484AD80-4D9E-49C5-B00B-80B496F42DF5}"/>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843">
            <a:extLst xmlns:a="http://schemas.openxmlformats.org/drawingml/2006/main">
              <a:ext uri="{FF2B5EF4-FFF2-40B4-BE49-F238E27FC236}">
                <a16:creationId xmlns:a16="http://schemas.microsoft.com/office/drawing/2014/main" id="{1924CB2C-D59B-47DE-B1AA-31262AB43580}"/>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844">
            <a:extLst xmlns:a="http://schemas.openxmlformats.org/drawingml/2006/main">
              <a:ext uri="{FF2B5EF4-FFF2-40B4-BE49-F238E27FC236}">
                <a16:creationId xmlns:a16="http://schemas.microsoft.com/office/drawing/2014/main" id="{A55E3A4B-92F8-4888-8A21-9A2BF5D0E2CC}"/>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845">
            <a:extLst xmlns:a="http://schemas.openxmlformats.org/drawingml/2006/main">
              <a:ext uri="{FF2B5EF4-FFF2-40B4-BE49-F238E27FC236}">
                <a16:creationId xmlns:a16="http://schemas.microsoft.com/office/drawing/2014/main" id="{5FE1BE70-92BC-4BF0-A5EA-91B9771F0BE9}"/>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846">
            <a:extLst xmlns:a="http://schemas.openxmlformats.org/drawingml/2006/main">
              <a:ext uri="{FF2B5EF4-FFF2-40B4-BE49-F238E27FC236}">
                <a16:creationId xmlns:a16="http://schemas.microsoft.com/office/drawing/2014/main" id="{C87AE3AE-EBF3-425C-B96D-CDFDF6E621D0}"/>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27</a:t>
            </a:r>
          </a:p>
        </p:txBody>
      </p:sp>
      <p:sp>
        <p:nvSpPr>
          <p:cNvPr id="16" name="profile-847">
            <a:extLst xmlns:a="http://schemas.openxmlformats.org/drawingml/2006/main">
              <a:ext uri="{FF2B5EF4-FFF2-40B4-BE49-F238E27FC236}">
                <a16:creationId xmlns:a16="http://schemas.microsoft.com/office/drawing/2014/main" id="{67819B5B-83A3-4026-96CE-A6167D6B6B29}"/>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Let us review your property service needs</a:t>
            </a:r>
          </a:p>
        </p:txBody>
      </p:sp>
      <p:sp>
        <p:nvSpPr>
          <p:cNvPr id="17" name="profile-848">
            <a:extLst xmlns:a="http://schemas.openxmlformats.org/drawingml/2006/main">
              <a:ext uri="{FF2B5EF4-FFF2-40B4-BE49-F238E27FC236}">
                <a16:creationId xmlns:a16="http://schemas.microsoft.com/office/drawing/2014/main" id="{180433BB-C5BC-481E-ADB1-B639B49AECFB}"/>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849">
            <a:extLst xmlns:a="http://schemas.openxmlformats.org/drawingml/2006/main">
              <a:ext uri="{FF2B5EF4-FFF2-40B4-BE49-F238E27FC236}">
                <a16:creationId xmlns:a16="http://schemas.microsoft.com/office/drawing/2014/main" id="{AB5BD500-5659-4C77-A71F-2076AFBE29AE}"/>
              </a:ext>
            </a:extLst>
          </p:cNvPr>
          <p:cNvSpPr>
            <a:spLocks xmlns:a="http://schemas.openxmlformats.org/drawingml/2006/main" noGrp="1"/>
          </p:cNvSpPr>
          <p:nvPr/>
        </p:nvSpPr>
        <p:spPr>
          <a:xfrm xmlns:a="http://schemas.openxmlformats.org/drawingml/2006/main">
            <a:off x="400050" y="2247900"/>
            <a:ext cx="11239500" cy="3806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00" b="1">
                <a:solidFill>
                  <a:srgbClr val="0E2C5E"/>
                </a:solidFill>
                <a:latin typeface="Segoe UI"/>
                <a:ea typeface="Segoe UI"/>
                <a:cs typeface="Segoe UI"/>
              </a:defRPr>
            </a:defPPr>
          </a:lstStyle>
          <a:p xmlns:a="http://schemas.openxmlformats.org/drawingml/2006/main">
            <a:pPr algn="l">
              <a:defRPr sz="2100" b="1">
                <a:solidFill>
                  <a:srgbClr val="0E2C5E"/>
                </a:solidFill>
                <a:latin typeface="Segoe UI"/>
                <a:ea typeface="Segoe UI"/>
                <a:cs typeface="Segoe UI"/>
              </a:defRPr>
            </a:pPr>
            <a:r>
              <a:rPr sz="2100" b="1">
                <a:solidFill>
                  <a:srgbClr val="0E2C5E"/>
                </a:solidFill>
                <a:latin typeface="Segoe UI"/>
                <a:ea typeface="Segoe UI"/>
                <a:cs typeface="Segoe UI"/>
              </a:rPr>
              <a:t>Arrange a site assessment or discuss a service proposal with Oceanides.</a:t>
            </a:r>
          </a:p>
        </p:txBody>
      </p:sp>
      <p:sp>
        <p:nvSpPr>
          <p:cNvPr id="19" name="profile-850">
            <a:extLst xmlns:a="http://schemas.openxmlformats.org/drawingml/2006/main">
              <a:ext uri="{FF2B5EF4-FFF2-40B4-BE49-F238E27FC236}">
                <a16:creationId xmlns:a16="http://schemas.microsoft.com/office/drawing/2014/main" id="{64F90284-5520-471B-9178-200CED4C534D}"/>
              </a:ext>
            </a:extLst>
          </p:cNvPr>
          <p:cNvSpPr>
            <a:spLocks xmlns:a="http://schemas.openxmlformats.org/drawingml/2006/main" noGrp="1"/>
          </p:cNvSpPr>
          <p:nvPr/>
        </p:nvSpPr>
        <p:spPr>
          <a:xfrm xmlns:a="http://schemas.openxmlformats.org/drawingml/2006/main">
            <a:off x="400050" y="3067050"/>
            <a:ext cx="5429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750" b="1">
                <a:solidFill>
                  <a:srgbClr val="1267A5"/>
                </a:solidFill>
                <a:latin typeface="Segoe UI"/>
                <a:ea typeface="Segoe UI"/>
                <a:cs typeface="Segoe UI"/>
              </a:defRPr>
            </a:defPPr>
          </a:lstStyle>
          <a:p xmlns:a="http://schemas.openxmlformats.org/drawingml/2006/main">
            <a:pPr algn="l">
              <a:defRPr sz="3750" b="1">
                <a:solidFill>
                  <a:srgbClr val="1267A5"/>
                </a:solidFill>
                <a:latin typeface="Segoe UI"/>
                <a:ea typeface="Segoe UI"/>
                <a:cs typeface="Segoe UI"/>
              </a:defRPr>
            </a:pPr>
            <a:r>
              <a:rPr sz="3750" b="1">
                <a:solidFill>
                  <a:srgbClr val="1267A5"/>
                </a:solidFill>
                <a:latin typeface="Segoe UI"/>
                <a:ea typeface="Segoe UI"/>
                <a:cs typeface="Segoe UI"/>
              </a:rPr>
              <a:t>0917 671 6383</a:t>
            </a:r>
          </a:p>
        </p:txBody>
      </p:sp>
      <p:sp>
        <p:nvSpPr>
          <p:cNvPr id="20" name="profile-851">
            <a:extLst xmlns:a="http://schemas.openxmlformats.org/drawingml/2006/main">
              <a:ext uri="{FF2B5EF4-FFF2-40B4-BE49-F238E27FC236}">
                <a16:creationId xmlns:a16="http://schemas.microsoft.com/office/drawing/2014/main" id="{5A9B9A34-234C-4973-9377-246779C6A0AF}"/>
              </a:ext>
            </a:extLst>
          </p:cNvPr>
          <p:cNvSpPr>
            <a:spLocks xmlns:a="http://schemas.openxmlformats.org/drawingml/2006/main" noGrp="1"/>
          </p:cNvSpPr>
          <p:nvPr/>
        </p:nvSpPr>
        <p:spPr>
          <a:xfrm xmlns:a="http://schemas.openxmlformats.org/drawingml/2006/main">
            <a:off x="6276975" y="3067050"/>
            <a:ext cx="5476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750" b="1">
                <a:solidFill>
                  <a:srgbClr val="1267A5"/>
                </a:solidFill>
                <a:latin typeface="Segoe UI"/>
                <a:ea typeface="Segoe UI"/>
                <a:cs typeface="Segoe UI"/>
              </a:defRPr>
            </a:defPPr>
          </a:lstStyle>
          <a:p xmlns:a="http://schemas.openxmlformats.org/drawingml/2006/main">
            <a:pPr algn="l">
              <a:defRPr sz="3750" b="1">
                <a:solidFill>
                  <a:srgbClr val="1267A5"/>
                </a:solidFill>
                <a:latin typeface="Segoe UI"/>
                <a:ea typeface="Segoe UI"/>
                <a:cs typeface="Segoe UI"/>
              </a:defRPr>
            </a:pPr>
            <a:r>
              <a:rPr sz="3750" b="1">
                <a:solidFill>
                  <a:srgbClr val="1267A5"/>
                </a:solidFill>
                <a:latin typeface="Segoe UI"/>
                <a:ea typeface="Segoe UI"/>
                <a:cs typeface="Segoe UI"/>
              </a:rPr>
              <a:t>0939 245 6217</a:t>
            </a:r>
          </a:p>
        </p:txBody>
      </p:sp>
      <p:sp>
        <p:nvSpPr>
          <p:cNvPr id="21" name="profile-852">
            <a:extLst xmlns:a="http://schemas.openxmlformats.org/drawingml/2006/main">
              <a:ext uri="{FF2B5EF4-FFF2-40B4-BE49-F238E27FC236}">
                <a16:creationId xmlns:a16="http://schemas.microsoft.com/office/drawing/2014/main" id="{9BBEFC28-7665-4FE0-8047-5B83DA3B25BB}"/>
              </a:ext>
            </a:extLst>
          </p:cNvPr>
          <p:cNvSpPr>
            <a:spLocks xmlns:a="http://schemas.openxmlformats.org/drawingml/2006/main" noGrp="1"/>
          </p:cNvSpPr>
          <p:nvPr/>
        </p:nvSpPr>
        <p:spPr>
          <a:xfrm xmlns:a="http://schemas.openxmlformats.org/drawingml/2006/main">
            <a:off x="400050" y="39243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0E2C5E"/>
                </a:solidFill>
                <a:latin typeface="Segoe UI"/>
                <a:ea typeface="Segoe UI"/>
                <a:cs typeface="Segoe UI"/>
              </a:defRPr>
            </a:defPPr>
          </a:lstStyle>
          <a:p xmlns:a="http://schemas.openxmlformats.org/drawingml/2006/main">
            <a:pPr algn="l">
              <a:defRPr sz="2175" b="1">
                <a:solidFill>
                  <a:srgbClr val="0E2C5E"/>
                </a:solidFill>
                <a:latin typeface="Segoe UI"/>
                <a:ea typeface="Segoe UI"/>
                <a:cs typeface="Segoe UI"/>
              </a:defRPr>
            </a:pPr>
            <a:r>
              <a:rPr sz="2175" b="1">
                <a:solidFill>
                  <a:srgbClr val="0E2C5E"/>
                </a:solidFill>
                <a:latin typeface="Segoe UI"/>
                <a:ea typeface="Segoe UI"/>
                <a:cs typeface="Segoe UI"/>
              </a:rPr>
              <a:t>(02) 8633 8486</a:t>
            </a:r>
          </a:p>
        </p:txBody>
      </p:sp>
      <p:sp>
        <p:nvSpPr>
          <p:cNvPr id="22" name="profile-853">
            <a:extLst xmlns:a="http://schemas.openxmlformats.org/drawingml/2006/main">
              <a:ext uri="{FF2B5EF4-FFF2-40B4-BE49-F238E27FC236}">
                <a16:creationId xmlns:a16="http://schemas.microsoft.com/office/drawing/2014/main" id="{5F543BCC-7184-42B5-AC9B-F38A322CC19E}"/>
              </a:ext>
            </a:extLst>
          </p:cNvPr>
          <p:cNvSpPr>
            <a:spLocks xmlns:a="http://schemas.openxmlformats.org/drawingml/2006/main" noGrp="1"/>
          </p:cNvSpPr>
          <p:nvPr/>
        </p:nvSpPr>
        <p:spPr>
          <a:xfrm xmlns:a="http://schemas.openxmlformats.org/drawingml/2006/main">
            <a:off x="6276975" y="3914775"/>
            <a:ext cx="54673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102B49"/>
                </a:solidFill>
                <a:latin typeface="Segoe UI"/>
                <a:ea typeface="Segoe UI"/>
                <a:cs typeface="Segoe UI"/>
              </a:defRPr>
            </a:defPPr>
          </a:lstStyle>
          <a:p xmlns:a="http://schemas.openxmlformats.org/drawingml/2006/main">
            <a:pPr algn="l">
              <a:defRPr sz="1800" b="0">
                <a:solidFill>
                  <a:srgbClr val="102B49"/>
                </a:solidFill>
                <a:latin typeface="Segoe UI"/>
                <a:ea typeface="Segoe UI"/>
                <a:cs typeface="Segoe UI"/>
              </a:defRPr>
            </a:pPr>
            <a:r>
              <a:rPr sz="1800" b="0">
                <a:solidFill>
                  <a:srgbClr val="102B49"/>
                </a:solidFill>
                <a:latin typeface="Segoe UI"/>
                <a:ea typeface="Segoe UI"/>
                <a:cs typeface="Segoe UI"/>
              </a:rPr>
              <a:t>Tramo Street Corner Dandan</a:t>
            </a:r>
          </a:p>
        </p:txBody>
      </p:sp>
      <p:sp>
        <p:nvSpPr>
          <p:cNvPr id="23" name="profile-854">
            <a:extLst xmlns:a="http://schemas.openxmlformats.org/drawingml/2006/main">
              <a:ext uri="{FF2B5EF4-FFF2-40B4-BE49-F238E27FC236}">
                <a16:creationId xmlns:a16="http://schemas.microsoft.com/office/drawing/2014/main" id="{7BD2BFE8-996F-45E1-BB95-FE12E29CAE4D}"/>
              </a:ext>
            </a:extLst>
          </p:cNvPr>
          <p:cNvSpPr>
            <a:spLocks xmlns:a="http://schemas.openxmlformats.org/drawingml/2006/main" noGrp="1"/>
          </p:cNvSpPr>
          <p:nvPr/>
        </p:nvSpPr>
        <p:spPr>
          <a:xfrm xmlns:a="http://schemas.openxmlformats.org/drawingml/2006/main">
            <a:off x="6276975" y="4238625"/>
            <a:ext cx="54673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102B49"/>
                </a:solidFill>
                <a:latin typeface="Segoe UI"/>
                <a:ea typeface="Segoe UI"/>
                <a:cs typeface="Segoe UI"/>
              </a:defRPr>
            </a:defPPr>
          </a:lstStyle>
          <a:p xmlns:a="http://schemas.openxmlformats.org/drawingml/2006/main">
            <a:pPr algn="l">
              <a:defRPr sz="1800" b="0">
                <a:solidFill>
                  <a:srgbClr val="102B49"/>
                </a:solidFill>
                <a:latin typeface="Segoe UI"/>
                <a:ea typeface="Segoe UI"/>
                <a:cs typeface="Segoe UI"/>
              </a:defRPr>
            </a:pPr>
            <a:r>
              <a:rPr sz="1800" b="0">
                <a:solidFill>
                  <a:srgbClr val="102B49"/>
                </a:solidFill>
                <a:latin typeface="Segoe UI"/>
                <a:ea typeface="Segoe UI"/>
                <a:cs typeface="Segoe UI"/>
              </a:rPr>
              <a:t>Pasay City, Philippines 1300</a:t>
            </a:r>
          </a:p>
        </p:txBody>
      </p:sp>
      <p:sp>
        <p:nvSpPr>
          <p:cNvPr id="24" name="profile-855">
            <a:extLst xmlns:a="http://schemas.openxmlformats.org/drawingml/2006/main">
              <a:ext uri="{FF2B5EF4-FFF2-40B4-BE49-F238E27FC236}">
                <a16:creationId xmlns:a16="http://schemas.microsoft.com/office/drawing/2014/main" id="{408DA302-B68A-4AA3-BC97-6AF4D4A62A94}"/>
              </a:ext>
            </a:extLst>
          </p:cNvPr>
          <p:cNvSpPr>
            <a:spLocks xmlns:a="http://schemas.openxmlformats.org/drawingml/2006/main" noGrp="1"/>
          </p:cNvSpPr>
          <p:nvPr/>
        </p:nvSpPr>
        <p:spPr>
          <a:xfrm xmlns:a="http://schemas.openxmlformats.org/drawingml/2006/main">
            <a:off x="400050" y="4895850"/>
            <a:ext cx="11239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0E2C5E"/>
                </a:solidFill>
                <a:latin typeface="Segoe UI"/>
                <a:ea typeface="Segoe UI"/>
                <a:cs typeface="Segoe UI"/>
              </a:defRPr>
            </a:defPPr>
          </a:lstStyle>
          <a:p xmlns:a="http://schemas.openxmlformats.org/drawingml/2006/main">
            <a:pPr algn="l">
              <a:defRPr sz="1950" b="1">
                <a:solidFill>
                  <a:srgbClr val="0E2C5E"/>
                </a:solidFill>
                <a:latin typeface="Segoe UI"/>
                <a:ea typeface="Segoe UI"/>
                <a:cs typeface="Segoe UI"/>
              </a:defRPr>
            </a:pPr>
            <a:r>
              <a:rPr sz="1950" b="1">
                <a:solidFill>
                  <a:srgbClr val="0E2C5E"/>
                </a:solidFill>
                <a:latin typeface="Segoe UI"/>
                <a:ea typeface="Segoe UI"/>
                <a:cs typeface="Segoe UI"/>
              </a:rPr>
              <a:t>marketing@oceanidessepticandpest.com</a:t>
            </a:r>
          </a:p>
        </p:txBody>
      </p:sp>
      <p:sp>
        <p:nvSpPr>
          <p:cNvPr id="25" name="profile-856">
            <a:extLst xmlns:a="http://schemas.openxmlformats.org/drawingml/2006/main">
              <a:ext uri="{FF2B5EF4-FFF2-40B4-BE49-F238E27FC236}">
                <a16:creationId xmlns:a16="http://schemas.microsoft.com/office/drawing/2014/main" id="{DA818ABA-9D5F-4AC0-9D0A-75CE7CCF3EB0}"/>
              </a:ext>
            </a:extLst>
          </p:cNvPr>
          <p:cNvSpPr>
            <a:spLocks xmlns:a="http://schemas.openxmlformats.org/drawingml/2006/main" noGrp="1"/>
          </p:cNvSpPr>
          <p:nvPr/>
        </p:nvSpPr>
        <p:spPr>
          <a:xfrm xmlns:a="http://schemas.openxmlformats.org/drawingml/2006/main">
            <a:off x="400050" y="5276850"/>
            <a:ext cx="11239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0E2C5E"/>
                </a:solidFill>
                <a:latin typeface="Segoe UI"/>
                <a:ea typeface="Segoe UI"/>
                <a:cs typeface="Segoe UI"/>
              </a:defRPr>
            </a:defPPr>
          </a:lstStyle>
          <a:p xmlns:a="http://schemas.openxmlformats.org/drawingml/2006/main">
            <a:pPr algn="l">
              <a:defRPr sz="1950" b="1">
                <a:solidFill>
                  <a:srgbClr val="0E2C5E"/>
                </a:solidFill>
                <a:latin typeface="Segoe UI"/>
                <a:ea typeface="Segoe UI"/>
                <a:cs typeface="Segoe UI"/>
              </a:defRPr>
            </a:pPr>
            <a:r>
              <a:rPr sz="1950" b="1">
                <a:solidFill>
                  <a:srgbClr val="0E2C5E"/>
                </a:solidFill>
                <a:latin typeface="Segoe UI"/>
                <a:ea typeface="Segoe UI"/>
                <a:cs typeface="Segoe UI"/>
              </a:rPr>
              <a:t>corporate@oceanidessepticandpest.com</a:t>
            </a:r>
          </a:p>
        </p:txBody>
      </p:sp>
      <p:sp>
        <p:nvSpPr>
          <p:cNvPr id="26" name="profile-857">
            <a:extLst xmlns:a="http://schemas.openxmlformats.org/drawingml/2006/main">
              <a:ext uri="{FF2B5EF4-FFF2-40B4-BE49-F238E27FC236}">
                <a16:creationId xmlns:a16="http://schemas.microsoft.com/office/drawing/2014/main" id="{ECE89DD5-FF3B-49EC-B02A-643DBC10D29F}"/>
              </a:ext>
            </a:extLst>
          </p:cNvPr>
          <p:cNvSpPr>
            <a:spLocks xmlns:a="http://schemas.openxmlformats.org/drawingml/2006/main" noGrp="1"/>
          </p:cNvSpPr>
          <p:nvPr/>
        </p:nvSpPr>
        <p:spPr>
          <a:xfrm xmlns:a="http://schemas.openxmlformats.org/drawingml/2006/main">
            <a:off x="400050" y="5943600"/>
            <a:ext cx="11334750" cy="2390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0">
                <a:solidFill>
                  <a:srgbClr val="456079"/>
                </a:solidFill>
                <a:latin typeface="Segoe UI"/>
                <a:ea typeface="Segoe UI"/>
                <a:cs typeface="Segoe UI"/>
              </a:defRPr>
            </a:defPPr>
          </a:lstStyle>
          <a:p xmlns:a="http://schemas.openxmlformats.org/drawingml/2006/main">
            <a:pPr algn="l">
              <a:defRPr sz="1275" b="0">
                <a:solidFill>
                  <a:srgbClr val="456079"/>
                </a:solidFill>
                <a:latin typeface="Segoe UI"/>
                <a:ea typeface="Segoe UI"/>
                <a:cs typeface="Segoe UI"/>
              </a:defRPr>
            </a:pPr>
            <a:r>
              <a:rPr sz="1275" b="0">
                <a:solidFill>
                  <a:srgbClr val="456079"/>
                </a:solidFill>
                <a:latin typeface="Segoe UI"/>
                <a:ea typeface="Segoe UI"/>
                <a:cs typeface="Segoe UI"/>
              </a:rPr>
              <a:t>Please share the service, site location and preferred schedule so we can coordinate the next step.</a:t>
            </a:r>
          </a:p>
        </p:txBody>
      </p:sp>
    </p:spTree>
    <p:extLst>
      <p:ext uri="{BB962C8B-B14F-4D97-AF65-F5344CB8AC3E}">
        <p14:creationId xmlns:p14="http://schemas.microsoft.com/office/powerpoint/2010/main" val="19922881"/>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4" name="profile-858">
            <a:extLst xmlns:a="http://schemas.openxmlformats.org/drawingml/2006/main">
              <a:ext uri="{FF2B5EF4-FFF2-40B4-BE49-F238E27FC236}">
                <a16:creationId xmlns:a16="http://schemas.microsoft.com/office/drawing/2014/main" id="{E48A52C2-3E73-4FAA-9694-C674CF2A68AC}"/>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859">
            <a:extLst xmlns:a="http://schemas.openxmlformats.org/drawingml/2006/main">
              <a:ext uri="{FF2B5EF4-FFF2-40B4-BE49-F238E27FC236}">
                <a16:creationId xmlns:a16="http://schemas.microsoft.com/office/drawing/2014/main" id="{CCC7ECAB-1FF5-4617-B148-D01BE9EBE664}"/>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05A28250-191A-49D4-9D1F-74DB0F2C0A77}"/>
              </a:ext>
            </a:extLst>
          </p:cNvPr>
          <p:cNvPicPr>
            <a:picLocks xmlns:a="http://schemas.openxmlformats.org/drawingml/2006/main" noChangeAspect="1"/>
          </p:cNvPicPr>
          <p:nvPr/>
        </p:nvPicPr>
        <p:blipFill>
          <a:blip xmlns:r="http://schemas.openxmlformats.org/officeDocument/2006/relationships" xmlns:a="http://schemas.openxmlformats.org/drawingml/2006/main" r:embed="Rbe45a64e80fa4ced"/>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860">
            <a:extLst xmlns:a="http://schemas.openxmlformats.org/drawingml/2006/main">
              <a:ext uri="{FF2B5EF4-FFF2-40B4-BE49-F238E27FC236}">
                <a16:creationId xmlns:a16="http://schemas.microsoft.com/office/drawing/2014/main" id="{B2C09CD0-98C0-4110-9409-63491CEC15CF}"/>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861">
            <a:extLst xmlns:a="http://schemas.openxmlformats.org/drawingml/2006/main">
              <a:ext uri="{FF2B5EF4-FFF2-40B4-BE49-F238E27FC236}">
                <a16:creationId xmlns:a16="http://schemas.microsoft.com/office/drawing/2014/main" id="{2434B333-7663-4496-8236-5C6C6784DF87}"/>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and Pest Management Services OPC</a:t>
            </a:r>
          </a:p>
        </p:txBody>
      </p:sp>
      <p:sp>
        <p:nvSpPr>
          <p:cNvPr id="6" name="profile-862">
            <a:extLst xmlns:a="http://schemas.openxmlformats.org/drawingml/2006/main">
              <a:ext uri="{FF2B5EF4-FFF2-40B4-BE49-F238E27FC236}">
                <a16:creationId xmlns:a16="http://schemas.microsoft.com/office/drawing/2014/main" id="{6F4095F1-E2F0-4836-AD64-03CB9457A6A9}"/>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Globe 0917 671 6383   |   Smart 0939 245 6217</a:t>
            </a:r>
          </a:p>
        </p:txBody>
      </p:sp>
      <p:sp>
        <p:nvSpPr>
          <p:cNvPr id="7" name="profile-863">
            <a:extLst xmlns:a="http://schemas.openxmlformats.org/drawingml/2006/main">
              <a:ext uri="{FF2B5EF4-FFF2-40B4-BE49-F238E27FC236}">
                <a16:creationId xmlns:a16="http://schemas.microsoft.com/office/drawing/2014/main" id="{A33007FB-D44E-4653-89BC-4A5510DEA69F}"/>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864">
            <a:extLst xmlns:a="http://schemas.openxmlformats.org/drawingml/2006/main">
              <a:ext uri="{FF2B5EF4-FFF2-40B4-BE49-F238E27FC236}">
                <a16:creationId xmlns:a16="http://schemas.microsoft.com/office/drawing/2014/main" id="{2CE1AB6A-69F5-46F5-A1BF-F5704B9D42D3}"/>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TO FOLLOW</a:t>
            </a:r>
          </a:p>
        </p:txBody>
      </p:sp>
      <p:sp>
        <p:nvSpPr>
          <p:cNvPr id="9" name="profile-865">
            <a:extLst xmlns:a="http://schemas.openxmlformats.org/drawingml/2006/main">
              <a:ext uri="{FF2B5EF4-FFF2-40B4-BE49-F238E27FC236}">
                <a16:creationId xmlns:a16="http://schemas.microsoft.com/office/drawing/2014/main" id="{E6BA1058-4ADC-48A1-9C41-6BC17106131C}"/>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866">
            <a:extLst xmlns:a="http://schemas.openxmlformats.org/drawingml/2006/main">
              <a:ext uri="{FF2B5EF4-FFF2-40B4-BE49-F238E27FC236}">
                <a16:creationId xmlns:a16="http://schemas.microsoft.com/office/drawing/2014/main" id="{87C04FAE-8AF4-4C5F-B9CB-E5A4ADA9289C}"/>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867">
            <a:extLst xmlns:a="http://schemas.openxmlformats.org/drawingml/2006/main">
              <a:ext uri="{FF2B5EF4-FFF2-40B4-BE49-F238E27FC236}">
                <a16:creationId xmlns:a16="http://schemas.microsoft.com/office/drawing/2014/main" id="{F1D5E3AC-4B60-4001-A4E8-281462C74FA9}"/>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868">
            <a:extLst xmlns:a="http://schemas.openxmlformats.org/drawingml/2006/main">
              <a:ext uri="{FF2B5EF4-FFF2-40B4-BE49-F238E27FC236}">
                <a16:creationId xmlns:a16="http://schemas.microsoft.com/office/drawing/2014/main" id="{87603D31-F302-489E-8D23-B1D67E23257C}"/>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869">
            <a:extLst xmlns:a="http://schemas.openxmlformats.org/drawingml/2006/main">
              <a:ext uri="{FF2B5EF4-FFF2-40B4-BE49-F238E27FC236}">
                <a16:creationId xmlns:a16="http://schemas.microsoft.com/office/drawing/2014/main" id="{9D9117A4-90A8-4425-8639-E2B907396778}"/>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870">
            <a:extLst xmlns:a="http://schemas.openxmlformats.org/drawingml/2006/main">
              <a:ext uri="{FF2B5EF4-FFF2-40B4-BE49-F238E27FC236}">
                <a16:creationId xmlns:a16="http://schemas.microsoft.com/office/drawing/2014/main" id="{9F0F0086-1BBD-4A13-B63A-B39E3A4DA785}"/>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871">
            <a:extLst xmlns:a="http://schemas.openxmlformats.org/drawingml/2006/main">
              <a:ext uri="{FF2B5EF4-FFF2-40B4-BE49-F238E27FC236}">
                <a16:creationId xmlns:a16="http://schemas.microsoft.com/office/drawing/2014/main" id="{7FF6F239-19AA-4A4B-9E12-C166DC3F1FC9}"/>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28</a:t>
            </a:r>
          </a:p>
        </p:txBody>
      </p:sp>
      <p:sp>
        <p:nvSpPr>
          <p:cNvPr id="16" name="profile-872">
            <a:extLst xmlns:a="http://schemas.openxmlformats.org/drawingml/2006/main">
              <a:ext uri="{FF2B5EF4-FFF2-40B4-BE49-F238E27FC236}">
                <a16:creationId xmlns:a16="http://schemas.microsoft.com/office/drawing/2014/main" id="{413A9B0D-A023-4697-906B-E97C79E278A4}"/>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Metro Manila</a:t>
            </a:r>
          </a:p>
        </p:txBody>
      </p:sp>
      <p:sp>
        <p:nvSpPr>
          <p:cNvPr id="17" name="profile-873">
            <a:extLst xmlns:a="http://schemas.openxmlformats.org/drawingml/2006/main">
              <a:ext uri="{FF2B5EF4-FFF2-40B4-BE49-F238E27FC236}">
                <a16:creationId xmlns:a16="http://schemas.microsoft.com/office/drawing/2014/main" id="{BA977B82-1D53-42B2-AC3A-2E639F410AB6}"/>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874">
            <a:extLst xmlns:a="http://schemas.openxmlformats.org/drawingml/2006/main">
              <a:ext uri="{FF2B5EF4-FFF2-40B4-BE49-F238E27FC236}">
                <a16:creationId xmlns:a16="http://schemas.microsoft.com/office/drawing/2014/main" id="{821598C7-9D8A-49C7-A970-3BF53956E56A}"/>
              </a:ext>
            </a:extLst>
          </p:cNvPr>
          <p:cNvSpPr>
            <a:spLocks xmlns:a="http://schemas.openxmlformats.org/drawingml/2006/main" noGrp="1"/>
          </p:cNvSpPr>
          <p:nvPr/>
        </p:nvSpPr>
        <p:spPr>
          <a:xfrm xmlns:a="http://schemas.openxmlformats.org/drawingml/2006/main">
            <a:off x="400050" y="2114550"/>
            <a:ext cx="1128712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456079"/>
                </a:solidFill>
                <a:latin typeface="Segoe UI"/>
                <a:ea typeface="Segoe UI"/>
                <a:cs typeface="Segoe UI"/>
              </a:defRPr>
            </a:defPPr>
          </a:lstStyle>
          <a:p xmlns:a="http://schemas.openxmlformats.org/drawingml/2006/main">
            <a:pPr algn="l">
              <a:defRPr sz="1500" b="0">
                <a:solidFill>
                  <a:srgbClr val="456079"/>
                </a:solidFill>
                <a:latin typeface="Segoe UI"/>
                <a:ea typeface="Segoe UI"/>
                <a:cs typeface="Segoe UI"/>
              </a:defRPr>
            </a:pPr>
            <a:r>
              <a:rPr sz="1500" b="0">
                <a:solidFill>
                  <a:srgbClr val="456079"/>
                </a:solidFill>
                <a:latin typeface="Segoe UI"/>
                <a:ea typeface="Segoe UI"/>
                <a:cs typeface="Segoe UI"/>
              </a:rPr>
              <a:t>Coverage appendix | Cities and municipalities</a:t>
            </a:r>
          </a:p>
        </p:txBody>
      </p:sp>
      <p:sp>
        <p:nvSpPr>
          <p:cNvPr id="19" name="profile-875">
            <a:extLst xmlns:a="http://schemas.openxmlformats.org/drawingml/2006/main">
              <a:ext uri="{FF2B5EF4-FFF2-40B4-BE49-F238E27FC236}">
                <a16:creationId xmlns:a16="http://schemas.microsoft.com/office/drawing/2014/main" id="{8634BF9D-7052-43D9-BB98-DB4407FF88E0}"/>
              </a:ext>
            </a:extLst>
          </p:cNvPr>
          <p:cNvSpPr>
            <a:spLocks xmlns:a="http://schemas.openxmlformats.org/drawingml/2006/main" noGrp="1"/>
          </p:cNvSpPr>
          <p:nvPr/>
        </p:nvSpPr>
        <p:spPr>
          <a:xfrm xmlns:a="http://schemas.openxmlformats.org/drawingml/2006/main">
            <a:off x="400050" y="28670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0" name="profile-876">
            <a:extLst xmlns:a="http://schemas.openxmlformats.org/drawingml/2006/main">
              <a:ext uri="{FF2B5EF4-FFF2-40B4-BE49-F238E27FC236}">
                <a16:creationId xmlns:a16="http://schemas.microsoft.com/office/drawing/2014/main" id="{57EEF862-19E7-46FE-A341-69F781D3F444}"/>
              </a:ext>
            </a:extLst>
          </p:cNvPr>
          <p:cNvSpPr>
            <a:spLocks xmlns:a="http://schemas.openxmlformats.org/drawingml/2006/main" noGrp="1"/>
          </p:cNvSpPr>
          <p:nvPr/>
        </p:nvSpPr>
        <p:spPr>
          <a:xfrm xmlns:a="http://schemas.openxmlformats.org/drawingml/2006/main">
            <a:off x="571500" y="27622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Caloocan</a:t>
            </a:r>
          </a:p>
        </p:txBody>
      </p:sp>
      <p:sp>
        <p:nvSpPr>
          <p:cNvPr id="21" name="profile-877">
            <a:extLst xmlns:a="http://schemas.openxmlformats.org/drawingml/2006/main">
              <a:ext uri="{FF2B5EF4-FFF2-40B4-BE49-F238E27FC236}">
                <a16:creationId xmlns:a16="http://schemas.microsoft.com/office/drawing/2014/main" id="{1E4822ED-D377-4F4F-BA82-1617F671946B}"/>
              </a:ext>
            </a:extLst>
          </p:cNvPr>
          <p:cNvSpPr>
            <a:spLocks xmlns:a="http://schemas.openxmlformats.org/drawingml/2006/main" noGrp="1"/>
          </p:cNvSpPr>
          <p:nvPr/>
        </p:nvSpPr>
        <p:spPr>
          <a:xfrm xmlns:a="http://schemas.openxmlformats.org/drawingml/2006/main">
            <a:off x="400050" y="31146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2" name="profile-878">
            <a:extLst xmlns:a="http://schemas.openxmlformats.org/drawingml/2006/main">
              <a:ext uri="{FF2B5EF4-FFF2-40B4-BE49-F238E27FC236}">
                <a16:creationId xmlns:a16="http://schemas.microsoft.com/office/drawing/2014/main" id="{F9239CA7-32E3-4441-AB47-A5F5FC9E4F74}"/>
              </a:ext>
            </a:extLst>
          </p:cNvPr>
          <p:cNvSpPr>
            <a:spLocks xmlns:a="http://schemas.openxmlformats.org/drawingml/2006/main" noGrp="1"/>
          </p:cNvSpPr>
          <p:nvPr/>
        </p:nvSpPr>
        <p:spPr>
          <a:xfrm xmlns:a="http://schemas.openxmlformats.org/drawingml/2006/main">
            <a:off x="571500" y="30099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Las Piñas</a:t>
            </a:r>
          </a:p>
        </p:txBody>
      </p:sp>
      <p:sp>
        <p:nvSpPr>
          <p:cNvPr id="23" name="profile-879">
            <a:extLst xmlns:a="http://schemas.openxmlformats.org/drawingml/2006/main">
              <a:ext uri="{FF2B5EF4-FFF2-40B4-BE49-F238E27FC236}">
                <a16:creationId xmlns:a16="http://schemas.microsoft.com/office/drawing/2014/main" id="{DFC9E3D3-07AE-4A54-95DE-00333296423E}"/>
              </a:ext>
            </a:extLst>
          </p:cNvPr>
          <p:cNvSpPr>
            <a:spLocks xmlns:a="http://schemas.openxmlformats.org/drawingml/2006/main" noGrp="1"/>
          </p:cNvSpPr>
          <p:nvPr/>
        </p:nvSpPr>
        <p:spPr>
          <a:xfrm xmlns:a="http://schemas.openxmlformats.org/drawingml/2006/main">
            <a:off x="400050" y="33623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4" name="profile-880">
            <a:extLst xmlns:a="http://schemas.openxmlformats.org/drawingml/2006/main">
              <a:ext uri="{FF2B5EF4-FFF2-40B4-BE49-F238E27FC236}">
                <a16:creationId xmlns:a16="http://schemas.microsoft.com/office/drawing/2014/main" id="{A8C26AEB-EC68-406C-B89F-19735E6CC608}"/>
              </a:ext>
            </a:extLst>
          </p:cNvPr>
          <p:cNvSpPr>
            <a:spLocks xmlns:a="http://schemas.openxmlformats.org/drawingml/2006/main" noGrp="1"/>
          </p:cNvSpPr>
          <p:nvPr/>
        </p:nvSpPr>
        <p:spPr>
          <a:xfrm xmlns:a="http://schemas.openxmlformats.org/drawingml/2006/main">
            <a:off x="571500" y="32575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Makati</a:t>
            </a:r>
          </a:p>
        </p:txBody>
      </p:sp>
      <p:sp>
        <p:nvSpPr>
          <p:cNvPr id="25" name="profile-881">
            <a:extLst xmlns:a="http://schemas.openxmlformats.org/drawingml/2006/main">
              <a:ext uri="{FF2B5EF4-FFF2-40B4-BE49-F238E27FC236}">
                <a16:creationId xmlns:a16="http://schemas.microsoft.com/office/drawing/2014/main" id="{AE316CFB-81E3-4F4C-AB8C-6A943D6D2A83}"/>
              </a:ext>
            </a:extLst>
          </p:cNvPr>
          <p:cNvSpPr>
            <a:spLocks xmlns:a="http://schemas.openxmlformats.org/drawingml/2006/main" noGrp="1"/>
          </p:cNvSpPr>
          <p:nvPr/>
        </p:nvSpPr>
        <p:spPr>
          <a:xfrm xmlns:a="http://schemas.openxmlformats.org/drawingml/2006/main">
            <a:off x="400050" y="36099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6" name="profile-882">
            <a:extLst xmlns:a="http://schemas.openxmlformats.org/drawingml/2006/main">
              <a:ext uri="{FF2B5EF4-FFF2-40B4-BE49-F238E27FC236}">
                <a16:creationId xmlns:a16="http://schemas.microsoft.com/office/drawing/2014/main" id="{A7C64BA3-02A1-4FE7-8542-91DD65E475CC}"/>
              </a:ext>
            </a:extLst>
          </p:cNvPr>
          <p:cNvSpPr>
            <a:spLocks xmlns:a="http://schemas.openxmlformats.org/drawingml/2006/main" noGrp="1"/>
          </p:cNvSpPr>
          <p:nvPr/>
        </p:nvSpPr>
        <p:spPr>
          <a:xfrm xmlns:a="http://schemas.openxmlformats.org/drawingml/2006/main">
            <a:off x="571500" y="35052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Malabon</a:t>
            </a:r>
          </a:p>
        </p:txBody>
      </p:sp>
      <p:sp>
        <p:nvSpPr>
          <p:cNvPr id="27" name="profile-883">
            <a:extLst xmlns:a="http://schemas.openxmlformats.org/drawingml/2006/main">
              <a:ext uri="{FF2B5EF4-FFF2-40B4-BE49-F238E27FC236}">
                <a16:creationId xmlns:a16="http://schemas.microsoft.com/office/drawing/2014/main" id="{D0363640-D8CB-4731-84CD-8DD9D9BCDCF3}"/>
              </a:ext>
            </a:extLst>
          </p:cNvPr>
          <p:cNvSpPr>
            <a:spLocks xmlns:a="http://schemas.openxmlformats.org/drawingml/2006/main" noGrp="1"/>
          </p:cNvSpPr>
          <p:nvPr/>
        </p:nvSpPr>
        <p:spPr>
          <a:xfrm xmlns:a="http://schemas.openxmlformats.org/drawingml/2006/main">
            <a:off x="400050" y="38576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8" name="profile-884">
            <a:extLst xmlns:a="http://schemas.openxmlformats.org/drawingml/2006/main">
              <a:ext uri="{FF2B5EF4-FFF2-40B4-BE49-F238E27FC236}">
                <a16:creationId xmlns:a16="http://schemas.microsoft.com/office/drawing/2014/main" id="{C2586C60-4859-4DD6-88C5-084B7FF3A728}"/>
              </a:ext>
            </a:extLst>
          </p:cNvPr>
          <p:cNvSpPr>
            <a:spLocks xmlns:a="http://schemas.openxmlformats.org/drawingml/2006/main" noGrp="1"/>
          </p:cNvSpPr>
          <p:nvPr/>
        </p:nvSpPr>
        <p:spPr>
          <a:xfrm xmlns:a="http://schemas.openxmlformats.org/drawingml/2006/main">
            <a:off x="571500" y="37528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Mandaluyong</a:t>
            </a:r>
          </a:p>
        </p:txBody>
      </p:sp>
      <p:sp>
        <p:nvSpPr>
          <p:cNvPr id="29" name="profile-885">
            <a:extLst xmlns:a="http://schemas.openxmlformats.org/drawingml/2006/main">
              <a:ext uri="{FF2B5EF4-FFF2-40B4-BE49-F238E27FC236}">
                <a16:creationId xmlns:a16="http://schemas.microsoft.com/office/drawing/2014/main" id="{A1EA1FE6-4186-40F5-9738-7325713661AD}"/>
              </a:ext>
            </a:extLst>
          </p:cNvPr>
          <p:cNvSpPr>
            <a:spLocks xmlns:a="http://schemas.openxmlformats.org/drawingml/2006/main" noGrp="1"/>
          </p:cNvSpPr>
          <p:nvPr/>
        </p:nvSpPr>
        <p:spPr>
          <a:xfrm xmlns:a="http://schemas.openxmlformats.org/drawingml/2006/main">
            <a:off x="400050" y="41052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0" name="profile-886">
            <a:extLst xmlns:a="http://schemas.openxmlformats.org/drawingml/2006/main">
              <a:ext uri="{FF2B5EF4-FFF2-40B4-BE49-F238E27FC236}">
                <a16:creationId xmlns:a16="http://schemas.microsoft.com/office/drawing/2014/main" id="{91C1111C-1F6C-4A7B-A675-548D5BF16418}"/>
              </a:ext>
            </a:extLst>
          </p:cNvPr>
          <p:cNvSpPr>
            <a:spLocks xmlns:a="http://schemas.openxmlformats.org/drawingml/2006/main" noGrp="1"/>
          </p:cNvSpPr>
          <p:nvPr/>
        </p:nvSpPr>
        <p:spPr>
          <a:xfrm xmlns:a="http://schemas.openxmlformats.org/drawingml/2006/main">
            <a:off x="571500" y="40005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Manila</a:t>
            </a:r>
          </a:p>
        </p:txBody>
      </p:sp>
      <p:sp>
        <p:nvSpPr>
          <p:cNvPr id="31" name="profile-887">
            <a:extLst xmlns:a="http://schemas.openxmlformats.org/drawingml/2006/main">
              <a:ext uri="{FF2B5EF4-FFF2-40B4-BE49-F238E27FC236}">
                <a16:creationId xmlns:a16="http://schemas.microsoft.com/office/drawing/2014/main" id="{D3F3157F-BC7D-42E7-9FD7-D572EB580981}"/>
              </a:ext>
            </a:extLst>
          </p:cNvPr>
          <p:cNvSpPr>
            <a:spLocks xmlns:a="http://schemas.openxmlformats.org/drawingml/2006/main" noGrp="1"/>
          </p:cNvSpPr>
          <p:nvPr/>
        </p:nvSpPr>
        <p:spPr>
          <a:xfrm xmlns:a="http://schemas.openxmlformats.org/drawingml/2006/main">
            <a:off x="4276725" y="28670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2" name="profile-888">
            <a:extLst xmlns:a="http://schemas.openxmlformats.org/drawingml/2006/main">
              <a:ext uri="{FF2B5EF4-FFF2-40B4-BE49-F238E27FC236}">
                <a16:creationId xmlns:a16="http://schemas.microsoft.com/office/drawing/2014/main" id="{9692DEA6-F646-4E37-906F-6E06E9BBF727}"/>
              </a:ext>
            </a:extLst>
          </p:cNvPr>
          <p:cNvSpPr>
            <a:spLocks xmlns:a="http://schemas.openxmlformats.org/drawingml/2006/main" noGrp="1"/>
          </p:cNvSpPr>
          <p:nvPr/>
        </p:nvSpPr>
        <p:spPr>
          <a:xfrm xmlns:a="http://schemas.openxmlformats.org/drawingml/2006/main">
            <a:off x="4448175" y="27622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Marikina</a:t>
            </a:r>
          </a:p>
        </p:txBody>
      </p:sp>
      <p:sp>
        <p:nvSpPr>
          <p:cNvPr id="33" name="profile-889">
            <a:extLst xmlns:a="http://schemas.openxmlformats.org/drawingml/2006/main">
              <a:ext uri="{FF2B5EF4-FFF2-40B4-BE49-F238E27FC236}">
                <a16:creationId xmlns:a16="http://schemas.microsoft.com/office/drawing/2014/main" id="{CBB64AA2-819C-455D-BE21-4EA023A8B9CE}"/>
              </a:ext>
            </a:extLst>
          </p:cNvPr>
          <p:cNvSpPr>
            <a:spLocks xmlns:a="http://schemas.openxmlformats.org/drawingml/2006/main" noGrp="1"/>
          </p:cNvSpPr>
          <p:nvPr/>
        </p:nvSpPr>
        <p:spPr>
          <a:xfrm xmlns:a="http://schemas.openxmlformats.org/drawingml/2006/main">
            <a:off x="4276725" y="31146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4" name="profile-890">
            <a:extLst xmlns:a="http://schemas.openxmlformats.org/drawingml/2006/main">
              <a:ext uri="{FF2B5EF4-FFF2-40B4-BE49-F238E27FC236}">
                <a16:creationId xmlns:a16="http://schemas.microsoft.com/office/drawing/2014/main" id="{09E8659B-A8CA-41A2-BBDE-AB06A41B2E94}"/>
              </a:ext>
            </a:extLst>
          </p:cNvPr>
          <p:cNvSpPr>
            <a:spLocks xmlns:a="http://schemas.openxmlformats.org/drawingml/2006/main" noGrp="1"/>
          </p:cNvSpPr>
          <p:nvPr/>
        </p:nvSpPr>
        <p:spPr>
          <a:xfrm xmlns:a="http://schemas.openxmlformats.org/drawingml/2006/main">
            <a:off x="4448175" y="30099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Muntinlupa</a:t>
            </a:r>
          </a:p>
        </p:txBody>
      </p:sp>
      <p:sp>
        <p:nvSpPr>
          <p:cNvPr id="35" name="profile-891">
            <a:extLst xmlns:a="http://schemas.openxmlformats.org/drawingml/2006/main">
              <a:ext uri="{FF2B5EF4-FFF2-40B4-BE49-F238E27FC236}">
                <a16:creationId xmlns:a16="http://schemas.microsoft.com/office/drawing/2014/main" id="{5A4DA0C7-4803-4A74-A465-CB877090DBF4}"/>
              </a:ext>
            </a:extLst>
          </p:cNvPr>
          <p:cNvSpPr>
            <a:spLocks xmlns:a="http://schemas.openxmlformats.org/drawingml/2006/main" noGrp="1"/>
          </p:cNvSpPr>
          <p:nvPr/>
        </p:nvSpPr>
        <p:spPr>
          <a:xfrm xmlns:a="http://schemas.openxmlformats.org/drawingml/2006/main">
            <a:off x="4276725" y="33623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6" name="profile-892">
            <a:extLst xmlns:a="http://schemas.openxmlformats.org/drawingml/2006/main">
              <a:ext uri="{FF2B5EF4-FFF2-40B4-BE49-F238E27FC236}">
                <a16:creationId xmlns:a16="http://schemas.microsoft.com/office/drawing/2014/main" id="{41A2912E-C161-42A2-8957-5016E61B57CA}"/>
              </a:ext>
            </a:extLst>
          </p:cNvPr>
          <p:cNvSpPr>
            <a:spLocks xmlns:a="http://schemas.openxmlformats.org/drawingml/2006/main" noGrp="1"/>
          </p:cNvSpPr>
          <p:nvPr/>
        </p:nvSpPr>
        <p:spPr>
          <a:xfrm xmlns:a="http://schemas.openxmlformats.org/drawingml/2006/main">
            <a:off x="4448175" y="32575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Navotas</a:t>
            </a:r>
          </a:p>
        </p:txBody>
      </p:sp>
      <p:sp>
        <p:nvSpPr>
          <p:cNvPr id="37" name="profile-893">
            <a:extLst xmlns:a="http://schemas.openxmlformats.org/drawingml/2006/main">
              <a:ext uri="{FF2B5EF4-FFF2-40B4-BE49-F238E27FC236}">
                <a16:creationId xmlns:a16="http://schemas.microsoft.com/office/drawing/2014/main" id="{5B65A9F2-F6D7-42FD-91C4-5F76472EB5B4}"/>
              </a:ext>
            </a:extLst>
          </p:cNvPr>
          <p:cNvSpPr>
            <a:spLocks xmlns:a="http://schemas.openxmlformats.org/drawingml/2006/main" noGrp="1"/>
          </p:cNvSpPr>
          <p:nvPr/>
        </p:nvSpPr>
        <p:spPr>
          <a:xfrm xmlns:a="http://schemas.openxmlformats.org/drawingml/2006/main">
            <a:off x="4276725" y="36099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8" name="profile-894">
            <a:extLst xmlns:a="http://schemas.openxmlformats.org/drawingml/2006/main">
              <a:ext uri="{FF2B5EF4-FFF2-40B4-BE49-F238E27FC236}">
                <a16:creationId xmlns:a16="http://schemas.microsoft.com/office/drawing/2014/main" id="{797A9334-07B9-402F-B13B-B9791B24E0DE}"/>
              </a:ext>
            </a:extLst>
          </p:cNvPr>
          <p:cNvSpPr>
            <a:spLocks xmlns:a="http://schemas.openxmlformats.org/drawingml/2006/main" noGrp="1"/>
          </p:cNvSpPr>
          <p:nvPr/>
        </p:nvSpPr>
        <p:spPr>
          <a:xfrm xmlns:a="http://schemas.openxmlformats.org/drawingml/2006/main">
            <a:off x="4448175" y="35052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Parañaque</a:t>
            </a:r>
          </a:p>
        </p:txBody>
      </p:sp>
      <p:sp>
        <p:nvSpPr>
          <p:cNvPr id="39" name="profile-895">
            <a:extLst xmlns:a="http://schemas.openxmlformats.org/drawingml/2006/main">
              <a:ext uri="{FF2B5EF4-FFF2-40B4-BE49-F238E27FC236}">
                <a16:creationId xmlns:a16="http://schemas.microsoft.com/office/drawing/2014/main" id="{BAC31279-6BAB-4D7A-A432-DCFBD45F5056}"/>
              </a:ext>
            </a:extLst>
          </p:cNvPr>
          <p:cNvSpPr>
            <a:spLocks xmlns:a="http://schemas.openxmlformats.org/drawingml/2006/main" noGrp="1"/>
          </p:cNvSpPr>
          <p:nvPr/>
        </p:nvSpPr>
        <p:spPr>
          <a:xfrm xmlns:a="http://schemas.openxmlformats.org/drawingml/2006/main">
            <a:off x="4276725" y="38576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0" name="profile-896">
            <a:extLst xmlns:a="http://schemas.openxmlformats.org/drawingml/2006/main">
              <a:ext uri="{FF2B5EF4-FFF2-40B4-BE49-F238E27FC236}">
                <a16:creationId xmlns:a16="http://schemas.microsoft.com/office/drawing/2014/main" id="{188B9CEB-1970-45E6-BEE2-D4D2B2BB86CB}"/>
              </a:ext>
            </a:extLst>
          </p:cNvPr>
          <p:cNvSpPr>
            <a:spLocks xmlns:a="http://schemas.openxmlformats.org/drawingml/2006/main" noGrp="1"/>
          </p:cNvSpPr>
          <p:nvPr/>
        </p:nvSpPr>
        <p:spPr>
          <a:xfrm xmlns:a="http://schemas.openxmlformats.org/drawingml/2006/main">
            <a:off x="4448175" y="37528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Pasay</a:t>
            </a:r>
          </a:p>
        </p:txBody>
      </p:sp>
      <p:sp>
        <p:nvSpPr>
          <p:cNvPr id="41" name="profile-897">
            <a:extLst xmlns:a="http://schemas.openxmlformats.org/drawingml/2006/main">
              <a:ext uri="{FF2B5EF4-FFF2-40B4-BE49-F238E27FC236}">
                <a16:creationId xmlns:a16="http://schemas.microsoft.com/office/drawing/2014/main" id="{CD4C0A49-A0A7-4F15-BA2C-D00D18605C4A}"/>
              </a:ext>
            </a:extLst>
          </p:cNvPr>
          <p:cNvSpPr>
            <a:spLocks xmlns:a="http://schemas.openxmlformats.org/drawingml/2006/main" noGrp="1"/>
          </p:cNvSpPr>
          <p:nvPr/>
        </p:nvSpPr>
        <p:spPr>
          <a:xfrm xmlns:a="http://schemas.openxmlformats.org/drawingml/2006/main">
            <a:off x="4276725" y="41052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2" name="profile-898">
            <a:extLst xmlns:a="http://schemas.openxmlformats.org/drawingml/2006/main">
              <a:ext uri="{FF2B5EF4-FFF2-40B4-BE49-F238E27FC236}">
                <a16:creationId xmlns:a16="http://schemas.microsoft.com/office/drawing/2014/main" id="{82B1D28B-179D-4FA3-A838-050366C360C9}"/>
              </a:ext>
            </a:extLst>
          </p:cNvPr>
          <p:cNvSpPr>
            <a:spLocks xmlns:a="http://schemas.openxmlformats.org/drawingml/2006/main" noGrp="1"/>
          </p:cNvSpPr>
          <p:nvPr/>
        </p:nvSpPr>
        <p:spPr>
          <a:xfrm xmlns:a="http://schemas.openxmlformats.org/drawingml/2006/main">
            <a:off x="4448175" y="40005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Pasig</a:t>
            </a:r>
          </a:p>
        </p:txBody>
      </p:sp>
      <p:sp>
        <p:nvSpPr>
          <p:cNvPr id="43" name="profile-899">
            <a:extLst xmlns:a="http://schemas.openxmlformats.org/drawingml/2006/main">
              <a:ext uri="{FF2B5EF4-FFF2-40B4-BE49-F238E27FC236}">
                <a16:creationId xmlns:a16="http://schemas.microsoft.com/office/drawing/2014/main" id="{4DD54D20-7713-436F-BEA6-BA466A50D8E5}"/>
              </a:ext>
            </a:extLst>
          </p:cNvPr>
          <p:cNvSpPr>
            <a:spLocks xmlns:a="http://schemas.openxmlformats.org/drawingml/2006/main" noGrp="1"/>
          </p:cNvSpPr>
          <p:nvPr/>
        </p:nvSpPr>
        <p:spPr>
          <a:xfrm xmlns:a="http://schemas.openxmlformats.org/drawingml/2006/main">
            <a:off x="8153400" y="28670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4" name="profile-900">
            <a:extLst xmlns:a="http://schemas.openxmlformats.org/drawingml/2006/main">
              <a:ext uri="{FF2B5EF4-FFF2-40B4-BE49-F238E27FC236}">
                <a16:creationId xmlns:a16="http://schemas.microsoft.com/office/drawing/2014/main" id="{6CD4FDA7-242C-4A77-9A5C-E94861432D6E}"/>
              </a:ext>
            </a:extLst>
          </p:cNvPr>
          <p:cNvSpPr>
            <a:spLocks xmlns:a="http://schemas.openxmlformats.org/drawingml/2006/main" noGrp="1"/>
          </p:cNvSpPr>
          <p:nvPr/>
        </p:nvSpPr>
        <p:spPr>
          <a:xfrm xmlns:a="http://schemas.openxmlformats.org/drawingml/2006/main">
            <a:off x="8324850" y="27622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Quezon City</a:t>
            </a:r>
          </a:p>
        </p:txBody>
      </p:sp>
      <p:sp>
        <p:nvSpPr>
          <p:cNvPr id="45" name="profile-901">
            <a:extLst xmlns:a="http://schemas.openxmlformats.org/drawingml/2006/main">
              <a:ext uri="{FF2B5EF4-FFF2-40B4-BE49-F238E27FC236}">
                <a16:creationId xmlns:a16="http://schemas.microsoft.com/office/drawing/2014/main" id="{E9F85549-546C-4D77-A6A7-A4F6D5604181}"/>
              </a:ext>
            </a:extLst>
          </p:cNvPr>
          <p:cNvSpPr>
            <a:spLocks xmlns:a="http://schemas.openxmlformats.org/drawingml/2006/main" noGrp="1"/>
          </p:cNvSpPr>
          <p:nvPr/>
        </p:nvSpPr>
        <p:spPr>
          <a:xfrm xmlns:a="http://schemas.openxmlformats.org/drawingml/2006/main">
            <a:off x="8153400" y="31146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6" name="profile-902">
            <a:extLst xmlns:a="http://schemas.openxmlformats.org/drawingml/2006/main">
              <a:ext uri="{FF2B5EF4-FFF2-40B4-BE49-F238E27FC236}">
                <a16:creationId xmlns:a16="http://schemas.microsoft.com/office/drawing/2014/main" id="{F57A3736-E270-4AF4-9B7F-CCDBE448CC64}"/>
              </a:ext>
            </a:extLst>
          </p:cNvPr>
          <p:cNvSpPr>
            <a:spLocks xmlns:a="http://schemas.openxmlformats.org/drawingml/2006/main" noGrp="1"/>
          </p:cNvSpPr>
          <p:nvPr/>
        </p:nvSpPr>
        <p:spPr>
          <a:xfrm xmlns:a="http://schemas.openxmlformats.org/drawingml/2006/main">
            <a:off x="8324850" y="30099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 Juan</a:t>
            </a:r>
          </a:p>
        </p:txBody>
      </p:sp>
      <p:sp>
        <p:nvSpPr>
          <p:cNvPr id="47" name="profile-903">
            <a:extLst xmlns:a="http://schemas.openxmlformats.org/drawingml/2006/main">
              <a:ext uri="{FF2B5EF4-FFF2-40B4-BE49-F238E27FC236}">
                <a16:creationId xmlns:a16="http://schemas.microsoft.com/office/drawing/2014/main" id="{3CA0AB60-1727-4AB4-9AA1-75E8C9BB7E36}"/>
              </a:ext>
            </a:extLst>
          </p:cNvPr>
          <p:cNvSpPr>
            <a:spLocks xmlns:a="http://schemas.openxmlformats.org/drawingml/2006/main" noGrp="1"/>
          </p:cNvSpPr>
          <p:nvPr/>
        </p:nvSpPr>
        <p:spPr>
          <a:xfrm xmlns:a="http://schemas.openxmlformats.org/drawingml/2006/main">
            <a:off x="8153400" y="33623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8" name="profile-904">
            <a:extLst xmlns:a="http://schemas.openxmlformats.org/drawingml/2006/main">
              <a:ext uri="{FF2B5EF4-FFF2-40B4-BE49-F238E27FC236}">
                <a16:creationId xmlns:a16="http://schemas.microsoft.com/office/drawing/2014/main" id="{30529A34-34FB-497E-B4FA-8FF48E619DF6}"/>
              </a:ext>
            </a:extLst>
          </p:cNvPr>
          <p:cNvSpPr>
            <a:spLocks xmlns:a="http://schemas.openxmlformats.org/drawingml/2006/main" noGrp="1"/>
          </p:cNvSpPr>
          <p:nvPr/>
        </p:nvSpPr>
        <p:spPr>
          <a:xfrm xmlns:a="http://schemas.openxmlformats.org/drawingml/2006/main">
            <a:off x="8324850" y="32575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Taguig</a:t>
            </a:r>
          </a:p>
        </p:txBody>
      </p:sp>
      <p:sp>
        <p:nvSpPr>
          <p:cNvPr id="49" name="profile-905">
            <a:extLst xmlns:a="http://schemas.openxmlformats.org/drawingml/2006/main">
              <a:ext uri="{FF2B5EF4-FFF2-40B4-BE49-F238E27FC236}">
                <a16:creationId xmlns:a16="http://schemas.microsoft.com/office/drawing/2014/main" id="{E51641ED-95C8-4C86-8C1A-68055AD8C5A2}"/>
              </a:ext>
            </a:extLst>
          </p:cNvPr>
          <p:cNvSpPr>
            <a:spLocks xmlns:a="http://schemas.openxmlformats.org/drawingml/2006/main" noGrp="1"/>
          </p:cNvSpPr>
          <p:nvPr/>
        </p:nvSpPr>
        <p:spPr>
          <a:xfrm xmlns:a="http://schemas.openxmlformats.org/drawingml/2006/main">
            <a:off x="8153400" y="36099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50" name="profile-906">
            <a:extLst xmlns:a="http://schemas.openxmlformats.org/drawingml/2006/main">
              <a:ext uri="{FF2B5EF4-FFF2-40B4-BE49-F238E27FC236}">
                <a16:creationId xmlns:a16="http://schemas.microsoft.com/office/drawing/2014/main" id="{19F12357-7B47-43C1-97B1-E89ED0ADAE6C}"/>
              </a:ext>
            </a:extLst>
          </p:cNvPr>
          <p:cNvSpPr>
            <a:spLocks xmlns:a="http://schemas.openxmlformats.org/drawingml/2006/main" noGrp="1"/>
          </p:cNvSpPr>
          <p:nvPr/>
        </p:nvSpPr>
        <p:spPr>
          <a:xfrm xmlns:a="http://schemas.openxmlformats.org/drawingml/2006/main">
            <a:off x="8324850" y="35052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Valenzuela</a:t>
            </a:r>
          </a:p>
        </p:txBody>
      </p:sp>
      <p:sp>
        <p:nvSpPr>
          <p:cNvPr id="51" name="profile-907">
            <a:extLst xmlns:a="http://schemas.openxmlformats.org/drawingml/2006/main">
              <a:ext uri="{FF2B5EF4-FFF2-40B4-BE49-F238E27FC236}">
                <a16:creationId xmlns:a16="http://schemas.microsoft.com/office/drawing/2014/main" id="{2B4C16EE-6BFB-4CDF-B85E-C5B1E3251E9A}"/>
              </a:ext>
            </a:extLst>
          </p:cNvPr>
          <p:cNvSpPr>
            <a:spLocks xmlns:a="http://schemas.openxmlformats.org/drawingml/2006/main" noGrp="1"/>
          </p:cNvSpPr>
          <p:nvPr/>
        </p:nvSpPr>
        <p:spPr>
          <a:xfrm xmlns:a="http://schemas.openxmlformats.org/drawingml/2006/main">
            <a:off x="8153400" y="38576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52" name="profile-908">
            <a:extLst xmlns:a="http://schemas.openxmlformats.org/drawingml/2006/main">
              <a:ext uri="{FF2B5EF4-FFF2-40B4-BE49-F238E27FC236}">
                <a16:creationId xmlns:a16="http://schemas.microsoft.com/office/drawing/2014/main" id="{B17D3D2C-59EF-4FCF-909C-4A6309A84A11}"/>
              </a:ext>
            </a:extLst>
          </p:cNvPr>
          <p:cNvSpPr>
            <a:spLocks xmlns:a="http://schemas.openxmlformats.org/drawingml/2006/main" noGrp="1"/>
          </p:cNvSpPr>
          <p:nvPr/>
        </p:nvSpPr>
        <p:spPr>
          <a:xfrm xmlns:a="http://schemas.openxmlformats.org/drawingml/2006/main">
            <a:off x="8324850" y="37528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Pateros</a:t>
            </a:r>
          </a:p>
        </p:txBody>
      </p:sp>
      <p:sp>
        <p:nvSpPr>
          <p:cNvPr id="53" name="profile-909">
            <a:extLst xmlns:a="http://schemas.openxmlformats.org/drawingml/2006/main">
              <a:ext uri="{FF2B5EF4-FFF2-40B4-BE49-F238E27FC236}">
                <a16:creationId xmlns:a16="http://schemas.microsoft.com/office/drawing/2014/main" id="{74A73A9C-CF0B-4BAE-9709-2D1B7E313DBF}"/>
              </a:ext>
            </a:extLst>
          </p:cNvPr>
          <p:cNvSpPr>
            <a:spLocks xmlns:a="http://schemas.openxmlformats.org/drawingml/2006/main" noGrp="1"/>
          </p:cNvSpPr>
          <p:nvPr/>
        </p:nvSpPr>
        <p:spPr>
          <a:xfrm xmlns:a="http://schemas.openxmlformats.org/drawingml/2006/main">
            <a:off x="400050" y="5962650"/>
            <a:ext cx="11334750" cy="1895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456079"/>
                </a:solidFill>
                <a:latin typeface="Segoe UI"/>
                <a:ea typeface="Segoe UI"/>
                <a:cs typeface="Segoe UI"/>
              </a:defRPr>
            </a:defPPr>
          </a:lstStyle>
          <a:p xmlns:a="http://schemas.openxmlformats.org/drawingml/2006/main">
            <a:pPr algn="l">
              <a:defRPr sz="975" b="0">
                <a:solidFill>
                  <a:srgbClr val="456079"/>
                </a:solidFill>
                <a:latin typeface="Segoe UI"/>
                <a:ea typeface="Segoe UI"/>
                <a:cs typeface="Segoe UI"/>
              </a:defRPr>
            </a:pPr>
            <a:r>
              <a:rPr sz="975" b="0">
                <a:solidFill>
                  <a:srgbClr val="456079"/>
                </a:solidFill>
                <a:latin typeface="Segoe UI"/>
                <a:ea typeface="Segoe UI"/>
                <a:cs typeface="Segoe UI"/>
              </a:rPr>
              <a:t>Geographic names: PSA PSGC. Service schedule and availability confirmed upon inquiry.</a:t>
            </a:r>
          </a:p>
        </p:txBody>
      </p:sp>
    </p:spTree>
    <p:extLst>
      <p:ext uri="{BB962C8B-B14F-4D97-AF65-F5344CB8AC3E}">
        <p14:creationId xmlns:p14="http://schemas.microsoft.com/office/powerpoint/2010/main" val="1558335208"/>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6" name="profile-910">
            <a:extLst xmlns:a="http://schemas.openxmlformats.org/drawingml/2006/main">
              <a:ext uri="{FF2B5EF4-FFF2-40B4-BE49-F238E27FC236}">
                <a16:creationId xmlns:a16="http://schemas.microsoft.com/office/drawing/2014/main" id="{1C5FD57E-B68A-4B61-98DA-694E68CEA65F}"/>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911">
            <a:extLst xmlns:a="http://schemas.openxmlformats.org/drawingml/2006/main">
              <a:ext uri="{FF2B5EF4-FFF2-40B4-BE49-F238E27FC236}">
                <a16:creationId xmlns:a16="http://schemas.microsoft.com/office/drawing/2014/main" id="{6C4FF86B-D6B5-43FC-A555-F27D3520E8F9}"/>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02580BB8-B4B6-4D1D-BF61-61BA6F290805}"/>
              </a:ext>
            </a:extLst>
          </p:cNvPr>
          <p:cNvPicPr>
            <a:picLocks xmlns:a="http://schemas.openxmlformats.org/drawingml/2006/main" noChangeAspect="1"/>
          </p:cNvPicPr>
          <p:nvPr/>
        </p:nvPicPr>
        <p:blipFill>
          <a:blip xmlns:r="http://schemas.openxmlformats.org/officeDocument/2006/relationships" xmlns:a="http://schemas.openxmlformats.org/drawingml/2006/main" r:embed="R0279788cdf5f4097"/>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912">
            <a:extLst xmlns:a="http://schemas.openxmlformats.org/drawingml/2006/main">
              <a:ext uri="{FF2B5EF4-FFF2-40B4-BE49-F238E27FC236}">
                <a16:creationId xmlns:a16="http://schemas.microsoft.com/office/drawing/2014/main" id="{1B57F90A-A841-4BAC-9C8B-0F90E84F8E9B}"/>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913">
            <a:extLst xmlns:a="http://schemas.openxmlformats.org/drawingml/2006/main">
              <a:ext uri="{FF2B5EF4-FFF2-40B4-BE49-F238E27FC236}">
                <a16:creationId xmlns:a16="http://schemas.microsoft.com/office/drawing/2014/main" id="{61ECE8E7-FD86-48D8-BB7E-FDA1DFDE2FB6}"/>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and Pest Management Services OPC</a:t>
            </a:r>
          </a:p>
        </p:txBody>
      </p:sp>
      <p:sp>
        <p:nvSpPr>
          <p:cNvPr id="6" name="profile-914">
            <a:extLst xmlns:a="http://schemas.openxmlformats.org/drawingml/2006/main">
              <a:ext uri="{FF2B5EF4-FFF2-40B4-BE49-F238E27FC236}">
                <a16:creationId xmlns:a16="http://schemas.microsoft.com/office/drawing/2014/main" id="{70A3237C-311B-4758-9D99-7CC60FACA82C}"/>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Globe 0917 671 6383   |   Smart 0939 245 6217</a:t>
            </a:r>
          </a:p>
        </p:txBody>
      </p:sp>
      <p:sp>
        <p:nvSpPr>
          <p:cNvPr id="7" name="profile-915">
            <a:extLst xmlns:a="http://schemas.openxmlformats.org/drawingml/2006/main">
              <a:ext uri="{FF2B5EF4-FFF2-40B4-BE49-F238E27FC236}">
                <a16:creationId xmlns:a16="http://schemas.microsoft.com/office/drawing/2014/main" id="{07C96233-2292-4E98-8AFA-50B1150D1771}"/>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916">
            <a:extLst xmlns:a="http://schemas.openxmlformats.org/drawingml/2006/main">
              <a:ext uri="{FF2B5EF4-FFF2-40B4-BE49-F238E27FC236}">
                <a16:creationId xmlns:a16="http://schemas.microsoft.com/office/drawing/2014/main" id="{4FC64F8F-8313-4D2C-851B-0D8EDD07DC1B}"/>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TO FOLLOW</a:t>
            </a:r>
          </a:p>
        </p:txBody>
      </p:sp>
      <p:sp>
        <p:nvSpPr>
          <p:cNvPr id="9" name="profile-917">
            <a:extLst xmlns:a="http://schemas.openxmlformats.org/drawingml/2006/main">
              <a:ext uri="{FF2B5EF4-FFF2-40B4-BE49-F238E27FC236}">
                <a16:creationId xmlns:a16="http://schemas.microsoft.com/office/drawing/2014/main" id="{F7E14AFD-4E74-4DBB-B2B7-9C57D5C72F4F}"/>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918">
            <a:extLst xmlns:a="http://schemas.openxmlformats.org/drawingml/2006/main">
              <a:ext uri="{FF2B5EF4-FFF2-40B4-BE49-F238E27FC236}">
                <a16:creationId xmlns:a16="http://schemas.microsoft.com/office/drawing/2014/main" id="{06642F1C-51E1-4071-A8B4-0378933C0E31}"/>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919">
            <a:extLst xmlns:a="http://schemas.openxmlformats.org/drawingml/2006/main">
              <a:ext uri="{FF2B5EF4-FFF2-40B4-BE49-F238E27FC236}">
                <a16:creationId xmlns:a16="http://schemas.microsoft.com/office/drawing/2014/main" id="{F2BAAE06-6761-44A7-88AA-D1D2D941FFB1}"/>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920">
            <a:extLst xmlns:a="http://schemas.openxmlformats.org/drawingml/2006/main">
              <a:ext uri="{FF2B5EF4-FFF2-40B4-BE49-F238E27FC236}">
                <a16:creationId xmlns:a16="http://schemas.microsoft.com/office/drawing/2014/main" id="{FEE555F9-DC1B-450B-85D4-632EE7B2C8C7}"/>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921">
            <a:extLst xmlns:a="http://schemas.openxmlformats.org/drawingml/2006/main">
              <a:ext uri="{FF2B5EF4-FFF2-40B4-BE49-F238E27FC236}">
                <a16:creationId xmlns:a16="http://schemas.microsoft.com/office/drawing/2014/main" id="{23C54615-4711-4F0F-A568-666E922D45E4}"/>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922">
            <a:extLst xmlns:a="http://schemas.openxmlformats.org/drawingml/2006/main">
              <a:ext uri="{FF2B5EF4-FFF2-40B4-BE49-F238E27FC236}">
                <a16:creationId xmlns:a16="http://schemas.microsoft.com/office/drawing/2014/main" id="{1A376E9E-45B4-4F82-AB7A-DEDA1BB2F5CC}"/>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923">
            <a:extLst xmlns:a="http://schemas.openxmlformats.org/drawingml/2006/main">
              <a:ext uri="{FF2B5EF4-FFF2-40B4-BE49-F238E27FC236}">
                <a16:creationId xmlns:a16="http://schemas.microsoft.com/office/drawing/2014/main" id="{88031C51-46A0-4DAC-9787-2C3F40B923BF}"/>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29</a:t>
            </a:r>
          </a:p>
        </p:txBody>
      </p:sp>
      <p:sp>
        <p:nvSpPr>
          <p:cNvPr id="16" name="profile-924">
            <a:extLst xmlns:a="http://schemas.openxmlformats.org/drawingml/2006/main">
              <a:ext uri="{FF2B5EF4-FFF2-40B4-BE49-F238E27FC236}">
                <a16:creationId xmlns:a16="http://schemas.microsoft.com/office/drawing/2014/main" id="{1728D42F-7793-435C-B43E-C90901ACE329}"/>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Cavite</a:t>
            </a:r>
          </a:p>
        </p:txBody>
      </p:sp>
      <p:sp>
        <p:nvSpPr>
          <p:cNvPr id="17" name="profile-925">
            <a:extLst xmlns:a="http://schemas.openxmlformats.org/drawingml/2006/main">
              <a:ext uri="{FF2B5EF4-FFF2-40B4-BE49-F238E27FC236}">
                <a16:creationId xmlns:a16="http://schemas.microsoft.com/office/drawing/2014/main" id="{923D1FF9-DC10-45C2-90EB-7A1CAC7652D0}"/>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926">
            <a:extLst xmlns:a="http://schemas.openxmlformats.org/drawingml/2006/main">
              <a:ext uri="{FF2B5EF4-FFF2-40B4-BE49-F238E27FC236}">
                <a16:creationId xmlns:a16="http://schemas.microsoft.com/office/drawing/2014/main" id="{D0639200-37BC-4EE6-8DAA-BE5E1B5CC7FE}"/>
              </a:ext>
            </a:extLst>
          </p:cNvPr>
          <p:cNvSpPr>
            <a:spLocks xmlns:a="http://schemas.openxmlformats.org/drawingml/2006/main" noGrp="1"/>
          </p:cNvSpPr>
          <p:nvPr/>
        </p:nvSpPr>
        <p:spPr>
          <a:xfrm xmlns:a="http://schemas.openxmlformats.org/drawingml/2006/main">
            <a:off x="400050" y="2114550"/>
            <a:ext cx="1128712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456079"/>
                </a:solidFill>
                <a:latin typeface="Segoe UI"/>
                <a:ea typeface="Segoe UI"/>
                <a:cs typeface="Segoe UI"/>
              </a:defRPr>
            </a:defPPr>
          </a:lstStyle>
          <a:p xmlns:a="http://schemas.openxmlformats.org/drawingml/2006/main">
            <a:pPr algn="l">
              <a:defRPr sz="1500" b="0">
                <a:solidFill>
                  <a:srgbClr val="456079"/>
                </a:solidFill>
                <a:latin typeface="Segoe UI"/>
                <a:ea typeface="Segoe UI"/>
                <a:cs typeface="Segoe UI"/>
              </a:defRPr>
            </a:pPr>
            <a:r>
              <a:rPr sz="1500" b="0">
                <a:solidFill>
                  <a:srgbClr val="456079"/>
                </a:solidFill>
                <a:latin typeface="Segoe UI"/>
                <a:ea typeface="Segoe UI"/>
                <a:cs typeface="Segoe UI"/>
              </a:rPr>
              <a:t>Coverage appendix | Cities and municipalities</a:t>
            </a:r>
          </a:p>
        </p:txBody>
      </p:sp>
      <p:sp>
        <p:nvSpPr>
          <p:cNvPr id="19" name="profile-927">
            <a:extLst xmlns:a="http://schemas.openxmlformats.org/drawingml/2006/main">
              <a:ext uri="{FF2B5EF4-FFF2-40B4-BE49-F238E27FC236}">
                <a16:creationId xmlns:a16="http://schemas.microsoft.com/office/drawing/2014/main" id="{8376A9E0-8D9D-4357-B99F-1090492730B9}"/>
              </a:ext>
            </a:extLst>
          </p:cNvPr>
          <p:cNvSpPr>
            <a:spLocks xmlns:a="http://schemas.openxmlformats.org/drawingml/2006/main" noGrp="1"/>
          </p:cNvSpPr>
          <p:nvPr/>
        </p:nvSpPr>
        <p:spPr>
          <a:xfrm xmlns:a="http://schemas.openxmlformats.org/drawingml/2006/main">
            <a:off x="400050" y="28670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0" name="profile-928">
            <a:extLst xmlns:a="http://schemas.openxmlformats.org/drawingml/2006/main">
              <a:ext uri="{FF2B5EF4-FFF2-40B4-BE49-F238E27FC236}">
                <a16:creationId xmlns:a16="http://schemas.microsoft.com/office/drawing/2014/main" id="{1F9D3A0D-AFEC-434C-9940-96EE4406655E}"/>
              </a:ext>
            </a:extLst>
          </p:cNvPr>
          <p:cNvSpPr>
            <a:spLocks xmlns:a="http://schemas.openxmlformats.org/drawingml/2006/main" noGrp="1"/>
          </p:cNvSpPr>
          <p:nvPr/>
        </p:nvSpPr>
        <p:spPr>
          <a:xfrm xmlns:a="http://schemas.openxmlformats.org/drawingml/2006/main">
            <a:off x="571500" y="27622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Bacoor</a:t>
            </a:r>
          </a:p>
        </p:txBody>
      </p:sp>
      <p:sp>
        <p:nvSpPr>
          <p:cNvPr id="21" name="profile-929">
            <a:extLst xmlns:a="http://schemas.openxmlformats.org/drawingml/2006/main">
              <a:ext uri="{FF2B5EF4-FFF2-40B4-BE49-F238E27FC236}">
                <a16:creationId xmlns:a16="http://schemas.microsoft.com/office/drawing/2014/main" id="{F6D6C5D3-8B9B-4477-ACEB-93DF3B730D71}"/>
              </a:ext>
            </a:extLst>
          </p:cNvPr>
          <p:cNvSpPr>
            <a:spLocks xmlns:a="http://schemas.openxmlformats.org/drawingml/2006/main" noGrp="1"/>
          </p:cNvSpPr>
          <p:nvPr/>
        </p:nvSpPr>
        <p:spPr>
          <a:xfrm xmlns:a="http://schemas.openxmlformats.org/drawingml/2006/main">
            <a:off x="400050" y="31146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2" name="profile-930">
            <a:extLst xmlns:a="http://schemas.openxmlformats.org/drawingml/2006/main">
              <a:ext uri="{FF2B5EF4-FFF2-40B4-BE49-F238E27FC236}">
                <a16:creationId xmlns:a16="http://schemas.microsoft.com/office/drawing/2014/main" id="{9DEC6278-D463-4676-954B-0DD9EC22742E}"/>
              </a:ext>
            </a:extLst>
          </p:cNvPr>
          <p:cNvSpPr>
            <a:spLocks xmlns:a="http://schemas.openxmlformats.org/drawingml/2006/main" noGrp="1"/>
          </p:cNvSpPr>
          <p:nvPr/>
        </p:nvSpPr>
        <p:spPr>
          <a:xfrm xmlns:a="http://schemas.openxmlformats.org/drawingml/2006/main">
            <a:off x="571500" y="30099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Carmona</a:t>
            </a:r>
          </a:p>
        </p:txBody>
      </p:sp>
      <p:sp>
        <p:nvSpPr>
          <p:cNvPr id="23" name="profile-931">
            <a:extLst xmlns:a="http://schemas.openxmlformats.org/drawingml/2006/main">
              <a:ext uri="{FF2B5EF4-FFF2-40B4-BE49-F238E27FC236}">
                <a16:creationId xmlns:a16="http://schemas.microsoft.com/office/drawing/2014/main" id="{51B6DAF5-B505-4539-A02D-E1326D15268F}"/>
              </a:ext>
            </a:extLst>
          </p:cNvPr>
          <p:cNvSpPr>
            <a:spLocks xmlns:a="http://schemas.openxmlformats.org/drawingml/2006/main" noGrp="1"/>
          </p:cNvSpPr>
          <p:nvPr/>
        </p:nvSpPr>
        <p:spPr>
          <a:xfrm xmlns:a="http://schemas.openxmlformats.org/drawingml/2006/main">
            <a:off x="400050" y="33623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4" name="profile-932">
            <a:extLst xmlns:a="http://schemas.openxmlformats.org/drawingml/2006/main">
              <a:ext uri="{FF2B5EF4-FFF2-40B4-BE49-F238E27FC236}">
                <a16:creationId xmlns:a16="http://schemas.microsoft.com/office/drawing/2014/main" id="{EB98BE10-01CC-418C-B905-90FA2CECAC9B}"/>
              </a:ext>
            </a:extLst>
          </p:cNvPr>
          <p:cNvSpPr>
            <a:spLocks xmlns:a="http://schemas.openxmlformats.org/drawingml/2006/main" noGrp="1"/>
          </p:cNvSpPr>
          <p:nvPr/>
        </p:nvSpPr>
        <p:spPr>
          <a:xfrm xmlns:a="http://schemas.openxmlformats.org/drawingml/2006/main">
            <a:off x="571500" y="32575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Cavite City</a:t>
            </a:r>
          </a:p>
        </p:txBody>
      </p:sp>
      <p:sp>
        <p:nvSpPr>
          <p:cNvPr id="25" name="profile-933">
            <a:extLst xmlns:a="http://schemas.openxmlformats.org/drawingml/2006/main">
              <a:ext uri="{FF2B5EF4-FFF2-40B4-BE49-F238E27FC236}">
                <a16:creationId xmlns:a16="http://schemas.microsoft.com/office/drawing/2014/main" id="{6A5DA628-7B04-4A12-A96E-F183AA1EAC4F}"/>
              </a:ext>
            </a:extLst>
          </p:cNvPr>
          <p:cNvSpPr>
            <a:spLocks xmlns:a="http://schemas.openxmlformats.org/drawingml/2006/main" noGrp="1"/>
          </p:cNvSpPr>
          <p:nvPr/>
        </p:nvSpPr>
        <p:spPr>
          <a:xfrm xmlns:a="http://schemas.openxmlformats.org/drawingml/2006/main">
            <a:off x="400050" y="36099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6" name="profile-934">
            <a:extLst xmlns:a="http://schemas.openxmlformats.org/drawingml/2006/main">
              <a:ext uri="{FF2B5EF4-FFF2-40B4-BE49-F238E27FC236}">
                <a16:creationId xmlns:a16="http://schemas.microsoft.com/office/drawing/2014/main" id="{14F6F9F6-C4DC-4F1D-A871-1D963CCD7198}"/>
              </a:ext>
            </a:extLst>
          </p:cNvPr>
          <p:cNvSpPr>
            <a:spLocks xmlns:a="http://schemas.openxmlformats.org/drawingml/2006/main" noGrp="1"/>
          </p:cNvSpPr>
          <p:nvPr/>
        </p:nvSpPr>
        <p:spPr>
          <a:xfrm xmlns:a="http://schemas.openxmlformats.org/drawingml/2006/main">
            <a:off x="571500" y="35052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Dasmariñas</a:t>
            </a:r>
          </a:p>
        </p:txBody>
      </p:sp>
      <p:sp>
        <p:nvSpPr>
          <p:cNvPr id="27" name="profile-935">
            <a:extLst xmlns:a="http://schemas.openxmlformats.org/drawingml/2006/main">
              <a:ext uri="{FF2B5EF4-FFF2-40B4-BE49-F238E27FC236}">
                <a16:creationId xmlns:a16="http://schemas.microsoft.com/office/drawing/2014/main" id="{4FC0B4DC-B6B5-482F-9F95-270EA788EDE6}"/>
              </a:ext>
            </a:extLst>
          </p:cNvPr>
          <p:cNvSpPr>
            <a:spLocks xmlns:a="http://schemas.openxmlformats.org/drawingml/2006/main" noGrp="1"/>
          </p:cNvSpPr>
          <p:nvPr/>
        </p:nvSpPr>
        <p:spPr>
          <a:xfrm xmlns:a="http://schemas.openxmlformats.org/drawingml/2006/main">
            <a:off x="400050" y="38576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8" name="profile-936">
            <a:extLst xmlns:a="http://schemas.openxmlformats.org/drawingml/2006/main">
              <a:ext uri="{FF2B5EF4-FFF2-40B4-BE49-F238E27FC236}">
                <a16:creationId xmlns:a16="http://schemas.microsoft.com/office/drawing/2014/main" id="{514786D6-13AF-4AC3-9C34-3D9C755A316E}"/>
              </a:ext>
            </a:extLst>
          </p:cNvPr>
          <p:cNvSpPr>
            <a:spLocks xmlns:a="http://schemas.openxmlformats.org/drawingml/2006/main" noGrp="1"/>
          </p:cNvSpPr>
          <p:nvPr/>
        </p:nvSpPr>
        <p:spPr>
          <a:xfrm xmlns:a="http://schemas.openxmlformats.org/drawingml/2006/main">
            <a:off x="571500" y="37528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General Trias</a:t>
            </a:r>
          </a:p>
        </p:txBody>
      </p:sp>
      <p:sp>
        <p:nvSpPr>
          <p:cNvPr id="29" name="profile-937">
            <a:extLst xmlns:a="http://schemas.openxmlformats.org/drawingml/2006/main">
              <a:ext uri="{FF2B5EF4-FFF2-40B4-BE49-F238E27FC236}">
                <a16:creationId xmlns:a16="http://schemas.microsoft.com/office/drawing/2014/main" id="{698554E5-E18F-4B27-8617-B42B4E02C083}"/>
              </a:ext>
            </a:extLst>
          </p:cNvPr>
          <p:cNvSpPr>
            <a:spLocks xmlns:a="http://schemas.openxmlformats.org/drawingml/2006/main" noGrp="1"/>
          </p:cNvSpPr>
          <p:nvPr/>
        </p:nvSpPr>
        <p:spPr>
          <a:xfrm xmlns:a="http://schemas.openxmlformats.org/drawingml/2006/main">
            <a:off x="400050" y="41052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0" name="profile-938">
            <a:extLst xmlns:a="http://schemas.openxmlformats.org/drawingml/2006/main">
              <a:ext uri="{FF2B5EF4-FFF2-40B4-BE49-F238E27FC236}">
                <a16:creationId xmlns:a16="http://schemas.microsoft.com/office/drawing/2014/main" id="{8FF6374F-30B7-4ABD-A46C-3F78CF38742E}"/>
              </a:ext>
            </a:extLst>
          </p:cNvPr>
          <p:cNvSpPr>
            <a:spLocks xmlns:a="http://schemas.openxmlformats.org/drawingml/2006/main" noGrp="1"/>
          </p:cNvSpPr>
          <p:nvPr/>
        </p:nvSpPr>
        <p:spPr>
          <a:xfrm xmlns:a="http://schemas.openxmlformats.org/drawingml/2006/main">
            <a:off x="571500" y="40005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Imus</a:t>
            </a:r>
          </a:p>
        </p:txBody>
      </p:sp>
      <p:sp>
        <p:nvSpPr>
          <p:cNvPr id="31" name="profile-939">
            <a:extLst xmlns:a="http://schemas.openxmlformats.org/drawingml/2006/main">
              <a:ext uri="{FF2B5EF4-FFF2-40B4-BE49-F238E27FC236}">
                <a16:creationId xmlns:a16="http://schemas.microsoft.com/office/drawing/2014/main" id="{E97E61EC-CF49-47B3-B863-9F5CBA0A1502}"/>
              </a:ext>
            </a:extLst>
          </p:cNvPr>
          <p:cNvSpPr>
            <a:spLocks xmlns:a="http://schemas.openxmlformats.org/drawingml/2006/main" noGrp="1"/>
          </p:cNvSpPr>
          <p:nvPr/>
        </p:nvSpPr>
        <p:spPr>
          <a:xfrm xmlns:a="http://schemas.openxmlformats.org/drawingml/2006/main">
            <a:off x="400050" y="43529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2" name="profile-940">
            <a:extLst xmlns:a="http://schemas.openxmlformats.org/drawingml/2006/main">
              <a:ext uri="{FF2B5EF4-FFF2-40B4-BE49-F238E27FC236}">
                <a16:creationId xmlns:a16="http://schemas.microsoft.com/office/drawing/2014/main" id="{2AD489A1-AF88-4CAF-A7CD-46A18212E29E}"/>
              </a:ext>
            </a:extLst>
          </p:cNvPr>
          <p:cNvSpPr>
            <a:spLocks xmlns:a="http://schemas.openxmlformats.org/drawingml/2006/main" noGrp="1"/>
          </p:cNvSpPr>
          <p:nvPr/>
        </p:nvSpPr>
        <p:spPr>
          <a:xfrm xmlns:a="http://schemas.openxmlformats.org/drawingml/2006/main">
            <a:off x="571500" y="42481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Tagaytay</a:t>
            </a:r>
          </a:p>
        </p:txBody>
      </p:sp>
      <p:sp>
        <p:nvSpPr>
          <p:cNvPr id="33" name="profile-941">
            <a:extLst xmlns:a="http://schemas.openxmlformats.org/drawingml/2006/main">
              <a:ext uri="{FF2B5EF4-FFF2-40B4-BE49-F238E27FC236}">
                <a16:creationId xmlns:a16="http://schemas.microsoft.com/office/drawing/2014/main" id="{080C9501-8EF0-4774-B5DE-3016E0A81EBD}"/>
              </a:ext>
            </a:extLst>
          </p:cNvPr>
          <p:cNvSpPr>
            <a:spLocks xmlns:a="http://schemas.openxmlformats.org/drawingml/2006/main" noGrp="1"/>
          </p:cNvSpPr>
          <p:nvPr/>
        </p:nvSpPr>
        <p:spPr>
          <a:xfrm xmlns:a="http://schemas.openxmlformats.org/drawingml/2006/main">
            <a:off x="400050" y="46005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4" name="profile-942">
            <a:extLst xmlns:a="http://schemas.openxmlformats.org/drawingml/2006/main">
              <a:ext uri="{FF2B5EF4-FFF2-40B4-BE49-F238E27FC236}">
                <a16:creationId xmlns:a16="http://schemas.microsoft.com/office/drawing/2014/main" id="{00797A9C-6FF7-4608-96D4-D36ED3865397}"/>
              </a:ext>
            </a:extLst>
          </p:cNvPr>
          <p:cNvSpPr>
            <a:spLocks xmlns:a="http://schemas.openxmlformats.org/drawingml/2006/main" noGrp="1"/>
          </p:cNvSpPr>
          <p:nvPr/>
        </p:nvSpPr>
        <p:spPr>
          <a:xfrm xmlns:a="http://schemas.openxmlformats.org/drawingml/2006/main">
            <a:off x="571500" y="44958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Trece Martires</a:t>
            </a:r>
          </a:p>
        </p:txBody>
      </p:sp>
      <p:sp>
        <p:nvSpPr>
          <p:cNvPr id="35" name="profile-943">
            <a:extLst xmlns:a="http://schemas.openxmlformats.org/drawingml/2006/main">
              <a:ext uri="{FF2B5EF4-FFF2-40B4-BE49-F238E27FC236}">
                <a16:creationId xmlns:a16="http://schemas.microsoft.com/office/drawing/2014/main" id="{D83CEA8D-98F5-4342-B2A2-5C8250137298}"/>
              </a:ext>
            </a:extLst>
          </p:cNvPr>
          <p:cNvSpPr>
            <a:spLocks xmlns:a="http://schemas.openxmlformats.org/drawingml/2006/main" noGrp="1"/>
          </p:cNvSpPr>
          <p:nvPr/>
        </p:nvSpPr>
        <p:spPr>
          <a:xfrm xmlns:a="http://schemas.openxmlformats.org/drawingml/2006/main">
            <a:off x="4276725" y="28670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6" name="profile-944">
            <a:extLst xmlns:a="http://schemas.openxmlformats.org/drawingml/2006/main">
              <a:ext uri="{FF2B5EF4-FFF2-40B4-BE49-F238E27FC236}">
                <a16:creationId xmlns:a16="http://schemas.microsoft.com/office/drawing/2014/main" id="{579686FC-987C-491C-B72E-248C63955CEF}"/>
              </a:ext>
            </a:extLst>
          </p:cNvPr>
          <p:cNvSpPr>
            <a:spLocks xmlns:a="http://schemas.openxmlformats.org/drawingml/2006/main" noGrp="1"/>
          </p:cNvSpPr>
          <p:nvPr/>
        </p:nvSpPr>
        <p:spPr>
          <a:xfrm xmlns:a="http://schemas.openxmlformats.org/drawingml/2006/main">
            <a:off x="4448175" y="27622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Alfonso</a:t>
            </a:r>
          </a:p>
        </p:txBody>
      </p:sp>
      <p:sp>
        <p:nvSpPr>
          <p:cNvPr id="37" name="profile-945">
            <a:extLst xmlns:a="http://schemas.openxmlformats.org/drawingml/2006/main">
              <a:ext uri="{FF2B5EF4-FFF2-40B4-BE49-F238E27FC236}">
                <a16:creationId xmlns:a16="http://schemas.microsoft.com/office/drawing/2014/main" id="{D65F59FC-E888-4C8F-AAF6-4732ED7E24AB}"/>
              </a:ext>
            </a:extLst>
          </p:cNvPr>
          <p:cNvSpPr>
            <a:spLocks xmlns:a="http://schemas.openxmlformats.org/drawingml/2006/main" noGrp="1"/>
          </p:cNvSpPr>
          <p:nvPr/>
        </p:nvSpPr>
        <p:spPr>
          <a:xfrm xmlns:a="http://schemas.openxmlformats.org/drawingml/2006/main">
            <a:off x="4276725" y="31146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8" name="profile-946">
            <a:extLst xmlns:a="http://schemas.openxmlformats.org/drawingml/2006/main">
              <a:ext uri="{FF2B5EF4-FFF2-40B4-BE49-F238E27FC236}">
                <a16:creationId xmlns:a16="http://schemas.microsoft.com/office/drawing/2014/main" id="{C2FA3F55-5BCB-475E-920C-E88AAA467F5D}"/>
              </a:ext>
            </a:extLst>
          </p:cNvPr>
          <p:cNvSpPr>
            <a:spLocks xmlns:a="http://schemas.openxmlformats.org/drawingml/2006/main" noGrp="1"/>
          </p:cNvSpPr>
          <p:nvPr/>
        </p:nvSpPr>
        <p:spPr>
          <a:xfrm xmlns:a="http://schemas.openxmlformats.org/drawingml/2006/main">
            <a:off x="4448175" y="30099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Amadeo</a:t>
            </a:r>
          </a:p>
        </p:txBody>
      </p:sp>
      <p:sp>
        <p:nvSpPr>
          <p:cNvPr id="39" name="profile-947">
            <a:extLst xmlns:a="http://schemas.openxmlformats.org/drawingml/2006/main">
              <a:ext uri="{FF2B5EF4-FFF2-40B4-BE49-F238E27FC236}">
                <a16:creationId xmlns:a16="http://schemas.microsoft.com/office/drawing/2014/main" id="{19631462-A90F-4B40-A62A-909580ABE876}"/>
              </a:ext>
            </a:extLst>
          </p:cNvPr>
          <p:cNvSpPr>
            <a:spLocks xmlns:a="http://schemas.openxmlformats.org/drawingml/2006/main" noGrp="1"/>
          </p:cNvSpPr>
          <p:nvPr/>
        </p:nvSpPr>
        <p:spPr>
          <a:xfrm xmlns:a="http://schemas.openxmlformats.org/drawingml/2006/main">
            <a:off x="4276725" y="33623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0" name="profile-948">
            <a:extLst xmlns:a="http://schemas.openxmlformats.org/drawingml/2006/main">
              <a:ext uri="{FF2B5EF4-FFF2-40B4-BE49-F238E27FC236}">
                <a16:creationId xmlns:a16="http://schemas.microsoft.com/office/drawing/2014/main" id="{39D98569-AF8C-4B7F-BF2D-B114FA82F4B2}"/>
              </a:ext>
            </a:extLst>
          </p:cNvPr>
          <p:cNvSpPr>
            <a:spLocks xmlns:a="http://schemas.openxmlformats.org/drawingml/2006/main" noGrp="1"/>
          </p:cNvSpPr>
          <p:nvPr/>
        </p:nvSpPr>
        <p:spPr>
          <a:xfrm xmlns:a="http://schemas.openxmlformats.org/drawingml/2006/main">
            <a:off x="4448175" y="32575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General Emilio Aguinaldo</a:t>
            </a:r>
          </a:p>
        </p:txBody>
      </p:sp>
      <p:sp>
        <p:nvSpPr>
          <p:cNvPr id="41" name="profile-949">
            <a:extLst xmlns:a="http://schemas.openxmlformats.org/drawingml/2006/main">
              <a:ext uri="{FF2B5EF4-FFF2-40B4-BE49-F238E27FC236}">
                <a16:creationId xmlns:a16="http://schemas.microsoft.com/office/drawing/2014/main" id="{94B5E8F6-0990-478D-9F65-32DB2709BCE8}"/>
              </a:ext>
            </a:extLst>
          </p:cNvPr>
          <p:cNvSpPr>
            <a:spLocks xmlns:a="http://schemas.openxmlformats.org/drawingml/2006/main" noGrp="1"/>
          </p:cNvSpPr>
          <p:nvPr/>
        </p:nvSpPr>
        <p:spPr>
          <a:xfrm xmlns:a="http://schemas.openxmlformats.org/drawingml/2006/main">
            <a:off x="4276725" y="36099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2" name="profile-950">
            <a:extLst xmlns:a="http://schemas.openxmlformats.org/drawingml/2006/main">
              <a:ext uri="{FF2B5EF4-FFF2-40B4-BE49-F238E27FC236}">
                <a16:creationId xmlns:a16="http://schemas.microsoft.com/office/drawing/2014/main" id="{ECD0D35B-DC3D-40AE-9640-75AF76CA7ECC}"/>
              </a:ext>
            </a:extLst>
          </p:cNvPr>
          <p:cNvSpPr>
            <a:spLocks xmlns:a="http://schemas.openxmlformats.org/drawingml/2006/main" noGrp="1"/>
          </p:cNvSpPr>
          <p:nvPr/>
        </p:nvSpPr>
        <p:spPr>
          <a:xfrm xmlns:a="http://schemas.openxmlformats.org/drawingml/2006/main">
            <a:off x="4448175" y="35052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Indang</a:t>
            </a:r>
          </a:p>
        </p:txBody>
      </p:sp>
      <p:sp>
        <p:nvSpPr>
          <p:cNvPr id="43" name="profile-951">
            <a:extLst xmlns:a="http://schemas.openxmlformats.org/drawingml/2006/main">
              <a:ext uri="{FF2B5EF4-FFF2-40B4-BE49-F238E27FC236}">
                <a16:creationId xmlns:a16="http://schemas.microsoft.com/office/drawing/2014/main" id="{54C92BB2-4BE8-48AA-B8CD-15E3147870F7}"/>
              </a:ext>
            </a:extLst>
          </p:cNvPr>
          <p:cNvSpPr>
            <a:spLocks xmlns:a="http://schemas.openxmlformats.org/drawingml/2006/main" noGrp="1"/>
          </p:cNvSpPr>
          <p:nvPr/>
        </p:nvSpPr>
        <p:spPr>
          <a:xfrm xmlns:a="http://schemas.openxmlformats.org/drawingml/2006/main">
            <a:off x="4276725" y="38576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4" name="profile-952">
            <a:extLst xmlns:a="http://schemas.openxmlformats.org/drawingml/2006/main">
              <a:ext uri="{FF2B5EF4-FFF2-40B4-BE49-F238E27FC236}">
                <a16:creationId xmlns:a16="http://schemas.microsoft.com/office/drawing/2014/main" id="{861A015A-16A6-4FEA-8D1C-88F6C941CCE1}"/>
              </a:ext>
            </a:extLst>
          </p:cNvPr>
          <p:cNvSpPr>
            <a:spLocks xmlns:a="http://schemas.openxmlformats.org/drawingml/2006/main" noGrp="1"/>
          </p:cNvSpPr>
          <p:nvPr/>
        </p:nvSpPr>
        <p:spPr>
          <a:xfrm xmlns:a="http://schemas.openxmlformats.org/drawingml/2006/main">
            <a:off x="4448175" y="37528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Kawit</a:t>
            </a:r>
          </a:p>
        </p:txBody>
      </p:sp>
      <p:sp>
        <p:nvSpPr>
          <p:cNvPr id="45" name="profile-953">
            <a:extLst xmlns:a="http://schemas.openxmlformats.org/drawingml/2006/main">
              <a:ext uri="{FF2B5EF4-FFF2-40B4-BE49-F238E27FC236}">
                <a16:creationId xmlns:a16="http://schemas.microsoft.com/office/drawing/2014/main" id="{A5A94311-0A49-4F83-9CDE-B236CD4E8E3B}"/>
              </a:ext>
            </a:extLst>
          </p:cNvPr>
          <p:cNvSpPr>
            <a:spLocks xmlns:a="http://schemas.openxmlformats.org/drawingml/2006/main" noGrp="1"/>
          </p:cNvSpPr>
          <p:nvPr/>
        </p:nvSpPr>
        <p:spPr>
          <a:xfrm xmlns:a="http://schemas.openxmlformats.org/drawingml/2006/main">
            <a:off x="4276725" y="41052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6" name="profile-954">
            <a:extLst xmlns:a="http://schemas.openxmlformats.org/drawingml/2006/main">
              <a:ext uri="{FF2B5EF4-FFF2-40B4-BE49-F238E27FC236}">
                <a16:creationId xmlns:a16="http://schemas.microsoft.com/office/drawing/2014/main" id="{D3F10CFE-AF97-484B-BB26-84D9E33E2E4B}"/>
              </a:ext>
            </a:extLst>
          </p:cNvPr>
          <p:cNvSpPr>
            <a:spLocks xmlns:a="http://schemas.openxmlformats.org/drawingml/2006/main" noGrp="1"/>
          </p:cNvSpPr>
          <p:nvPr/>
        </p:nvSpPr>
        <p:spPr>
          <a:xfrm xmlns:a="http://schemas.openxmlformats.org/drawingml/2006/main">
            <a:off x="4448175" y="40005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Magallanes</a:t>
            </a:r>
          </a:p>
        </p:txBody>
      </p:sp>
      <p:sp>
        <p:nvSpPr>
          <p:cNvPr id="47" name="profile-955">
            <a:extLst xmlns:a="http://schemas.openxmlformats.org/drawingml/2006/main">
              <a:ext uri="{FF2B5EF4-FFF2-40B4-BE49-F238E27FC236}">
                <a16:creationId xmlns:a16="http://schemas.microsoft.com/office/drawing/2014/main" id="{CB6B7285-5BB1-486E-A526-49FF92811A24}"/>
              </a:ext>
            </a:extLst>
          </p:cNvPr>
          <p:cNvSpPr>
            <a:spLocks xmlns:a="http://schemas.openxmlformats.org/drawingml/2006/main" noGrp="1"/>
          </p:cNvSpPr>
          <p:nvPr/>
        </p:nvSpPr>
        <p:spPr>
          <a:xfrm xmlns:a="http://schemas.openxmlformats.org/drawingml/2006/main">
            <a:off x="4276725" y="43529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8" name="profile-956">
            <a:extLst xmlns:a="http://schemas.openxmlformats.org/drawingml/2006/main">
              <a:ext uri="{FF2B5EF4-FFF2-40B4-BE49-F238E27FC236}">
                <a16:creationId xmlns:a16="http://schemas.microsoft.com/office/drawing/2014/main" id="{133148A0-FDF7-4598-85A8-BD7CA7840A1F}"/>
              </a:ext>
            </a:extLst>
          </p:cNvPr>
          <p:cNvSpPr>
            <a:spLocks xmlns:a="http://schemas.openxmlformats.org/drawingml/2006/main" noGrp="1"/>
          </p:cNvSpPr>
          <p:nvPr/>
        </p:nvSpPr>
        <p:spPr>
          <a:xfrm xmlns:a="http://schemas.openxmlformats.org/drawingml/2006/main">
            <a:off x="4448175" y="42481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Maragondon</a:t>
            </a:r>
          </a:p>
        </p:txBody>
      </p:sp>
      <p:sp>
        <p:nvSpPr>
          <p:cNvPr id="49" name="profile-957">
            <a:extLst xmlns:a="http://schemas.openxmlformats.org/drawingml/2006/main">
              <a:ext uri="{FF2B5EF4-FFF2-40B4-BE49-F238E27FC236}">
                <a16:creationId xmlns:a16="http://schemas.microsoft.com/office/drawing/2014/main" id="{AF79CA18-D8C8-46BC-A016-C300EA7FF85C}"/>
              </a:ext>
            </a:extLst>
          </p:cNvPr>
          <p:cNvSpPr>
            <a:spLocks xmlns:a="http://schemas.openxmlformats.org/drawingml/2006/main" noGrp="1"/>
          </p:cNvSpPr>
          <p:nvPr/>
        </p:nvSpPr>
        <p:spPr>
          <a:xfrm xmlns:a="http://schemas.openxmlformats.org/drawingml/2006/main">
            <a:off x="4276725" y="46005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50" name="profile-958">
            <a:extLst xmlns:a="http://schemas.openxmlformats.org/drawingml/2006/main">
              <a:ext uri="{FF2B5EF4-FFF2-40B4-BE49-F238E27FC236}">
                <a16:creationId xmlns:a16="http://schemas.microsoft.com/office/drawing/2014/main" id="{1E5E1047-4CE2-4F13-A68E-0C687A7B0997}"/>
              </a:ext>
            </a:extLst>
          </p:cNvPr>
          <p:cNvSpPr>
            <a:spLocks xmlns:a="http://schemas.openxmlformats.org/drawingml/2006/main" noGrp="1"/>
          </p:cNvSpPr>
          <p:nvPr/>
        </p:nvSpPr>
        <p:spPr>
          <a:xfrm xmlns:a="http://schemas.openxmlformats.org/drawingml/2006/main">
            <a:off x="4448175" y="44958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Mendez</a:t>
            </a:r>
          </a:p>
        </p:txBody>
      </p:sp>
      <p:sp>
        <p:nvSpPr>
          <p:cNvPr id="51" name="profile-959">
            <a:extLst xmlns:a="http://schemas.openxmlformats.org/drawingml/2006/main">
              <a:ext uri="{FF2B5EF4-FFF2-40B4-BE49-F238E27FC236}">
                <a16:creationId xmlns:a16="http://schemas.microsoft.com/office/drawing/2014/main" id="{44269B74-93AD-4B60-ABCD-45553E87A380}"/>
              </a:ext>
            </a:extLst>
          </p:cNvPr>
          <p:cNvSpPr>
            <a:spLocks xmlns:a="http://schemas.openxmlformats.org/drawingml/2006/main" noGrp="1"/>
          </p:cNvSpPr>
          <p:nvPr/>
        </p:nvSpPr>
        <p:spPr>
          <a:xfrm xmlns:a="http://schemas.openxmlformats.org/drawingml/2006/main">
            <a:off x="8153400" y="28670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52" name="profile-960">
            <a:extLst xmlns:a="http://schemas.openxmlformats.org/drawingml/2006/main">
              <a:ext uri="{FF2B5EF4-FFF2-40B4-BE49-F238E27FC236}">
                <a16:creationId xmlns:a16="http://schemas.microsoft.com/office/drawing/2014/main" id="{6367A250-2199-4AA1-9EFF-89151EC89217}"/>
              </a:ext>
            </a:extLst>
          </p:cNvPr>
          <p:cNvSpPr>
            <a:spLocks xmlns:a="http://schemas.openxmlformats.org/drawingml/2006/main" noGrp="1"/>
          </p:cNvSpPr>
          <p:nvPr/>
        </p:nvSpPr>
        <p:spPr>
          <a:xfrm xmlns:a="http://schemas.openxmlformats.org/drawingml/2006/main">
            <a:off x="8324850" y="27622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Naic</a:t>
            </a:r>
          </a:p>
        </p:txBody>
      </p:sp>
      <p:sp>
        <p:nvSpPr>
          <p:cNvPr id="53" name="profile-961">
            <a:extLst xmlns:a="http://schemas.openxmlformats.org/drawingml/2006/main">
              <a:ext uri="{FF2B5EF4-FFF2-40B4-BE49-F238E27FC236}">
                <a16:creationId xmlns:a16="http://schemas.microsoft.com/office/drawing/2014/main" id="{B53196EA-AE76-4C91-A539-55886587C81E}"/>
              </a:ext>
            </a:extLst>
          </p:cNvPr>
          <p:cNvSpPr>
            <a:spLocks xmlns:a="http://schemas.openxmlformats.org/drawingml/2006/main" noGrp="1"/>
          </p:cNvSpPr>
          <p:nvPr/>
        </p:nvSpPr>
        <p:spPr>
          <a:xfrm xmlns:a="http://schemas.openxmlformats.org/drawingml/2006/main">
            <a:off x="8153400" y="31146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54" name="profile-962">
            <a:extLst xmlns:a="http://schemas.openxmlformats.org/drawingml/2006/main">
              <a:ext uri="{FF2B5EF4-FFF2-40B4-BE49-F238E27FC236}">
                <a16:creationId xmlns:a16="http://schemas.microsoft.com/office/drawing/2014/main" id="{473A6DF6-8F0A-413C-98F2-506C5E0D43B8}"/>
              </a:ext>
            </a:extLst>
          </p:cNvPr>
          <p:cNvSpPr>
            <a:spLocks xmlns:a="http://schemas.openxmlformats.org/drawingml/2006/main" noGrp="1"/>
          </p:cNvSpPr>
          <p:nvPr/>
        </p:nvSpPr>
        <p:spPr>
          <a:xfrm xmlns:a="http://schemas.openxmlformats.org/drawingml/2006/main">
            <a:off x="8324850" y="30099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Noveleta</a:t>
            </a:r>
          </a:p>
        </p:txBody>
      </p:sp>
      <p:sp>
        <p:nvSpPr>
          <p:cNvPr id="55" name="profile-963">
            <a:extLst xmlns:a="http://schemas.openxmlformats.org/drawingml/2006/main">
              <a:ext uri="{FF2B5EF4-FFF2-40B4-BE49-F238E27FC236}">
                <a16:creationId xmlns:a16="http://schemas.microsoft.com/office/drawing/2014/main" id="{8591A52D-BA92-4FA6-8E83-6056A150A6DA}"/>
              </a:ext>
            </a:extLst>
          </p:cNvPr>
          <p:cNvSpPr>
            <a:spLocks xmlns:a="http://schemas.openxmlformats.org/drawingml/2006/main" noGrp="1"/>
          </p:cNvSpPr>
          <p:nvPr/>
        </p:nvSpPr>
        <p:spPr>
          <a:xfrm xmlns:a="http://schemas.openxmlformats.org/drawingml/2006/main">
            <a:off x="8153400" y="33623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56" name="profile-964">
            <a:extLst xmlns:a="http://schemas.openxmlformats.org/drawingml/2006/main">
              <a:ext uri="{FF2B5EF4-FFF2-40B4-BE49-F238E27FC236}">
                <a16:creationId xmlns:a16="http://schemas.microsoft.com/office/drawing/2014/main" id="{2A9E5432-8D2B-4379-A0D2-F684850CCDEA}"/>
              </a:ext>
            </a:extLst>
          </p:cNvPr>
          <p:cNvSpPr>
            <a:spLocks xmlns:a="http://schemas.openxmlformats.org/drawingml/2006/main" noGrp="1"/>
          </p:cNvSpPr>
          <p:nvPr/>
        </p:nvSpPr>
        <p:spPr>
          <a:xfrm xmlns:a="http://schemas.openxmlformats.org/drawingml/2006/main">
            <a:off x="8324850" y="32575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Rosario</a:t>
            </a:r>
          </a:p>
        </p:txBody>
      </p:sp>
      <p:sp>
        <p:nvSpPr>
          <p:cNvPr id="57" name="profile-965">
            <a:extLst xmlns:a="http://schemas.openxmlformats.org/drawingml/2006/main">
              <a:ext uri="{FF2B5EF4-FFF2-40B4-BE49-F238E27FC236}">
                <a16:creationId xmlns:a16="http://schemas.microsoft.com/office/drawing/2014/main" id="{BB3D816C-24C7-400F-9515-43BDFD2BB991}"/>
              </a:ext>
            </a:extLst>
          </p:cNvPr>
          <p:cNvSpPr>
            <a:spLocks xmlns:a="http://schemas.openxmlformats.org/drawingml/2006/main" noGrp="1"/>
          </p:cNvSpPr>
          <p:nvPr/>
        </p:nvSpPr>
        <p:spPr>
          <a:xfrm xmlns:a="http://schemas.openxmlformats.org/drawingml/2006/main">
            <a:off x="8153400" y="36099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58" name="profile-966">
            <a:extLst xmlns:a="http://schemas.openxmlformats.org/drawingml/2006/main">
              <a:ext uri="{FF2B5EF4-FFF2-40B4-BE49-F238E27FC236}">
                <a16:creationId xmlns:a16="http://schemas.microsoft.com/office/drawing/2014/main" id="{C1FCD2DF-BB4D-4597-B677-818E0DA64D14}"/>
              </a:ext>
            </a:extLst>
          </p:cNvPr>
          <p:cNvSpPr>
            <a:spLocks xmlns:a="http://schemas.openxmlformats.org/drawingml/2006/main" noGrp="1"/>
          </p:cNvSpPr>
          <p:nvPr/>
        </p:nvSpPr>
        <p:spPr>
          <a:xfrm xmlns:a="http://schemas.openxmlformats.org/drawingml/2006/main">
            <a:off x="8324850" y="35052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Silang</a:t>
            </a:r>
          </a:p>
        </p:txBody>
      </p:sp>
      <p:sp>
        <p:nvSpPr>
          <p:cNvPr id="59" name="profile-967">
            <a:extLst xmlns:a="http://schemas.openxmlformats.org/drawingml/2006/main">
              <a:ext uri="{FF2B5EF4-FFF2-40B4-BE49-F238E27FC236}">
                <a16:creationId xmlns:a16="http://schemas.microsoft.com/office/drawing/2014/main" id="{28488344-7F4B-4C83-A034-A107AD965775}"/>
              </a:ext>
            </a:extLst>
          </p:cNvPr>
          <p:cNvSpPr>
            <a:spLocks xmlns:a="http://schemas.openxmlformats.org/drawingml/2006/main" noGrp="1"/>
          </p:cNvSpPr>
          <p:nvPr/>
        </p:nvSpPr>
        <p:spPr>
          <a:xfrm xmlns:a="http://schemas.openxmlformats.org/drawingml/2006/main">
            <a:off x="8153400" y="38576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60" name="profile-968">
            <a:extLst xmlns:a="http://schemas.openxmlformats.org/drawingml/2006/main">
              <a:ext uri="{FF2B5EF4-FFF2-40B4-BE49-F238E27FC236}">
                <a16:creationId xmlns:a16="http://schemas.microsoft.com/office/drawing/2014/main" id="{71408F8E-4254-4F08-A26A-6E85ABBFC7F0}"/>
              </a:ext>
            </a:extLst>
          </p:cNvPr>
          <p:cNvSpPr>
            <a:spLocks xmlns:a="http://schemas.openxmlformats.org/drawingml/2006/main" noGrp="1"/>
          </p:cNvSpPr>
          <p:nvPr/>
        </p:nvSpPr>
        <p:spPr>
          <a:xfrm xmlns:a="http://schemas.openxmlformats.org/drawingml/2006/main">
            <a:off x="8324850" y="37528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Tanza</a:t>
            </a:r>
          </a:p>
        </p:txBody>
      </p:sp>
      <p:sp>
        <p:nvSpPr>
          <p:cNvPr id="61" name="profile-969">
            <a:extLst xmlns:a="http://schemas.openxmlformats.org/drawingml/2006/main">
              <a:ext uri="{FF2B5EF4-FFF2-40B4-BE49-F238E27FC236}">
                <a16:creationId xmlns:a16="http://schemas.microsoft.com/office/drawing/2014/main" id="{0B698ECB-6631-44C7-8839-4DC1ED7FD17D}"/>
              </a:ext>
            </a:extLst>
          </p:cNvPr>
          <p:cNvSpPr>
            <a:spLocks xmlns:a="http://schemas.openxmlformats.org/drawingml/2006/main" noGrp="1"/>
          </p:cNvSpPr>
          <p:nvPr/>
        </p:nvSpPr>
        <p:spPr>
          <a:xfrm xmlns:a="http://schemas.openxmlformats.org/drawingml/2006/main">
            <a:off x="8153400" y="41052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62" name="profile-970">
            <a:extLst xmlns:a="http://schemas.openxmlformats.org/drawingml/2006/main">
              <a:ext uri="{FF2B5EF4-FFF2-40B4-BE49-F238E27FC236}">
                <a16:creationId xmlns:a16="http://schemas.microsoft.com/office/drawing/2014/main" id="{F8CF6281-E2E6-487E-8786-A404859518C8}"/>
              </a:ext>
            </a:extLst>
          </p:cNvPr>
          <p:cNvSpPr>
            <a:spLocks xmlns:a="http://schemas.openxmlformats.org/drawingml/2006/main" noGrp="1"/>
          </p:cNvSpPr>
          <p:nvPr/>
        </p:nvSpPr>
        <p:spPr>
          <a:xfrm xmlns:a="http://schemas.openxmlformats.org/drawingml/2006/main">
            <a:off x="8324850" y="40005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Ternate</a:t>
            </a:r>
          </a:p>
        </p:txBody>
      </p:sp>
      <p:sp>
        <p:nvSpPr>
          <p:cNvPr id="63" name="profile-971">
            <a:extLst xmlns:a="http://schemas.openxmlformats.org/drawingml/2006/main">
              <a:ext uri="{FF2B5EF4-FFF2-40B4-BE49-F238E27FC236}">
                <a16:creationId xmlns:a16="http://schemas.microsoft.com/office/drawing/2014/main" id="{887C05D8-CFA6-4B4A-A2EF-4C02561DF70E}"/>
              </a:ext>
            </a:extLst>
          </p:cNvPr>
          <p:cNvSpPr>
            <a:spLocks xmlns:a="http://schemas.openxmlformats.org/drawingml/2006/main" noGrp="1"/>
          </p:cNvSpPr>
          <p:nvPr/>
        </p:nvSpPr>
        <p:spPr>
          <a:xfrm xmlns:a="http://schemas.openxmlformats.org/drawingml/2006/main">
            <a:off x="8153400" y="43529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64" name="profile-972">
            <a:extLst xmlns:a="http://schemas.openxmlformats.org/drawingml/2006/main">
              <a:ext uri="{FF2B5EF4-FFF2-40B4-BE49-F238E27FC236}">
                <a16:creationId xmlns:a16="http://schemas.microsoft.com/office/drawing/2014/main" id="{F9199F3F-3FB0-48F8-BA9D-59E58E0E0113}"/>
              </a:ext>
            </a:extLst>
          </p:cNvPr>
          <p:cNvSpPr>
            <a:spLocks xmlns:a="http://schemas.openxmlformats.org/drawingml/2006/main" noGrp="1"/>
          </p:cNvSpPr>
          <p:nvPr/>
        </p:nvSpPr>
        <p:spPr>
          <a:xfrm xmlns:a="http://schemas.openxmlformats.org/drawingml/2006/main">
            <a:off x="8324850" y="42481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General Mariano Alvarez</a:t>
            </a:r>
          </a:p>
        </p:txBody>
      </p:sp>
      <p:sp>
        <p:nvSpPr>
          <p:cNvPr id="65" name="profile-973">
            <a:extLst xmlns:a="http://schemas.openxmlformats.org/drawingml/2006/main">
              <a:ext uri="{FF2B5EF4-FFF2-40B4-BE49-F238E27FC236}">
                <a16:creationId xmlns:a16="http://schemas.microsoft.com/office/drawing/2014/main" id="{A511B676-A88E-4892-BBCB-F49FD8C188BA}"/>
              </a:ext>
            </a:extLst>
          </p:cNvPr>
          <p:cNvSpPr>
            <a:spLocks xmlns:a="http://schemas.openxmlformats.org/drawingml/2006/main" noGrp="1"/>
          </p:cNvSpPr>
          <p:nvPr/>
        </p:nvSpPr>
        <p:spPr>
          <a:xfrm xmlns:a="http://schemas.openxmlformats.org/drawingml/2006/main">
            <a:off x="400050" y="5962650"/>
            <a:ext cx="11334750" cy="1895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456079"/>
                </a:solidFill>
                <a:latin typeface="Segoe UI"/>
                <a:ea typeface="Segoe UI"/>
                <a:cs typeface="Segoe UI"/>
              </a:defRPr>
            </a:defPPr>
          </a:lstStyle>
          <a:p xmlns:a="http://schemas.openxmlformats.org/drawingml/2006/main">
            <a:pPr algn="l">
              <a:defRPr sz="975" b="0">
                <a:solidFill>
                  <a:srgbClr val="456079"/>
                </a:solidFill>
                <a:latin typeface="Segoe UI"/>
                <a:ea typeface="Segoe UI"/>
                <a:cs typeface="Segoe UI"/>
              </a:defRPr>
            </a:pPr>
            <a:r>
              <a:rPr sz="975" b="0">
                <a:solidFill>
                  <a:srgbClr val="456079"/>
                </a:solidFill>
                <a:latin typeface="Segoe UI"/>
                <a:ea typeface="Segoe UI"/>
                <a:cs typeface="Segoe UI"/>
              </a:rPr>
              <a:t>Geographic names: PSA PSGC. Service schedule and availability confirmed upon inquiry.</a:t>
            </a:r>
          </a:p>
        </p:txBody>
      </p:sp>
    </p:spTree>
    <p:extLst>
      <p:ext uri="{BB962C8B-B14F-4D97-AF65-F5344CB8AC3E}">
        <p14:creationId xmlns:p14="http://schemas.microsoft.com/office/powerpoint/2010/main" val="819386585"/>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0" name="profile-974">
            <a:extLst xmlns:a="http://schemas.openxmlformats.org/drawingml/2006/main">
              <a:ext uri="{FF2B5EF4-FFF2-40B4-BE49-F238E27FC236}">
                <a16:creationId xmlns:a16="http://schemas.microsoft.com/office/drawing/2014/main" id="{79838CBE-EE09-4FB7-AEB7-17A443AA2B57}"/>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975">
            <a:extLst xmlns:a="http://schemas.openxmlformats.org/drawingml/2006/main">
              <a:ext uri="{FF2B5EF4-FFF2-40B4-BE49-F238E27FC236}">
                <a16:creationId xmlns:a16="http://schemas.microsoft.com/office/drawing/2014/main" id="{01508C39-7A0F-41A9-8B74-5494DDC6061E}"/>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A95301AF-5878-441D-A93E-77981BB85FA2}"/>
              </a:ext>
            </a:extLst>
          </p:cNvPr>
          <p:cNvPicPr>
            <a:picLocks xmlns:a="http://schemas.openxmlformats.org/drawingml/2006/main" noChangeAspect="1"/>
          </p:cNvPicPr>
          <p:nvPr/>
        </p:nvPicPr>
        <p:blipFill>
          <a:blip xmlns:r="http://schemas.openxmlformats.org/officeDocument/2006/relationships" xmlns:a="http://schemas.openxmlformats.org/drawingml/2006/main" r:embed="R55157b0365c84194"/>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976">
            <a:extLst xmlns:a="http://schemas.openxmlformats.org/drawingml/2006/main">
              <a:ext uri="{FF2B5EF4-FFF2-40B4-BE49-F238E27FC236}">
                <a16:creationId xmlns:a16="http://schemas.microsoft.com/office/drawing/2014/main" id="{AB2E2488-A13C-4F33-9774-E867849AC3D8}"/>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977">
            <a:extLst xmlns:a="http://schemas.openxmlformats.org/drawingml/2006/main">
              <a:ext uri="{FF2B5EF4-FFF2-40B4-BE49-F238E27FC236}">
                <a16:creationId xmlns:a16="http://schemas.microsoft.com/office/drawing/2014/main" id="{46327719-DD4F-40B6-92E3-3817A298181F}"/>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and Pest Management Services OPC</a:t>
            </a:r>
          </a:p>
        </p:txBody>
      </p:sp>
      <p:sp>
        <p:nvSpPr>
          <p:cNvPr id="6" name="profile-978">
            <a:extLst xmlns:a="http://schemas.openxmlformats.org/drawingml/2006/main">
              <a:ext uri="{FF2B5EF4-FFF2-40B4-BE49-F238E27FC236}">
                <a16:creationId xmlns:a16="http://schemas.microsoft.com/office/drawing/2014/main" id="{3F0770A0-BC66-4294-8448-7ECF471B9A62}"/>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Globe 0917 671 6383   |   Smart 0939 245 6217</a:t>
            </a:r>
          </a:p>
        </p:txBody>
      </p:sp>
      <p:sp>
        <p:nvSpPr>
          <p:cNvPr id="7" name="profile-979">
            <a:extLst xmlns:a="http://schemas.openxmlformats.org/drawingml/2006/main">
              <a:ext uri="{FF2B5EF4-FFF2-40B4-BE49-F238E27FC236}">
                <a16:creationId xmlns:a16="http://schemas.microsoft.com/office/drawing/2014/main" id="{AB36125B-6CD2-4102-A33B-6113E7527398}"/>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980">
            <a:extLst xmlns:a="http://schemas.openxmlformats.org/drawingml/2006/main">
              <a:ext uri="{FF2B5EF4-FFF2-40B4-BE49-F238E27FC236}">
                <a16:creationId xmlns:a16="http://schemas.microsoft.com/office/drawing/2014/main" id="{DE958CD2-5033-4A59-AE5F-3CE6F3CEFD36}"/>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TO FOLLOW</a:t>
            </a:r>
          </a:p>
        </p:txBody>
      </p:sp>
      <p:sp>
        <p:nvSpPr>
          <p:cNvPr id="9" name="profile-981">
            <a:extLst xmlns:a="http://schemas.openxmlformats.org/drawingml/2006/main">
              <a:ext uri="{FF2B5EF4-FFF2-40B4-BE49-F238E27FC236}">
                <a16:creationId xmlns:a16="http://schemas.microsoft.com/office/drawing/2014/main" id="{D24274D4-1013-4816-B4B9-E5696F21AFD8}"/>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982">
            <a:extLst xmlns:a="http://schemas.openxmlformats.org/drawingml/2006/main">
              <a:ext uri="{FF2B5EF4-FFF2-40B4-BE49-F238E27FC236}">
                <a16:creationId xmlns:a16="http://schemas.microsoft.com/office/drawing/2014/main" id="{3C7836F5-FCBB-47BB-BFD9-78181423483A}"/>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983">
            <a:extLst xmlns:a="http://schemas.openxmlformats.org/drawingml/2006/main">
              <a:ext uri="{FF2B5EF4-FFF2-40B4-BE49-F238E27FC236}">
                <a16:creationId xmlns:a16="http://schemas.microsoft.com/office/drawing/2014/main" id="{A6790562-58B4-4B59-B55D-F2DB517F7C03}"/>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984">
            <a:extLst xmlns:a="http://schemas.openxmlformats.org/drawingml/2006/main">
              <a:ext uri="{FF2B5EF4-FFF2-40B4-BE49-F238E27FC236}">
                <a16:creationId xmlns:a16="http://schemas.microsoft.com/office/drawing/2014/main" id="{85019A8A-7A0F-43D3-B974-E911F981971D}"/>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985">
            <a:extLst xmlns:a="http://schemas.openxmlformats.org/drawingml/2006/main">
              <a:ext uri="{FF2B5EF4-FFF2-40B4-BE49-F238E27FC236}">
                <a16:creationId xmlns:a16="http://schemas.microsoft.com/office/drawing/2014/main" id="{49A5CAD6-6D22-4726-81B1-9BFFDE6E093E}"/>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986">
            <a:extLst xmlns:a="http://schemas.openxmlformats.org/drawingml/2006/main">
              <a:ext uri="{FF2B5EF4-FFF2-40B4-BE49-F238E27FC236}">
                <a16:creationId xmlns:a16="http://schemas.microsoft.com/office/drawing/2014/main" id="{BE0DD435-1FAC-4787-8E49-EA21AFB1A44C}"/>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987">
            <a:extLst xmlns:a="http://schemas.openxmlformats.org/drawingml/2006/main">
              <a:ext uri="{FF2B5EF4-FFF2-40B4-BE49-F238E27FC236}">
                <a16:creationId xmlns:a16="http://schemas.microsoft.com/office/drawing/2014/main" id="{83A30132-0FFF-4BD9-BD6F-328B2DEEEBAC}"/>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30</a:t>
            </a:r>
          </a:p>
        </p:txBody>
      </p:sp>
      <p:sp>
        <p:nvSpPr>
          <p:cNvPr id="16" name="profile-988">
            <a:extLst xmlns:a="http://schemas.openxmlformats.org/drawingml/2006/main">
              <a:ext uri="{FF2B5EF4-FFF2-40B4-BE49-F238E27FC236}">
                <a16:creationId xmlns:a16="http://schemas.microsoft.com/office/drawing/2014/main" id="{CA519F01-E0AF-4F36-BBCE-79E3D3D63079}"/>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Laguna</a:t>
            </a:r>
          </a:p>
        </p:txBody>
      </p:sp>
      <p:sp>
        <p:nvSpPr>
          <p:cNvPr id="17" name="profile-989">
            <a:extLst xmlns:a="http://schemas.openxmlformats.org/drawingml/2006/main">
              <a:ext uri="{FF2B5EF4-FFF2-40B4-BE49-F238E27FC236}">
                <a16:creationId xmlns:a16="http://schemas.microsoft.com/office/drawing/2014/main" id="{BA088F0D-86CB-4371-9C38-C674F5DA34ED}"/>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990">
            <a:extLst xmlns:a="http://schemas.openxmlformats.org/drawingml/2006/main">
              <a:ext uri="{FF2B5EF4-FFF2-40B4-BE49-F238E27FC236}">
                <a16:creationId xmlns:a16="http://schemas.microsoft.com/office/drawing/2014/main" id="{56AC66BC-2C24-4975-AE29-67E3B6FB1350}"/>
              </a:ext>
            </a:extLst>
          </p:cNvPr>
          <p:cNvSpPr>
            <a:spLocks xmlns:a="http://schemas.openxmlformats.org/drawingml/2006/main" noGrp="1"/>
          </p:cNvSpPr>
          <p:nvPr/>
        </p:nvSpPr>
        <p:spPr>
          <a:xfrm xmlns:a="http://schemas.openxmlformats.org/drawingml/2006/main">
            <a:off x="400050" y="2114550"/>
            <a:ext cx="1128712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456079"/>
                </a:solidFill>
                <a:latin typeface="Segoe UI"/>
                <a:ea typeface="Segoe UI"/>
                <a:cs typeface="Segoe UI"/>
              </a:defRPr>
            </a:defPPr>
          </a:lstStyle>
          <a:p xmlns:a="http://schemas.openxmlformats.org/drawingml/2006/main">
            <a:pPr algn="l">
              <a:defRPr sz="1500" b="0">
                <a:solidFill>
                  <a:srgbClr val="456079"/>
                </a:solidFill>
                <a:latin typeface="Segoe UI"/>
                <a:ea typeface="Segoe UI"/>
                <a:cs typeface="Segoe UI"/>
              </a:defRPr>
            </a:pPr>
            <a:r>
              <a:rPr sz="1500" b="0">
                <a:solidFill>
                  <a:srgbClr val="456079"/>
                </a:solidFill>
                <a:latin typeface="Segoe UI"/>
                <a:ea typeface="Segoe UI"/>
                <a:cs typeface="Segoe UI"/>
              </a:rPr>
              <a:t>Coverage appendix | Cities and municipalities</a:t>
            </a:r>
          </a:p>
        </p:txBody>
      </p:sp>
      <p:sp>
        <p:nvSpPr>
          <p:cNvPr id="19" name="profile-991">
            <a:extLst xmlns:a="http://schemas.openxmlformats.org/drawingml/2006/main">
              <a:ext uri="{FF2B5EF4-FFF2-40B4-BE49-F238E27FC236}">
                <a16:creationId xmlns:a16="http://schemas.microsoft.com/office/drawing/2014/main" id="{ADD2E8BC-60E9-4C14-ACF6-CFB32AD3E2C2}"/>
              </a:ext>
            </a:extLst>
          </p:cNvPr>
          <p:cNvSpPr>
            <a:spLocks xmlns:a="http://schemas.openxmlformats.org/drawingml/2006/main" noGrp="1"/>
          </p:cNvSpPr>
          <p:nvPr/>
        </p:nvSpPr>
        <p:spPr>
          <a:xfrm xmlns:a="http://schemas.openxmlformats.org/drawingml/2006/main">
            <a:off x="400050" y="28670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0" name="profile-992">
            <a:extLst xmlns:a="http://schemas.openxmlformats.org/drawingml/2006/main">
              <a:ext uri="{FF2B5EF4-FFF2-40B4-BE49-F238E27FC236}">
                <a16:creationId xmlns:a16="http://schemas.microsoft.com/office/drawing/2014/main" id="{B364C692-F5F7-433B-8F8C-7B6A085A2806}"/>
              </a:ext>
            </a:extLst>
          </p:cNvPr>
          <p:cNvSpPr>
            <a:spLocks xmlns:a="http://schemas.openxmlformats.org/drawingml/2006/main" noGrp="1"/>
          </p:cNvSpPr>
          <p:nvPr/>
        </p:nvSpPr>
        <p:spPr>
          <a:xfrm xmlns:a="http://schemas.openxmlformats.org/drawingml/2006/main">
            <a:off x="571500" y="27622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Biñan</a:t>
            </a:r>
          </a:p>
        </p:txBody>
      </p:sp>
      <p:sp>
        <p:nvSpPr>
          <p:cNvPr id="21" name="profile-993">
            <a:extLst xmlns:a="http://schemas.openxmlformats.org/drawingml/2006/main">
              <a:ext uri="{FF2B5EF4-FFF2-40B4-BE49-F238E27FC236}">
                <a16:creationId xmlns:a16="http://schemas.microsoft.com/office/drawing/2014/main" id="{777EE95B-1CD3-4483-8697-29BFE9C50941}"/>
              </a:ext>
            </a:extLst>
          </p:cNvPr>
          <p:cNvSpPr>
            <a:spLocks xmlns:a="http://schemas.openxmlformats.org/drawingml/2006/main" noGrp="1"/>
          </p:cNvSpPr>
          <p:nvPr/>
        </p:nvSpPr>
        <p:spPr>
          <a:xfrm xmlns:a="http://schemas.openxmlformats.org/drawingml/2006/main">
            <a:off x="400050" y="31146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2" name="profile-994">
            <a:extLst xmlns:a="http://schemas.openxmlformats.org/drawingml/2006/main">
              <a:ext uri="{FF2B5EF4-FFF2-40B4-BE49-F238E27FC236}">
                <a16:creationId xmlns:a16="http://schemas.microsoft.com/office/drawing/2014/main" id="{1DD56551-33A4-4985-8D11-5D389A38C402}"/>
              </a:ext>
            </a:extLst>
          </p:cNvPr>
          <p:cNvSpPr>
            <a:spLocks xmlns:a="http://schemas.openxmlformats.org/drawingml/2006/main" noGrp="1"/>
          </p:cNvSpPr>
          <p:nvPr/>
        </p:nvSpPr>
        <p:spPr>
          <a:xfrm xmlns:a="http://schemas.openxmlformats.org/drawingml/2006/main">
            <a:off x="571500" y="30099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Cabuyao</a:t>
            </a:r>
          </a:p>
        </p:txBody>
      </p:sp>
      <p:sp>
        <p:nvSpPr>
          <p:cNvPr id="23" name="profile-995">
            <a:extLst xmlns:a="http://schemas.openxmlformats.org/drawingml/2006/main">
              <a:ext uri="{FF2B5EF4-FFF2-40B4-BE49-F238E27FC236}">
                <a16:creationId xmlns:a16="http://schemas.microsoft.com/office/drawing/2014/main" id="{E99FA4D0-EE07-4C9F-9DAB-459F6233A5EF}"/>
              </a:ext>
            </a:extLst>
          </p:cNvPr>
          <p:cNvSpPr>
            <a:spLocks xmlns:a="http://schemas.openxmlformats.org/drawingml/2006/main" noGrp="1"/>
          </p:cNvSpPr>
          <p:nvPr/>
        </p:nvSpPr>
        <p:spPr>
          <a:xfrm xmlns:a="http://schemas.openxmlformats.org/drawingml/2006/main">
            <a:off x="400050" y="33623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4" name="profile-996">
            <a:extLst xmlns:a="http://schemas.openxmlformats.org/drawingml/2006/main">
              <a:ext uri="{FF2B5EF4-FFF2-40B4-BE49-F238E27FC236}">
                <a16:creationId xmlns:a16="http://schemas.microsoft.com/office/drawing/2014/main" id="{8F98AE2E-1B5C-4C16-9644-D40B5625EE54}"/>
              </a:ext>
            </a:extLst>
          </p:cNvPr>
          <p:cNvSpPr>
            <a:spLocks xmlns:a="http://schemas.openxmlformats.org/drawingml/2006/main" noGrp="1"/>
          </p:cNvSpPr>
          <p:nvPr/>
        </p:nvSpPr>
        <p:spPr>
          <a:xfrm xmlns:a="http://schemas.openxmlformats.org/drawingml/2006/main">
            <a:off x="571500" y="32575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Calamba</a:t>
            </a:r>
          </a:p>
        </p:txBody>
      </p:sp>
      <p:sp>
        <p:nvSpPr>
          <p:cNvPr id="25" name="profile-997">
            <a:extLst xmlns:a="http://schemas.openxmlformats.org/drawingml/2006/main">
              <a:ext uri="{FF2B5EF4-FFF2-40B4-BE49-F238E27FC236}">
                <a16:creationId xmlns:a16="http://schemas.microsoft.com/office/drawing/2014/main" id="{3A073F54-6484-4ECB-870F-A1429412E2E1}"/>
              </a:ext>
            </a:extLst>
          </p:cNvPr>
          <p:cNvSpPr>
            <a:spLocks xmlns:a="http://schemas.openxmlformats.org/drawingml/2006/main" noGrp="1"/>
          </p:cNvSpPr>
          <p:nvPr/>
        </p:nvSpPr>
        <p:spPr>
          <a:xfrm xmlns:a="http://schemas.openxmlformats.org/drawingml/2006/main">
            <a:off x="400050" y="36099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6" name="profile-998">
            <a:extLst xmlns:a="http://schemas.openxmlformats.org/drawingml/2006/main">
              <a:ext uri="{FF2B5EF4-FFF2-40B4-BE49-F238E27FC236}">
                <a16:creationId xmlns:a16="http://schemas.microsoft.com/office/drawing/2014/main" id="{F157CC70-26C3-4D3D-8EFF-95FA72D523BE}"/>
              </a:ext>
            </a:extLst>
          </p:cNvPr>
          <p:cNvSpPr>
            <a:spLocks xmlns:a="http://schemas.openxmlformats.org/drawingml/2006/main" noGrp="1"/>
          </p:cNvSpPr>
          <p:nvPr/>
        </p:nvSpPr>
        <p:spPr>
          <a:xfrm xmlns:a="http://schemas.openxmlformats.org/drawingml/2006/main">
            <a:off x="571500" y="35052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 Pablo</a:t>
            </a:r>
          </a:p>
        </p:txBody>
      </p:sp>
      <p:sp>
        <p:nvSpPr>
          <p:cNvPr id="27" name="profile-999">
            <a:extLst xmlns:a="http://schemas.openxmlformats.org/drawingml/2006/main">
              <a:ext uri="{FF2B5EF4-FFF2-40B4-BE49-F238E27FC236}">
                <a16:creationId xmlns:a16="http://schemas.microsoft.com/office/drawing/2014/main" id="{DAE025D3-0B84-4911-A53E-067FCDBBDA04}"/>
              </a:ext>
            </a:extLst>
          </p:cNvPr>
          <p:cNvSpPr>
            <a:spLocks xmlns:a="http://schemas.openxmlformats.org/drawingml/2006/main" noGrp="1"/>
          </p:cNvSpPr>
          <p:nvPr/>
        </p:nvSpPr>
        <p:spPr>
          <a:xfrm xmlns:a="http://schemas.openxmlformats.org/drawingml/2006/main">
            <a:off x="400050" y="38576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8" name="profile-1000">
            <a:extLst xmlns:a="http://schemas.openxmlformats.org/drawingml/2006/main">
              <a:ext uri="{FF2B5EF4-FFF2-40B4-BE49-F238E27FC236}">
                <a16:creationId xmlns:a16="http://schemas.microsoft.com/office/drawing/2014/main" id="{D29E35C1-8093-4D7C-96EA-B6F5E2867B10}"/>
              </a:ext>
            </a:extLst>
          </p:cNvPr>
          <p:cNvSpPr>
            <a:spLocks xmlns:a="http://schemas.openxmlformats.org/drawingml/2006/main" noGrp="1"/>
          </p:cNvSpPr>
          <p:nvPr/>
        </p:nvSpPr>
        <p:spPr>
          <a:xfrm xmlns:a="http://schemas.openxmlformats.org/drawingml/2006/main">
            <a:off x="571500" y="37528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 Pedro</a:t>
            </a:r>
          </a:p>
        </p:txBody>
      </p:sp>
      <p:sp>
        <p:nvSpPr>
          <p:cNvPr id="29" name="profile-1001">
            <a:extLst xmlns:a="http://schemas.openxmlformats.org/drawingml/2006/main">
              <a:ext uri="{FF2B5EF4-FFF2-40B4-BE49-F238E27FC236}">
                <a16:creationId xmlns:a16="http://schemas.microsoft.com/office/drawing/2014/main" id="{B96ECEF9-28A7-4399-8BE3-2FD807F08904}"/>
              </a:ext>
            </a:extLst>
          </p:cNvPr>
          <p:cNvSpPr>
            <a:spLocks xmlns:a="http://schemas.openxmlformats.org/drawingml/2006/main" noGrp="1"/>
          </p:cNvSpPr>
          <p:nvPr/>
        </p:nvSpPr>
        <p:spPr>
          <a:xfrm xmlns:a="http://schemas.openxmlformats.org/drawingml/2006/main">
            <a:off x="400050" y="41052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0" name="profile-1002">
            <a:extLst xmlns:a="http://schemas.openxmlformats.org/drawingml/2006/main">
              <a:ext uri="{FF2B5EF4-FFF2-40B4-BE49-F238E27FC236}">
                <a16:creationId xmlns:a16="http://schemas.microsoft.com/office/drawing/2014/main" id="{87B284A8-3480-4EA4-B9DC-0760E78C0156}"/>
              </a:ext>
            </a:extLst>
          </p:cNvPr>
          <p:cNvSpPr>
            <a:spLocks xmlns:a="http://schemas.openxmlformats.org/drawingml/2006/main" noGrp="1"/>
          </p:cNvSpPr>
          <p:nvPr/>
        </p:nvSpPr>
        <p:spPr>
          <a:xfrm xmlns:a="http://schemas.openxmlformats.org/drawingml/2006/main">
            <a:off x="571500" y="40005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Santa Rosa</a:t>
            </a:r>
          </a:p>
        </p:txBody>
      </p:sp>
      <p:sp>
        <p:nvSpPr>
          <p:cNvPr id="31" name="profile-1003">
            <a:extLst xmlns:a="http://schemas.openxmlformats.org/drawingml/2006/main">
              <a:ext uri="{FF2B5EF4-FFF2-40B4-BE49-F238E27FC236}">
                <a16:creationId xmlns:a16="http://schemas.microsoft.com/office/drawing/2014/main" id="{6FC91AE1-3F96-40D5-BDC7-F96CF3C37C98}"/>
              </a:ext>
            </a:extLst>
          </p:cNvPr>
          <p:cNvSpPr>
            <a:spLocks xmlns:a="http://schemas.openxmlformats.org/drawingml/2006/main" noGrp="1"/>
          </p:cNvSpPr>
          <p:nvPr/>
        </p:nvSpPr>
        <p:spPr>
          <a:xfrm xmlns:a="http://schemas.openxmlformats.org/drawingml/2006/main">
            <a:off x="400050" y="43529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2" name="profile-1004">
            <a:extLst xmlns:a="http://schemas.openxmlformats.org/drawingml/2006/main">
              <a:ext uri="{FF2B5EF4-FFF2-40B4-BE49-F238E27FC236}">
                <a16:creationId xmlns:a16="http://schemas.microsoft.com/office/drawing/2014/main" id="{04EAB411-0C92-461F-A802-70BE37C5B6B9}"/>
              </a:ext>
            </a:extLst>
          </p:cNvPr>
          <p:cNvSpPr>
            <a:spLocks xmlns:a="http://schemas.openxmlformats.org/drawingml/2006/main" noGrp="1"/>
          </p:cNvSpPr>
          <p:nvPr/>
        </p:nvSpPr>
        <p:spPr>
          <a:xfrm xmlns:a="http://schemas.openxmlformats.org/drawingml/2006/main">
            <a:off x="571500" y="42481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Alaminos</a:t>
            </a:r>
          </a:p>
        </p:txBody>
      </p:sp>
      <p:sp>
        <p:nvSpPr>
          <p:cNvPr id="33" name="profile-1005">
            <a:extLst xmlns:a="http://schemas.openxmlformats.org/drawingml/2006/main">
              <a:ext uri="{FF2B5EF4-FFF2-40B4-BE49-F238E27FC236}">
                <a16:creationId xmlns:a16="http://schemas.microsoft.com/office/drawing/2014/main" id="{8975D1CB-45A9-4652-94C8-50F2129194D0}"/>
              </a:ext>
            </a:extLst>
          </p:cNvPr>
          <p:cNvSpPr>
            <a:spLocks xmlns:a="http://schemas.openxmlformats.org/drawingml/2006/main" noGrp="1"/>
          </p:cNvSpPr>
          <p:nvPr/>
        </p:nvSpPr>
        <p:spPr>
          <a:xfrm xmlns:a="http://schemas.openxmlformats.org/drawingml/2006/main">
            <a:off x="400050" y="46005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4" name="profile-1006">
            <a:extLst xmlns:a="http://schemas.openxmlformats.org/drawingml/2006/main">
              <a:ext uri="{FF2B5EF4-FFF2-40B4-BE49-F238E27FC236}">
                <a16:creationId xmlns:a16="http://schemas.microsoft.com/office/drawing/2014/main" id="{08812FFF-65D2-45E6-8A0F-F60CDAA50393}"/>
              </a:ext>
            </a:extLst>
          </p:cNvPr>
          <p:cNvSpPr>
            <a:spLocks xmlns:a="http://schemas.openxmlformats.org/drawingml/2006/main" noGrp="1"/>
          </p:cNvSpPr>
          <p:nvPr/>
        </p:nvSpPr>
        <p:spPr>
          <a:xfrm xmlns:a="http://schemas.openxmlformats.org/drawingml/2006/main">
            <a:off x="571500" y="44958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Bay</a:t>
            </a:r>
          </a:p>
        </p:txBody>
      </p:sp>
      <p:sp>
        <p:nvSpPr>
          <p:cNvPr id="35" name="profile-1007">
            <a:extLst xmlns:a="http://schemas.openxmlformats.org/drawingml/2006/main">
              <a:ext uri="{FF2B5EF4-FFF2-40B4-BE49-F238E27FC236}">
                <a16:creationId xmlns:a16="http://schemas.microsoft.com/office/drawing/2014/main" id="{2AB57774-952A-4052-A990-EC9C5B23818F}"/>
              </a:ext>
            </a:extLst>
          </p:cNvPr>
          <p:cNvSpPr>
            <a:spLocks xmlns:a="http://schemas.openxmlformats.org/drawingml/2006/main" noGrp="1"/>
          </p:cNvSpPr>
          <p:nvPr/>
        </p:nvSpPr>
        <p:spPr>
          <a:xfrm xmlns:a="http://schemas.openxmlformats.org/drawingml/2006/main">
            <a:off x="400050" y="48482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6" name="profile-1008">
            <a:extLst xmlns:a="http://schemas.openxmlformats.org/drawingml/2006/main">
              <a:ext uri="{FF2B5EF4-FFF2-40B4-BE49-F238E27FC236}">
                <a16:creationId xmlns:a16="http://schemas.microsoft.com/office/drawing/2014/main" id="{A4D20EAC-2CE1-4436-8561-30B1C57D5041}"/>
              </a:ext>
            </a:extLst>
          </p:cNvPr>
          <p:cNvSpPr>
            <a:spLocks xmlns:a="http://schemas.openxmlformats.org/drawingml/2006/main" noGrp="1"/>
          </p:cNvSpPr>
          <p:nvPr/>
        </p:nvSpPr>
        <p:spPr>
          <a:xfrm xmlns:a="http://schemas.openxmlformats.org/drawingml/2006/main">
            <a:off x="571500" y="47434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Calauan</a:t>
            </a:r>
          </a:p>
        </p:txBody>
      </p:sp>
      <p:sp>
        <p:nvSpPr>
          <p:cNvPr id="37" name="profile-1009">
            <a:extLst xmlns:a="http://schemas.openxmlformats.org/drawingml/2006/main">
              <a:ext uri="{FF2B5EF4-FFF2-40B4-BE49-F238E27FC236}">
                <a16:creationId xmlns:a16="http://schemas.microsoft.com/office/drawing/2014/main" id="{1CD3FF3A-EBAA-4C41-BDF0-C5DAA00A5982}"/>
              </a:ext>
            </a:extLst>
          </p:cNvPr>
          <p:cNvSpPr>
            <a:spLocks xmlns:a="http://schemas.openxmlformats.org/drawingml/2006/main" noGrp="1"/>
          </p:cNvSpPr>
          <p:nvPr/>
        </p:nvSpPr>
        <p:spPr>
          <a:xfrm xmlns:a="http://schemas.openxmlformats.org/drawingml/2006/main">
            <a:off x="400050" y="50958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8" name="profile-1010">
            <a:extLst xmlns:a="http://schemas.openxmlformats.org/drawingml/2006/main">
              <a:ext uri="{FF2B5EF4-FFF2-40B4-BE49-F238E27FC236}">
                <a16:creationId xmlns:a16="http://schemas.microsoft.com/office/drawing/2014/main" id="{1CD9AF21-BAA6-4E80-8FFE-ACDBFDB33CDE}"/>
              </a:ext>
            </a:extLst>
          </p:cNvPr>
          <p:cNvSpPr>
            <a:spLocks xmlns:a="http://schemas.openxmlformats.org/drawingml/2006/main" noGrp="1"/>
          </p:cNvSpPr>
          <p:nvPr/>
        </p:nvSpPr>
        <p:spPr>
          <a:xfrm xmlns:a="http://schemas.openxmlformats.org/drawingml/2006/main">
            <a:off x="571500" y="49911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Cavinti</a:t>
            </a:r>
          </a:p>
        </p:txBody>
      </p:sp>
      <p:sp>
        <p:nvSpPr>
          <p:cNvPr id="39" name="profile-1011">
            <a:extLst xmlns:a="http://schemas.openxmlformats.org/drawingml/2006/main">
              <a:ext uri="{FF2B5EF4-FFF2-40B4-BE49-F238E27FC236}">
                <a16:creationId xmlns:a16="http://schemas.microsoft.com/office/drawing/2014/main" id="{70C1A66A-7E28-42B0-B2F6-A5C73FD1B3CE}"/>
              </a:ext>
            </a:extLst>
          </p:cNvPr>
          <p:cNvSpPr>
            <a:spLocks xmlns:a="http://schemas.openxmlformats.org/drawingml/2006/main" noGrp="1"/>
          </p:cNvSpPr>
          <p:nvPr/>
        </p:nvSpPr>
        <p:spPr>
          <a:xfrm xmlns:a="http://schemas.openxmlformats.org/drawingml/2006/main">
            <a:off x="4276725" y="28670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0" name="profile-1012">
            <a:extLst xmlns:a="http://schemas.openxmlformats.org/drawingml/2006/main">
              <a:ext uri="{FF2B5EF4-FFF2-40B4-BE49-F238E27FC236}">
                <a16:creationId xmlns:a16="http://schemas.microsoft.com/office/drawing/2014/main" id="{82114F03-4A4D-4334-8598-9B81EC1E6418}"/>
              </a:ext>
            </a:extLst>
          </p:cNvPr>
          <p:cNvSpPr>
            <a:spLocks xmlns:a="http://schemas.openxmlformats.org/drawingml/2006/main" noGrp="1"/>
          </p:cNvSpPr>
          <p:nvPr/>
        </p:nvSpPr>
        <p:spPr>
          <a:xfrm xmlns:a="http://schemas.openxmlformats.org/drawingml/2006/main">
            <a:off x="4448175" y="27622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Famy</a:t>
            </a:r>
          </a:p>
        </p:txBody>
      </p:sp>
      <p:sp>
        <p:nvSpPr>
          <p:cNvPr id="41" name="profile-1013">
            <a:extLst xmlns:a="http://schemas.openxmlformats.org/drawingml/2006/main">
              <a:ext uri="{FF2B5EF4-FFF2-40B4-BE49-F238E27FC236}">
                <a16:creationId xmlns:a16="http://schemas.microsoft.com/office/drawing/2014/main" id="{F4FBD514-0665-4877-AFCF-09EF5AFC8670}"/>
              </a:ext>
            </a:extLst>
          </p:cNvPr>
          <p:cNvSpPr>
            <a:spLocks xmlns:a="http://schemas.openxmlformats.org/drawingml/2006/main" noGrp="1"/>
          </p:cNvSpPr>
          <p:nvPr/>
        </p:nvSpPr>
        <p:spPr>
          <a:xfrm xmlns:a="http://schemas.openxmlformats.org/drawingml/2006/main">
            <a:off x="4276725" y="31146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2" name="profile-1014">
            <a:extLst xmlns:a="http://schemas.openxmlformats.org/drawingml/2006/main">
              <a:ext uri="{FF2B5EF4-FFF2-40B4-BE49-F238E27FC236}">
                <a16:creationId xmlns:a16="http://schemas.microsoft.com/office/drawing/2014/main" id="{949E560F-CC2D-449D-B23A-5BA128AE3053}"/>
              </a:ext>
            </a:extLst>
          </p:cNvPr>
          <p:cNvSpPr>
            <a:spLocks xmlns:a="http://schemas.openxmlformats.org/drawingml/2006/main" noGrp="1"/>
          </p:cNvSpPr>
          <p:nvPr/>
        </p:nvSpPr>
        <p:spPr>
          <a:xfrm xmlns:a="http://schemas.openxmlformats.org/drawingml/2006/main">
            <a:off x="4448175" y="30099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Kalayaan</a:t>
            </a:r>
          </a:p>
        </p:txBody>
      </p:sp>
      <p:sp>
        <p:nvSpPr>
          <p:cNvPr id="43" name="profile-1015">
            <a:extLst xmlns:a="http://schemas.openxmlformats.org/drawingml/2006/main">
              <a:ext uri="{FF2B5EF4-FFF2-40B4-BE49-F238E27FC236}">
                <a16:creationId xmlns:a16="http://schemas.microsoft.com/office/drawing/2014/main" id="{024D30ED-C401-4482-863E-B7CF9C9F72D4}"/>
              </a:ext>
            </a:extLst>
          </p:cNvPr>
          <p:cNvSpPr>
            <a:spLocks xmlns:a="http://schemas.openxmlformats.org/drawingml/2006/main" noGrp="1"/>
          </p:cNvSpPr>
          <p:nvPr/>
        </p:nvSpPr>
        <p:spPr>
          <a:xfrm xmlns:a="http://schemas.openxmlformats.org/drawingml/2006/main">
            <a:off x="4276725" y="33623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4" name="profile-1016">
            <a:extLst xmlns:a="http://schemas.openxmlformats.org/drawingml/2006/main">
              <a:ext uri="{FF2B5EF4-FFF2-40B4-BE49-F238E27FC236}">
                <a16:creationId xmlns:a16="http://schemas.microsoft.com/office/drawing/2014/main" id="{5BD141E7-21A4-45D6-809C-26654B179608}"/>
              </a:ext>
            </a:extLst>
          </p:cNvPr>
          <p:cNvSpPr>
            <a:spLocks xmlns:a="http://schemas.openxmlformats.org/drawingml/2006/main" noGrp="1"/>
          </p:cNvSpPr>
          <p:nvPr/>
        </p:nvSpPr>
        <p:spPr>
          <a:xfrm xmlns:a="http://schemas.openxmlformats.org/drawingml/2006/main">
            <a:off x="4448175" y="32575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Liliw</a:t>
            </a:r>
          </a:p>
        </p:txBody>
      </p:sp>
      <p:sp>
        <p:nvSpPr>
          <p:cNvPr id="45" name="profile-1017">
            <a:extLst xmlns:a="http://schemas.openxmlformats.org/drawingml/2006/main">
              <a:ext uri="{FF2B5EF4-FFF2-40B4-BE49-F238E27FC236}">
                <a16:creationId xmlns:a16="http://schemas.microsoft.com/office/drawing/2014/main" id="{51CBC653-1D45-4659-A904-997653D85309}"/>
              </a:ext>
            </a:extLst>
          </p:cNvPr>
          <p:cNvSpPr>
            <a:spLocks xmlns:a="http://schemas.openxmlformats.org/drawingml/2006/main" noGrp="1"/>
          </p:cNvSpPr>
          <p:nvPr/>
        </p:nvSpPr>
        <p:spPr>
          <a:xfrm xmlns:a="http://schemas.openxmlformats.org/drawingml/2006/main">
            <a:off x="4276725" y="36099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6" name="profile-1018">
            <a:extLst xmlns:a="http://schemas.openxmlformats.org/drawingml/2006/main">
              <a:ext uri="{FF2B5EF4-FFF2-40B4-BE49-F238E27FC236}">
                <a16:creationId xmlns:a16="http://schemas.microsoft.com/office/drawing/2014/main" id="{70CFAD6F-EAB0-42C5-92FE-B5643FE08ADD}"/>
              </a:ext>
            </a:extLst>
          </p:cNvPr>
          <p:cNvSpPr>
            <a:spLocks xmlns:a="http://schemas.openxmlformats.org/drawingml/2006/main" noGrp="1"/>
          </p:cNvSpPr>
          <p:nvPr/>
        </p:nvSpPr>
        <p:spPr>
          <a:xfrm xmlns:a="http://schemas.openxmlformats.org/drawingml/2006/main">
            <a:off x="4448175" y="35052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Los Baños</a:t>
            </a:r>
          </a:p>
        </p:txBody>
      </p:sp>
      <p:sp>
        <p:nvSpPr>
          <p:cNvPr id="47" name="profile-1019">
            <a:extLst xmlns:a="http://schemas.openxmlformats.org/drawingml/2006/main">
              <a:ext uri="{FF2B5EF4-FFF2-40B4-BE49-F238E27FC236}">
                <a16:creationId xmlns:a16="http://schemas.microsoft.com/office/drawing/2014/main" id="{BD17FF95-6817-419C-A96A-970C9CA2D797}"/>
              </a:ext>
            </a:extLst>
          </p:cNvPr>
          <p:cNvSpPr>
            <a:spLocks xmlns:a="http://schemas.openxmlformats.org/drawingml/2006/main" noGrp="1"/>
          </p:cNvSpPr>
          <p:nvPr/>
        </p:nvSpPr>
        <p:spPr>
          <a:xfrm xmlns:a="http://schemas.openxmlformats.org/drawingml/2006/main">
            <a:off x="4276725" y="38576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8" name="profile-1020">
            <a:extLst xmlns:a="http://schemas.openxmlformats.org/drawingml/2006/main">
              <a:ext uri="{FF2B5EF4-FFF2-40B4-BE49-F238E27FC236}">
                <a16:creationId xmlns:a16="http://schemas.microsoft.com/office/drawing/2014/main" id="{299CB275-09DF-4FF7-A79D-E084A5F00B9F}"/>
              </a:ext>
            </a:extLst>
          </p:cNvPr>
          <p:cNvSpPr>
            <a:spLocks xmlns:a="http://schemas.openxmlformats.org/drawingml/2006/main" noGrp="1"/>
          </p:cNvSpPr>
          <p:nvPr/>
        </p:nvSpPr>
        <p:spPr>
          <a:xfrm xmlns:a="http://schemas.openxmlformats.org/drawingml/2006/main">
            <a:off x="4448175" y="37528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Luisiana</a:t>
            </a:r>
          </a:p>
        </p:txBody>
      </p:sp>
      <p:sp>
        <p:nvSpPr>
          <p:cNvPr id="49" name="profile-1021">
            <a:extLst xmlns:a="http://schemas.openxmlformats.org/drawingml/2006/main">
              <a:ext uri="{FF2B5EF4-FFF2-40B4-BE49-F238E27FC236}">
                <a16:creationId xmlns:a16="http://schemas.microsoft.com/office/drawing/2014/main" id="{0C193CBA-6B7E-4570-823B-67B5DF8E9285}"/>
              </a:ext>
            </a:extLst>
          </p:cNvPr>
          <p:cNvSpPr>
            <a:spLocks xmlns:a="http://schemas.openxmlformats.org/drawingml/2006/main" noGrp="1"/>
          </p:cNvSpPr>
          <p:nvPr/>
        </p:nvSpPr>
        <p:spPr>
          <a:xfrm xmlns:a="http://schemas.openxmlformats.org/drawingml/2006/main">
            <a:off x="4276725" y="41052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50" name="profile-1022">
            <a:extLst xmlns:a="http://schemas.openxmlformats.org/drawingml/2006/main">
              <a:ext uri="{FF2B5EF4-FFF2-40B4-BE49-F238E27FC236}">
                <a16:creationId xmlns:a16="http://schemas.microsoft.com/office/drawing/2014/main" id="{7B4F8DBE-E347-4B34-A577-6BFC9A9E3766}"/>
              </a:ext>
            </a:extLst>
          </p:cNvPr>
          <p:cNvSpPr>
            <a:spLocks xmlns:a="http://schemas.openxmlformats.org/drawingml/2006/main" noGrp="1"/>
          </p:cNvSpPr>
          <p:nvPr/>
        </p:nvSpPr>
        <p:spPr>
          <a:xfrm xmlns:a="http://schemas.openxmlformats.org/drawingml/2006/main">
            <a:off x="4448175" y="40005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Lumban</a:t>
            </a:r>
          </a:p>
        </p:txBody>
      </p:sp>
      <p:sp>
        <p:nvSpPr>
          <p:cNvPr id="51" name="profile-1023">
            <a:extLst xmlns:a="http://schemas.openxmlformats.org/drawingml/2006/main">
              <a:ext uri="{FF2B5EF4-FFF2-40B4-BE49-F238E27FC236}">
                <a16:creationId xmlns:a16="http://schemas.microsoft.com/office/drawing/2014/main" id="{6831AD89-6F03-4ADE-B6CB-42DCAC133DF5}"/>
              </a:ext>
            </a:extLst>
          </p:cNvPr>
          <p:cNvSpPr>
            <a:spLocks xmlns:a="http://schemas.openxmlformats.org/drawingml/2006/main" noGrp="1"/>
          </p:cNvSpPr>
          <p:nvPr/>
        </p:nvSpPr>
        <p:spPr>
          <a:xfrm xmlns:a="http://schemas.openxmlformats.org/drawingml/2006/main">
            <a:off x="4276725" y="43529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52" name="profile-1024">
            <a:extLst xmlns:a="http://schemas.openxmlformats.org/drawingml/2006/main">
              <a:ext uri="{FF2B5EF4-FFF2-40B4-BE49-F238E27FC236}">
                <a16:creationId xmlns:a16="http://schemas.microsoft.com/office/drawing/2014/main" id="{41670F13-5A1C-4CC9-BCEF-BF99BD0A4AA6}"/>
              </a:ext>
            </a:extLst>
          </p:cNvPr>
          <p:cNvSpPr>
            <a:spLocks xmlns:a="http://schemas.openxmlformats.org/drawingml/2006/main" noGrp="1"/>
          </p:cNvSpPr>
          <p:nvPr/>
        </p:nvSpPr>
        <p:spPr>
          <a:xfrm xmlns:a="http://schemas.openxmlformats.org/drawingml/2006/main">
            <a:off x="4448175" y="42481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Mabitac</a:t>
            </a:r>
          </a:p>
        </p:txBody>
      </p:sp>
      <p:sp>
        <p:nvSpPr>
          <p:cNvPr id="53" name="profile-1025">
            <a:extLst xmlns:a="http://schemas.openxmlformats.org/drawingml/2006/main">
              <a:ext uri="{FF2B5EF4-FFF2-40B4-BE49-F238E27FC236}">
                <a16:creationId xmlns:a16="http://schemas.microsoft.com/office/drawing/2014/main" id="{11DC187B-DAD7-40D8-9C13-0CD60B917968}"/>
              </a:ext>
            </a:extLst>
          </p:cNvPr>
          <p:cNvSpPr>
            <a:spLocks xmlns:a="http://schemas.openxmlformats.org/drawingml/2006/main" noGrp="1"/>
          </p:cNvSpPr>
          <p:nvPr/>
        </p:nvSpPr>
        <p:spPr>
          <a:xfrm xmlns:a="http://schemas.openxmlformats.org/drawingml/2006/main">
            <a:off x="4276725" y="46005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54" name="profile-1026">
            <a:extLst xmlns:a="http://schemas.openxmlformats.org/drawingml/2006/main">
              <a:ext uri="{FF2B5EF4-FFF2-40B4-BE49-F238E27FC236}">
                <a16:creationId xmlns:a16="http://schemas.microsoft.com/office/drawing/2014/main" id="{3E3D1A64-8D6B-4D36-8EB5-70EE7DF91E4D}"/>
              </a:ext>
            </a:extLst>
          </p:cNvPr>
          <p:cNvSpPr>
            <a:spLocks xmlns:a="http://schemas.openxmlformats.org/drawingml/2006/main" noGrp="1"/>
          </p:cNvSpPr>
          <p:nvPr/>
        </p:nvSpPr>
        <p:spPr>
          <a:xfrm xmlns:a="http://schemas.openxmlformats.org/drawingml/2006/main">
            <a:off x="4448175" y="44958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Magdalena</a:t>
            </a:r>
          </a:p>
        </p:txBody>
      </p:sp>
      <p:sp>
        <p:nvSpPr>
          <p:cNvPr id="55" name="profile-1027">
            <a:extLst xmlns:a="http://schemas.openxmlformats.org/drawingml/2006/main">
              <a:ext uri="{FF2B5EF4-FFF2-40B4-BE49-F238E27FC236}">
                <a16:creationId xmlns:a16="http://schemas.microsoft.com/office/drawing/2014/main" id="{D8C9AC45-87B9-4E3A-9258-B296E85976C4}"/>
              </a:ext>
            </a:extLst>
          </p:cNvPr>
          <p:cNvSpPr>
            <a:spLocks xmlns:a="http://schemas.openxmlformats.org/drawingml/2006/main" noGrp="1"/>
          </p:cNvSpPr>
          <p:nvPr/>
        </p:nvSpPr>
        <p:spPr>
          <a:xfrm xmlns:a="http://schemas.openxmlformats.org/drawingml/2006/main">
            <a:off x="4276725" y="48482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56" name="profile-1028">
            <a:extLst xmlns:a="http://schemas.openxmlformats.org/drawingml/2006/main">
              <a:ext uri="{FF2B5EF4-FFF2-40B4-BE49-F238E27FC236}">
                <a16:creationId xmlns:a16="http://schemas.microsoft.com/office/drawing/2014/main" id="{B8F41F6D-2D36-478C-B70E-2C18CF119E8B}"/>
              </a:ext>
            </a:extLst>
          </p:cNvPr>
          <p:cNvSpPr>
            <a:spLocks xmlns:a="http://schemas.openxmlformats.org/drawingml/2006/main" noGrp="1"/>
          </p:cNvSpPr>
          <p:nvPr/>
        </p:nvSpPr>
        <p:spPr>
          <a:xfrm xmlns:a="http://schemas.openxmlformats.org/drawingml/2006/main">
            <a:off x="4448175" y="47434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Majayjay</a:t>
            </a:r>
          </a:p>
        </p:txBody>
      </p:sp>
      <p:sp>
        <p:nvSpPr>
          <p:cNvPr id="57" name="profile-1029">
            <a:extLst xmlns:a="http://schemas.openxmlformats.org/drawingml/2006/main">
              <a:ext uri="{FF2B5EF4-FFF2-40B4-BE49-F238E27FC236}">
                <a16:creationId xmlns:a16="http://schemas.microsoft.com/office/drawing/2014/main" id="{EE42D34B-F6E2-45A9-BA44-998B26DF4802}"/>
              </a:ext>
            </a:extLst>
          </p:cNvPr>
          <p:cNvSpPr>
            <a:spLocks xmlns:a="http://schemas.openxmlformats.org/drawingml/2006/main" noGrp="1"/>
          </p:cNvSpPr>
          <p:nvPr/>
        </p:nvSpPr>
        <p:spPr>
          <a:xfrm xmlns:a="http://schemas.openxmlformats.org/drawingml/2006/main">
            <a:off x="4276725" y="50958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58" name="profile-1030">
            <a:extLst xmlns:a="http://schemas.openxmlformats.org/drawingml/2006/main">
              <a:ext uri="{FF2B5EF4-FFF2-40B4-BE49-F238E27FC236}">
                <a16:creationId xmlns:a16="http://schemas.microsoft.com/office/drawing/2014/main" id="{D136FFFA-1FB0-4267-B82E-3A9B9B0E91CC}"/>
              </a:ext>
            </a:extLst>
          </p:cNvPr>
          <p:cNvSpPr>
            <a:spLocks xmlns:a="http://schemas.openxmlformats.org/drawingml/2006/main" noGrp="1"/>
          </p:cNvSpPr>
          <p:nvPr/>
        </p:nvSpPr>
        <p:spPr>
          <a:xfrm xmlns:a="http://schemas.openxmlformats.org/drawingml/2006/main">
            <a:off x="4448175" y="49911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Nagcarlan</a:t>
            </a:r>
          </a:p>
        </p:txBody>
      </p:sp>
      <p:sp>
        <p:nvSpPr>
          <p:cNvPr id="59" name="profile-1031">
            <a:extLst xmlns:a="http://schemas.openxmlformats.org/drawingml/2006/main">
              <a:ext uri="{FF2B5EF4-FFF2-40B4-BE49-F238E27FC236}">
                <a16:creationId xmlns:a16="http://schemas.microsoft.com/office/drawing/2014/main" id="{98AC1383-C48E-4606-82B5-AA518FDEDE3C}"/>
              </a:ext>
            </a:extLst>
          </p:cNvPr>
          <p:cNvSpPr>
            <a:spLocks xmlns:a="http://schemas.openxmlformats.org/drawingml/2006/main" noGrp="1"/>
          </p:cNvSpPr>
          <p:nvPr/>
        </p:nvSpPr>
        <p:spPr>
          <a:xfrm xmlns:a="http://schemas.openxmlformats.org/drawingml/2006/main">
            <a:off x="8153400" y="28670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60" name="profile-1032">
            <a:extLst xmlns:a="http://schemas.openxmlformats.org/drawingml/2006/main">
              <a:ext uri="{FF2B5EF4-FFF2-40B4-BE49-F238E27FC236}">
                <a16:creationId xmlns:a16="http://schemas.microsoft.com/office/drawing/2014/main" id="{503A092A-7915-4C8B-AF05-442A45C93CE0}"/>
              </a:ext>
            </a:extLst>
          </p:cNvPr>
          <p:cNvSpPr>
            <a:spLocks xmlns:a="http://schemas.openxmlformats.org/drawingml/2006/main" noGrp="1"/>
          </p:cNvSpPr>
          <p:nvPr/>
        </p:nvSpPr>
        <p:spPr>
          <a:xfrm xmlns:a="http://schemas.openxmlformats.org/drawingml/2006/main">
            <a:off x="8324850" y="27622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Paete</a:t>
            </a:r>
          </a:p>
        </p:txBody>
      </p:sp>
      <p:sp>
        <p:nvSpPr>
          <p:cNvPr id="61" name="profile-1033">
            <a:extLst xmlns:a="http://schemas.openxmlformats.org/drawingml/2006/main">
              <a:ext uri="{FF2B5EF4-FFF2-40B4-BE49-F238E27FC236}">
                <a16:creationId xmlns:a16="http://schemas.microsoft.com/office/drawing/2014/main" id="{F581494A-6779-4AF6-9501-75FADE9E2FED}"/>
              </a:ext>
            </a:extLst>
          </p:cNvPr>
          <p:cNvSpPr>
            <a:spLocks xmlns:a="http://schemas.openxmlformats.org/drawingml/2006/main" noGrp="1"/>
          </p:cNvSpPr>
          <p:nvPr/>
        </p:nvSpPr>
        <p:spPr>
          <a:xfrm xmlns:a="http://schemas.openxmlformats.org/drawingml/2006/main">
            <a:off x="8153400" y="31146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62" name="profile-1034">
            <a:extLst xmlns:a="http://schemas.openxmlformats.org/drawingml/2006/main">
              <a:ext uri="{FF2B5EF4-FFF2-40B4-BE49-F238E27FC236}">
                <a16:creationId xmlns:a16="http://schemas.microsoft.com/office/drawing/2014/main" id="{5265E6F9-9C89-4CA4-931E-01384C6FAD16}"/>
              </a:ext>
            </a:extLst>
          </p:cNvPr>
          <p:cNvSpPr>
            <a:spLocks xmlns:a="http://schemas.openxmlformats.org/drawingml/2006/main" noGrp="1"/>
          </p:cNvSpPr>
          <p:nvPr/>
        </p:nvSpPr>
        <p:spPr>
          <a:xfrm xmlns:a="http://schemas.openxmlformats.org/drawingml/2006/main">
            <a:off x="8324850" y="30099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Pagsanjan</a:t>
            </a:r>
          </a:p>
        </p:txBody>
      </p:sp>
      <p:sp>
        <p:nvSpPr>
          <p:cNvPr id="63" name="profile-1035">
            <a:extLst xmlns:a="http://schemas.openxmlformats.org/drawingml/2006/main">
              <a:ext uri="{FF2B5EF4-FFF2-40B4-BE49-F238E27FC236}">
                <a16:creationId xmlns:a16="http://schemas.microsoft.com/office/drawing/2014/main" id="{77E05DCE-C9F6-45CB-A45B-B1D6BCF5EA56}"/>
              </a:ext>
            </a:extLst>
          </p:cNvPr>
          <p:cNvSpPr>
            <a:spLocks xmlns:a="http://schemas.openxmlformats.org/drawingml/2006/main" noGrp="1"/>
          </p:cNvSpPr>
          <p:nvPr/>
        </p:nvSpPr>
        <p:spPr>
          <a:xfrm xmlns:a="http://schemas.openxmlformats.org/drawingml/2006/main">
            <a:off x="8153400" y="33623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64" name="profile-1036">
            <a:extLst xmlns:a="http://schemas.openxmlformats.org/drawingml/2006/main">
              <a:ext uri="{FF2B5EF4-FFF2-40B4-BE49-F238E27FC236}">
                <a16:creationId xmlns:a16="http://schemas.microsoft.com/office/drawing/2014/main" id="{5F61D1AB-40BD-4301-BB7A-84C3F3A04D3A}"/>
              </a:ext>
            </a:extLst>
          </p:cNvPr>
          <p:cNvSpPr>
            <a:spLocks xmlns:a="http://schemas.openxmlformats.org/drawingml/2006/main" noGrp="1"/>
          </p:cNvSpPr>
          <p:nvPr/>
        </p:nvSpPr>
        <p:spPr>
          <a:xfrm xmlns:a="http://schemas.openxmlformats.org/drawingml/2006/main">
            <a:off x="8324850" y="32575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Pakil</a:t>
            </a:r>
          </a:p>
        </p:txBody>
      </p:sp>
      <p:sp>
        <p:nvSpPr>
          <p:cNvPr id="65" name="profile-1037">
            <a:extLst xmlns:a="http://schemas.openxmlformats.org/drawingml/2006/main">
              <a:ext uri="{FF2B5EF4-FFF2-40B4-BE49-F238E27FC236}">
                <a16:creationId xmlns:a16="http://schemas.microsoft.com/office/drawing/2014/main" id="{1D5399FB-B346-4EF9-A551-02BF5AB8754A}"/>
              </a:ext>
            </a:extLst>
          </p:cNvPr>
          <p:cNvSpPr>
            <a:spLocks xmlns:a="http://schemas.openxmlformats.org/drawingml/2006/main" noGrp="1"/>
          </p:cNvSpPr>
          <p:nvPr/>
        </p:nvSpPr>
        <p:spPr>
          <a:xfrm xmlns:a="http://schemas.openxmlformats.org/drawingml/2006/main">
            <a:off x="8153400" y="36099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66" name="profile-1038">
            <a:extLst xmlns:a="http://schemas.openxmlformats.org/drawingml/2006/main">
              <a:ext uri="{FF2B5EF4-FFF2-40B4-BE49-F238E27FC236}">
                <a16:creationId xmlns:a16="http://schemas.microsoft.com/office/drawing/2014/main" id="{836A78C2-1EB7-4529-807F-7560875FB291}"/>
              </a:ext>
            </a:extLst>
          </p:cNvPr>
          <p:cNvSpPr>
            <a:spLocks xmlns:a="http://schemas.openxmlformats.org/drawingml/2006/main" noGrp="1"/>
          </p:cNvSpPr>
          <p:nvPr/>
        </p:nvSpPr>
        <p:spPr>
          <a:xfrm xmlns:a="http://schemas.openxmlformats.org/drawingml/2006/main">
            <a:off x="8324850" y="35052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Pangil</a:t>
            </a:r>
          </a:p>
        </p:txBody>
      </p:sp>
      <p:sp>
        <p:nvSpPr>
          <p:cNvPr id="67" name="profile-1039">
            <a:extLst xmlns:a="http://schemas.openxmlformats.org/drawingml/2006/main">
              <a:ext uri="{FF2B5EF4-FFF2-40B4-BE49-F238E27FC236}">
                <a16:creationId xmlns:a16="http://schemas.microsoft.com/office/drawing/2014/main" id="{60DCA5E6-6EFD-4197-BDFC-43B415229956}"/>
              </a:ext>
            </a:extLst>
          </p:cNvPr>
          <p:cNvSpPr>
            <a:spLocks xmlns:a="http://schemas.openxmlformats.org/drawingml/2006/main" noGrp="1"/>
          </p:cNvSpPr>
          <p:nvPr/>
        </p:nvSpPr>
        <p:spPr>
          <a:xfrm xmlns:a="http://schemas.openxmlformats.org/drawingml/2006/main">
            <a:off x="8153400" y="38576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68" name="profile-1040">
            <a:extLst xmlns:a="http://schemas.openxmlformats.org/drawingml/2006/main">
              <a:ext uri="{FF2B5EF4-FFF2-40B4-BE49-F238E27FC236}">
                <a16:creationId xmlns:a16="http://schemas.microsoft.com/office/drawing/2014/main" id="{3281A712-6D17-4100-8926-8418D8A982D5}"/>
              </a:ext>
            </a:extLst>
          </p:cNvPr>
          <p:cNvSpPr>
            <a:spLocks xmlns:a="http://schemas.openxmlformats.org/drawingml/2006/main" noGrp="1"/>
          </p:cNvSpPr>
          <p:nvPr/>
        </p:nvSpPr>
        <p:spPr>
          <a:xfrm xmlns:a="http://schemas.openxmlformats.org/drawingml/2006/main">
            <a:off x="8324850" y="37528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Pila</a:t>
            </a:r>
          </a:p>
        </p:txBody>
      </p:sp>
      <p:sp>
        <p:nvSpPr>
          <p:cNvPr id="69" name="profile-1041">
            <a:extLst xmlns:a="http://schemas.openxmlformats.org/drawingml/2006/main">
              <a:ext uri="{FF2B5EF4-FFF2-40B4-BE49-F238E27FC236}">
                <a16:creationId xmlns:a16="http://schemas.microsoft.com/office/drawing/2014/main" id="{2B88B02F-E2AC-48EB-9C80-49AE6FC69356}"/>
              </a:ext>
            </a:extLst>
          </p:cNvPr>
          <p:cNvSpPr>
            <a:spLocks xmlns:a="http://schemas.openxmlformats.org/drawingml/2006/main" noGrp="1"/>
          </p:cNvSpPr>
          <p:nvPr/>
        </p:nvSpPr>
        <p:spPr>
          <a:xfrm xmlns:a="http://schemas.openxmlformats.org/drawingml/2006/main">
            <a:off x="8153400" y="41052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70" name="profile-1042">
            <a:extLst xmlns:a="http://schemas.openxmlformats.org/drawingml/2006/main">
              <a:ext uri="{FF2B5EF4-FFF2-40B4-BE49-F238E27FC236}">
                <a16:creationId xmlns:a16="http://schemas.microsoft.com/office/drawing/2014/main" id="{53E285B5-2E99-4EF5-9B26-B56F89DDA576}"/>
              </a:ext>
            </a:extLst>
          </p:cNvPr>
          <p:cNvSpPr>
            <a:spLocks xmlns:a="http://schemas.openxmlformats.org/drawingml/2006/main" noGrp="1"/>
          </p:cNvSpPr>
          <p:nvPr/>
        </p:nvSpPr>
        <p:spPr>
          <a:xfrm xmlns:a="http://schemas.openxmlformats.org/drawingml/2006/main">
            <a:off x="8324850" y="40005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Rizal</a:t>
            </a:r>
          </a:p>
        </p:txBody>
      </p:sp>
      <p:sp>
        <p:nvSpPr>
          <p:cNvPr id="71" name="profile-1043">
            <a:extLst xmlns:a="http://schemas.openxmlformats.org/drawingml/2006/main">
              <a:ext uri="{FF2B5EF4-FFF2-40B4-BE49-F238E27FC236}">
                <a16:creationId xmlns:a16="http://schemas.microsoft.com/office/drawing/2014/main" id="{2B6E6E72-8ACA-4238-AAFA-D8B6485F7A88}"/>
              </a:ext>
            </a:extLst>
          </p:cNvPr>
          <p:cNvSpPr>
            <a:spLocks xmlns:a="http://schemas.openxmlformats.org/drawingml/2006/main" noGrp="1"/>
          </p:cNvSpPr>
          <p:nvPr/>
        </p:nvSpPr>
        <p:spPr>
          <a:xfrm xmlns:a="http://schemas.openxmlformats.org/drawingml/2006/main">
            <a:off x="8153400" y="43529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72" name="profile-1044">
            <a:extLst xmlns:a="http://schemas.openxmlformats.org/drawingml/2006/main">
              <a:ext uri="{FF2B5EF4-FFF2-40B4-BE49-F238E27FC236}">
                <a16:creationId xmlns:a16="http://schemas.microsoft.com/office/drawing/2014/main" id="{601A0E2C-7A4E-4C4B-80FC-F9313E2E69DC}"/>
              </a:ext>
            </a:extLst>
          </p:cNvPr>
          <p:cNvSpPr>
            <a:spLocks xmlns:a="http://schemas.openxmlformats.org/drawingml/2006/main" noGrp="1"/>
          </p:cNvSpPr>
          <p:nvPr/>
        </p:nvSpPr>
        <p:spPr>
          <a:xfrm xmlns:a="http://schemas.openxmlformats.org/drawingml/2006/main">
            <a:off x="8324850" y="42481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Santa Cruz</a:t>
            </a:r>
          </a:p>
        </p:txBody>
      </p:sp>
      <p:sp>
        <p:nvSpPr>
          <p:cNvPr id="73" name="profile-1045">
            <a:extLst xmlns:a="http://schemas.openxmlformats.org/drawingml/2006/main">
              <a:ext uri="{FF2B5EF4-FFF2-40B4-BE49-F238E27FC236}">
                <a16:creationId xmlns:a16="http://schemas.microsoft.com/office/drawing/2014/main" id="{4CD5423D-74E3-485F-A383-16679267A717}"/>
              </a:ext>
            </a:extLst>
          </p:cNvPr>
          <p:cNvSpPr>
            <a:spLocks xmlns:a="http://schemas.openxmlformats.org/drawingml/2006/main" noGrp="1"/>
          </p:cNvSpPr>
          <p:nvPr/>
        </p:nvSpPr>
        <p:spPr>
          <a:xfrm xmlns:a="http://schemas.openxmlformats.org/drawingml/2006/main">
            <a:off x="8153400" y="46005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74" name="profile-1046">
            <a:extLst xmlns:a="http://schemas.openxmlformats.org/drawingml/2006/main">
              <a:ext uri="{FF2B5EF4-FFF2-40B4-BE49-F238E27FC236}">
                <a16:creationId xmlns:a16="http://schemas.microsoft.com/office/drawing/2014/main" id="{9F908963-C260-4D83-8DF9-740AAE984EB0}"/>
              </a:ext>
            </a:extLst>
          </p:cNvPr>
          <p:cNvSpPr>
            <a:spLocks xmlns:a="http://schemas.openxmlformats.org/drawingml/2006/main" noGrp="1"/>
          </p:cNvSpPr>
          <p:nvPr/>
        </p:nvSpPr>
        <p:spPr>
          <a:xfrm xmlns:a="http://schemas.openxmlformats.org/drawingml/2006/main">
            <a:off x="8324850" y="44958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Santa Maria</a:t>
            </a:r>
          </a:p>
        </p:txBody>
      </p:sp>
      <p:sp>
        <p:nvSpPr>
          <p:cNvPr id="75" name="profile-1047">
            <a:extLst xmlns:a="http://schemas.openxmlformats.org/drawingml/2006/main">
              <a:ext uri="{FF2B5EF4-FFF2-40B4-BE49-F238E27FC236}">
                <a16:creationId xmlns:a16="http://schemas.microsoft.com/office/drawing/2014/main" id="{89036124-C4D0-4025-A64C-4E568ECFEAF9}"/>
              </a:ext>
            </a:extLst>
          </p:cNvPr>
          <p:cNvSpPr>
            <a:spLocks xmlns:a="http://schemas.openxmlformats.org/drawingml/2006/main" noGrp="1"/>
          </p:cNvSpPr>
          <p:nvPr/>
        </p:nvSpPr>
        <p:spPr>
          <a:xfrm xmlns:a="http://schemas.openxmlformats.org/drawingml/2006/main">
            <a:off x="8153400" y="48482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76" name="profile-1048">
            <a:extLst xmlns:a="http://schemas.openxmlformats.org/drawingml/2006/main">
              <a:ext uri="{FF2B5EF4-FFF2-40B4-BE49-F238E27FC236}">
                <a16:creationId xmlns:a16="http://schemas.microsoft.com/office/drawing/2014/main" id="{BBD43FEC-9DD7-44FF-AD27-BE27411DEF47}"/>
              </a:ext>
            </a:extLst>
          </p:cNvPr>
          <p:cNvSpPr>
            <a:spLocks xmlns:a="http://schemas.openxmlformats.org/drawingml/2006/main" noGrp="1"/>
          </p:cNvSpPr>
          <p:nvPr/>
        </p:nvSpPr>
        <p:spPr>
          <a:xfrm xmlns:a="http://schemas.openxmlformats.org/drawingml/2006/main">
            <a:off x="8324850" y="47434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Siniloan</a:t>
            </a:r>
          </a:p>
        </p:txBody>
      </p:sp>
      <p:sp>
        <p:nvSpPr>
          <p:cNvPr id="77" name="profile-1049">
            <a:extLst xmlns:a="http://schemas.openxmlformats.org/drawingml/2006/main">
              <a:ext uri="{FF2B5EF4-FFF2-40B4-BE49-F238E27FC236}">
                <a16:creationId xmlns:a16="http://schemas.microsoft.com/office/drawing/2014/main" id="{FB519A69-5ADA-461F-9B1C-83B00836F724}"/>
              </a:ext>
            </a:extLst>
          </p:cNvPr>
          <p:cNvSpPr>
            <a:spLocks xmlns:a="http://schemas.openxmlformats.org/drawingml/2006/main" noGrp="1"/>
          </p:cNvSpPr>
          <p:nvPr/>
        </p:nvSpPr>
        <p:spPr>
          <a:xfrm xmlns:a="http://schemas.openxmlformats.org/drawingml/2006/main">
            <a:off x="8153400" y="50958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78" name="profile-1050">
            <a:extLst xmlns:a="http://schemas.openxmlformats.org/drawingml/2006/main">
              <a:ext uri="{FF2B5EF4-FFF2-40B4-BE49-F238E27FC236}">
                <a16:creationId xmlns:a16="http://schemas.microsoft.com/office/drawing/2014/main" id="{985998F4-9E45-4E4A-9ECF-8F8BFB5D2973}"/>
              </a:ext>
            </a:extLst>
          </p:cNvPr>
          <p:cNvSpPr>
            <a:spLocks xmlns:a="http://schemas.openxmlformats.org/drawingml/2006/main" noGrp="1"/>
          </p:cNvSpPr>
          <p:nvPr/>
        </p:nvSpPr>
        <p:spPr>
          <a:xfrm xmlns:a="http://schemas.openxmlformats.org/drawingml/2006/main">
            <a:off x="8324850" y="49911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Victoria</a:t>
            </a:r>
          </a:p>
        </p:txBody>
      </p:sp>
      <p:sp>
        <p:nvSpPr>
          <p:cNvPr id="79" name="profile-1051">
            <a:extLst xmlns:a="http://schemas.openxmlformats.org/drawingml/2006/main">
              <a:ext uri="{FF2B5EF4-FFF2-40B4-BE49-F238E27FC236}">
                <a16:creationId xmlns:a16="http://schemas.microsoft.com/office/drawing/2014/main" id="{91788222-2057-42F9-9C7D-11D1596AB948}"/>
              </a:ext>
            </a:extLst>
          </p:cNvPr>
          <p:cNvSpPr>
            <a:spLocks xmlns:a="http://schemas.openxmlformats.org/drawingml/2006/main" noGrp="1"/>
          </p:cNvSpPr>
          <p:nvPr/>
        </p:nvSpPr>
        <p:spPr>
          <a:xfrm xmlns:a="http://schemas.openxmlformats.org/drawingml/2006/main">
            <a:off x="400050" y="5962650"/>
            <a:ext cx="11334750" cy="1895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456079"/>
                </a:solidFill>
                <a:latin typeface="Segoe UI"/>
                <a:ea typeface="Segoe UI"/>
                <a:cs typeface="Segoe UI"/>
              </a:defRPr>
            </a:defPPr>
          </a:lstStyle>
          <a:p xmlns:a="http://schemas.openxmlformats.org/drawingml/2006/main">
            <a:pPr algn="l">
              <a:defRPr sz="975" b="0">
                <a:solidFill>
                  <a:srgbClr val="456079"/>
                </a:solidFill>
                <a:latin typeface="Segoe UI"/>
                <a:ea typeface="Segoe UI"/>
                <a:cs typeface="Segoe UI"/>
              </a:defRPr>
            </a:pPr>
            <a:r>
              <a:rPr sz="975" b="0">
                <a:solidFill>
                  <a:srgbClr val="456079"/>
                </a:solidFill>
                <a:latin typeface="Segoe UI"/>
                <a:ea typeface="Segoe UI"/>
                <a:cs typeface="Segoe UI"/>
              </a:rPr>
              <a:t>Geographic names: PSA PSGC. Service schedule and availability confirmed upon inquiry.</a:t>
            </a:r>
          </a:p>
        </p:txBody>
      </p:sp>
    </p:spTree>
    <p:extLst>
      <p:ext uri="{BB962C8B-B14F-4D97-AF65-F5344CB8AC3E}">
        <p14:creationId xmlns:p14="http://schemas.microsoft.com/office/powerpoint/2010/main" val="1399389822"/>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8" name="profile-1052">
            <a:extLst xmlns:a="http://schemas.openxmlformats.org/drawingml/2006/main">
              <a:ext uri="{FF2B5EF4-FFF2-40B4-BE49-F238E27FC236}">
                <a16:creationId xmlns:a16="http://schemas.microsoft.com/office/drawing/2014/main" id="{1EBFA364-B703-4A6E-8F5F-6C6E16FB6F3C}"/>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1053">
            <a:extLst xmlns:a="http://schemas.openxmlformats.org/drawingml/2006/main">
              <a:ext uri="{FF2B5EF4-FFF2-40B4-BE49-F238E27FC236}">
                <a16:creationId xmlns:a16="http://schemas.microsoft.com/office/drawing/2014/main" id="{C08FC725-9A54-4AC0-AFA0-CC87990E74A3}"/>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17C5487B-A60E-43C5-B14B-232ED2E9E651}"/>
              </a:ext>
            </a:extLst>
          </p:cNvPr>
          <p:cNvPicPr>
            <a:picLocks xmlns:a="http://schemas.openxmlformats.org/drawingml/2006/main" noChangeAspect="1"/>
          </p:cNvPicPr>
          <p:nvPr/>
        </p:nvPicPr>
        <p:blipFill>
          <a:blip xmlns:r="http://schemas.openxmlformats.org/officeDocument/2006/relationships" xmlns:a="http://schemas.openxmlformats.org/drawingml/2006/main" r:embed="Ra6f04464a17b406e"/>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1054">
            <a:extLst xmlns:a="http://schemas.openxmlformats.org/drawingml/2006/main">
              <a:ext uri="{FF2B5EF4-FFF2-40B4-BE49-F238E27FC236}">
                <a16:creationId xmlns:a16="http://schemas.microsoft.com/office/drawing/2014/main" id="{7F99B09F-6BC1-4705-B7C8-D4ABAA703540}"/>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1055">
            <a:extLst xmlns:a="http://schemas.openxmlformats.org/drawingml/2006/main">
              <a:ext uri="{FF2B5EF4-FFF2-40B4-BE49-F238E27FC236}">
                <a16:creationId xmlns:a16="http://schemas.microsoft.com/office/drawing/2014/main" id="{88833541-F0DB-4A3F-AE2F-B271431F641B}"/>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and Pest Management Services OPC</a:t>
            </a:r>
          </a:p>
        </p:txBody>
      </p:sp>
      <p:sp>
        <p:nvSpPr>
          <p:cNvPr id="6" name="profile-1056">
            <a:extLst xmlns:a="http://schemas.openxmlformats.org/drawingml/2006/main">
              <a:ext uri="{FF2B5EF4-FFF2-40B4-BE49-F238E27FC236}">
                <a16:creationId xmlns:a16="http://schemas.microsoft.com/office/drawing/2014/main" id="{D7786F70-E467-4A52-AAB9-C3F981068783}"/>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Globe 0917 671 6383   |   Smart 0939 245 6217</a:t>
            </a:r>
          </a:p>
        </p:txBody>
      </p:sp>
      <p:sp>
        <p:nvSpPr>
          <p:cNvPr id="7" name="profile-1057">
            <a:extLst xmlns:a="http://schemas.openxmlformats.org/drawingml/2006/main">
              <a:ext uri="{FF2B5EF4-FFF2-40B4-BE49-F238E27FC236}">
                <a16:creationId xmlns:a16="http://schemas.microsoft.com/office/drawing/2014/main" id="{72033A7B-DB23-452B-82E3-00DEB01406EE}"/>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1058">
            <a:extLst xmlns:a="http://schemas.openxmlformats.org/drawingml/2006/main">
              <a:ext uri="{FF2B5EF4-FFF2-40B4-BE49-F238E27FC236}">
                <a16:creationId xmlns:a16="http://schemas.microsoft.com/office/drawing/2014/main" id="{E622630D-692D-4305-A684-73E0A8332F43}"/>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TO FOLLOW</a:t>
            </a:r>
          </a:p>
        </p:txBody>
      </p:sp>
      <p:sp>
        <p:nvSpPr>
          <p:cNvPr id="9" name="profile-1059">
            <a:extLst xmlns:a="http://schemas.openxmlformats.org/drawingml/2006/main">
              <a:ext uri="{FF2B5EF4-FFF2-40B4-BE49-F238E27FC236}">
                <a16:creationId xmlns:a16="http://schemas.microsoft.com/office/drawing/2014/main" id="{B1104BAD-71C1-4EE5-AE62-4E645B044CC7}"/>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1060">
            <a:extLst xmlns:a="http://schemas.openxmlformats.org/drawingml/2006/main">
              <a:ext uri="{FF2B5EF4-FFF2-40B4-BE49-F238E27FC236}">
                <a16:creationId xmlns:a16="http://schemas.microsoft.com/office/drawing/2014/main" id="{0281FFDE-AC34-45EC-8FBC-1C54508A2D86}"/>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1061">
            <a:extLst xmlns:a="http://schemas.openxmlformats.org/drawingml/2006/main">
              <a:ext uri="{FF2B5EF4-FFF2-40B4-BE49-F238E27FC236}">
                <a16:creationId xmlns:a16="http://schemas.microsoft.com/office/drawing/2014/main" id="{2CCC083C-0B8D-4BE9-919D-C1E5B9BA3D52}"/>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1062">
            <a:extLst xmlns:a="http://schemas.openxmlformats.org/drawingml/2006/main">
              <a:ext uri="{FF2B5EF4-FFF2-40B4-BE49-F238E27FC236}">
                <a16:creationId xmlns:a16="http://schemas.microsoft.com/office/drawing/2014/main" id="{08C147C0-4EF3-48A9-B89D-27B07B705D47}"/>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1063">
            <a:extLst xmlns:a="http://schemas.openxmlformats.org/drawingml/2006/main">
              <a:ext uri="{FF2B5EF4-FFF2-40B4-BE49-F238E27FC236}">
                <a16:creationId xmlns:a16="http://schemas.microsoft.com/office/drawing/2014/main" id="{3467EFEA-E770-48E2-A71A-7AB6B0B0B144}"/>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1064">
            <a:extLst xmlns:a="http://schemas.openxmlformats.org/drawingml/2006/main">
              <a:ext uri="{FF2B5EF4-FFF2-40B4-BE49-F238E27FC236}">
                <a16:creationId xmlns:a16="http://schemas.microsoft.com/office/drawing/2014/main" id="{DAE2BD0F-8D0A-4E3C-A2F8-0A876F64BBFD}"/>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1065">
            <a:extLst xmlns:a="http://schemas.openxmlformats.org/drawingml/2006/main">
              <a:ext uri="{FF2B5EF4-FFF2-40B4-BE49-F238E27FC236}">
                <a16:creationId xmlns:a16="http://schemas.microsoft.com/office/drawing/2014/main" id="{83798CC5-FEE8-46E3-9404-6C1920C0FA25}"/>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31</a:t>
            </a:r>
          </a:p>
        </p:txBody>
      </p:sp>
      <p:sp>
        <p:nvSpPr>
          <p:cNvPr id="16" name="profile-1066">
            <a:extLst xmlns:a="http://schemas.openxmlformats.org/drawingml/2006/main">
              <a:ext uri="{FF2B5EF4-FFF2-40B4-BE49-F238E27FC236}">
                <a16:creationId xmlns:a16="http://schemas.microsoft.com/office/drawing/2014/main" id="{E5D2C154-3F96-4A2E-9457-7F8A6D65105E}"/>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Batangas</a:t>
            </a:r>
          </a:p>
        </p:txBody>
      </p:sp>
      <p:sp>
        <p:nvSpPr>
          <p:cNvPr id="17" name="profile-1067">
            <a:extLst xmlns:a="http://schemas.openxmlformats.org/drawingml/2006/main">
              <a:ext uri="{FF2B5EF4-FFF2-40B4-BE49-F238E27FC236}">
                <a16:creationId xmlns:a16="http://schemas.microsoft.com/office/drawing/2014/main" id="{2F7FE60B-F6BD-40F4-9894-A4CF108C3A9F}"/>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1068">
            <a:extLst xmlns:a="http://schemas.openxmlformats.org/drawingml/2006/main">
              <a:ext uri="{FF2B5EF4-FFF2-40B4-BE49-F238E27FC236}">
                <a16:creationId xmlns:a16="http://schemas.microsoft.com/office/drawing/2014/main" id="{586CE669-20F4-408D-A38D-EEEB3264A13C}"/>
              </a:ext>
            </a:extLst>
          </p:cNvPr>
          <p:cNvSpPr>
            <a:spLocks xmlns:a="http://schemas.openxmlformats.org/drawingml/2006/main" noGrp="1"/>
          </p:cNvSpPr>
          <p:nvPr/>
        </p:nvSpPr>
        <p:spPr>
          <a:xfrm xmlns:a="http://schemas.openxmlformats.org/drawingml/2006/main">
            <a:off x="400050" y="2114550"/>
            <a:ext cx="1128712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456079"/>
                </a:solidFill>
                <a:latin typeface="Segoe UI"/>
                <a:ea typeface="Segoe UI"/>
                <a:cs typeface="Segoe UI"/>
              </a:defRPr>
            </a:defPPr>
          </a:lstStyle>
          <a:p xmlns:a="http://schemas.openxmlformats.org/drawingml/2006/main">
            <a:pPr algn="l">
              <a:defRPr sz="1500" b="0">
                <a:solidFill>
                  <a:srgbClr val="456079"/>
                </a:solidFill>
                <a:latin typeface="Segoe UI"/>
                <a:ea typeface="Segoe UI"/>
                <a:cs typeface="Segoe UI"/>
              </a:defRPr>
            </a:pPr>
            <a:r>
              <a:rPr sz="1500" b="0">
                <a:solidFill>
                  <a:srgbClr val="456079"/>
                </a:solidFill>
                <a:latin typeface="Segoe UI"/>
                <a:ea typeface="Segoe UI"/>
                <a:cs typeface="Segoe UI"/>
              </a:rPr>
              <a:t>Coverage appendix | Cities and municipalities</a:t>
            </a:r>
          </a:p>
        </p:txBody>
      </p:sp>
      <p:sp>
        <p:nvSpPr>
          <p:cNvPr id="19" name="profile-1069">
            <a:extLst xmlns:a="http://schemas.openxmlformats.org/drawingml/2006/main">
              <a:ext uri="{FF2B5EF4-FFF2-40B4-BE49-F238E27FC236}">
                <a16:creationId xmlns:a16="http://schemas.microsoft.com/office/drawing/2014/main" id="{F93C50FD-BD9D-4BCA-8898-A1798CCB0A38}"/>
              </a:ext>
            </a:extLst>
          </p:cNvPr>
          <p:cNvSpPr>
            <a:spLocks xmlns:a="http://schemas.openxmlformats.org/drawingml/2006/main" noGrp="1"/>
          </p:cNvSpPr>
          <p:nvPr/>
        </p:nvSpPr>
        <p:spPr>
          <a:xfrm xmlns:a="http://schemas.openxmlformats.org/drawingml/2006/main">
            <a:off x="400050" y="28670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0" name="profile-1070">
            <a:extLst xmlns:a="http://schemas.openxmlformats.org/drawingml/2006/main">
              <a:ext uri="{FF2B5EF4-FFF2-40B4-BE49-F238E27FC236}">
                <a16:creationId xmlns:a16="http://schemas.microsoft.com/office/drawing/2014/main" id="{D89C7D64-5518-4B41-AC09-4EE1CD873F31}"/>
              </a:ext>
            </a:extLst>
          </p:cNvPr>
          <p:cNvSpPr>
            <a:spLocks xmlns:a="http://schemas.openxmlformats.org/drawingml/2006/main" noGrp="1"/>
          </p:cNvSpPr>
          <p:nvPr/>
        </p:nvSpPr>
        <p:spPr>
          <a:xfrm xmlns:a="http://schemas.openxmlformats.org/drawingml/2006/main">
            <a:off x="571500" y="27622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Batangas City</a:t>
            </a:r>
          </a:p>
        </p:txBody>
      </p:sp>
      <p:sp>
        <p:nvSpPr>
          <p:cNvPr id="21" name="profile-1071">
            <a:extLst xmlns:a="http://schemas.openxmlformats.org/drawingml/2006/main">
              <a:ext uri="{FF2B5EF4-FFF2-40B4-BE49-F238E27FC236}">
                <a16:creationId xmlns:a16="http://schemas.microsoft.com/office/drawing/2014/main" id="{A81F0238-8010-4A94-A575-AAAF4CCF1593}"/>
              </a:ext>
            </a:extLst>
          </p:cNvPr>
          <p:cNvSpPr>
            <a:spLocks xmlns:a="http://schemas.openxmlformats.org/drawingml/2006/main" noGrp="1"/>
          </p:cNvSpPr>
          <p:nvPr/>
        </p:nvSpPr>
        <p:spPr>
          <a:xfrm xmlns:a="http://schemas.openxmlformats.org/drawingml/2006/main">
            <a:off x="400050" y="31146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2" name="profile-1072">
            <a:extLst xmlns:a="http://schemas.openxmlformats.org/drawingml/2006/main">
              <a:ext uri="{FF2B5EF4-FFF2-40B4-BE49-F238E27FC236}">
                <a16:creationId xmlns:a16="http://schemas.microsoft.com/office/drawing/2014/main" id="{85865FE6-D315-4662-A48B-F1808E0F0040}"/>
              </a:ext>
            </a:extLst>
          </p:cNvPr>
          <p:cNvSpPr>
            <a:spLocks xmlns:a="http://schemas.openxmlformats.org/drawingml/2006/main" noGrp="1"/>
          </p:cNvSpPr>
          <p:nvPr/>
        </p:nvSpPr>
        <p:spPr>
          <a:xfrm xmlns:a="http://schemas.openxmlformats.org/drawingml/2006/main">
            <a:off x="571500" y="30099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Calaca</a:t>
            </a:r>
          </a:p>
        </p:txBody>
      </p:sp>
      <p:sp>
        <p:nvSpPr>
          <p:cNvPr id="23" name="profile-1073">
            <a:extLst xmlns:a="http://schemas.openxmlformats.org/drawingml/2006/main">
              <a:ext uri="{FF2B5EF4-FFF2-40B4-BE49-F238E27FC236}">
                <a16:creationId xmlns:a16="http://schemas.microsoft.com/office/drawing/2014/main" id="{16272598-AE25-42D2-BAEA-EB45EEDC3175}"/>
              </a:ext>
            </a:extLst>
          </p:cNvPr>
          <p:cNvSpPr>
            <a:spLocks xmlns:a="http://schemas.openxmlformats.org/drawingml/2006/main" noGrp="1"/>
          </p:cNvSpPr>
          <p:nvPr/>
        </p:nvSpPr>
        <p:spPr>
          <a:xfrm xmlns:a="http://schemas.openxmlformats.org/drawingml/2006/main">
            <a:off x="400050" y="33623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4" name="profile-1074">
            <a:extLst xmlns:a="http://schemas.openxmlformats.org/drawingml/2006/main">
              <a:ext uri="{FF2B5EF4-FFF2-40B4-BE49-F238E27FC236}">
                <a16:creationId xmlns:a16="http://schemas.microsoft.com/office/drawing/2014/main" id="{ED8B0A2C-A5F3-4053-8223-90975145B82B}"/>
              </a:ext>
            </a:extLst>
          </p:cNvPr>
          <p:cNvSpPr>
            <a:spLocks xmlns:a="http://schemas.openxmlformats.org/drawingml/2006/main" noGrp="1"/>
          </p:cNvSpPr>
          <p:nvPr/>
        </p:nvSpPr>
        <p:spPr>
          <a:xfrm xmlns:a="http://schemas.openxmlformats.org/drawingml/2006/main">
            <a:off x="571500" y="32575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Lipa</a:t>
            </a:r>
          </a:p>
        </p:txBody>
      </p:sp>
      <p:sp>
        <p:nvSpPr>
          <p:cNvPr id="25" name="profile-1075">
            <a:extLst xmlns:a="http://schemas.openxmlformats.org/drawingml/2006/main">
              <a:ext uri="{FF2B5EF4-FFF2-40B4-BE49-F238E27FC236}">
                <a16:creationId xmlns:a16="http://schemas.microsoft.com/office/drawing/2014/main" id="{09B4375E-1746-4635-93C4-8A61DABB2A28}"/>
              </a:ext>
            </a:extLst>
          </p:cNvPr>
          <p:cNvSpPr>
            <a:spLocks xmlns:a="http://schemas.openxmlformats.org/drawingml/2006/main" noGrp="1"/>
          </p:cNvSpPr>
          <p:nvPr/>
        </p:nvSpPr>
        <p:spPr>
          <a:xfrm xmlns:a="http://schemas.openxmlformats.org/drawingml/2006/main">
            <a:off x="400050" y="36099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6" name="profile-1076">
            <a:extLst xmlns:a="http://schemas.openxmlformats.org/drawingml/2006/main">
              <a:ext uri="{FF2B5EF4-FFF2-40B4-BE49-F238E27FC236}">
                <a16:creationId xmlns:a16="http://schemas.microsoft.com/office/drawing/2014/main" id="{A55A99C9-342C-4C09-8C63-58F76F77C837}"/>
              </a:ext>
            </a:extLst>
          </p:cNvPr>
          <p:cNvSpPr>
            <a:spLocks xmlns:a="http://schemas.openxmlformats.org/drawingml/2006/main" noGrp="1"/>
          </p:cNvSpPr>
          <p:nvPr/>
        </p:nvSpPr>
        <p:spPr>
          <a:xfrm xmlns:a="http://schemas.openxmlformats.org/drawingml/2006/main">
            <a:off x="571500" y="35052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Santo Tomas</a:t>
            </a:r>
          </a:p>
        </p:txBody>
      </p:sp>
      <p:sp>
        <p:nvSpPr>
          <p:cNvPr id="27" name="profile-1077">
            <a:extLst xmlns:a="http://schemas.openxmlformats.org/drawingml/2006/main">
              <a:ext uri="{FF2B5EF4-FFF2-40B4-BE49-F238E27FC236}">
                <a16:creationId xmlns:a16="http://schemas.microsoft.com/office/drawing/2014/main" id="{12EB4710-425A-4986-A4F7-B2E894B8F81C}"/>
              </a:ext>
            </a:extLst>
          </p:cNvPr>
          <p:cNvSpPr>
            <a:spLocks xmlns:a="http://schemas.openxmlformats.org/drawingml/2006/main" noGrp="1"/>
          </p:cNvSpPr>
          <p:nvPr/>
        </p:nvSpPr>
        <p:spPr>
          <a:xfrm xmlns:a="http://schemas.openxmlformats.org/drawingml/2006/main">
            <a:off x="400050" y="38576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8" name="profile-1078">
            <a:extLst xmlns:a="http://schemas.openxmlformats.org/drawingml/2006/main">
              <a:ext uri="{FF2B5EF4-FFF2-40B4-BE49-F238E27FC236}">
                <a16:creationId xmlns:a16="http://schemas.microsoft.com/office/drawing/2014/main" id="{E251C521-6D12-4ACF-9F75-A97345D6DE69}"/>
              </a:ext>
            </a:extLst>
          </p:cNvPr>
          <p:cNvSpPr>
            <a:spLocks xmlns:a="http://schemas.openxmlformats.org/drawingml/2006/main" noGrp="1"/>
          </p:cNvSpPr>
          <p:nvPr/>
        </p:nvSpPr>
        <p:spPr>
          <a:xfrm xmlns:a="http://schemas.openxmlformats.org/drawingml/2006/main">
            <a:off x="571500" y="37528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Tanauan</a:t>
            </a:r>
          </a:p>
        </p:txBody>
      </p:sp>
      <p:sp>
        <p:nvSpPr>
          <p:cNvPr id="29" name="profile-1079">
            <a:extLst xmlns:a="http://schemas.openxmlformats.org/drawingml/2006/main">
              <a:ext uri="{FF2B5EF4-FFF2-40B4-BE49-F238E27FC236}">
                <a16:creationId xmlns:a16="http://schemas.microsoft.com/office/drawing/2014/main" id="{54734AA3-DD58-49DA-A819-6EC040B51BC6}"/>
              </a:ext>
            </a:extLst>
          </p:cNvPr>
          <p:cNvSpPr>
            <a:spLocks xmlns:a="http://schemas.openxmlformats.org/drawingml/2006/main" noGrp="1"/>
          </p:cNvSpPr>
          <p:nvPr/>
        </p:nvSpPr>
        <p:spPr>
          <a:xfrm xmlns:a="http://schemas.openxmlformats.org/drawingml/2006/main">
            <a:off x="400050" y="41052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0" name="profile-1080">
            <a:extLst xmlns:a="http://schemas.openxmlformats.org/drawingml/2006/main">
              <a:ext uri="{FF2B5EF4-FFF2-40B4-BE49-F238E27FC236}">
                <a16:creationId xmlns:a16="http://schemas.microsoft.com/office/drawing/2014/main" id="{606E1963-801E-4A9F-AC84-D435D9181B18}"/>
              </a:ext>
            </a:extLst>
          </p:cNvPr>
          <p:cNvSpPr>
            <a:spLocks xmlns:a="http://schemas.openxmlformats.org/drawingml/2006/main" noGrp="1"/>
          </p:cNvSpPr>
          <p:nvPr/>
        </p:nvSpPr>
        <p:spPr>
          <a:xfrm xmlns:a="http://schemas.openxmlformats.org/drawingml/2006/main">
            <a:off x="571500" y="40005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Agoncillo</a:t>
            </a:r>
          </a:p>
        </p:txBody>
      </p:sp>
      <p:sp>
        <p:nvSpPr>
          <p:cNvPr id="31" name="profile-1081">
            <a:extLst xmlns:a="http://schemas.openxmlformats.org/drawingml/2006/main">
              <a:ext uri="{FF2B5EF4-FFF2-40B4-BE49-F238E27FC236}">
                <a16:creationId xmlns:a16="http://schemas.microsoft.com/office/drawing/2014/main" id="{FFD13A0A-C4FA-4375-84C9-1760B9DD65A9}"/>
              </a:ext>
            </a:extLst>
          </p:cNvPr>
          <p:cNvSpPr>
            <a:spLocks xmlns:a="http://schemas.openxmlformats.org/drawingml/2006/main" noGrp="1"/>
          </p:cNvSpPr>
          <p:nvPr/>
        </p:nvSpPr>
        <p:spPr>
          <a:xfrm xmlns:a="http://schemas.openxmlformats.org/drawingml/2006/main">
            <a:off x="400050" y="43529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2" name="profile-1082">
            <a:extLst xmlns:a="http://schemas.openxmlformats.org/drawingml/2006/main">
              <a:ext uri="{FF2B5EF4-FFF2-40B4-BE49-F238E27FC236}">
                <a16:creationId xmlns:a16="http://schemas.microsoft.com/office/drawing/2014/main" id="{CCD2318D-BE71-446B-BBCA-A5A7BE1BE4F6}"/>
              </a:ext>
            </a:extLst>
          </p:cNvPr>
          <p:cNvSpPr>
            <a:spLocks xmlns:a="http://schemas.openxmlformats.org/drawingml/2006/main" noGrp="1"/>
          </p:cNvSpPr>
          <p:nvPr/>
        </p:nvSpPr>
        <p:spPr>
          <a:xfrm xmlns:a="http://schemas.openxmlformats.org/drawingml/2006/main">
            <a:off x="571500" y="42481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Alitagtag</a:t>
            </a:r>
          </a:p>
        </p:txBody>
      </p:sp>
      <p:sp>
        <p:nvSpPr>
          <p:cNvPr id="33" name="profile-1083">
            <a:extLst xmlns:a="http://schemas.openxmlformats.org/drawingml/2006/main">
              <a:ext uri="{FF2B5EF4-FFF2-40B4-BE49-F238E27FC236}">
                <a16:creationId xmlns:a16="http://schemas.microsoft.com/office/drawing/2014/main" id="{00D670A4-8888-4586-B48B-C1A28C4DD6C8}"/>
              </a:ext>
            </a:extLst>
          </p:cNvPr>
          <p:cNvSpPr>
            <a:spLocks xmlns:a="http://schemas.openxmlformats.org/drawingml/2006/main" noGrp="1"/>
          </p:cNvSpPr>
          <p:nvPr/>
        </p:nvSpPr>
        <p:spPr>
          <a:xfrm xmlns:a="http://schemas.openxmlformats.org/drawingml/2006/main">
            <a:off x="400050" y="46005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4" name="profile-1084">
            <a:extLst xmlns:a="http://schemas.openxmlformats.org/drawingml/2006/main">
              <a:ext uri="{FF2B5EF4-FFF2-40B4-BE49-F238E27FC236}">
                <a16:creationId xmlns:a16="http://schemas.microsoft.com/office/drawing/2014/main" id="{7837B79A-5B10-4E55-9537-74327BAD344E}"/>
              </a:ext>
            </a:extLst>
          </p:cNvPr>
          <p:cNvSpPr>
            <a:spLocks xmlns:a="http://schemas.openxmlformats.org/drawingml/2006/main" noGrp="1"/>
          </p:cNvSpPr>
          <p:nvPr/>
        </p:nvSpPr>
        <p:spPr>
          <a:xfrm xmlns:a="http://schemas.openxmlformats.org/drawingml/2006/main">
            <a:off x="571500" y="44958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Balayan</a:t>
            </a:r>
          </a:p>
        </p:txBody>
      </p:sp>
      <p:sp>
        <p:nvSpPr>
          <p:cNvPr id="35" name="profile-1085">
            <a:extLst xmlns:a="http://schemas.openxmlformats.org/drawingml/2006/main">
              <a:ext uri="{FF2B5EF4-FFF2-40B4-BE49-F238E27FC236}">
                <a16:creationId xmlns:a16="http://schemas.microsoft.com/office/drawing/2014/main" id="{F2A9A315-173E-47A7-8700-FBF91EB1561D}"/>
              </a:ext>
            </a:extLst>
          </p:cNvPr>
          <p:cNvSpPr>
            <a:spLocks xmlns:a="http://schemas.openxmlformats.org/drawingml/2006/main" noGrp="1"/>
          </p:cNvSpPr>
          <p:nvPr/>
        </p:nvSpPr>
        <p:spPr>
          <a:xfrm xmlns:a="http://schemas.openxmlformats.org/drawingml/2006/main">
            <a:off x="400050" y="48482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6" name="profile-1086">
            <a:extLst xmlns:a="http://schemas.openxmlformats.org/drawingml/2006/main">
              <a:ext uri="{FF2B5EF4-FFF2-40B4-BE49-F238E27FC236}">
                <a16:creationId xmlns:a16="http://schemas.microsoft.com/office/drawing/2014/main" id="{AEC6D696-2E64-4A06-8EDB-5CB89C037354}"/>
              </a:ext>
            </a:extLst>
          </p:cNvPr>
          <p:cNvSpPr>
            <a:spLocks xmlns:a="http://schemas.openxmlformats.org/drawingml/2006/main" noGrp="1"/>
          </p:cNvSpPr>
          <p:nvPr/>
        </p:nvSpPr>
        <p:spPr>
          <a:xfrm xmlns:a="http://schemas.openxmlformats.org/drawingml/2006/main">
            <a:off x="571500" y="47434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Balete</a:t>
            </a:r>
          </a:p>
        </p:txBody>
      </p:sp>
      <p:sp>
        <p:nvSpPr>
          <p:cNvPr id="37" name="profile-1087">
            <a:extLst xmlns:a="http://schemas.openxmlformats.org/drawingml/2006/main">
              <a:ext uri="{FF2B5EF4-FFF2-40B4-BE49-F238E27FC236}">
                <a16:creationId xmlns:a16="http://schemas.microsoft.com/office/drawing/2014/main" id="{8C6C5099-BB53-48B3-A9FE-9EEF27BE781D}"/>
              </a:ext>
            </a:extLst>
          </p:cNvPr>
          <p:cNvSpPr>
            <a:spLocks xmlns:a="http://schemas.openxmlformats.org/drawingml/2006/main" noGrp="1"/>
          </p:cNvSpPr>
          <p:nvPr/>
        </p:nvSpPr>
        <p:spPr>
          <a:xfrm xmlns:a="http://schemas.openxmlformats.org/drawingml/2006/main">
            <a:off x="400050" y="50958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8" name="profile-1088">
            <a:extLst xmlns:a="http://schemas.openxmlformats.org/drawingml/2006/main">
              <a:ext uri="{FF2B5EF4-FFF2-40B4-BE49-F238E27FC236}">
                <a16:creationId xmlns:a16="http://schemas.microsoft.com/office/drawing/2014/main" id="{690A94D7-1CD6-4FC2-85B9-25E224A3C8D8}"/>
              </a:ext>
            </a:extLst>
          </p:cNvPr>
          <p:cNvSpPr>
            <a:spLocks xmlns:a="http://schemas.openxmlformats.org/drawingml/2006/main" noGrp="1"/>
          </p:cNvSpPr>
          <p:nvPr/>
        </p:nvSpPr>
        <p:spPr>
          <a:xfrm xmlns:a="http://schemas.openxmlformats.org/drawingml/2006/main">
            <a:off x="571500" y="49911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Bauan</a:t>
            </a:r>
          </a:p>
        </p:txBody>
      </p:sp>
      <p:sp>
        <p:nvSpPr>
          <p:cNvPr id="39" name="profile-1089">
            <a:extLst xmlns:a="http://schemas.openxmlformats.org/drawingml/2006/main">
              <a:ext uri="{FF2B5EF4-FFF2-40B4-BE49-F238E27FC236}">
                <a16:creationId xmlns:a16="http://schemas.microsoft.com/office/drawing/2014/main" id="{A62F10C3-34A7-447C-8CBC-3E356908F0F4}"/>
              </a:ext>
            </a:extLst>
          </p:cNvPr>
          <p:cNvSpPr>
            <a:spLocks xmlns:a="http://schemas.openxmlformats.org/drawingml/2006/main" noGrp="1"/>
          </p:cNvSpPr>
          <p:nvPr/>
        </p:nvSpPr>
        <p:spPr>
          <a:xfrm xmlns:a="http://schemas.openxmlformats.org/drawingml/2006/main">
            <a:off x="400050" y="53435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0" name="profile-1090">
            <a:extLst xmlns:a="http://schemas.openxmlformats.org/drawingml/2006/main">
              <a:ext uri="{FF2B5EF4-FFF2-40B4-BE49-F238E27FC236}">
                <a16:creationId xmlns:a16="http://schemas.microsoft.com/office/drawing/2014/main" id="{31B8C325-5DAD-4272-AB80-ECB304D4C442}"/>
              </a:ext>
            </a:extLst>
          </p:cNvPr>
          <p:cNvSpPr>
            <a:spLocks xmlns:a="http://schemas.openxmlformats.org/drawingml/2006/main" noGrp="1"/>
          </p:cNvSpPr>
          <p:nvPr/>
        </p:nvSpPr>
        <p:spPr>
          <a:xfrm xmlns:a="http://schemas.openxmlformats.org/drawingml/2006/main">
            <a:off x="571500" y="52387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Calatagan</a:t>
            </a:r>
          </a:p>
        </p:txBody>
      </p:sp>
      <p:sp>
        <p:nvSpPr>
          <p:cNvPr id="41" name="profile-1091">
            <a:extLst xmlns:a="http://schemas.openxmlformats.org/drawingml/2006/main">
              <a:ext uri="{FF2B5EF4-FFF2-40B4-BE49-F238E27FC236}">
                <a16:creationId xmlns:a16="http://schemas.microsoft.com/office/drawing/2014/main" id="{87803FB4-6264-4CBC-8D66-220060D9951E}"/>
              </a:ext>
            </a:extLst>
          </p:cNvPr>
          <p:cNvSpPr>
            <a:spLocks xmlns:a="http://schemas.openxmlformats.org/drawingml/2006/main" noGrp="1"/>
          </p:cNvSpPr>
          <p:nvPr/>
        </p:nvSpPr>
        <p:spPr>
          <a:xfrm xmlns:a="http://schemas.openxmlformats.org/drawingml/2006/main">
            <a:off x="400050" y="55911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2" name="profile-1092">
            <a:extLst xmlns:a="http://schemas.openxmlformats.org/drawingml/2006/main">
              <a:ext uri="{FF2B5EF4-FFF2-40B4-BE49-F238E27FC236}">
                <a16:creationId xmlns:a16="http://schemas.microsoft.com/office/drawing/2014/main" id="{E0551CB2-E139-47AD-A97E-6DEAD263CAB4}"/>
              </a:ext>
            </a:extLst>
          </p:cNvPr>
          <p:cNvSpPr>
            <a:spLocks xmlns:a="http://schemas.openxmlformats.org/drawingml/2006/main" noGrp="1"/>
          </p:cNvSpPr>
          <p:nvPr/>
        </p:nvSpPr>
        <p:spPr>
          <a:xfrm xmlns:a="http://schemas.openxmlformats.org/drawingml/2006/main">
            <a:off x="571500" y="54864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Cuenca</a:t>
            </a:r>
          </a:p>
        </p:txBody>
      </p:sp>
      <p:sp>
        <p:nvSpPr>
          <p:cNvPr id="43" name="profile-1093">
            <a:extLst xmlns:a="http://schemas.openxmlformats.org/drawingml/2006/main">
              <a:ext uri="{FF2B5EF4-FFF2-40B4-BE49-F238E27FC236}">
                <a16:creationId xmlns:a16="http://schemas.microsoft.com/office/drawing/2014/main" id="{3E6F7999-8774-4F88-A8EC-DDFA58818EE5}"/>
              </a:ext>
            </a:extLst>
          </p:cNvPr>
          <p:cNvSpPr>
            <a:spLocks xmlns:a="http://schemas.openxmlformats.org/drawingml/2006/main" noGrp="1"/>
          </p:cNvSpPr>
          <p:nvPr/>
        </p:nvSpPr>
        <p:spPr>
          <a:xfrm xmlns:a="http://schemas.openxmlformats.org/drawingml/2006/main">
            <a:off x="4276725" y="28670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4" name="profile-1094">
            <a:extLst xmlns:a="http://schemas.openxmlformats.org/drawingml/2006/main">
              <a:ext uri="{FF2B5EF4-FFF2-40B4-BE49-F238E27FC236}">
                <a16:creationId xmlns:a16="http://schemas.microsoft.com/office/drawing/2014/main" id="{4800BDE6-DFCD-4FAA-85C3-496510538B94}"/>
              </a:ext>
            </a:extLst>
          </p:cNvPr>
          <p:cNvSpPr>
            <a:spLocks xmlns:a="http://schemas.openxmlformats.org/drawingml/2006/main" noGrp="1"/>
          </p:cNvSpPr>
          <p:nvPr/>
        </p:nvSpPr>
        <p:spPr>
          <a:xfrm xmlns:a="http://schemas.openxmlformats.org/drawingml/2006/main">
            <a:off x="4448175" y="27622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Ibaan</a:t>
            </a:r>
          </a:p>
        </p:txBody>
      </p:sp>
      <p:sp>
        <p:nvSpPr>
          <p:cNvPr id="45" name="profile-1095">
            <a:extLst xmlns:a="http://schemas.openxmlformats.org/drawingml/2006/main">
              <a:ext uri="{FF2B5EF4-FFF2-40B4-BE49-F238E27FC236}">
                <a16:creationId xmlns:a16="http://schemas.microsoft.com/office/drawing/2014/main" id="{2A8643A7-A599-470C-9F87-06D9678B1E7A}"/>
              </a:ext>
            </a:extLst>
          </p:cNvPr>
          <p:cNvSpPr>
            <a:spLocks xmlns:a="http://schemas.openxmlformats.org/drawingml/2006/main" noGrp="1"/>
          </p:cNvSpPr>
          <p:nvPr/>
        </p:nvSpPr>
        <p:spPr>
          <a:xfrm xmlns:a="http://schemas.openxmlformats.org/drawingml/2006/main">
            <a:off x="4276725" y="31146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6" name="profile-1096">
            <a:extLst xmlns:a="http://schemas.openxmlformats.org/drawingml/2006/main">
              <a:ext uri="{FF2B5EF4-FFF2-40B4-BE49-F238E27FC236}">
                <a16:creationId xmlns:a16="http://schemas.microsoft.com/office/drawing/2014/main" id="{8776313E-E81B-4C8D-BAC6-055EBB019089}"/>
              </a:ext>
            </a:extLst>
          </p:cNvPr>
          <p:cNvSpPr>
            <a:spLocks xmlns:a="http://schemas.openxmlformats.org/drawingml/2006/main" noGrp="1"/>
          </p:cNvSpPr>
          <p:nvPr/>
        </p:nvSpPr>
        <p:spPr>
          <a:xfrm xmlns:a="http://schemas.openxmlformats.org/drawingml/2006/main">
            <a:off x="4448175" y="30099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Laurel</a:t>
            </a:r>
          </a:p>
        </p:txBody>
      </p:sp>
      <p:sp>
        <p:nvSpPr>
          <p:cNvPr id="47" name="profile-1097">
            <a:extLst xmlns:a="http://schemas.openxmlformats.org/drawingml/2006/main">
              <a:ext uri="{FF2B5EF4-FFF2-40B4-BE49-F238E27FC236}">
                <a16:creationId xmlns:a16="http://schemas.microsoft.com/office/drawing/2014/main" id="{A8EBBB6B-44B6-4BBB-A6EE-456C1EC788C5}"/>
              </a:ext>
            </a:extLst>
          </p:cNvPr>
          <p:cNvSpPr>
            <a:spLocks xmlns:a="http://schemas.openxmlformats.org/drawingml/2006/main" noGrp="1"/>
          </p:cNvSpPr>
          <p:nvPr/>
        </p:nvSpPr>
        <p:spPr>
          <a:xfrm xmlns:a="http://schemas.openxmlformats.org/drawingml/2006/main">
            <a:off x="4276725" y="33623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8" name="profile-1098">
            <a:extLst xmlns:a="http://schemas.openxmlformats.org/drawingml/2006/main">
              <a:ext uri="{FF2B5EF4-FFF2-40B4-BE49-F238E27FC236}">
                <a16:creationId xmlns:a16="http://schemas.microsoft.com/office/drawing/2014/main" id="{9155B9F1-D8B3-45AF-B613-292B97FF3107}"/>
              </a:ext>
            </a:extLst>
          </p:cNvPr>
          <p:cNvSpPr>
            <a:spLocks xmlns:a="http://schemas.openxmlformats.org/drawingml/2006/main" noGrp="1"/>
          </p:cNvSpPr>
          <p:nvPr/>
        </p:nvSpPr>
        <p:spPr>
          <a:xfrm xmlns:a="http://schemas.openxmlformats.org/drawingml/2006/main">
            <a:off x="4448175" y="32575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Lemery</a:t>
            </a:r>
          </a:p>
        </p:txBody>
      </p:sp>
      <p:sp>
        <p:nvSpPr>
          <p:cNvPr id="49" name="profile-1099">
            <a:extLst xmlns:a="http://schemas.openxmlformats.org/drawingml/2006/main">
              <a:ext uri="{FF2B5EF4-FFF2-40B4-BE49-F238E27FC236}">
                <a16:creationId xmlns:a16="http://schemas.microsoft.com/office/drawing/2014/main" id="{62F59A6E-9160-45F0-B915-01D43D5E4E0C}"/>
              </a:ext>
            </a:extLst>
          </p:cNvPr>
          <p:cNvSpPr>
            <a:spLocks xmlns:a="http://schemas.openxmlformats.org/drawingml/2006/main" noGrp="1"/>
          </p:cNvSpPr>
          <p:nvPr/>
        </p:nvSpPr>
        <p:spPr>
          <a:xfrm xmlns:a="http://schemas.openxmlformats.org/drawingml/2006/main">
            <a:off x="4276725" y="36099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50" name="profile-1100">
            <a:extLst xmlns:a="http://schemas.openxmlformats.org/drawingml/2006/main">
              <a:ext uri="{FF2B5EF4-FFF2-40B4-BE49-F238E27FC236}">
                <a16:creationId xmlns:a16="http://schemas.microsoft.com/office/drawing/2014/main" id="{14783BD7-EC1B-4810-B69F-2945BF66710E}"/>
              </a:ext>
            </a:extLst>
          </p:cNvPr>
          <p:cNvSpPr>
            <a:spLocks xmlns:a="http://schemas.openxmlformats.org/drawingml/2006/main" noGrp="1"/>
          </p:cNvSpPr>
          <p:nvPr/>
        </p:nvSpPr>
        <p:spPr>
          <a:xfrm xmlns:a="http://schemas.openxmlformats.org/drawingml/2006/main">
            <a:off x="4448175" y="35052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Lian</a:t>
            </a:r>
          </a:p>
        </p:txBody>
      </p:sp>
      <p:sp>
        <p:nvSpPr>
          <p:cNvPr id="51" name="profile-1101">
            <a:extLst xmlns:a="http://schemas.openxmlformats.org/drawingml/2006/main">
              <a:ext uri="{FF2B5EF4-FFF2-40B4-BE49-F238E27FC236}">
                <a16:creationId xmlns:a16="http://schemas.microsoft.com/office/drawing/2014/main" id="{89B0469A-FC08-4C61-AD19-E7B65C3D6F86}"/>
              </a:ext>
            </a:extLst>
          </p:cNvPr>
          <p:cNvSpPr>
            <a:spLocks xmlns:a="http://schemas.openxmlformats.org/drawingml/2006/main" noGrp="1"/>
          </p:cNvSpPr>
          <p:nvPr/>
        </p:nvSpPr>
        <p:spPr>
          <a:xfrm xmlns:a="http://schemas.openxmlformats.org/drawingml/2006/main">
            <a:off x="4276725" y="38576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52" name="profile-1102">
            <a:extLst xmlns:a="http://schemas.openxmlformats.org/drawingml/2006/main">
              <a:ext uri="{FF2B5EF4-FFF2-40B4-BE49-F238E27FC236}">
                <a16:creationId xmlns:a16="http://schemas.microsoft.com/office/drawing/2014/main" id="{B917F615-2282-45DE-86B6-122DBC7A8A04}"/>
              </a:ext>
            </a:extLst>
          </p:cNvPr>
          <p:cNvSpPr>
            <a:spLocks xmlns:a="http://schemas.openxmlformats.org/drawingml/2006/main" noGrp="1"/>
          </p:cNvSpPr>
          <p:nvPr/>
        </p:nvSpPr>
        <p:spPr>
          <a:xfrm xmlns:a="http://schemas.openxmlformats.org/drawingml/2006/main">
            <a:off x="4448175" y="37528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Lobo</a:t>
            </a:r>
          </a:p>
        </p:txBody>
      </p:sp>
      <p:sp>
        <p:nvSpPr>
          <p:cNvPr id="53" name="profile-1103">
            <a:extLst xmlns:a="http://schemas.openxmlformats.org/drawingml/2006/main">
              <a:ext uri="{FF2B5EF4-FFF2-40B4-BE49-F238E27FC236}">
                <a16:creationId xmlns:a16="http://schemas.microsoft.com/office/drawing/2014/main" id="{E622CC1B-254E-433C-9BA1-88588899CC59}"/>
              </a:ext>
            </a:extLst>
          </p:cNvPr>
          <p:cNvSpPr>
            <a:spLocks xmlns:a="http://schemas.openxmlformats.org/drawingml/2006/main" noGrp="1"/>
          </p:cNvSpPr>
          <p:nvPr/>
        </p:nvSpPr>
        <p:spPr>
          <a:xfrm xmlns:a="http://schemas.openxmlformats.org/drawingml/2006/main">
            <a:off x="4276725" y="41052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54" name="profile-1104">
            <a:extLst xmlns:a="http://schemas.openxmlformats.org/drawingml/2006/main">
              <a:ext uri="{FF2B5EF4-FFF2-40B4-BE49-F238E27FC236}">
                <a16:creationId xmlns:a16="http://schemas.microsoft.com/office/drawing/2014/main" id="{083EEC93-299E-4FCD-A31D-285AB858FB43}"/>
              </a:ext>
            </a:extLst>
          </p:cNvPr>
          <p:cNvSpPr>
            <a:spLocks xmlns:a="http://schemas.openxmlformats.org/drawingml/2006/main" noGrp="1"/>
          </p:cNvSpPr>
          <p:nvPr/>
        </p:nvSpPr>
        <p:spPr>
          <a:xfrm xmlns:a="http://schemas.openxmlformats.org/drawingml/2006/main">
            <a:off x="4448175" y="40005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Mabini</a:t>
            </a:r>
          </a:p>
        </p:txBody>
      </p:sp>
      <p:sp>
        <p:nvSpPr>
          <p:cNvPr id="55" name="profile-1105">
            <a:extLst xmlns:a="http://schemas.openxmlformats.org/drawingml/2006/main">
              <a:ext uri="{FF2B5EF4-FFF2-40B4-BE49-F238E27FC236}">
                <a16:creationId xmlns:a16="http://schemas.microsoft.com/office/drawing/2014/main" id="{10465C3C-977D-4507-82EC-03D9D86E173A}"/>
              </a:ext>
            </a:extLst>
          </p:cNvPr>
          <p:cNvSpPr>
            <a:spLocks xmlns:a="http://schemas.openxmlformats.org/drawingml/2006/main" noGrp="1"/>
          </p:cNvSpPr>
          <p:nvPr/>
        </p:nvSpPr>
        <p:spPr>
          <a:xfrm xmlns:a="http://schemas.openxmlformats.org/drawingml/2006/main">
            <a:off x="4276725" y="43529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56" name="profile-1106">
            <a:extLst xmlns:a="http://schemas.openxmlformats.org/drawingml/2006/main">
              <a:ext uri="{FF2B5EF4-FFF2-40B4-BE49-F238E27FC236}">
                <a16:creationId xmlns:a16="http://schemas.microsoft.com/office/drawing/2014/main" id="{E3E93FB8-517F-436B-AF54-D646A508B005}"/>
              </a:ext>
            </a:extLst>
          </p:cNvPr>
          <p:cNvSpPr>
            <a:spLocks xmlns:a="http://schemas.openxmlformats.org/drawingml/2006/main" noGrp="1"/>
          </p:cNvSpPr>
          <p:nvPr/>
        </p:nvSpPr>
        <p:spPr>
          <a:xfrm xmlns:a="http://schemas.openxmlformats.org/drawingml/2006/main">
            <a:off x="4448175" y="42481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Malvar</a:t>
            </a:r>
          </a:p>
        </p:txBody>
      </p:sp>
      <p:sp>
        <p:nvSpPr>
          <p:cNvPr id="57" name="profile-1107">
            <a:extLst xmlns:a="http://schemas.openxmlformats.org/drawingml/2006/main">
              <a:ext uri="{FF2B5EF4-FFF2-40B4-BE49-F238E27FC236}">
                <a16:creationId xmlns:a16="http://schemas.microsoft.com/office/drawing/2014/main" id="{760EB647-BE4D-4F27-A175-7A064B3B04F6}"/>
              </a:ext>
            </a:extLst>
          </p:cNvPr>
          <p:cNvSpPr>
            <a:spLocks xmlns:a="http://schemas.openxmlformats.org/drawingml/2006/main" noGrp="1"/>
          </p:cNvSpPr>
          <p:nvPr/>
        </p:nvSpPr>
        <p:spPr>
          <a:xfrm xmlns:a="http://schemas.openxmlformats.org/drawingml/2006/main">
            <a:off x="4276725" y="46005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58" name="profile-1108">
            <a:extLst xmlns:a="http://schemas.openxmlformats.org/drawingml/2006/main">
              <a:ext uri="{FF2B5EF4-FFF2-40B4-BE49-F238E27FC236}">
                <a16:creationId xmlns:a16="http://schemas.microsoft.com/office/drawing/2014/main" id="{F935F3D4-CA6D-45CD-860B-B96E2A2535AF}"/>
              </a:ext>
            </a:extLst>
          </p:cNvPr>
          <p:cNvSpPr>
            <a:spLocks xmlns:a="http://schemas.openxmlformats.org/drawingml/2006/main" noGrp="1"/>
          </p:cNvSpPr>
          <p:nvPr/>
        </p:nvSpPr>
        <p:spPr>
          <a:xfrm xmlns:a="http://schemas.openxmlformats.org/drawingml/2006/main">
            <a:off x="4448175" y="44958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Mataasnakahoy</a:t>
            </a:r>
          </a:p>
        </p:txBody>
      </p:sp>
      <p:sp>
        <p:nvSpPr>
          <p:cNvPr id="59" name="profile-1109">
            <a:extLst xmlns:a="http://schemas.openxmlformats.org/drawingml/2006/main">
              <a:ext uri="{FF2B5EF4-FFF2-40B4-BE49-F238E27FC236}">
                <a16:creationId xmlns:a16="http://schemas.microsoft.com/office/drawing/2014/main" id="{2701AF3F-0175-4B4B-A3DD-3FDED84986C2}"/>
              </a:ext>
            </a:extLst>
          </p:cNvPr>
          <p:cNvSpPr>
            <a:spLocks xmlns:a="http://schemas.openxmlformats.org/drawingml/2006/main" noGrp="1"/>
          </p:cNvSpPr>
          <p:nvPr/>
        </p:nvSpPr>
        <p:spPr>
          <a:xfrm xmlns:a="http://schemas.openxmlformats.org/drawingml/2006/main">
            <a:off x="4276725" y="48482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60" name="profile-1110">
            <a:extLst xmlns:a="http://schemas.openxmlformats.org/drawingml/2006/main">
              <a:ext uri="{FF2B5EF4-FFF2-40B4-BE49-F238E27FC236}">
                <a16:creationId xmlns:a16="http://schemas.microsoft.com/office/drawing/2014/main" id="{743C5265-C85B-45DF-B131-CD48D1A76F02}"/>
              </a:ext>
            </a:extLst>
          </p:cNvPr>
          <p:cNvSpPr>
            <a:spLocks xmlns:a="http://schemas.openxmlformats.org/drawingml/2006/main" noGrp="1"/>
          </p:cNvSpPr>
          <p:nvPr/>
        </p:nvSpPr>
        <p:spPr>
          <a:xfrm xmlns:a="http://schemas.openxmlformats.org/drawingml/2006/main">
            <a:off x="4448175" y="47434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Nasugbu</a:t>
            </a:r>
          </a:p>
        </p:txBody>
      </p:sp>
      <p:sp>
        <p:nvSpPr>
          <p:cNvPr id="61" name="profile-1111">
            <a:extLst xmlns:a="http://schemas.openxmlformats.org/drawingml/2006/main">
              <a:ext uri="{FF2B5EF4-FFF2-40B4-BE49-F238E27FC236}">
                <a16:creationId xmlns:a16="http://schemas.microsoft.com/office/drawing/2014/main" id="{E2C8A4AD-BBC3-40D0-B3BD-915FAFCF3578}"/>
              </a:ext>
            </a:extLst>
          </p:cNvPr>
          <p:cNvSpPr>
            <a:spLocks xmlns:a="http://schemas.openxmlformats.org/drawingml/2006/main" noGrp="1"/>
          </p:cNvSpPr>
          <p:nvPr/>
        </p:nvSpPr>
        <p:spPr>
          <a:xfrm xmlns:a="http://schemas.openxmlformats.org/drawingml/2006/main">
            <a:off x="4276725" y="50958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62" name="profile-1112">
            <a:extLst xmlns:a="http://schemas.openxmlformats.org/drawingml/2006/main">
              <a:ext uri="{FF2B5EF4-FFF2-40B4-BE49-F238E27FC236}">
                <a16:creationId xmlns:a16="http://schemas.microsoft.com/office/drawing/2014/main" id="{E4E9DB04-9834-4B41-AFE5-F10AA14FB2DF}"/>
              </a:ext>
            </a:extLst>
          </p:cNvPr>
          <p:cNvSpPr>
            <a:spLocks xmlns:a="http://schemas.openxmlformats.org/drawingml/2006/main" noGrp="1"/>
          </p:cNvSpPr>
          <p:nvPr/>
        </p:nvSpPr>
        <p:spPr>
          <a:xfrm xmlns:a="http://schemas.openxmlformats.org/drawingml/2006/main">
            <a:off x="4448175" y="49911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Padre Garcia</a:t>
            </a:r>
          </a:p>
        </p:txBody>
      </p:sp>
      <p:sp>
        <p:nvSpPr>
          <p:cNvPr id="63" name="profile-1113">
            <a:extLst xmlns:a="http://schemas.openxmlformats.org/drawingml/2006/main">
              <a:ext uri="{FF2B5EF4-FFF2-40B4-BE49-F238E27FC236}">
                <a16:creationId xmlns:a16="http://schemas.microsoft.com/office/drawing/2014/main" id="{75B143E3-DC45-4B33-BE29-D3F2A5E7FE49}"/>
              </a:ext>
            </a:extLst>
          </p:cNvPr>
          <p:cNvSpPr>
            <a:spLocks xmlns:a="http://schemas.openxmlformats.org/drawingml/2006/main" noGrp="1"/>
          </p:cNvSpPr>
          <p:nvPr/>
        </p:nvSpPr>
        <p:spPr>
          <a:xfrm xmlns:a="http://schemas.openxmlformats.org/drawingml/2006/main">
            <a:off x="4276725" y="53435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64" name="profile-1114">
            <a:extLst xmlns:a="http://schemas.openxmlformats.org/drawingml/2006/main">
              <a:ext uri="{FF2B5EF4-FFF2-40B4-BE49-F238E27FC236}">
                <a16:creationId xmlns:a16="http://schemas.microsoft.com/office/drawing/2014/main" id="{49C684BF-1986-467B-9AEB-6F5164D4BCEB}"/>
              </a:ext>
            </a:extLst>
          </p:cNvPr>
          <p:cNvSpPr>
            <a:spLocks xmlns:a="http://schemas.openxmlformats.org/drawingml/2006/main" noGrp="1"/>
          </p:cNvSpPr>
          <p:nvPr/>
        </p:nvSpPr>
        <p:spPr>
          <a:xfrm xmlns:a="http://schemas.openxmlformats.org/drawingml/2006/main">
            <a:off x="4448175" y="52387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Rosario</a:t>
            </a:r>
          </a:p>
        </p:txBody>
      </p:sp>
      <p:sp>
        <p:nvSpPr>
          <p:cNvPr id="65" name="profile-1115">
            <a:extLst xmlns:a="http://schemas.openxmlformats.org/drawingml/2006/main">
              <a:ext uri="{FF2B5EF4-FFF2-40B4-BE49-F238E27FC236}">
                <a16:creationId xmlns:a16="http://schemas.microsoft.com/office/drawing/2014/main" id="{D459908B-1F37-4A29-9FFF-C0019708C9FB}"/>
              </a:ext>
            </a:extLst>
          </p:cNvPr>
          <p:cNvSpPr>
            <a:spLocks xmlns:a="http://schemas.openxmlformats.org/drawingml/2006/main" noGrp="1"/>
          </p:cNvSpPr>
          <p:nvPr/>
        </p:nvSpPr>
        <p:spPr>
          <a:xfrm xmlns:a="http://schemas.openxmlformats.org/drawingml/2006/main">
            <a:off x="4276725" y="55911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66" name="profile-1116">
            <a:extLst xmlns:a="http://schemas.openxmlformats.org/drawingml/2006/main">
              <a:ext uri="{FF2B5EF4-FFF2-40B4-BE49-F238E27FC236}">
                <a16:creationId xmlns:a16="http://schemas.microsoft.com/office/drawing/2014/main" id="{DE5A1867-8F88-4F7F-84EC-057406D54763}"/>
              </a:ext>
            </a:extLst>
          </p:cNvPr>
          <p:cNvSpPr>
            <a:spLocks xmlns:a="http://schemas.openxmlformats.org/drawingml/2006/main" noGrp="1"/>
          </p:cNvSpPr>
          <p:nvPr/>
        </p:nvSpPr>
        <p:spPr>
          <a:xfrm xmlns:a="http://schemas.openxmlformats.org/drawingml/2006/main">
            <a:off x="4448175" y="54864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 Jose</a:t>
            </a:r>
          </a:p>
        </p:txBody>
      </p:sp>
      <p:sp>
        <p:nvSpPr>
          <p:cNvPr id="67" name="profile-1117">
            <a:extLst xmlns:a="http://schemas.openxmlformats.org/drawingml/2006/main">
              <a:ext uri="{FF2B5EF4-FFF2-40B4-BE49-F238E27FC236}">
                <a16:creationId xmlns:a16="http://schemas.microsoft.com/office/drawing/2014/main" id="{DE3FB47C-2D05-4A5C-AD0C-D9170AA1FF53}"/>
              </a:ext>
            </a:extLst>
          </p:cNvPr>
          <p:cNvSpPr>
            <a:spLocks xmlns:a="http://schemas.openxmlformats.org/drawingml/2006/main" noGrp="1"/>
          </p:cNvSpPr>
          <p:nvPr/>
        </p:nvSpPr>
        <p:spPr>
          <a:xfrm xmlns:a="http://schemas.openxmlformats.org/drawingml/2006/main">
            <a:off x="8153400" y="28670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68" name="profile-1118">
            <a:extLst xmlns:a="http://schemas.openxmlformats.org/drawingml/2006/main">
              <a:ext uri="{FF2B5EF4-FFF2-40B4-BE49-F238E27FC236}">
                <a16:creationId xmlns:a16="http://schemas.microsoft.com/office/drawing/2014/main" id="{84AEABC0-F9D5-4C1A-BD92-63A77BF73CA0}"/>
              </a:ext>
            </a:extLst>
          </p:cNvPr>
          <p:cNvSpPr>
            <a:spLocks xmlns:a="http://schemas.openxmlformats.org/drawingml/2006/main" noGrp="1"/>
          </p:cNvSpPr>
          <p:nvPr/>
        </p:nvSpPr>
        <p:spPr>
          <a:xfrm xmlns:a="http://schemas.openxmlformats.org/drawingml/2006/main">
            <a:off x="8324850" y="27622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 Juan</a:t>
            </a:r>
          </a:p>
        </p:txBody>
      </p:sp>
      <p:sp>
        <p:nvSpPr>
          <p:cNvPr id="69" name="profile-1119">
            <a:extLst xmlns:a="http://schemas.openxmlformats.org/drawingml/2006/main">
              <a:ext uri="{FF2B5EF4-FFF2-40B4-BE49-F238E27FC236}">
                <a16:creationId xmlns:a16="http://schemas.microsoft.com/office/drawing/2014/main" id="{75A2A591-0819-4263-BCC6-AA0DE6A2881E}"/>
              </a:ext>
            </a:extLst>
          </p:cNvPr>
          <p:cNvSpPr>
            <a:spLocks xmlns:a="http://schemas.openxmlformats.org/drawingml/2006/main" noGrp="1"/>
          </p:cNvSpPr>
          <p:nvPr/>
        </p:nvSpPr>
        <p:spPr>
          <a:xfrm xmlns:a="http://schemas.openxmlformats.org/drawingml/2006/main">
            <a:off x="8153400" y="31146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70" name="profile-1120">
            <a:extLst xmlns:a="http://schemas.openxmlformats.org/drawingml/2006/main">
              <a:ext uri="{FF2B5EF4-FFF2-40B4-BE49-F238E27FC236}">
                <a16:creationId xmlns:a16="http://schemas.microsoft.com/office/drawing/2014/main" id="{0F8B7173-FC36-4349-9A67-0B1089215E40}"/>
              </a:ext>
            </a:extLst>
          </p:cNvPr>
          <p:cNvSpPr>
            <a:spLocks xmlns:a="http://schemas.openxmlformats.org/drawingml/2006/main" noGrp="1"/>
          </p:cNvSpPr>
          <p:nvPr/>
        </p:nvSpPr>
        <p:spPr>
          <a:xfrm xmlns:a="http://schemas.openxmlformats.org/drawingml/2006/main">
            <a:off x="8324850" y="30099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 Luis</a:t>
            </a:r>
          </a:p>
        </p:txBody>
      </p:sp>
      <p:sp>
        <p:nvSpPr>
          <p:cNvPr id="71" name="profile-1121">
            <a:extLst xmlns:a="http://schemas.openxmlformats.org/drawingml/2006/main">
              <a:ext uri="{FF2B5EF4-FFF2-40B4-BE49-F238E27FC236}">
                <a16:creationId xmlns:a16="http://schemas.microsoft.com/office/drawing/2014/main" id="{E3F79155-40AB-415E-B520-483FE403F1D7}"/>
              </a:ext>
            </a:extLst>
          </p:cNvPr>
          <p:cNvSpPr>
            <a:spLocks xmlns:a="http://schemas.openxmlformats.org/drawingml/2006/main" noGrp="1"/>
          </p:cNvSpPr>
          <p:nvPr/>
        </p:nvSpPr>
        <p:spPr>
          <a:xfrm xmlns:a="http://schemas.openxmlformats.org/drawingml/2006/main">
            <a:off x="8153400" y="33623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72" name="profile-1122">
            <a:extLst xmlns:a="http://schemas.openxmlformats.org/drawingml/2006/main">
              <a:ext uri="{FF2B5EF4-FFF2-40B4-BE49-F238E27FC236}">
                <a16:creationId xmlns:a16="http://schemas.microsoft.com/office/drawing/2014/main" id="{E78B1F58-A86E-4383-B272-0DE11EFE70A6}"/>
              </a:ext>
            </a:extLst>
          </p:cNvPr>
          <p:cNvSpPr>
            <a:spLocks xmlns:a="http://schemas.openxmlformats.org/drawingml/2006/main" noGrp="1"/>
          </p:cNvSpPr>
          <p:nvPr/>
        </p:nvSpPr>
        <p:spPr>
          <a:xfrm xmlns:a="http://schemas.openxmlformats.org/drawingml/2006/main">
            <a:off x="8324850" y="32575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 Nicolas</a:t>
            </a:r>
          </a:p>
        </p:txBody>
      </p:sp>
      <p:sp>
        <p:nvSpPr>
          <p:cNvPr id="73" name="profile-1123">
            <a:extLst xmlns:a="http://schemas.openxmlformats.org/drawingml/2006/main">
              <a:ext uri="{FF2B5EF4-FFF2-40B4-BE49-F238E27FC236}">
                <a16:creationId xmlns:a16="http://schemas.microsoft.com/office/drawing/2014/main" id="{F37ECDC4-6F9E-4C3C-94F1-AEF40AFBC9FE}"/>
              </a:ext>
            </a:extLst>
          </p:cNvPr>
          <p:cNvSpPr>
            <a:spLocks xmlns:a="http://schemas.openxmlformats.org/drawingml/2006/main" noGrp="1"/>
          </p:cNvSpPr>
          <p:nvPr/>
        </p:nvSpPr>
        <p:spPr>
          <a:xfrm xmlns:a="http://schemas.openxmlformats.org/drawingml/2006/main">
            <a:off x="8153400" y="36099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74" name="profile-1124">
            <a:extLst xmlns:a="http://schemas.openxmlformats.org/drawingml/2006/main">
              <a:ext uri="{FF2B5EF4-FFF2-40B4-BE49-F238E27FC236}">
                <a16:creationId xmlns:a16="http://schemas.microsoft.com/office/drawing/2014/main" id="{B68330C4-99AD-4B37-9311-66F479DDF2CF}"/>
              </a:ext>
            </a:extLst>
          </p:cNvPr>
          <p:cNvSpPr>
            <a:spLocks xmlns:a="http://schemas.openxmlformats.org/drawingml/2006/main" noGrp="1"/>
          </p:cNvSpPr>
          <p:nvPr/>
        </p:nvSpPr>
        <p:spPr>
          <a:xfrm xmlns:a="http://schemas.openxmlformats.org/drawingml/2006/main">
            <a:off x="8324850" y="35052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 Pascual</a:t>
            </a:r>
          </a:p>
        </p:txBody>
      </p:sp>
      <p:sp>
        <p:nvSpPr>
          <p:cNvPr id="75" name="profile-1125">
            <a:extLst xmlns:a="http://schemas.openxmlformats.org/drawingml/2006/main">
              <a:ext uri="{FF2B5EF4-FFF2-40B4-BE49-F238E27FC236}">
                <a16:creationId xmlns:a16="http://schemas.microsoft.com/office/drawing/2014/main" id="{99C5B798-272D-46AA-A619-EA72253A9414}"/>
              </a:ext>
            </a:extLst>
          </p:cNvPr>
          <p:cNvSpPr>
            <a:spLocks xmlns:a="http://schemas.openxmlformats.org/drawingml/2006/main" noGrp="1"/>
          </p:cNvSpPr>
          <p:nvPr/>
        </p:nvSpPr>
        <p:spPr>
          <a:xfrm xmlns:a="http://schemas.openxmlformats.org/drawingml/2006/main">
            <a:off x="8153400" y="38576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76" name="profile-1126">
            <a:extLst xmlns:a="http://schemas.openxmlformats.org/drawingml/2006/main">
              <a:ext uri="{FF2B5EF4-FFF2-40B4-BE49-F238E27FC236}">
                <a16:creationId xmlns:a16="http://schemas.microsoft.com/office/drawing/2014/main" id="{11A90A44-EF45-4093-8E8F-D085081ED41A}"/>
              </a:ext>
            </a:extLst>
          </p:cNvPr>
          <p:cNvSpPr>
            <a:spLocks xmlns:a="http://schemas.openxmlformats.org/drawingml/2006/main" noGrp="1"/>
          </p:cNvSpPr>
          <p:nvPr/>
        </p:nvSpPr>
        <p:spPr>
          <a:xfrm xmlns:a="http://schemas.openxmlformats.org/drawingml/2006/main">
            <a:off x="8324850" y="37528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Santa Teresita</a:t>
            </a:r>
          </a:p>
        </p:txBody>
      </p:sp>
      <p:sp>
        <p:nvSpPr>
          <p:cNvPr id="77" name="profile-1127">
            <a:extLst xmlns:a="http://schemas.openxmlformats.org/drawingml/2006/main">
              <a:ext uri="{FF2B5EF4-FFF2-40B4-BE49-F238E27FC236}">
                <a16:creationId xmlns:a16="http://schemas.microsoft.com/office/drawing/2014/main" id="{956068C6-4EB5-4D20-ABB6-07219FF40431}"/>
              </a:ext>
            </a:extLst>
          </p:cNvPr>
          <p:cNvSpPr>
            <a:spLocks xmlns:a="http://schemas.openxmlformats.org/drawingml/2006/main" noGrp="1"/>
          </p:cNvSpPr>
          <p:nvPr/>
        </p:nvSpPr>
        <p:spPr>
          <a:xfrm xmlns:a="http://schemas.openxmlformats.org/drawingml/2006/main">
            <a:off x="8153400" y="41052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78" name="profile-1128">
            <a:extLst xmlns:a="http://schemas.openxmlformats.org/drawingml/2006/main">
              <a:ext uri="{FF2B5EF4-FFF2-40B4-BE49-F238E27FC236}">
                <a16:creationId xmlns:a16="http://schemas.microsoft.com/office/drawing/2014/main" id="{FBF3F04B-2557-4653-B293-3AFB017A7959}"/>
              </a:ext>
            </a:extLst>
          </p:cNvPr>
          <p:cNvSpPr>
            <a:spLocks xmlns:a="http://schemas.openxmlformats.org/drawingml/2006/main" noGrp="1"/>
          </p:cNvSpPr>
          <p:nvPr/>
        </p:nvSpPr>
        <p:spPr>
          <a:xfrm xmlns:a="http://schemas.openxmlformats.org/drawingml/2006/main">
            <a:off x="8324850" y="40005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Taal</a:t>
            </a:r>
          </a:p>
        </p:txBody>
      </p:sp>
      <p:sp>
        <p:nvSpPr>
          <p:cNvPr id="79" name="profile-1129">
            <a:extLst xmlns:a="http://schemas.openxmlformats.org/drawingml/2006/main">
              <a:ext uri="{FF2B5EF4-FFF2-40B4-BE49-F238E27FC236}">
                <a16:creationId xmlns:a16="http://schemas.microsoft.com/office/drawing/2014/main" id="{FC51DC76-E5DF-4D72-AC37-5086C4421C60}"/>
              </a:ext>
            </a:extLst>
          </p:cNvPr>
          <p:cNvSpPr>
            <a:spLocks xmlns:a="http://schemas.openxmlformats.org/drawingml/2006/main" noGrp="1"/>
          </p:cNvSpPr>
          <p:nvPr/>
        </p:nvSpPr>
        <p:spPr>
          <a:xfrm xmlns:a="http://schemas.openxmlformats.org/drawingml/2006/main">
            <a:off x="8153400" y="43529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80" name="profile-1130">
            <a:extLst xmlns:a="http://schemas.openxmlformats.org/drawingml/2006/main">
              <a:ext uri="{FF2B5EF4-FFF2-40B4-BE49-F238E27FC236}">
                <a16:creationId xmlns:a16="http://schemas.microsoft.com/office/drawing/2014/main" id="{37263C17-D0D3-47CF-9207-9BD84724378F}"/>
              </a:ext>
            </a:extLst>
          </p:cNvPr>
          <p:cNvSpPr>
            <a:spLocks xmlns:a="http://schemas.openxmlformats.org/drawingml/2006/main" noGrp="1"/>
          </p:cNvSpPr>
          <p:nvPr/>
        </p:nvSpPr>
        <p:spPr>
          <a:xfrm xmlns:a="http://schemas.openxmlformats.org/drawingml/2006/main">
            <a:off x="8324850" y="42481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Talisay</a:t>
            </a:r>
          </a:p>
        </p:txBody>
      </p:sp>
      <p:sp>
        <p:nvSpPr>
          <p:cNvPr id="81" name="profile-1131">
            <a:extLst xmlns:a="http://schemas.openxmlformats.org/drawingml/2006/main">
              <a:ext uri="{FF2B5EF4-FFF2-40B4-BE49-F238E27FC236}">
                <a16:creationId xmlns:a16="http://schemas.microsoft.com/office/drawing/2014/main" id="{D62F0F22-1AD4-45E8-9D63-CAA503DC3A37}"/>
              </a:ext>
            </a:extLst>
          </p:cNvPr>
          <p:cNvSpPr>
            <a:spLocks xmlns:a="http://schemas.openxmlformats.org/drawingml/2006/main" noGrp="1"/>
          </p:cNvSpPr>
          <p:nvPr/>
        </p:nvSpPr>
        <p:spPr>
          <a:xfrm xmlns:a="http://schemas.openxmlformats.org/drawingml/2006/main">
            <a:off x="8153400" y="46005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82" name="profile-1132">
            <a:extLst xmlns:a="http://schemas.openxmlformats.org/drawingml/2006/main">
              <a:ext uri="{FF2B5EF4-FFF2-40B4-BE49-F238E27FC236}">
                <a16:creationId xmlns:a16="http://schemas.microsoft.com/office/drawing/2014/main" id="{60C5D1CD-6BF2-43DB-BF37-F2E90D90FF78}"/>
              </a:ext>
            </a:extLst>
          </p:cNvPr>
          <p:cNvSpPr>
            <a:spLocks xmlns:a="http://schemas.openxmlformats.org/drawingml/2006/main" noGrp="1"/>
          </p:cNvSpPr>
          <p:nvPr/>
        </p:nvSpPr>
        <p:spPr>
          <a:xfrm xmlns:a="http://schemas.openxmlformats.org/drawingml/2006/main">
            <a:off x="8324850" y="44958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Taysan</a:t>
            </a:r>
          </a:p>
        </p:txBody>
      </p:sp>
      <p:sp>
        <p:nvSpPr>
          <p:cNvPr id="83" name="profile-1133">
            <a:extLst xmlns:a="http://schemas.openxmlformats.org/drawingml/2006/main">
              <a:ext uri="{FF2B5EF4-FFF2-40B4-BE49-F238E27FC236}">
                <a16:creationId xmlns:a16="http://schemas.microsoft.com/office/drawing/2014/main" id="{76DC3708-EB0D-41FF-AC64-B4A3EA049575}"/>
              </a:ext>
            </a:extLst>
          </p:cNvPr>
          <p:cNvSpPr>
            <a:spLocks xmlns:a="http://schemas.openxmlformats.org/drawingml/2006/main" noGrp="1"/>
          </p:cNvSpPr>
          <p:nvPr/>
        </p:nvSpPr>
        <p:spPr>
          <a:xfrm xmlns:a="http://schemas.openxmlformats.org/drawingml/2006/main">
            <a:off x="8153400" y="48482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84" name="profile-1134">
            <a:extLst xmlns:a="http://schemas.openxmlformats.org/drawingml/2006/main">
              <a:ext uri="{FF2B5EF4-FFF2-40B4-BE49-F238E27FC236}">
                <a16:creationId xmlns:a16="http://schemas.microsoft.com/office/drawing/2014/main" id="{CE5D2687-7CA4-48B8-A9A8-D676B7B73541}"/>
              </a:ext>
            </a:extLst>
          </p:cNvPr>
          <p:cNvSpPr>
            <a:spLocks xmlns:a="http://schemas.openxmlformats.org/drawingml/2006/main" noGrp="1"/>
          </p:cNvSpPr>
          <p:nvPr/>
        </p:nvSpPr>
        <p:spPr>
          <a:xfrm xmlns:a="http://schemas.openxmlformats.org/drawingml/2006/main">
            <a:off x="8324850" y="47434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Tingloy</a:t>
            </a:r>
          </a:p>
        </p:txBody>
      </p:sp>
      <p:sp>
        <p:nvSpPr>
          <p:cNvPr id="85" name="profile-1135">
            <a:extLst xmlns:a="http://schemas.openxmlformats.org/drawingml/2006/main">
              <a:ext uri="{FF2B5EF4-FFF2-40B4-BE49-F238E27FC236}">
                <a16:creationId xmlns:a16="http://schemas.microsoft.com/office/drawing/2014/main" id="{8665A0D9-A4DC-483E-BDC3-B964A0D85AB5}"/>
              </a:ext>
            </a:extLst>
          </p:cNvPr>
          <p:cNvSpPr>
            <a:spLocks xmlns:a="http://schemas.openxmlformats.org/drawingml/2006/main" noGrp="1"/>
          </p:cNvSpPr>
          <p:nvPr/>
        </p:nvSpPr>
        <p:spPr>
          <a:xfrm xmlns:a="http://schemas.openxmlformats.org/drawingml/2006/main">
            <a:off x="8153400" y="50958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86" name="profile-1136">
            <a:extLst xmlns:a="http://schemas.openxmlformats.org/drawingml/2006/main">
              <a:ext uri="{FF2B5EF4-FFF2-40B4-BE49-F238E27FC236}">
                <a16:creationId xmlns:a16="http://schemas.microsoft.com/office/drawing/2014/main" id="{7FAB1691-4C34-4A61-AAF4-A98633FA5CD9}"/>
              </a:ext>
            </a:extLst>
          </p:cNvPr>
          <p:cNvSpPr>
            <a:spLocks xmlns:a="http://schemas.openxmlformats.org/drawingml/2006/main" noGrp="1"/>
          </p:cNvSpPr>
          <p:nvPr/>
        </p:nvSpPr>
        <p:spPr>
          <a:xfrm xmlns:a="http://schemas.openxmlformats.org/drawingml/2006/main">
            <a:off x="8324850" y="49911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Tuy</a:t>
            </a:r>
          </a:p>
        </p:txBody>
      </p:sp>
      <p:sp>
        <p:nvSpPr>
          <p:cNvPr id="87" name="profile-1137">
            <a:extLst xmlns:a="http://schemas.openxmlformats.org/drawingml/2006/main">
              <a:ext uri="{FF2B5EF4-FFF2-40B4-BE49-F238E27FC236}">
                <a16:creationId xmlns:a16="http://schemas.microsoft.com/office/drawing/2014/main" id="{6910590F-9C7A-450A-A84E-4113C4CBEC07}"/>
              </a:ext>
            </a:extLst>
          </p:cNvPr>
          <p:cNvSpPr>
            <a:spLocks xmlns:a="http://schemas.openxmlformats.org/drawingml/2006/main" noGrp="1"/>
          </p:cNvSpPr>
          <p:nvPr/>
        </p:nvSpPr>
        <p:spPr>
          <a:xfrm xmlns:a="http://schemas.openxmlformats.org/drawingml/2006/main">
            <a:off x="400050" y="5962650"/>
            <a:ext cx="11334750" cy="1895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456079"/>
                </a:solidFill>
                <a:latin typeface="Segoe UI"/>
                <a:ea typeface="Segoe UI"/>
                <a:cs typeface="Segoe UI"/>
              </a:defRPr>
            </a:defPPr>
          </a:lstStyle>
          <a:p xmlns:a="http://schemas.openxmlformats.org/drawingml/2006/main">
            <a:pPr algn="l">
              <a:defRPr sz="975" b="0">
                <a:solidFill>
                  <a:srgbClr val="456079"/>
                </a:solidFill>
                <a:latin typeface="Segoe UI"/>
                <a:ea typeface="Segoe UI"/>
                <a:cs typeface="Segoe UI"/>
              </a:defRPr>
            </a:pPr>
            <a:r>
              <a:rPr sz="975" b="0">
                <a:solidFill>
                  <a:srgbClr val="456079"/>
                </a:solidFill>
                <a:latin typeface="Segoe UI"/>
                <a:ea typeface="Segoe UI"/>
                <a:cs typeface="Segoe UI"/>
              </a:rPr>
              <a:t>Geographic names: PSA PSGC. Service schedule and availability confirmed upon inquiry.</a:t>
            </a:r>
          </a:p>
        </p:txBody>
      </p:sp>
    </p:spTree>
    <p:extLst>
      <p:ext uri="{BB962C8B-B14F-4D97-AF65-F5344CB8AC3E}">
        <p14:creationId xmlns:p14="http://schemas.microsoft.com/office/powerpoint/2010/main" val="1948101166"/>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8" name="profile-1138">
            <a:extLst xmlns:a="http://schemas.openxmlformats.org/drawingml/2006/main">
              <a:ext uri="{FF2B5EF4-FFF2-40B4-BE49-F238E27FC236}">
                <a16:creationId xmlns:a16="http://schemas.microsoft.com/office/drawing/2014/main" id="{F6439E35-C25D-4311-B197-B39AE324BAAC}"/>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1139">
            <a:extLst xmlns:a="http://schemas.openxmlformats.org/drawingml/2006/main">
              <a:ext uri="{FF2B5EF4-FFF2-40B4-BE49-F238E27FC236}">
                <a16:creationId xmlns:a16="http://schemas.microsoft.com/office/drawing/2014/main" id="{513CB4F9-C756-4E1A-84E7-EF0C151C2CB6}"/>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C1918EAA-C2B3-4352-90F8-FF8F83BF08B3}"/>
              </a:ext>
            </a:extLst>
          </p:cNvPr>
          <p:cNvPicPr>
            <a:picLocks xmlns:a="http://schemas.openxmlformats.org/drawingml/2006/main" noChangeAspect="1"/>
          </p:cNvPicPr>
          <p:nvPr/>
        </p:nvPicPr>
        <p:blipFill>
          <a:blip xmlns:r="http://schemas.openxmlformats.org/officeDocument/2006/relationships" xmlns:a="http://schemas.openxmlformats.org/drawingml/2006/main" r:embed="Ra42d0ae7d6c2435d"/>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1140">
            <a:extLst xmlns:a="http://schemas.openxmlformats.org/drawingml/2006/main">
              <a:ext uri="{FF2B5EF4-FFF2-40B4-BE49-F238E27FC236}">
                <a16:creationId xmlns:a16="http://schemas.microsoft.com/office/drawing/2014/main" id="{614F0424-BA82-463C-A5B0-E2E53F1E3992}"/>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1141">
            <a:extLst xmlns:a="http://schemas.openxmlformats.org/drawingml/2006/main">
              <a:ext uri="{FF2B5EF4-FFF2-40B4-BE49-F238E27FC236}">
                <a16:creationId xmlns:a16="http://schemas.microsoft.com/office/drawing/2014/main" id="{9424938B-E845-4B2E-833A-B3689110B4BD}"/>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and Pest Management Services OPC</a:t>
            </a:r>
          </a:p>
        </p:txBody>
      </p:sp>
      <p:sp>
        <p:nvSpPr>
          <p:cNvPr id="6" name="profile-1142">
            <a:extLst xmlns:a="http://schemas.openxmlformats.org/drawingml/2006/main">
              <a:ext uri="{FF2B5EF4-FFF2-40B4-BE49-F238E27FC236}">
                <a16:creationId xmlns:a16="http://schemas.microsoft.com/office/drawing/2014/main" id="{2A478C55-500B-494F-9556-1FACB30D8593}"/>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Globe 0917 671 6383   |   Smart 0939 245 6217</a:t>
            </a:r>
          </a:p>
        </p:txBody>
      </p:sp>
      <p:sp>
        <p:nvSpPr>
          <p:cNvPr id="7" name="profile-1143">
            <a:extLst xmlns:a="http://schemas.openxmlformats.org/drawingml/2006/main">
              <a:ext uri="{FF2B5EF4-FFF2-40B4-BE49-F238E27FC236}">
                <a16:creationId xmlns:a16="http://schemas.microsoft.com/office/drawing/2014/main" id="{7872C420-56C3-48E6-A729-86B4CB5F63E2}"/>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1144">
            <a:extLst xmlns:a="http://schemas.openxmlformats.org/drawingml/2006/main">
              <a:ext uri="{FF2B5EF4-FFF2-40B4-BE49-F238E27FC236}">
                <a16:creationId xmlns:a16="http://schemas.microsoft.com/office/drawing/2014/main" id="{4CA5DBB8-C9A9-4D19-8C70-DA2DFF89CFE4}"/>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TO FOLLOW</a:t>
            </a:r>
          </a:p>
        </p:txBody>
      </p:sp>
      <p:sp>
        <p:nvSpPr>
          <p:cNvPr id="9" name="profile-1145">
            <a:extLst xmlns:a="http://schemas.openxmlformats.org/drawingml/2006/main">
              <a:ext uri="{FF2B5EF4-FFF2-40B4-BE49-F238E27FC236}">
                <a16:creationId xmlns:a16="http://schemas.microsoft.com/office/drawing/2014/main" id="{D4018647-CBB2-4A39-9DEF-0FFF28FD1D22}"/>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1146">
            <a:extLst xmlns:a="http://schemas.openxmlformats.org/drawingml/2006/main">
              <a:ext uri="{FF2B5EF4-FFF2-40B4-BE49-F238E27FC236}">
                <a16:creationId xmlns:a16="http://schemas.microsoft.com/office/drawing/2014/main" id="{911260A7-3BD2-4B60-AE2B-1858AF816FB6}"/>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1147">
            <a:extLst xmlns:a="http://schemas.openxmlformats.org/drawingml/2006/main">
              <a:ext uri="{FF2B5EF4-FFF2-40B4-BE49-F238E27FC236}">
                <a16:creationId xmlns:a16="http://schemas.microsoft.com/office/drawing/2014/main" id="{6FDAAEA5-CEB0-4A02-AB45-C7346AF15B0B}"/>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1148">
            <a:extLst xmlns:a="http://schemas.openxmlformats.org/drawingml/2006/main">
              <a:ext uri="{FF2B5EF4-FFF2-40B4-BE49-F238E27FC236}">
                <a16:creationId xmlns:a16="http://schemas.microsoft.com/office/drawing/2014/main" id="{A78BCFA5-61F9-4399-921A-100D354F999A}"/>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1149">
            <a:extLst xmlns:a="http://schemas.openxmlformats.org/drawingml/2006/main">
              <a:ext uri="{FF2B5EF4-FFF2-40B4-BE49-F238E27FC236}">
                <a16:creationId xmlns:a16="http://schemas.microsoft.com/office/drawing/2014/main" id="{2A609AF9-02F1-43CF-A6E6-D23A7BE63D98}"/>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1150">
            <a:extLst xmlns:a="http://schemas.openxmlformats.org/drawingml/2006/main">
              <a:ext uri="{FF2B5EF4-FFF2-40B4-BE49-F238E27FC236}">
                <a16:creationId xmlns:a16="http://schemas.microsoft.com/office/drawing/2014/main" id="{197A73E6-0FB9-4278-9219-9305C33B25A1}"/>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1151">
            <a:extLst xmlns:a="http://schemas.openxmlformats.org/drawingml/2006/main">
              <a:ext uri="{FF2B5EF4-FFF2-40B4-BE49-F238E27FC236}">
                <a16:creationId xmlns:a16="http://schemas.microsoft.com/office/drawing/2014/main" id="{5D1FC3C6-8630-463C-B16A-1504BA5082EC}"/>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32</a:t>
            </a:r>
          </a:p>
        </p:txBody>
      </p:sp>
      <p:sp>
        <p:nvSpPr>
          <p:cNvPr id="16" name="profile-1152">
            <a:extLst xmlns:a="http://schemas.openxmlformats.org/drawingml/2006/main">
              <a:ext uri="{FF2B5EF4-FFF2-40B4-BE49-F238E27FC236}">
                <a16:creationId xmlns:a16="http://schemas.microsoft.com/office/drawing/2014/main" id="{8ECFE2E9-DEB5-4FC6-9475-45E0A1EB3F3A}"/>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Rizal</a:t>
            </a:r>
          </a:p>
        </p:txBody>
      </p:sp>
      <p:sp>
        <p:nvSpPr>
          <p:cNvPr id="17" name="profile-1153">
            <a:extLst xmlns:a="http://schemas.openxmlformats.org/drawingml/2006/main">
              <a:ext uri="{FF2B5EF4-FFF2-40B4-BE49-F238E27FC236}">
                <a16:creationId xmlns:a16="http://schemas.microsoft.com/office/drawing/2014/main" id="{7A6951DE-A811-437A-AAA6-8E13C8C4E197}"/>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1154">
            <a:extLst xmlns:a="http://schemas.openxmlformats.org/drawingml/2006/main">
              <a:ext uri="{FF2B5EF4-FFF2-40B4-BE49-F238E27FC236}">
                <a16:creationId xmlns:a16="http://schemas.microsoft.com/office/drawing/2014/main" id="{9F185E28-98E3-48FE-97A7-7B1004CBD461}"/>
              </a:ext>
            </a:extLst>
          </p:cNvPr>
          <p:cNvSpPr>
            <a:spLocks xmlns:a="http://schemas.openxmlformats.org/drawingml/2006/main" noGrp="1"/>
          </p:cNvSpPr>
          <p:nvPr/>
        </p:nvSpPr>
        <p:spPr>
          <a:xfrm xmlns:a="http://schemas.openxmlformats.org/drawingml/2006/main">
            <a:off x="400050" y="2114550"/>
            <a:ext cx="1128712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456079"/>
                </a:solidFill>
                <a:latin typeface="Segoe UI"/>
                <a:ea typeface="Segoe UI"/>
                <a:cs typeface="Segoe UI"/>
              </a:defRPr>
            </a:defPPr>
          </a:lstStyle>
          <a:p xmlns:a="http://schemas.openxmlformats.org/drawingml/2006/main">
            <a:pPr algn="l">
              <a:defRPr sz="1500" b="0">
                <a:solidFill>
                  <a:srgbClr val="456079"/>
                </a:solidFill>
                <a:latin typeface="Segoe UI"/>
                <a:ea typeface="Segoe UI"/>
                <a:cs typeface="Segoe UI"/>
              </a:defRPr>
            </a:pPr>
            <a:r>
              <a:rPr sz="1500" b="0">
                <a:solidFill>
                  <a:srgbClr val="456079"/>
                </a:solidFill>
                <a:latin typeface="Segoe UI"/>
                <a:ea typeface="Segoe UI"/>
                <a:cs typeface="Segoe UI"/>
              </a:rPr>
              <a:t>Coverage appendix | Cities and municipalities</a:t>
            </a:r>
          </a:p>
        </p:txBody>
      </p:sp>
      <p:sp>
        <p:nvSpPr>
          <p:cNvPr id="19" name="profile-1155">
            <a:extLst xmlns:a="http://schemas.openxmlformats.org/drawingml/2006/main">
              <a:ext uri="{FF2B5EF4-FFF2-40B4-BE49-F238E27FC236}">
                <a16:creationId xmlns:a16="http://schemas.microsoft.com/office/drawing/2014/main" id="{46F92292-9669-499D-9CBC-D89C36A35DF7}"/>
              </a:ext>
            </a:extLst>
          </p:cNvPr>
          <p:cNvSpPr>
            <a:spLocks xmlns:a="http://schemas.openxmlformats.org/drawingml/2006/main" noGrp="1"/>
          </p:cNvSpPr>
          <p:nvPr/>
        </p:nvSpPr>
        <p:spPr>
          <a:xfrm xmlns:a="http://schemas.openxmlformats.org/drawingml/2006/main">
            <a:off x="400050" y="28670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0" name="profile-1156">
            <a:extLst xmlns:a="http://schemas.openxmlformats.org/drawingml/2006/main">
              <a:ext uri="{FF2B5EF4-FFF2-40B4-BE49-F238E27FC236}">
                <a16:creationId xmlns:a16="http://schemas.microsoft.com/office/drawing/2014/main" id="{94E22112-C4B0-4B83-AEBB-498E6CA8DD50}"/>
              </a:ext>
            </a:extLst>
          </p:cNvPr>
          <p:cNvSpPr>
            <a:spLocks xmlns:a="http://schemas.openxmlformats.org/drawingml/2006/main" noGrp="1"/>
          </p:cNvSpPr>
          <p:nvPr/>
        </p:nvSpPr>
        <p:spPr>
          <a:xfrm xmlns:a="http://schemas.openxmlformats.org/drawingml/2006/main">
            <a:off x="571500" y="27622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Antipolo</a:t>
            </a:r>
          </a:p>
        </p:txBody>
      </p:sp>
      <p:sp>
        <p:nvSpPr>
          <p:cNvPr id="21" name="profile-1157">
            <a:extLst xmlns:a="http://schemas.openxmlformats.org/drawingml/2006/main">
              <a:ext uri="{FF2B5EF4-FFF2-40B4-BE49-F238E27FC236}">
                <a16:creationId xmlns:a16="http://schemas.microsoft.com/office/drawing/2014/main" id="{FC903917-CDD3-485F-9DD2-EBA42DE34D0E}"/>
              </a:ext>
            </a:extLst>
          </p:cNvPr>
          <p:cNvSpPr>
            <a:spLocks xmlns:a="http://schemas.openxmlformats.org/drawingml/2006/main" noGrp="1"/>
          </p:cNvSpPr>
          <p:nvPr/>
        </p:nvSpPr>
        <p:spPr>
          <a:xfrm xmlns:a="http://schemas.openxmlformats.org/drawingml/2006/main">
            <a:off x="400050" y="31146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2" name="profile-1158">
            <a:extLst xmlns:a="http://schemas.openxmlformats.org/drawingml/2006/main">
              <a:ext uri="{FF2B5EF4-FFF2-40B4-BE49-F238E27FC236}">
                <a16:creationId xmlns:a16="http://schemas.microsoft.com/office/drawing/2014/main" id="{DEDB5180-7AF4-4736-8D1F-9DF777D5F66B}"/>
              </a:ext>
            </a:extLst>
          </p:cNvPr>
          <p:cNvSpPr>
            <a:spLocks xmlns:a="http://schemas.openxmlformats.org/drawingml/2006/main" noGrp="1"/>
          </p:cNvSpPr>
          <p:nvPr/>
        </p:nvSpPr>
        <p:spPr>
          <a:xfrm xmlns:a="http://schemas.openxmlformats.org/drawingml/2006/main">
            <a:off x="571500" y="30099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Angono</a:t>
            </a:r>
          </a:p>
        </p:txBody>
      </p:sp>
      <p:sp>
        <p:nvSpPr>
          <p:cNvPr id="23" name="profile-1159">
            <a:extLst xmlns:a="http://schemas.openxmlformats.org/drawingml/2006/main">
              <a:ext uri="{FF2B5EF4-FFF2-40B4-BE49-F238E27FC236}">
                <a16:creationId xmlns:a16="http://schemas.microsoft.com/office/drawing/2014/main" id="{A9924D14-4243-4F1B-B034-DB66A7E78AE1}"/>
              </a:ext>
            </a:extLst>
          </p:cNvPr>
          <p:cNvSpPr>
            <a:spLocks xmlns:a="http://schemas.openxmlformats.org/drawingml/2006/main" noGrp="1"/>
          </p:cNvSpPr>
          <p:nvPr/>
        </p:nvSpPr>
        <p:spPr>
          <a:xfrm xmlns:a="http://schemas.openxmlformats.org/drawingml/2006/main">
            <a:off x="400050" y="33623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4" name="profile-1160">
            <a:extLst xmlns:a="http://schemas.openxmlformats.org/drawingml/2006/main">
              <a:ext uri="{FF2B5EF4-FFF2-40B4-BE49-F238E27FC236}">
                <a16:creationId xmlns:a16="http://schemas.microsoft.com/office/drawing/2014/main" id="{37DCBED6-441B-4E66-BF01-257012517000}"/>
              </a:ext>
            </a:extLst>
          </p:cNvPr>
          <p:cNvSpPr>
            <a:spLocks xmlns:a="http://schemas.openxmlformats.org/drawingml/2006/main" noGrp="1"/>
          </p:cNvSpPr>
          <p:nvPr/>
        </p:nvSpPr>
        <p:spPr>
          <a:xfrm xmlns:a="http://schemas.openxmlformats.org/drawingml/2006/main">
            <a:off x="571500" y="32575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Baras</a:t>
            </a:r>
          </a:p>
        </p:txBody>
      </p:sp>
      <p:sp>
        <p:nvSpPr>
          <p:cNvPr id="25" name="profile-1161">
            <a:extLst xmlns:a="http://schemas.openxmlformats.org/drawingml/2006/main">
              <a:ext uri="{FF2B5EF4-FFF2-40B4-BE49-F238E27FC236}">
                <a16:creationId xmlns:a16="http://schemas.microsoft.com/office/drawing/2014/main" id="{4E9F8B70-2EB3-4AF9-81D5-980180517848}"/>
              </a:ext>
            </a:extLst>
          </p:cNvPr>
          <p:cNvSpPr>
            <a:spLocks xmlns:a="http://schemas.openxmlformats.org/drawingml/2006/main" noGrp="1"/>
          </p:cNvSpPr>
          <p:nvPr/>
        </p:nvSpPr>
        <p:spPr>
          <a:xfrm xmlns:a="http://schemas.openxmlformats.org/drawingml/2006/main">
            <a:off x="400050" y="36099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6" name="profile-1162">
            <a:extLst xmlns:a="http://schemas.openxmlformats.org/drawingml/2006/main">
              <a:ext uri="{FF2B5EF4-FFF2-40B4-BE49-F238E27FC236}">
                <a16:creationId xmlns:a16="http://schemas.microsoft.com/office/drawing/2014/main" id="{A5112891-A541-454A-96D7-837D2F585502}"/>
              </a:ext>
            </a:extLst>
          </p:cNvPr>
          <p:cNvSpPr>
            <a:spLocks xmlns:a="http://schemas.openxmlformats.org/drawingml/2006/main" noGrp="1"/>
          </p:cNvSpPr>
          <p:nvPr/>
        </p:nvSpPr>
        <p:spPr>
          <a:xfrm xmlns:a="http://schemas.openxmlformats.org/drawingml/2006/main">
            <a:off x="571500" y="35052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Binangonan</a:t>
            </a:r>
          </a:p>
        </p:txBody>
      </p:sp>
      <p:sp>
        <p:nvSpPr>
          <p:cNvPr id="27" name="profile-1163">
            <a:extLst xmlns:a="http://schemas.openxmlformats.org/drawingml/2006/main">
              <a:ext uri="{FF2B5EF4-FFF2-40B4-BE49-F238E27FC236}">
                <a16:creationId xmlns:a16="http://schemas.microsoft.com/office/drawing/2014/main" id="{E47681B0-7859-4493-9E88-C9F47EB4D8B9}"/>
              </a:ext>
            </a:extLst>
          </p:cNvPr>
          <p:cNvSpPr>
            <a:spLocks xmlns:a="http://schemas.openxmlformats.org/drawingml/2006/main" noGrp="1"/>
          </p:cNvSpPr>
          <p:nvPr/>
        </p:nvSpPr>
        <p:spPr>
          <a:xfrm xmlns:a="http://schemas.openxmlformats.org/drawingml/2006/main">
            <a:off x="400050" y="38576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8" name="profile-1164">
            <a:extLst xmlns:a="http://schemas.openxmlformats.org/drawingml/2006/main">
              <a:ext uri="{FF2B5EF4-FFF2-40B4-BE49-F238E27FC236}">
                <a16:creationId xmlns:a16="http://schemas.microsoft.com/office/drawing/2014/main" id="{ED1F6756-2B1E-4209-885B-71EB842DB483}"/>
              </a:ext>
            </a:extLst>
          </p:cNvPr>
          <p:cNvSpPr>
            <a:spLocks xmlns:a="http://schemas.openxmlformats.org/drawingml/2006/main" noGrp="1"/>
          </p:cNvSpPr>
          <p:nvPr/>
        </p:nvSpPr>
        <p:spPr>
          <a:xfrm xmlns:a="http://schemas.openxmlformats.org/drawingml/2006/main">
            <a:off x="571500" y="37528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Cainta</a:t>
            </a:r>
          </a:p>
        </p:txBody>
      </p:sp>
      <p:sp>
        <p:nvSpPr>
          <p:cNvPr id="29" name="profile-1165">
            <a:extLst xmlns:a="http://schemas.openxmlformats.org/drawingml/2006/main">
              <a:ext uri="{FF2B5EF4-FFF2-40B4-BE49-F238E27FC236}">
                <a16:creationId xmlns:a16="http://schemas.microsoft.com/office/drawing/2014/main" id="{DB5C0694-62E9-4576-AC3A-4C28D2EE0E5A}"/>
              </a:ext>
            </a:extLst>
          </p:cNvPr>
          <p:cNvSpPr>
            <a:spLocks xmlns:a="http://schemas.openxmlformats.org/drawingml/2006/main" noGrp="1"/>
          </p:cNvSpPr>
          <p:nvPr/>
        </p:nvSpPr>
        <p:spPr>
          <a:xfrm xmlns:a="http://schemas.openxmlformats.org/drawingml/2006/main">
            <a:off x="4276725" y="28670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0" name="profile-1166">
            <a:extLst xmlns:a="http://schemas.openxmlformats.org/drawingml/2006/main">
              <a:ext uri="{FF2B5EF4-FFF2-40B4-BE49-F238E27FC236}">
                <a16:creationId xmlns:a16="http://schemas.microsoft.com/office/drawing/2014/main" id="{D88386AA-724A-4059-BFAE-32DF018FA645}"/>
              </a:ext>
            </a:extLst>
          </p:cNvPr>
          <p:cNvSpPr>
            <a:spLocks xmlns:a="http://schemas.openxmlformats.org/drawingml/2006/main" noGrp="1"/>
          </p:cNvSpPr>
          <p:nvPr/>
        </p:nvSpPr>
        <p:spPr>
          <a:xfrm xmlns:a="http://schemas.openxmlformats.org/drawingml/2006/main">
            <a:off x="4448175" y="27622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Cardona</a:t>
            </a:r>
          </a:p>
        </p:txBody>
      </p:sp>
      <p:sp>
        <p:nvSpPr>
          <p:cNvPr id="31" name="profile-1167">
            <a:extLst xmlns:a="http://schemas.openxmlformats.org/drawingml/2006/main">
              <a:ext uri="{FF2B5EF4-FFF2-40B4-BE49-F238E27FC236}">
                <a16:creationId xmlns:a16="http://schemas.microsoft.com/office/drawing/2014/main" id="{DC204795-D6B2-4E9B-98E4-97D8C587F3A6}"/>
              </a:ext>
            </a:extLst>
          </p:cNvPr>
          <p:cNvSpPr>
            <a:spLocks xmlns:a="http://schemas.openxmlformats.org/drawingml/2006/main" noGrp="1"/>
          </p:cNvSpPr>
          <p:nvPr/>
        </p:nvSpPr>
        <p:spPr>
          <a:xfrm xmlns:a="http://schemas.openxmlformats.org/drawingml/2006/main">
            <a:off x="4276725" y="31146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2" name="profile-1168">
            <a:extLst xmlns:a="http://schemas.openxmlformats.org/drawingml/2006/main">
              <a:ext uri="{FF2B5EF4-FFF2-40B4-BE49-F238E27FC236}">
                <a16:creationId xmlns:a16="http://schemas.microsoft.com/office/drawing/2014/main" id="{C4852C1F-46DD-4088-9262-9CD6D75D31CA}"/>
              </a:ext>
            </a:extLst>
          </p:cNvPr>
          <p:cNvSpPr>
            <a:spLocks xmlns:a="http://schemas.openxmlformats.org/drawingml/2006/main" noGrp="1"/>
          </p:cNvSpPr>
          <p:nvPr/>
        </p:nvSpPr>
        <p:spPr>
          <a:xfrm xmlns:a="http://schemas.openxmlformats.org/drawingml/2006/main">
            <a:off x="4448175" y="30099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Jala-Jala</a:t>
            </a:r>
          </a:p>
        </p:txBody>
      </p:sp>
      <p:sp>
        <p:nvSpPr>
          <p:cNvPr id="33" name="profile-1169">
            <a:extLst xmlns:a="http://schemas.openxmlformats.org/drawingml/2006/main">
              <a:ext uri="{FF2B5EF4-FFF2-40B4-BE49-F238E27FC236}">
                <a16:creationId xmlns:a16="http://schemas.microsoft.com/office/drawing/2014/main" id="{17BBABCE-B422-4E98-A9AD-40AAC7043D28}"/>
              </a:ext>
            </a:extLst>
          </p:cNvPr>
          <p:cNvSpPr>
            <a:spLocks xmlns:a="http://schemas.openxmlformats.org/drawingml/2006/main" noGrp="1"/>
          </p:cNvSpPr>
          <p:nvPr/>
        </p:nvSpPr>
        <p:spPr>
          <a:xfrm xmlns:a="http://schemas.openxmlformats.org/drawingml/2006/main">
            <a:off x="4276725" y="33623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4" name="profile-1170">
            <a:extLst xmlns:a="http://schemas.openxmlformats.org/drawingml/2006/main">
              <a:ext uri="{FF2B5EF4-FFF2-40B4-BE49-F238E27FC236}">
                <a16:creationId xmlns:a16="http://schemas.microsoft.com/office/drawing/2014/main" id="{FE23309D-27B8-4658-9D06-2A58BF798702}"/>
              </a:ext>
            </a:extLst>
          </p:cNvPr>
          <p:cNvSpPr>
            <a:spLocks xmlns:a="http://schemas.openxmlformats.org/drawingml/2006/main" noGrp="1"/>
          </p:cNvSpPr>
          <p:nvPr/>
        </p:nvSpPr>
        <p:spPr>
          <a:xfrm xmlns:a="http://schemas.openxmlformats.org/drawingml/2006/main">
            <a:off x="4448175" y="32575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Rodriguez</a:t>
            </a:r>
          </a:p>
        </p:txBody>
      </p:sp>
      <p:sp>
        <p:nvSpPr>
          <p:cNvPr id="35" name="profile-1171">
            <a:extLst xmlns:a="http://schemas.openxmlformats.org/drawingml/2006/main">
              <a:ext uri="{FF2B5EF4-FFF2-40B4-BE49-F238E27FC236}">
                <a16:creationId xmlns:a16="http://schemas.microsoft.com/office/drawing/2014/main" id="{AB8DD1B0-55C5-4772-99C7-9060D8B3645E}"/>
              </a:ext>
            </a:extLst>
          </p:cNvPr>
          <p:cNvSpPr>
            <a:spLocks xmlns:a="http://schemas.openxmlformats.org/drawingml/2006/main" noGrp="1"/>
          </p:cNvSpPr>
          <p:nvPr/>
        </p:nvSpPr>
        <p:spPr>
          <a:xfrm xmlns:a="http://schemas.openxmlformats.org/drawingml/2006/main">
            <a:off x="4276725" y="36099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6" name="profile-1172">
            <a:extLst xmlns:a="http://schemas.openxmlformats.org/drawingml/2006/main">
              <a:ext uri="{FF2B5EF4-FFF2-40B4-BE49-F238E27FC236}">
                <a16:creationId xmlns:a16="http://schemas.microsoft.com/office/drawing/2014/main" id="{DB6B9619-743A-4241-A853-ED39E89564A8}"/>
              </a:ext>
            </a:extLst>
          </p:cNvPr>
          <p:cNvSpPr>
            <a:spLocks xmlns:a="http://schemas.openxmlformats.org/drawingml/2006/main" noGrp="1"/>
          </p:cNvSpPr>
          <p:nvPr/>
        </p:nvSpPr>
        <p:spPr>
          <a:xfrm xmlns:a="http://schemas.openxmlformats.org/drawingml/2006/main">
            <a:off x="4448175" y="35052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Morong</a:t>
            </a:r>
          </a:p>
        </p:txBody>
      </p:sp>
      <p:sp>
        <p:nvSpPr>
          <p:cNvPr id="37" name="profile-1173">
            <a:extLst xmlns:a="http://schemas.openxmlformats.org/drawingml/2006/main">
              <a:ext uri="{FF2B5EF4-FFF2-40B4-BE49-F238E27FC236}">
                <a16:creationId xmlns:a16="http://schemas.microsoft.com/office/drawing/2014/main" id="{05B97ABB-C065-483D-81FC-8A65BAAC02C6}"/>
              </a:ext>
            </a:extLst>
          </p:cNvPr>
          <p:cNvSpPr>
            <a:spLocks xmlns:a="http://schemas.openxmlformats.org/drawingml/2006/main" noGrp="1"/>
          </p:cNvSpPr>
          <p:nvPr/>
        </p:nvSpPr>
        <p:spPr>
          <a:xfrm xmlns:a="http://schemas.openxmlformats.org/drawingml/2006/main">
            <a:off x="4276725" y="38576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8" name="profile-1174">
            <a:extLst xmlns:a="http://schemas.openxmlformats.org/drawingml/2006/main">
              <a:ext uri="{FF2B5EF4-FFF2-40B4-BE49-F238E27FC236}">
                <a16:creationId xmlns:a16="http://schemas.microsoft.com/office/drawing/2014/main" id="{724D310A-1C2E-4021-B462-58808C0E683C}"/>
              </a:ext>
            </a:extLst>
          </p:cNvPr>
          <p:cNvSpPr>
            <a:spLocks xmlns:a="http://schemas.openxmlformats.org/drawingml/2006/main" noGrp="1"/>
          </p:cNvSpPr>
          <p:nvPr/>
        </p:nvSpPr>
        <p:spPr>
          <a:xfrm xmlns:a="http://schemas.openxmlformats.org/drawingml/2006/main">
            <a:off x="4448175" y="37528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Pililla</a:t>
            </a:r>
          </a:p>
        </p:txBody>
      </p:sp>
      <p:sp>
        <p:nvSpPr>
          <p:cNvPr id="39" name="profile-1175">
            <a:extLst xmlns:a="http://schemas.openxmlformats.org/drawingml/2006/main">
              <a:ext uri="{FF2B5EF4-FFF2-40B4-BE49-F238E27FC236}">
                <a16:creationId xmlns:a16="http://schemas.microsoft.com/office/drawing/2014/main" id="{33DC8B7E-5F86-442E-9D2F-D83423E76BB7}"/>
              </a:ext>
            </a:extLst>
          </p:cNvPr>
          <p:cNvSpPr>
            <a:spLocks xmlns:a="http://schemas.openxmlformats.org/drawingml/2006/main" noGrp="1"/>
          </p:cNvSpPr>
          <p:nvPr/>
        </p:nvSpPr>
        <p:spPr>
          <a:xfrm xmlns:a="http://schemas.openxmlformats.org/drawingml/2006/main">
            <a:off x="8153400" y="28670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0" name="profile-1176">
            <a:extLst xmlns:a="http://schemas.openxmlformats.org/drawingml/2006/main">
              <a:ext uri="{FF2B5EF4-FFF2-40B4-BE49-F238E27FC236}">
                <a16:creationId xmlns:a16="http://schemas.microsoft.com/office/drawing/2014/main" id="{4202D7CD-4651-4279-9F35-5E87A300D35C}"/>
              </a:ext>
            </a:extLst>
          </p:cNvPr>
          <p:cNvSpPr>
            <a:spLocks xmlns:a="http://schemas.openxmlformats.org/drawingml/2006/main" noGrp="1"/>
          </p:cNvSpPr>
          <p:nvPr/>
        </p:nvSpPr>
        <p:spPr>
          <a:xfrm xmlns:a="http://schemas.openxmlformats.org/drawingml/2006/main">
            <a:off x="8324850" y="27622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 Mateo</a:t>
            </a:r>
          </a:p>
        </p:txBody>
      </p:sp>
      <p:sp>
        <p:nvSpPr>
          <p:cNvPr id="41" name="profile-1177">
            <a:extLst xmlns:a="http://schemas.openxmlformats.org/drawingml/2006/main">
              <a:ext uri="{FF2B5EF4-FFF2-40B4-BE49-F238E27FC236}">
                <a16:creationId xmlns:a16="http://schemas.microsoft.com/office/drawing/2014/main" id="{E19BE4EE-82A5-4201-94C9-6E29202AA6F6}"/>
              </a:ext>
            </a:extLst>
          </p:cNvPr>
          <p:cNvSpPr>
            <a:spLocks xmlns:a="http://schemas.openxmlformats.org/drawingml/2006/main" noGrp="1"/>
          </p:cNvSpPr>
          <p:nvPr/>
        </p:nvSpPr>
        <p:spPr>
          <a:xfrm xmlns:a="http://schemas.openxmlformats.org/drawingml/2006/main">
            <a:off x="8153400" y="31146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2" name="profile-1178">
            <a:extLst xmlns:a="http://schemas.openxmlformats.org/drawingml/2006/main">
              <a:ext uri="{FF2B5EF4-FFF2-40B4-BE49-F238E27FC236}">
                <a16:creationId xmlns:a16="http://schemas.microsoft.com/office/drawing/2014/main" id="{D8F40951-4C78-46AB-8446-AFA988E5B8A9}"/>
              </a:ext>
            </a:extLst>
          </p:cNvPr>
          <p:cNvSpPr>
            <a:spLocks xmlns:a="http://schemas.openxmlformats.org/drawingml/2006/main" noGrp="1"/>
          </p:cNvSpPr>
          <p:nvPr/>
        </p:nvSpPr>
        <p:spPr>
          <a:xfrm xmlns:a="http://schemas.openxmlformats.org/drawingml/2006/main">
            <a:off x="8324850" y="30099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Tanay</a:t>
            </a:r>
          </a:p>
        </p:txBody>
      </p:sp>
      <p:sp>
        <p:nvSpPr>
          <p:cNvPr id="43" name="profile-1179">
            <a:extLst xmlns:a="http://schemas.openxmlformats.org/drawingml/2006/main">
              <a:ext uri="{FF2B5EF4-FFF2-40B4-BE49-F238E27FC236}">
                <a16:creationId xmlns:a16="http://schemas.microsoft.com/office/drawing/2014/main" id="{43EB71C4-FAE6-43A7-A397-48A16CCDCF82}"/>
              </a:ext>
            </a:extLst>
          </p:cNvPr>
          <p:cNvSpPr>
            <a:spLocks xmlns:a="http://schemas.openxmlformats.org/drawingml/2006/main" noGrp="1"/>
          </p:cNvSpPr>
          <p:nvPr/>
        </p:nvSpPr>
        <p:spPr>
          <a:xfrm xmlns:a="http://schemas.openxmlformats.org/drawingml/2006/main">
            <a:off x="8153400" y="33623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4" name="profile-1180">
            <a:extLst xmlns:a="http://schemas.openxmlformats.org/drawingml/2006/main">
              <a:ext uri="{FF2B5EF4-FFF2-40B4-BE49-F238E27FC236}">
                <a16:creationId xmlns:a16="http://schemas.microsoft.com/office/drawing/2014/main" id="{2FEBC873-2E38-4543-BE03-55CE0D970BDB}"/>
              </a:ext>
            </a:extLst>
          </p:cNvPr>
          <p:cNvSpPr>
            <a:spLocks xmlns:a="http://schemas.openxmlformats.org/drawingml/2006/main" noGrp="1"/>
          </p:cNvSpPr>
          <p:nvPr/>
        </p:nvSpPr>
        <p:spPr>
          <a:xfrm xmlns:a="http://schemas.openxmlformats.org/drawingml/2006/main">
            <a:off x="8324850" y="32575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Taytay</a:t>
            </a:r>
          </a:p>
        </p:txBody>
      </p:sp>
      <p:sp>
        <p:nvSpPr>
          <p:cNvPr id="45" name="profile-1181">
            <a:extLst xmlns:a="http://schemas.openxmlformats.org/drawingml/2006/main">
              <a:ext uri="{FF2B5EF4-FFF2-40B4-BE49-F238E27FC236}">
                <a16:creationId xmlns:a16="http://schemas.microsoft.com/office/drawing/2014/main" id="{EB51EDC3-1340-4327-9FCA-14A6BA3827E1}"/>
              </a:ext>
            </a:extLst>
          </p:cNvPr>
          <p:cNvSpPr>
            <a:spLocks xmlns:a="http://schemas.openxmlformats.org/drawingml/2006/main" noGrp="1"/>
          </p:cNvSpPr>
          <p:nvPr/>
        </p:nvSpPr>
        <p:spPr>
          <a:xfrm xmlns:a="http://schemas.openxmlformats.org/drawingml/2006/main">
            <a:off x="8153400" y="36099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6" name="profile-1182">
            <a:extLst xmlns:a="http://schemas.openxmlformats.org/drawingml/2006/main">
              <a:ext uri="{FF2B5EF4-FFF2-40B4-BE49-F238E27FC236}">
                <a16:creationId xmlns:a16="http://schemas.microsoft.com/office/drawing/2014/main" id="{1A7A2056-7F91-45D2-AF3A-B3A9F170CCA8}"/>
              </a:ext>
            </a:extLst>
          </p:cNvPr>
          <p:cNvSpPr>
            <a:spLocks xmlns:a="http://schemas.openxmlformats.org/drawingml/2006/main" noGrp="1"/>
          </p:cNvSpPr>
          <p:nvPr/>
        </p:nvSpPr>
        <p:spPr>
          <a:xfrm xmlns:a="http://schemas.openxmlformats.org/drawingml/2006/main">
            <a:off x="8324850" y="35052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Teresa</a:t>
            </a:r>
          </a:p>
        </p:txBody>
      </p:sp>
      <p:sp>
        <p:nvSpPr>
          <p:cNvPr id="47" name="profile-1183">
            <a:extLst xmlns:a="http://schemas.openxmlformats.org/drawingml/2006/main">
              <a:ext uri="{FF2B5EF4-FFF2-40B4-BE49-F238E27FC236}">
                <a16:creationId xmlns:a16="http://schemas.microsoft.com/office/drawing/2014/main" id="{B2DEF176-9735-48EF-8B07-2950EBBAFD57}"/>
              </a:ext>
            </a:extLst>
          </p:cNvPr>
          <p:cNvSpPr>
            <a:spLocks xmlns:a="http://schemas.openxmlformats.org/drawingml/2006/main" noGrp="1"/>
          </p:cNvSpPr>
          <p:nvPr/>
        </p:nvSpPr>
        <p:spPr>
          <a:xfrm xmlns:a="http://schemas.openxmlformats.org/drawingml/2006/main">
            <a:off x="400050" y="5962650"/>
            <a:ext cx="11334750" cy="1895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456079"/>
                </a:solidFill>
                <a:latin typeface="Segoe UI"/>
                <a:ea typeface="Segoe UI"/>
                <a:cs typeface="Segoe UI"/>
              </a:defRPr>
            </a:defPPr>
          </a:lstStyle>
          <a:p xmlns:a="http://schemas.openxmlformats.org/drawingml/2006/main">
            <a:pPr algn="l">
              <a:defRPr sz="975" b="0">
                <a:solidFill>
                  <a:srgbClr val="456079"/>
                </a:solidFill>
                <a:latin typeface="Segoe UI"/>
                <a:ea typeface="Segoe UI"/>
                <a:cs typeface="Segoe UI"/>
              </a:defRPr>
            </a:pPr>
            <a:r>
              <a:rPr sz="975" b="0">
                <a:solidFill>
                  <a:srgbClr val="456079"/>
                </a:solidFill>
                <a:latin typeface="Segoe UI"/>
                <a:ea typeface="Segoe UI"/>
                <a:cs typeface="Segoe UI"/>
              </a:rPr>
              <a:t>Geographic names: PSA PSGC. Service schedule and availability confirmed upon inquiry.</a:t>
            </a:r>
          </a:p>
        </p:txBody>
      </p:sp>
    </p:spTree>
    <p:extLst>
      <p:ext uri="{BB962C8B-B14F-4D97-AF65-F5344CB8AC3E}">
        <p14:creationId xmlns:p14="http://schemas.microsoft.com/office/powerpoint/2010/main" val="947719229"/>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8" name="profile-1184">
            <a:extLst xmlns:a="http://schemas.openxmlformats.org/drawingml/2006/main">
              <a:ext uri="{FF2B5EF4-FFF2-40B4-BE49-F238E27FC236}">
                <a16:creationId xmlns:a16="http://schemas.microsoft.com/office/drawing/2014/main" id="{C72EF868-1FAD-4A1F-98B4-E443AAF326A8}"/>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1185">
            <a:extLst xmlns:a="http://schemas.openxmlformats.org/drawingml/2006/main">
              <a:ext uri="{FF2B5EF4-FFF2-40B4-BE49-F238E27FC236}">
                <a16:creationId xmlns:a16="http://schemas.microsoft.com/office/drawing/2014/main" id="{31C50FB5-0E84-45C8-8B28-4E56E9B9EA3B}"/>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7C791775-648E-4B8A-8AF7-5DDE95E1867D}"/>
              </a:ext>
            </a:extLst>
          </p:cNvPr>
          <p:cNvPicPr>
            <a:picLocks xmlns:a="http://schemas.openxmlformats.org/drawingml/2006/main" noChangeAspect="1"/>
          </p:cNvPicPr>
          <p:nvPr/>
        </p:nvPicPr>
        <p:blipFill>
          <a:blip xmlns:r="http://schemas.openxmlformats.org/officeDocument/2006/relationships" xmlns:a="http://schemas.openxmlformats.org/drawingml/2006/main" r:embed="R5d4e4f5521054507"/>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1186">
            <a:extLst xmlns:a="http://schemas.openxmlformats.org/drawingml/2006/main">
              <a:ext uri="{FF2B5EF4-FFF2-40B4-BE49-F238E27FC236}">
                <a16:creationId xmlns:a16="http://schemas.microsoft.com/office/drawing/2014/main" id="{22791586-4522-46EB-9F66-E9F6B8B10B50}"/>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1187">
            <a:extLst xmlns:a="http://schemas.openxmlformats.org/drawingml/2006/main">
              <a:ext uri="{FF2B5EF4-FFF2-40B4-BE49-F238E27FC236}">
                <a16:creationId xmlns:a16="http://schemas.microsoft.com/office/drawing/2014/main" id="{D0B43477-96BB-42F2-966E-B73B67793F03}"/>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and Pest Management Services OPC</a:t>
            </a:r>
          </a:p>
        </p:txBody>
      </p:sp>
      <p:sp>
        <p:nvSpPr>
          <p:cNvPr id="6" name="profile-1188">
            <a:extLst xmlns:a="http://schemas.openxmlformats.org/drawingml/2006/main">
              <a:ext uri="{FF2B5EF4-FFF2-40B4-BE49-F238E27FC236}">
                <a16:creationId xmlns:a16="http://schemas.microsoft.com/office/drawing/2014/main" id="{29A83BB4-6FD4-4456-945F-FEE2906A52A7}"/>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Globe 0917 671 6383   |   Smart 0939 245 6217</a:t>
            </a:r>
          </a:p>
        </p:txBody>
      </p:sp>
      <p:sp>
        <p:nvSpPr>
          <p:cNvPr id="7" name="profile-1189">
            <a:extLst xmlns:a="http://schemas.openxmlformats.org/drawingml/2006/main">
              <a:ext uri="{FF2B5EF4-FFF2-40B4-BE49-F238E27FC236}">
                <a16:creationId xmlns:a16="http://schemas.microsoft.com/office/drawing/2014/main" id="{9660FA3D-9B98-4ACF-B681-4C4DA91BF605}"/>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1190">
            <a:extLst xmlns:a="http://schemas.openxmlformats.org/drawingml/2006/main">
              <a:ext uri="{FF2B5EF4-FFF2-40B4-BE49-F238E27FC236}">
                <a16:creationId xmlns:a16="http://schemas.microsoft.com/office/drawing/2014/main" id="{FA4B64E3-1DB6-49C7-AB64-3F57D7542888}"/>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TO FOLLOW</a:t>
            </a:r>
          </a:p>
        </p:txBody>
      </p:sp>
      <p:sp>
        <p:nvSpPr>
          <p:cNvPr id="9" name="profile-1191">
            <a:extLst xmlns:a="http://schemas.openxmlformats.org/drawingml/2006/main">
              <a:ext uri="{FF2B5EF4-FFF2-40B4-BE49-F238E27FC236}">
                <a16:creationId xmlns:a16="http://schemas.microsoft.com/office/drawing/2014/main" id="{B6A40E1A-39A2-4F19-B2FB-4AB71EBB079A}"/>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1192">
            <a:extLst xmlns:a="http://schemas.openxmlformats.org/drawingml/2006/main">
              <a:ext uri="{FF2B5EF4-FFF2-40B4-BE49-F238E27FC236}">
                <a16:creationId xmlns:a16="http://schemas.microsoft.com/office/drawing/2014/main" id="{B1C62F5F-12BD-4CE2-A270-85316A40C4E6}"/>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1193">
            <a:extLst xmlns:a="http://schemas.openxmlformats.org/drawingml/2006/main">
              <a:ext uri="{FF2B5EF4-FFF2-40B4-BE49-F238E27FC236}">
                <a16:creationId xmlns:a16="http://schemas.microsoft.com/office/drawing/2014/main" id="{BBA7F511-54B2-4D40-9FAA-3F9FD58E2C8E}"/>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1194">
            <a:extLst xmlns:a="http://schemas.openxmlformats.org/drawingml/2006/main">
              <a:ext uri="{FF2B5EF4-FFF2-40B4-BE49-F238E27FC236}">
                <a16:creationId xmlns:a16="http://schemas.microsoft.com/office/drawing/2014/main" id="{B1525F31-8EE1-450D-AE60-44F20087E4FF}"/>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1195">
            <a:extLst xmlns:a="http://schemas.openxmlformats.org/drawingml/2006/main">
              <a:ext uri="{FF2B5EF4-FFF2-40B4-BE49-F238E27FC236}">
                <a16:creationId xmlns:a16="http://schemas.microsoft.com/office/drawing/2014/main" id="{BF50FC9D-09DC-4337-8736-5B8C9E2E4D49}"/>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1196">
            <a:extLst xmlns:a="http://schemas.openxmlformats.org/drawingml/2006/main">
              <a:ext uri="{FF2B5EF4-FFF2-40B4-BE49-F238E27FC236}">
                <a16:creationId xmlns:a16="http://schemas.microsoft.com/office/drawing/2014/main" id="{681F2D7F-FCB5-410F-ABF1-A58E6B65695A}"/>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1197">
            <a:extLst xmlns:a="http://schemas.openxmlformats.org/drawingml/2006/main">
              <a:ext uri="{FF2B5EF4-FFF2-40B4-BE49-F238E27FC236}">
                <a16:creationId xmlns:a16="http://schemas.microsoft.com/office/drawing/2014/main" id="{92EFC5E8-156D-4CBF-92AF-40A5180BBABB}"/>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33</a:t>
            </a:r>
          </a:p>
        </p:txBody>
      </p:sp>
      <p:sp>
        <p:nvSpPr>
          <p:cNvPr id="16" name="profile-1198">
            <a:extLst xmlns:a="http://schemas.openxmlformats.org/drawingml/2006/main">
              <a:ext uri="{FF2B5EF4-FFF2-40B4-BE49-F238E27FC236}">
                <a16:creationId xmlns:a16="http://schemas.microsoft.com/office/drawing/2014/main" id="{F7A3F96B-778A-4BBC-B0AD-1EE1D50F8F8F}"/>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Bulacan</a:t>
            </a:r>
          </a:p>
        </p:txBody>
      </p:sp>
      <p:sp>
        <p:nvSpPr>
          <p:cNvPr id="17" name="profile-1199">
            <a:extLst xmlns:a="http://schemas.openxmlformats.org/drawingml/2006/main">
              <a:ext uri="{FF2B5EF4-FFF2-40B4-BE49-F238E27FC236}">
                <a16:creationId xmlns:a16="http://schemas.microsoft.com/office/drawing/2014/main" id="{DA7CE356-BB8C-4A35-8E04-D0573AC53B57}"/>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1200">
            <a:extLst xmlns:a="http://schemas.openxmlformats.org/drawingml/2006/main">
              <a:ext uri="{FF2B5EF4-FFF2-40B4-BE49-F238E27FC236}">
                <a16:creationId xmlns:a16="http://schemas.microsoft.com/office/drawing/2014/main" id="{D2D3E635-4A2A-4D48-AA9A-9B86D12CCA19}"/>
              </a:ext>
            </a:extLst>
          </p:cNvPr>
          <p:cNvSpPr>
            <a:spLocks xmlns:a="http://schemas.openxmlformats.org/drawingml/2006/main" noGrp="1"/>
          </p:cNvSpPr>
          <p:nvPr/>
        </p:nvSpPr>
        <p:spPr>
          <a:xfrm xmlns:a="http://schemas.openxmlformats.org/drawingml/2006/main">
            <a:off x="400050" y="2114550"/>
            <a:ext cx="1128712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456079"/>
                </a:solidFill>
                <a:latin typeface="Segoe UI"/>
                <a:ea typeface="Segoe UI"/>
                <a:cs typeface="Segoe UI"/>
              </a:defRPr>
            </a:defPPr>
          </a:lstStyle>
          <a:p xmlns:a="http://schemas.openxmlformats.org/drawingml/2006/main">
            <a:pPr algn="l">
              <a:defRPr sz="1500" b="0">
                <a:solidFill>
                  <a:srgbClr val="456079"/>
                </a:solidFill>
                <a:latin typeface="Segoe UI"/>
                <a:ea typeface="Segoe UI"/>
                <a:cs typeface="Segoe UI"/>
              </a:defRPr>
            </a:pPr>
            <a:r>
              <a:rPr sz="1500" b="0">
                <a:solidFill>
                  <a:srgbClr val="456079"/>
                </a:solidFill>
                <a:latin typeface="Segoe UI"/>
                <a:ea typeface="Segoe UI"/>
                <a:cs typeface="Segoe UI"/>
              </a:rPr>
              <a:t>Coverage appendix | Cities and municipalities</a:t>
            </a:r>
          </a:p>
        </p:txBody>
      </p:sp>
      <p:sp>
        <p:nvSpPr>
          <p:cNvPr id="19" name="profile-1201">
            <a:extLst xmlns:a="http://schemas.openxmlformats.org/drawingml/2006/main">
              <a:ext uri="{FF2B5EF4-FFF2-40B4-BE49-F238E27FC236}">
                <a16:creationId xmlns:a16="http://schemas.microsoft.com/office/drawing/2014/main" id="{727301C2-8784-4E01-84E6-97A17D739803}"/>
              </a:ext>
            </a:extLst>
          </p:cNvPr>
          <p:cNvSpPr>
            <a:spLocks xmlns:a="http://schemas.openxmlformats.org/drawingml/2006/main" noGrp="1"/>
          </p:cNvSpPr>
          <p:nvPr/>
        </p:nvSpPr>
        <p:spPr>
          <a:xfrm xmlns:a="http://schemas.openxmlformats.org/drawingml/2006/main">
            <a:off x="400050" y="28670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0" name="profile-1202">
            <a:extLst xmlns:a="http://schemas.openxmlformats.org/drawingml/2006/main">
              <a:ext uri="{FF2B5EF4-FFF2-40B4-BE49-F238E27FC236}">
                <a16:creationId xmlns:a16="http://schemas.microsoft.com/office/drawing/2014/main" id="{5FD3A4B9-11EA-441B-AC51-298F8B1C4C2D}"/>
              </a:ext>
            </a:extLst>
          </p:cNvPr>
          <p:cNvSpPr>
            <a:spLocks xmlns:a="http://schemas.openxmlformats.org/drawingml/2006/main" noGrp="1"/>
          </p:cNvSpPr>
          <p:nvPr/>
        </p:nvSpPr>
        <p:spPr>
          <a:xfrm xmlns:a="http://schemas.openxmlformats.org/drawingml/2006/main">
            <a:off x="571500" y="27622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Baliwag</a:t>
            </a:r>
          </a:p>
        </p:txBody>
      </p:sp>
      <p:sp>
        <p:nvSpPr>
          <p:cNvPr id="21" name="profile-1203">
            <a:extLst xmlns:a="http://schemas.openxmlformats.org/drawingml/2006/main">
              <a:ext uri="{FF2B5EF4-FFF2-40B4-BE49-F238E27FC236}">
                <a16:creationId xmlns:a16="http://schemas.microsoft.com/office/drawing/2014/main" id="{ED51B214-78AC-499F-A894-FCB93103F52F}"/>
              </a:ext>
            </a:extLst>
          </p:cNvPr>
          <p:cNvSpPr>
            <a:spLocks xmlns:a="http://schemas.openxmlformats.org/drawingml/2006/main" noGrp="1"/>
          </p:cNvSpPr>
          <p:nvPr/>
        </p:nvSpPr>
        <p:spPr>
          <a:xfrm xmlns:a="http://schemas.openxmlformats.org/drawingml/2006/main">
            <a:off x="400050" y="31146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2" name="profile-1204">
            <a:extLst xmlns:a="http://schemas.openxmlformats.org/drawingml/2006/main">
              <a:ext uri="{FF2B5EF4-FFF2-40B4-BE49-F238E27FC236}">
                <a16:creationId xmlns:a16="http://schemas.microsoft.com/office/drawing/2014/main" id="{2F91FAB2-1735-44E3-9073-EEBCF32FBC5C}"/>
              </a:ext>
            </a:extLst>
          </p:cNvPr>
          <p:cNvSpPr>
            <a:spLocks xmlns:a="http://schemas.openxmlformats.org/drawingml/2006/main" noGrp="1"/>
          </p:cNvSpPr>
          <p:nvPr/>
        </p:nvSpPr>
        <p:spPr>
          <a:xfrm xmlns:a="http://schemas.openxmlformats.org/drawingml/2006/main">
            <a:off x="571500" y="30099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Malolos</a:t>
            </a:r>
          </a:p>
        </p:txBody>
      </p:sp>
      <p:sp>
        <p:nvSpPr>
          <p:cNvPr id="23" name="profile-1205">
            <a:extLst xmlns:a="http://schemas.openxmlformats.org/drawingml/2006/main">
              <a:ext uri="{FF2B5EF4-FFF2-40B4-BE49-F238E27FC236}">
                <a16:creationId xmlns:a16="http://schemas.microsoft.com/office/drawing/2014/main" id="{C803144A-BFA5-41FD-B648-A2F14BB44776}"/>
              </a:ext>
            </a:extLst>
          </p:cNvPr>
          <p:cNvSpPr>
            <a:spLocks xmlns:a="http://schemas.openxmlformats.org/drawingml/2006/main" noGrp="1"/>
          </p:cNvSpPr>
          <p:nvPr/>
        </p:nvSpPr>
        <p:spPr>
          <a:xfrm xmlns:a="http://schemas.openxmlformats.org/drawingml/2006/main">
            <a:off x="400050" y="33623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4" name="profile-1206">
            <a:extLst xmlns:a="http://schemas.openxmlformats.org/drawingml/2006/main">
              <a:ext uri="{FF2B5EF4-FFF2-40B4-BE49-F238E27FC236}">
                <a16:creationId xmlns:a16="http://schemas.microsoft.com/office/drawing/2014/main" id="{7F557CD5-FA71-4953-8355-0616172FD598}"/>
              </a:ext>
            </a:extLst>
          </p:cNvPr>
          <p:cNvSpPr>
            <a:spLocks xmlns:a="http://schemas.openxmlformats.org/drawingml/2006/main" noGrp="1"/>
          </p:cNvSpPr>
          <p:nvPr/>
        </p:nvSpPr>
        <p:spPr>
          <a:xfrm xmlns:a="http://schemas.openxmlformats.org/drawingml/2006/main">
            <a:off x="571500" y="32575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Meycauayan</a:t>
            </a:r>
          </a:p>
        </p:txBody>
      </p:sp>
      <p:sp>
        <p:nvSpPr>
          <p:cNvPr id="25" name="profile-1207">
            <a:extLst xmlns:a="http://schemas.openxmlformats.org/drawingml/2006/main">
              <a:ext uri="{FF2B5EF4-FFF2-40B4-BE49-F238E27FC236}">
                <a16:creationId xmlns:a16="http://schemas.microsoft.com/office/drawing/2014/main" id="{FCE19278-7DA8-4A55-88B2-AADBB84D2DEC}"/>
              </a:ext>
            </a:extLst>
          </p:cNvPr>
          <p:cNvSpPr>
            <a:spLocks xmlns:a="http://schemas.openxmlformats.org/drawingml/2006/main" noGrp="1"/>
          </p:cNvSpPr>
          <p:nvPr/>
        </p:nvSpPr>
        <p:spPr>
          <a:xfrm xmlns:a="http://schemas.openxmlformats.org/drawingml/2006/main">
            <a:off x="400050" y="36099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6" name="profile-1208">
            <a:extLst xmlns:a="http://schemas.openxmlformats.org/drawingml/2006/main">
              <a:ext uri="{FF2B5EF4-FFF2-40B4-BE49-F238E27FC236}">
                <a16:creationId xmlns:a16="http://schemas.microsoft.com/office/drawing/2014/main" id="{45552CBB-9A22-4678-90BB-C754A46D707A}"/>
              </a:ext>
            </a:extLst>
          </p:cNvPr>
          <p:cNvSpPr>
            <a:spLocks xmlns:a="http://schemas.openxmlformats.org/drawingml/2006/main" noGrp="1"/>
          </p:cNvSpPr>
          <p:nvPr/>
        </p:nvSpPr>
        <p:spPr>
          <a:xfrm xmlns:a="http://schemas.openxmlformats.org/drawingml/2006/main">
            <a:off x="571500" y="35052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 Jose del Monte</a:t>
            </a:r>
          </a:p>
        </p:txBody>
      </p:sp>
      <p:sp>
        <p:nvSpPr>
          <p:cNvPr id="27" name="profile-1209">
            <a:extLst xmlns:a="http://schemas.openxmlformats.org/drawingml/2006/main">
              <a:ext uri="{FF2B5EF4-FFF2-40B4-BE49-F238E27FC236}">
                <a16:creationId xmlns:a16="http://schemas.microsoft.com/office/drawing/2014/main" id="{6CE73627-65A0-497F-B7C2-C36F1DA6E573}"/>
              </a:ext>
            </a:extLst>
          </p:cNvPr>
          <p:cNvSpPr>
            <a:spLocks xmlns:a="http://schemas.openxmlformats.org/drawingml/2006/main" noGrp="1"/>
          </p:cNvSpPr>
          <p:nvPr/>
        </p:nvSpPr>
        <p:spPr>
          <a:xfrm xmlns:a="http://schemas.openxmlformats.org/drawingml/2006/main">
            <a:off x="400050" y="38576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8" name="profile-1210">
            <a:extLst xmlns:a="http://schemas.openxmlformats.org/drawingml/2006/main">
              <a:ext uri="{FF2B5EF4-FFF2-40B4-BE49-F238E27FC236}">
                <a16:creationId xmlns:a16="http://schemas.microsoft.com/office/drawing/2014/main" id="{81C2CD73-980E-455B-AB7E-6D5D70B7E5E4}"/>
              </a:ext>
            </a:extLst>
          </p:cNvPr>
          <p:cNvSpPr>
            <a:spLocks xmlns:a="http://schemas.openxmlformats.org/drawingml/2006/main" noGrp="1"/>
          </p:cNvSpPr>
          <p:nvPr/>
        </p:nvSpPr>
        <p:spPr>
          <a:xfrm xmlns:a="http://schemas.openxmlformats.org/drawingml/2006/main">
            <a:off x="571500" y="37528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Angat</a:t>
            </a:r>
          </a:p>
        </p:txBody>
      </p:sp>
      <p:sp>
        <p:nvSpPr>
          <p:cNvPr id="29" name="profile-1211">
            <a:extLst xmlns:a="http://schemas.openxmlformats.org/drawingml/2006/main">
              <a:ext uri="{FF2B5EF4-FFF2-40B4-BE49-F238E27FC236}">
                <a16:creationId xmlns:a16="http://schemas.microsoft.com/office/drawing/2014/main" id="{76EA386D-B486-4EC3-B465-B38E8BCCF008}"/>
              </a:ext>
            </a:extLst>
          </p:cNvPr>
          <p:cNvSpPr>
            <a:spLocks xmlns:a="http://schemas.openxmlformats.org/drawingml/2006/main" noGrp="1"/>
          </p:cNvSpPr>
          <p:nvPr/>
        </p:nvSpPr>
        <p:spPr>
          <a:xfrm xmlns:a="http://schemas.openxmlformats.org/drawingml/2006/main">
            <a:off x="400050" y="41052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0" name="profile-1212">
            <a:extLst xmlns:a="http://schemas.openxmlformats.org/drawingml/2006/main">
              <a:ext uri="{FF2B5EF4-FFF2-40B4-BE49-F238E27FC236}">
                <a16:creationId xmlns:a16="http://schemas.microsoft.com/office/drawing/2014/main" id="{06C4DBC3-AE84-476A-BD83-FEF49BBCA0F7}"/>
              </a:ext>
            </a:extLst>
          </p:cNvPr>
          <p:cNvSpPr>
            <a:spLocks xmlns:a="http://schemas.openxmlformats.org/drawingml/2006/main" noGrp="1"/>
          </p:cNvSpPr>
          <p:nvPr/>
        </p:nvSpPr>
        <p:spPr>
          <a:xfrm xmlns:a="http://schemas.openxmlformats.org/drawingml/2006/main">
            <a:off x="571500" y="40005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Balagtas</a:t>
            </a:r>
          </a:p>
        </p:txBody>
      </p:sp>
      <p:sp>
        <p:nvSpPr>
          <p:cNvPr id="31" name="profile-1213">
            <a:extLst xmlns:a="http://schemas.openxmlformats.org/drawingml/2006/main">
              <a:ext uri="{FF2B5EF4-FFF2-40B4-BE49-F238E27FC236}">
                <a16:creationId xmlns:a16="http://schemas.microsoft.com/office/drawing/2014/main" id="{BCC06216-32C1-4290-B3E9-4B9299CE0A74}"/>
              </a:ext>
            </a:extLst>
          </p:cNvPr>
          <p:cNvSpPr>
            <a:spLocks xmlns:a="http://schemas.openxmlformats.org/drawingml/2006/main" noGrp="1"/>
          </p:cNvSpPr>
          <p:nvPr/>
        </p:nvSpPr>
        <p:spPr>
          <a:xfrm xmlns:a="http://schemas.openxmlformats.org/drawingml/2006/main">
            <a:off x="400050" y="43529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2" name="profile-1214">
            <a:extLst xmlns:a="http://schemas.openxmlformats.org/drawingml/2006/main">
              <a:ext uri="{FF2B5EF4-FFF2-40B4-BE49-F238E27FC236}">
                <a16:creationId xmlns:a16="http://schemas.microsoft.com/office/drawing/2014/main" id="{CF059FE0-DD1A-4651-92FE-A5B0F02E97DA}"/>
              </a:ext>
            </a:extLst>
          </p:cNvPr>
          <p:cNvSpPr>
            <a:spLocks xmlns:a="http://schemas.openxmlformats.org/drawingml/2006/main" noGrp="1"/>
          </p:cNvSpPr>
          <p:nvPr/>
        </p:nvSpPr>
        <p:spPr>
          <a:xfrm xmlns:a="http://schemas.openxmlformats.org/drawingml/2006/main">
            <a:off x="571500" y="42481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Bocaue</a:t>
            </a:r>
          </a:p>
        </p:txBody>
      </p:sp>
      <p:sp>
        <p:nvSpPr>
          <p:cNvPr id="33" name="profile-1215">
            <a:extLst xmlns:a="http://schemas.openxmlformats.org/drawingml/2006/main">
              <a:ext uri="{FF2B5EF4-FFF2-40B4-BE49-F238E27FC236}">
                <a16:creationId xmlns:a16="http://schemas.microsoft.com/office/drawing/2014/main" id="{C989C58C-88F3-4FB8-A953-2C236B393E28}"/>
              </a:ext>
            </a:extLst>
          </p:cNvPr>
          <p:cNvSpPr>
            <a:spLocks xmlns:a="http://schemas.openxmlformats.org/drawingml/2006/main" noGrp="1"/>
          </p:cNvSpPr>
          <p:nvPr/>
        </p:nvSpPr>
        <p:spPr>
          <a:xfrm xmlns:a="http://schemas.openxmlformats.org/drawingml/2006/main">
            <a:off x="400050" y="46005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4" name="profile-1216">
            <a:extLst xmlns:a="http://schemas.openxmlformats.org/drawingml/2006/main">
              <a:ext uri="{FF2B5EF4-FFF2-40B4-BE49-F238E27FC236}">
                <a16:creationId xmlns:a16="http://schemas.microsoft.com/office/drawing/2014/main" id="{5C5EA556-9818-4FCF-84CE-DCFE3C597013}"/>
              </a:ext>
            </a:extLst>
          </p:cNvPr>
          <p:cNvSpPr>
            <a:spLocks xmlns:a="http://schemas.openxmlformats.org/drawingml/2006/main" noGrp="1"/>
          </p:cNvSpPr>
          <p:nvPr/>
        </p:nvSpPr>
        <p:spPr>
          <a:xfrm xmlns:a="http://schemas.openxmlformats.org/drawingml/2006/main">
            <a:off x="571500" y="44958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Bulacan</a:t>
            </a:r>
          </a:p>
        </p:txBody>
      </p:sp>
      <p:sp>
        <p:nvSpPr>
          <p:cNvPr id="35" name="profile-1217">
            <a:extLst xmlns:a="http://schemas.openxmlformats.org/drawingml/2006/main">
              <a:ext uri="{FF2B5EF4-FFF2-40B4-BE49-F238E27FC236}">
                <a16:creationId xmlns:a16="http://schemas.microsoft.com/office/drawing/2014/main" id="{861F7102-632B-4C96-B5DD-5C0359677250}"/>
              </a:ext>
            </a:extLst>
          </p:cNvPr>
          <p:cNvSpPr>
            <a:spLocks xmlns:a="http://schemas.openxmlformats.org/drawingml/2006/main" noGrp="1"/>
          </p:cNvSpPr>
          <p:nvPr/>
        </p:nvSpPr>
        <p:spPr>
          <a:xfrm xmlns:a="http://schemas.openxmlformats.org/drawingml/2006/main">
            <a:off x="4276725" y="28670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6" name="profile-1218">
            <a:extLst xmlns:a="http://schemas.openxmlformats.org/drawingml/2006/main">
              <a:ext uri="{FF2B5EF4-FFF2-40B4-BE49-F238E27FC236}">
                <a16:creationId xmlns:a16="http://schemas.microsoft.com/office/drawing/2014/main" id="{897EE7E1-C0C5-46B4-A1EF-1A13763811D6}"/>
              </a:ext>
            </a:extLst>
          </p:cNvPr>
          <p:cNvSpPr>
            <a:spLocks xmlns:a="http://schemas.openxmlformats.org/drawingml/2006/main" noGrp="1"/>
          </p:cNvSpPr>
          <p:nvPr/>
        </p:nvSpPr>
        <p:spPr>
          <a:xfrm xmlns:a="http://schemas.openxmlformats.org/drawingml/2006/main">
            <a:off x="4448175" y="27622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Bustos</a:t>
            </a:r>
          </a:p>
        </p:txBody>
      </p:sp>
      <p:sp>
        <p:nvSpPr>
          <p:cNvPr id="37" name="profile-1219">
            <a:extLst xmlns:a="http://schemas.openxmlformats.org/drawingml/2006/main">
              <a:ext uri="{FF2B5EF4-FFF2-40B4-BE49-F238E27FC236}">
                <a16:creationId xmlns:a16="http://schemas.microsoft.com/office/drawing/2014/main" id="{2CEF1DC0-B2B8-4D37-93E3-E7F01F7CA0A3}"/>
              </a:ext>
            </a:extLst>
          </p:cNvPr>
          <p:cNvSpPr>
            <a:spLocks xmlns:a="http://schemas.openxmlformats.org/drawingml/2006/main" noGrp="1"/>
          </p:cNvSpPr>
          <p:nvPr/>
        </p:nvSpPr>
        <p:spPr>
          <a:xfrm xmlns:a="http://schemas.openxmlformats.org/drawingml/2006/main">
            <a:off x="4276725" y="31146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8" name="profile-1220">
            <a:extLst xmlns:a="http://schemas.openxmlformats.org/drawingml/2006/main">
              <a:ext uri="{FF2B5EF4-FFF2-40B4-BE49-F238E27FC236}">
                <a16:creationId xmlns:a16="http://schemas.microsoft.com/office/drawing/2014/main" id="{35B9461C-D858-41FD-93EC-E82D987719E0}"/>
              </a:ext>
            </a:extLst>
          </p:cNvPr>
          <p:cNvSpPr>
            <a:spLocks xmlns:a="http://schemas.openxmlformats.org/drawingml/2006/main" noGrp="1"/>
          </p:cNvSpPr>
          <p:nvPr/>
        </p:nvSpPr>
        <p:spPr>
          <a:xfrm xmlns:a="http://schemas.openxmlformats.org/drawingml/2006/main">
            <a:off x="4448175" y="30099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Calumpit</a:t>
            </a:r>
          </a:p>
        </p:txBody>
      </p:sp>
      <p:sp>
        <p:nvSpPr>
          <p:cNvPr id="39" name="profile-1221">
            <a:extLst xmlns:a="http://schemas.openxmlformats.org/drawingml/2006/main">
              <a:ext uri="{FF2B5EF4-FFF2-40B4-BE49-F238E27FC236}">
                <a16:creationId xmlns:a16="http://schemas.microsoft.com/office/drawing/2014/main" id="{16A493E4-AB2D-4DE8-922A-A67FF1DF257E}"/>
              </a:ext>
            </a:extLst>
          </p:cNvPr>
          <p:cNvSpPr>
            <a:spLocks xmlns:a="http://schemas.openxmlformats.org/drawingml/2006/main" noGrp="1"/>
          </p:cNvSpPr>
          <p:nvPr/>
        </p:nvSpPr>
        <p:spPr>
          <a:xfrm xmlns:a="http://schemas.openxmlformats.org/drawingml/2006/main">
            <a:off x="4276725" y="33623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0" name="profile-1222">
            <a:extLst xmlns:a="http://schemas.openxmlformats.org/drawingml/2006/main">
              <a:ext uri="{FF2B5EF4-FFF2-40B4-BE49-F238E27FC236}">
                <a16:creationId xmlns:a16="http://schemas.microsoft.com/office/drawing/2014/main" id="{CB441AA4-8605-4A7E-9D27-27674520D2F7}"/>
              </a:ext>
            </a:extLst>
          </p:cNvPr>
          <p:cNvSpPr>
            <a:spLocks xmlns:a="http://schemas.openxmlformats.org/drawingml/2006/main" noGrp="1"/>
          </p:cNvSpPr>
          <p:nvPr/>
        </p:nvSpPr>
        <p:spPr>
          <a:xfrm xmlns:a="http://schemas.openxmlformats.org/drawingml/2006/main">
            <a:off x="4448175" y="32575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Guiguinto</a:t>
            </a:r>
          </a:p>
        </p:txBody>
      </p:sp>
      <p:sp>
        <p:nvSpPr>
          <p:cNvPr id="41" name="profile-1223">
            <a:extLst xmlns:a="http://schemas.openxmlformats.org/drawingml/2006/main">
              <a:ext uri="{FF2B5EF4-FFF2-40B4-BE49-F238E27FC236}">
                <a16:creationId xmlns:a16="http://schemas.microsoft.com/office/drawing/2014/main" id="{97104121-C16F-4253-8921-A30733944B3D}"/>
              </a:ext>
            </a:extLst>
          </p:cNvPr>
          <p:cNvSpPr>
            <a:spLocks xmlns:a="http://schemas.openxmlformats.org/drawingml/2006/main" noGrp="1"/>
          </p:cNvSpPr>
          <p:nvPr/>
        </p:nvSpPr>
        <p:spPr>
          <a:xfrm xmlns:a="http://schemas.openxmlformats.org/drawingml/2006/main">
            <a:off x="4276725" y="36099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2" name="profile-1224">
            <a:extLst xmlns:a="http://schemas.openxmlformats.org/drawingml/2006/main">
              <a:ext uri="{FF2B5EF4-FFF2-40B4-BE49-F238E27FC236}">
                <a16:creationId xmlns:a16="http://schemas.microsoft.com/office/drawing/2014/main" id="{CF54F26E-7CF8-4140-96D8-2D965697657E}"/>
              </a:ext>
            </a:extLst>
          </p:cNvPr>
          <p:cNvSpPr>
            <a:spLocks xmlns:a="http://schemas.openxmlformats.org/drawingml/2006/main" noGrp="1"/>
          </p:cNvSpPr>
          <p:nvPr/>
        </p:nvSpPr>
        <p:spPr>
          <a:xfrm xmlns:a="http://schemas.openxmlformats.org/drawingml/2006/main">
            <a:off x="4448175" y="35052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Hagonoy</a:t>
            </a:r>
          </a:p>
        </p:txBody>
      </p:sp>
      <p:sp>
        <p:nvSpPr>
          <p:cNvPr id="43" name="profile-1225">
            <a:extLst xmlns:a="http://schemas.openxmlformats.org/drawingml/2006/main">
              <a:ext uri="{FF2B5EF4-FFF2-40B4-BE49-F238E27FC236}">
                <a16:creationId xmlns:a16="http://schemas.microsoft.com/office/drawing/2014/main" id="{DE333F70-978D-4EE8-8E63-DB482CB0E0AB}"/>
              </a:ext>
            </a:extLst>
          </p:cNvPr>
          <p:cNvSpPr>
            <a:spLocks xmlns:a="http://schemas.openxmlformats.org/drawingml/2006/main" noGrp="1"/>
          </p:cNvSpPr>
          <p:nvPr/>
        </p:nvSpPr>
        <p:spPr>
          <a:xfrm xmlns:a="http://schemas.openxmlformats.org/drawingml/2006/main">
            <a:off x="4276725" y="38576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4" name="profile-1226">
            <a:extLst xmlns:a="http://schemas.openxmlformats.org/drawingml/2006/main">
              <a:ext uri="{FF2B5EF4-FFF2-40B4-BE49-F238E27FC236}">
                <a16:creationId xmlns:a16="http://schemas.microsoft.com/office/drawing/2014/main" id="{4A35A7D4-7EE5-4127-8D27-483A04BF4B3A}"/>
              </a:ext>
            </a:extLst>
          </p:cNvPr>
          <p:cNvSpPr>
            <a:spLocks xmlns:a="http://schemas.openxmlformats.org/drawingml/2006/main" noGrp="1"/>
          </p:cNvSpPr>
          <p:nvPr/>
        </p:nvSpPr>
        <p:spPr>
          <a:xfrm xmlns:a="http://schemas.openxmlformats.org/drawingml/2006/main">
            <a:off x="4448175" y="37528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Marilao</a:t>
            </a:r>
          </a:p>
        </p:txBody>
      </p:sp>
      <p:sp>
        <p:nvSpPr>
          <p:cNvPr id="45" name="profile-1227">
            <a:extLst xmlns:a="http://schemas.openxmlformats.org/drawingml/2006/main">
              <a:ext uri="{FF2B5EF4-FFF2-40B4-BE49-F238E27FC236}">
                <a16:creationId xmlns:a16="http://schemas.microsoft.com/office/drawing/2014/main" id="{B1B92B8A-30C5-41E0-9CD2-BFB9D645D53C}"/>
              </a:ext>
            </a:extLst>
          </p:cNvPr>
          <p:cNvSpPr>
            <a:spLocks xmlns:a="http://schemas.openxmlformats.org/drawingml/2006/main" noGrp="1"/>
          </p:cNvSpPr>
          <p:nvPr/>
        </p:nvSpPr>
        <p:spPr>
          <a:xfrm xmlns:a="http://schemas.openxmlformats.org/drawingml/2006/main">
            <a:off x="4276725" y="41052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6" name="profile-1228">
            <a:extLst xmlns:a="http://schemas.openxmlformats.org/drawingml/2006/main">
              <a:ext uri="{FF2B5EF4-FFF2-40B4-BE49-F238E27FC236}">
                <a16:creationId xmlns:a16="http://schemas.microsoft.com/office/drawing/2014/main" id="{E5749D67-DB78-4ED9-B148-C2D674265DC8}"/>
              </a:ext>
            </a:extLst>
          </p:cNvPr>
          <p:cNvSpPr>
            <a:spLocks xmlns:a="http://schemas.openxmlformats.org/drawingml/2006/main" noGrp="1"/>
          </p:cNvSpPr>
          <p:nvPr/>
        </p:nvSpPr>
        <p:spPr>
          <a:xfrm xmlns:a="http://schemas.openxmlformats.org/drawingml/2006/main">
            <a:off x="4448175" y="40005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Norzagaray</a:t>
            </a:r>
          </a:p>
        </p:txBody>
      </p:sp>
      <p:sp>
        <p:nvSpPr>
          <p:cNvPr id="47" name="profile-1229">
            <a:extLst xmlns:a="http://schemas.openxmlformats.org/drawingml/2006/main">
              <a:ext uri="{FF2B5EF4-FFF2-40B4-BE49-F238E27FC236}">
                <a16:creationId xmlns:a16="http://schemas.microsoft.com/office/drawing/2014/main" id="{694A8B44-89D2-42F4-BADC-E916EC6A6C25}"/>
              </a:ext>
            </a:extLst>
          </p:cNvPr>
          <p:cNvSpPr>
            <a:spLocks xmlns:a="http://schemas.openxmlformats.org/drawingml/2006/main" noGrp="1"/>
          </p:cNvSpPr>
          <p:nvPr/>
        </p:nvSpPr>
        <p:spPr>
          <a:xfrm xmlns:a="http://schemas.openxmlformats.org/drawingml/2006/main">
            <a:off x="4276725" y="43529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8" name="profile-1230">
            <a:extLst xmlns:a="http://schemas.openxmlformats.org/drawingml/2006/main">
              <a:ext uri="{FF2B5EF4-FFF2-40B4-BE49-F238E27FC236}">
                <a16:creationId xmlns:a16="http://schemas.microsoft.com/office/drawing/2014/main" id="{D8370A11-9CE9-45DC-88DF-ED283674BDCF}"/>
              </a:ext>
            </a:extLst>
          </p:cNvPr>
          <p:cNvSpPr>
            <a:spLocks xmlns:a="http://schemas.openxmlformats.org/drawingml/2006/main" noGrp="1"/>
          </p:cNvSpPr>
          <p:nvPr/>
        </p:nvSpPr>
        <p:spPr>
          <a:xfrm xmlns:a="http://schemas.openxmlformats.org/drawingml/2006/main">
            <a:off x="4448175" y="42481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Obando</a:t>
            </a:r>
          </a:p>
        </p:txBody>
      </p:sp>
      <p:sp>
        <p:nvSpPr>
          <p:cNvPr id="49" name="profile-1231">
            <a:extLst xmlns:a="http://schemas.openxmlformats.org/drawingml/2006/main">
              <a:ext uri="{FF2B5EF4-FFF2-40B4-BE49-F238E27FC236}">
                <a16:creationId xmlns:a16="http://schemas.microsoft.com/office/drawing/2014/main" id="{228B2F9B-0BE0-4924-A68A-6C97E03BD228}"/>
              </a:ext>
            </a:extLst>
          </p:cNvPr>
          <p:cNvSpPr>
            <a:spLocks xmlns:a="http://schemas.openxmlformats.org/drawingml/2006/main" noGrp="1"/>
          </p:cNvSpPr>
          <p:nvPr/>
        </p:nvSpPr>
        <p:spPr>
          <a:xfrm xmlns:a="http://schemas.openxmlformats.org/drawingml/2006/main">
            <a:off x="4276725" y="46005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50" name="profile-1232">
            <a:extLst xmlns:a="http://schemas.openxmlformats.org/drawingml/2006/main">
              <a:ext uri="{FF2B5EF4-FFF2-40B4-BE49-F238E27FC236}">
                <a16:creationId xmlns:a16="http://schemas.microsoft.com/office/drawing/2014/main" id="{B2A5170D-7738-407A-8859-6CA8D0C975D6}"/>
              </a:ext>
            </a:extLst>
          </p:cNvPr>
          <p:cNvSpPr>
            <a:spLocks xmlns:a="http://schemas.openxmlformats.org/drawingml/2006/main" noGrp="1"/>
          </p:cNvSpPr>
          <p:nvPr/>
        </p:nvSpPr>
        <p:spPr>
          <a:xfrm xmlns:a="http://schemas.openxmlformats.org/drawingml/2006/main">
            <a:off x="4448175" y="44958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Pandi</a:t>
            </a:r>
          </a:p>
        </p:txBody>
      </p:sp>
      <p:sp>
        <p:nvSpPr>
          <p:cNvPr id="51" name="profile-1233">
            <a:extLst xmlns:a="http://schemas.openxmlformats.org/drawingml/2006/main">
              <a:ext uri="{FF2B5EF4-FFF2-40B4-BE49-F238E27FC236}">
                <a16:creationId xmlns:a16="http://schemas.microsoft.com/office/drawing/2014/main" id="{2834C438-2532-4344-B7E8-233DD87C6E6D}"/>
              </a:ext>
            </a:extLst>
          </p:cNvPr>
          <p:cNvSpPr>
            <a:spLocks xmlns:a="http://schemas.openxmlformats.org/drawingml/2006/main" noGrp="1"/>
          </p:cNvSpPr>
          <p:nvPr/>
        </p:nvSpPr>
        <p:spPr>
          <a:xfrm xmlns:a="http://schemas.openxmlformats.org/drawingml/2006/main">
            <a:off x="8153400" y="28670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52" name="profile-1234">
            <a:extLst xmlns:a="http://schemas.openxmlformats.org/drawingml/2006/main">
              <a:ext uri="{FF2B5EF4-FFF2-40B4-BE49-F238E27FC236}">
                <a16:creationId xmlns:a16="http://schemas.microsoft.com/office/drawing/2014/main" id="{60662A1C-CDC4-46D9-A8C2-E39BBF47BAFC}"/>
              </a:ext>
            </a:extLst>
          </p:cNvPr>
          <p:cNvSpPr>
            <a:spLocks xmlns:a="http://schemas.openxmlformats.org/drawingml/2006/main" noGrp="1"/>
          </p:cNvSpPr>
          <p:nvPr/>
        </p:nvSpPr>
        <p:spPr>
          <a:xfrm xmlns:a="http://schemas.openxmlformats.org/drawingml/2006/main">
            <a:off x="8324850" y="27622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Paombong</a:t>
            </a:r>
          </a:p>
        </p:txBody>
      </p:sp>
      <p:sp>
        <p:nvSpPr>
          <p:cNvPr id="53" name="profile-1235">
            <a:extLst xmlns:a="http://schemas.openxmlformats.org/drawingml/2006/main">
              <a:ext uri="{FF2B5EF4-FFF2-40B4-BE49-F238E27FC236}">
                <a16:creationId xmlns:a16="http://schemas.microsoft.com/office/drawing/2014/main" id="{1E8CDD6C-CF36-40A8-9066-8A8EF826F62E}"/>
              </a:ext>
            </a:extLst>
          </p:cNvPr>
          <p:cNvSpPr>
            <a:spLocks xmlns:a="http://schemas.openxmlformats.org/drawingml/2006/main" noGrp="1"/>
          </p:cNvSpPr>
          <p:nvPr/>
        </p:nvSpPr>
        <p:spPr>
          <a:xfrm xmlns:a="http://schemas.openxmlformats.org/drawingml/2006/main">
            <a:off x="8153400" y="31146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54" name="profile-1236">
            <a:extLst xmlns:a="http://schemas.openxmlformats.org/drawingml/2006/main">
              <a:ext uri="{FF2B5EF4-FFF2-40B4-BE49-F238E27FC236}">
                <a16:creationId xmlns:a16="http://schemas.microsoft.com/office/drawing/2014/main" id="{00DCF86C-D37E-4752-817C-7721853CF7D0}"/>
              </a:ext>
            </a:extLst>
          </p:cNvPr>
          <p:cNvSpPr>
            <a:spLocks xmlns:a="http://schemas.openxmlformats.org/drawingml/2006/main" noGrp="1"/>
          </p:cNvSpPr>
          <p:nvPr/>
        </p:nvSpPr>
        <p:spPr>
          <a:xfrm xmlns:a="http://schemas.openxmlformats.org/drawingml/2006/main">
            <a:off x="8324850" y="30099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Plaridel</a:t>
            </a:r>
          </a:p>
        </p:txBody>
      </p:sp>
      <p:sp>
        <p:nvSpPr>
          <p:cNvPr id="55" name="profile-1237">
            <a:extLst xmlns:a="http://schemas.openxmlformats.org/drawingml/2006/main">
              <a:ext uri="{FF2B5EF4-FFF2-40B4-BE49-F238E27FC236}">
                <a16:creationId xmlns:a16="http://schemas.microsoft.com/office/drawing/2014/main" id="{A8C550E1-6AC8-460A-9F53-AAE0A80E0513}"/>
              </a:ext>
            </a:extLst>
          </p:cNvPr>
          <p:cNvSpPr>
            <a:spLocks xmlns:a="http://schemas.openxmlformats.org/drawingml/2006/main" noGrp="1"/>
          </p:cNvSpPr>
          <p:nvPr/>
        </p:nvSpPr>
        <p:spPr>
          <a:xfrm xmlns:a="http://schemas.openxmlformats.org/drawingml/2006/main">
            <a:off x="8153400" y="33623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56" name="profile-1238">
            <a:extLst xmlns:a="http://schemas.openxmlformats.org/drawingml/2006/main">
              <a:ext uri="{FF2B5EF4-FFF2-40B4-BE49-F238E27FC236}">
                <a16:creationId xmlns:a16="http://schemas.microsoft.com/office/drawing/2014/main" id="{6D33A0CE-20BF-493D-8674-6A3D1FCCB439}"/>
              </a:ext>
            </a:extLst>
          </p:cNvPr>
          <p:cNvSpPr>
            <a:spLocks xmlns:a="http://schemas.openxmlformats.org/drawingml/2006/main" noGrp="1"/>
          </p:cNvSpPr>
          <p:nvPr/>
        </p:nvSpPr>
        <p:spPr>
          <a:xfrm xmlns:a="http://schemas.openxmlformats.org/drawingml/2006/main">
            <a:off x="8324850" y="32575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Pulilan</a:t>
            </a:r>
          </a:p>
        </p:txBody>
      </p:sp>
      <p:sp>
        <p:nvSpPr>
          <p:cNvPr id="57" name="profile-1239">
            <a:extLst xmlns:a="http://schemas.openxmlformats.org/drawingml/2006/main">
              <a:ext uri="{FF2B5EF4-FFF2-40B4-BE49-F238E27FC236}">
                <a16:creationId xmlns:a16="http://schemas.microsoft.com/office/drawing/2014/main" id="{83DD59AD-DEC3-4D8B-8516-31934923F9D8}"/>
              </a:ext>
            </a:extLst>
          </p:cNvPr>
          <p:cNvSpPr>
            <a:spLocks xmlns:a="http://schemas.openxmlformats.org/drawingml/2006/main" noGrp="1"/>
          </p:cNvSpPr>
          <p:nvPr/>
        </p:nvSpPr>
        <p:spPr>
          <a:xfrm xmlns:a="http://schemas.openxmlformats.org/drawingml/2006/main">
            <a:off x="8153400" y="36099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58" name="profile-1240">
            <a:extLst xmlns:a="http://schemas.openxmlformats.org/drawingml/2006/main">
              <a:ext uri="{FF2B5EF4-FFF2-40B4-BE49-F238E27FC236}">
                <a16:creationId xmlns:a16="http://schemas.microsoft.com/office/drawing/2014/main" id="{3B0EFCCA-355C-4875-8260-60DAEF2B765A}"/>
              </a:ext>
            </a:extLst>
          </p:cNvPr>
          <p:cNvSpPr>
            <a:spLocks xmlns:a="http://schemas.openxmlformats.org/drawingml/2006/main" noGrp="1"/>
          </p:cNvSpPr>
          <p:nvPr/>
        </p:nvSpPr>
        <p:spPr>
          <a:xfrm xmlns:a="http://schemas.openxmlformats.org/drawingml/2006/main">
            <a:off x="8324850" y="35052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 Ildefonso</a:t>
            </a:r>
          </a:p>
        </p:txBody>
      </p:sp>
      <p:sp>
        <p:nvSpPr>
          <p:cNvPr id="59" name="profile-1241">
            <a:extLst xmlns:a="http://schemas.openxmlformats.org/drawingml/2006/main">
              <a:ext uri="{FF2B5EF4-FFF2-40B4-BE49-F238E27FC236}">
                <a16:creationId xmlns:a16="http://schemas.microsoft.com/office/drawing/2014/main" id="{CA87EC8C-C9E1-4EE5-BF3C-0FD23BEE2E4D}"/>
              </a:ext>
            </a:extLst>
          </p:cNvPr>
          <p:cNvSpPr>
            <a:spLocks xmlns:a="http://schemas.openxmlformats.org/drawingml/2006/main" noGrp="1"/>
          </p:cNvSpPr>
          <p:nvPr/>
        </p:nvSpPr>
        <p:spPr>
          <a:xfrm xmlns:a="http://schemas.openxmlformats.org/drawingml/2006/main">
            <a:off x="8153400" y="38576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60" name="profile-1242">
            <a:extLst xmlns:a="http://schemas.openxmlformats.org/drawingml/2006/main">
              <a:ext uri="{FF2B5EF4-FFF2-40B4-BE49-F238E27FC236}">
                <a16:creationId xmlns:a16="http://schemas.microsoft.com/office/drawing/2014/main" id="{A77FC132-CE0F-4239-953E-8DF869BB5BDF}"/>
              </a:ext>
            </a:extLst>
          </p:cNvPr>
          <p:cNvSpPr>
            <a:spLocks xmlns:a="http://schemas.openxmlformats.org/drawingml/2006/main" noGrp="1"/>
          </p:cNvSpPr>
          <p:nvPr/>
        </p:nvSpPr>
        <p:spPr>
          <a:xfrm xmlns:a="http://schemas.openxmlformats.org/drawingml/2006/main">
            <a:off x="8324850" y="37528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 Miguel</a:t>
            </a:r>
          </a:p>
        </p:txBody>
      </p:sp>
      <p:sp>
        <p:nvSpPr>
          <p:cNvPr id="61" name="profile-1243">
            <a:extLst xmlns:a="http://schemas.openxmlformats.org/drawingml/2006/main">
              <a:ext uri="{FF2B5EF4-FFF2-40B4-BE49-F238E27FC236}">
                <a16:creationId xmlns:a16="http://schemas.microsoft.com/office/drawing/2014/main" id="{90927620-E2C6-40FF-A2D3-444517C9766D}"/>
              </a:ext>
            </a:extLst>
          </p:cNvPr>
          <p:cNvSpPr>
            <a:spLocks xmlns:a="http://schemas.openxmlformats.org/drawingml/2006/main" noGrp="1"/>
          </p:cNvSpPr>
          <p:nvPr/>
        </p:nvSpPr>
        <p:spPr>
          <a:xfrm xmlns:a="http://schemas.openxmlformats.org/drawingml/2006/main">
            <a:off x="8153400" y="41052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62" name="profile-1244">
            <a:extLst xmlns:a="http://schemas.openxmlformats.org/drawingml/2006/main">
              <a:ext uri="{FF2B5EF4-FFF2-40B4-BE49-F238E27FC236}">
                <a16:creationId xmlns:a16="http://schemas.microsoft.com/office/drawing/2014/main" id="{7B723DD8-79CE-41A0-9C61-FFBEE9AD4D42}"/>
              </a:ext>
            </a:extLst>
          </p:cNvPr>
          <p:cNvSpPr>
            <a:spLocks xmlns:a="http://schemas.openxmlformats.org/drawingml/2006/main" noGrp="1"/>
          </p:cNvSpPr>
          <p:nvPr/>
        </p:nvSpPr>
        <p:spPr>
          <a:xfrm xmlns:a="http://schemas.openxmlformats.org/drawingml/2006/main">
            <a:off x="8324850" y="40005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 Rafael</a:t>
            </a:r>
          </a:p>
        </p:txBody>
      </p:sp>
      <p:sp>
        <p:nvSpPr>
          <p:cNvPr id="63" name="profile-1245">
            <a:extLst xmlns:a="http://schemas.openxmlformats.org/drawingml/2006/main">
              <a:ext uri="{FF2B5EF4-FFF2-40B4-BE49-F238E27FC236}">
                <a16:creationId xmlns:a16="http://schemas.microsoft.com/office/drawing/2014/main" id="{51671EEF-CF45-461C-A94E-FA032218533A}"/>
              </a:ext>
            </a:extLst>
          </p:cNvPr>
          <p:cNvSpPr>
            <a:spLocks xmlns:a="http://schemas.openxmlformats.org/drawingml/2006/main" noGrp="1"/>
          </p:cNvSpPr>
          <p:nvPr/>
        </p:nvSpPr>
        <p:spPr>
          <a:xfrm xmlns:a="http://schemas.openxmlformats.org/drawingml/2006/main">
            <a:off x="8153400" y="43529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64" name="profile-1246">
            <a:extLst xmlns:a="http://schemas.openxmlformats.org/drawingml/2006/main">
              <a:ext uri="{FF2B5EF4-FFF2-40B4-BE49-F238E27FC236}">
                <a16:creationId xmlns:a16="http://schemas.microsoft.com/office/drawing/2014/main" id="{86E05C15-2310-4591-A44D-5B708B90214E}"/>
              </a:ext>
            </a:extLst>
          </p:cNvPr>
          <p:cNvSpPr>
            <a:spLocks xmlns:a="http://schemas.openxmlformats.org/drawingml/2006/main" noGrp="1"/>
          </p:cNvSpPr>
          <p:nvPr/>
        </p:nvSpPr>
        <p:spPr>
          <a:xfrm xmlns:a="http://schemas.openxmlformats.org/drawingml/2006/main">
            <a:off x="8324850" y="42481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Santa Maria</a:t>
            </a:r>
          </a:p>
        </p:txBody>
      </p:sp>
      <p:sp>
        <p:nvSpPr>
          <p:cNvPr id="65" name="profile-1247">
            <a:extLst xmlns:a="http://schemas.openxmlformats.org/drawingml/2006/main">
              <a:ext uri="{FF2B5EF4-FFF2-40B4-BE49-F238E27FC236}">
                <a16:creationId xmlns:a16="http://schemas.microsoft.com/office/drawing/2014/main" id="{4169BF06-A8CE-4EA4-92F0-739358344A56}"/>
              </a:ext>
            </a:extLst>
          </p:cNvPr>
          <p:cNvSpPr>
            <a:spLocks xmlns:a="http://schemas.openxmlformats.org/drawingml/2006/main" noGrp="1"/>
          </p:cNvSpPr>
          <p:nvPr/>
        </p:nvSpPr>
        <p:spPr>
          <a:xfrm xmlns:a="http://schemas.openxmlformats.org/drawingml/2006/main">
            <a:off x="8153400" y="46005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66" name="profile-1248">
            <a:extLst xmlns:a="http://schemas.openxmlformats.org/drawingml/2006/main">
              <a:ext uri="{FF2B5EF4-FFF2-40B4-BE49-F238E27FC236}">
                <a16:creationId xmlns:a16="http://schemas.microsoft.com/office/drawing/2014/main" id="{C41AAF6B-12A3-4F22-A527-2E807ADD75CA}"/>
              </a:ext>
            </a:extLst>
          </p:cNvPr>
          <p:cNvSpPr>
            <a:spLocks xmlns:a="http://schemas.openxmlformats.org/drawingml/2006/main" noGrp="1"/>
          </p:cNvSpPr>
          <p:nvPr/>
        </p:nvSpPr>
        <p:spPr>
          <a:xfrm xmlns:a="http://schemas.openxmlformats.org/drawingml/2006/main">
            <a:off x="8324850" y="44958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Doña Remedios Trinidad</a:t>
            </a:r>
          </a:p>
        </p:txBody>
      </p:sp>
      <p:sp>
        <p:nvSpPr>
          <p:cNvPr id="67" name="profile-1249">
            <a:extLst xmlns:a="http://schemas.openxmlformats.org/drawingml/2006/main">
              <a:ext uri="{FF2B5EF4-FFF2-40B4-BE49-F238E27FC236}">
                <a16:creationId xmlns:a16="http://schemas.microsoft.com/office/drawing/2014/main" id="{8D96412D-FED0-4AD7-B80E-3D1DBB052CAC}"/>
              </a:ext>
            </a:extLst>
          </p:cNvPr>
          <p:cNvSpPr>
            <a:spLocks xmlns:a="http://schemas.openxmlformats.org/drawingml/2006/main" noGrp="1"/>
          </p:cNvSpPr>
          <p:nvPr/>
        </p:nvSpPr>
        <p:spPr>
          <a:xfrm xmlns:a="http://schemas.openxmlformats.org/drawingml/2006/main">
            <a:off x="400050" y="5962650"/>
            <a:ext cx="11334750" cy="1895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456079"/>
                </a:solidFill>
                <a:latin typeface="Segoe UI"/>
                <a:ea typeface="Segoe UI"/>
                <a:cs typeface="Segoe UI"/>
              </a:defRPr>
            </a:defPPr>
          </a:lstStyle>
          <a:p xmlns:a="http://schemas.openxmlformats.org/drawingml/2006/main">
            <a:pPr algn="l">
              <a:defRPr sz="975" b="0">
                <a:solidFill>
                  <a:srgbClr val="456079"/>
                </a:solidFill>
                <a:latin typeface="Segoe UI"/>
                <a:ea typeface="Segoe UI"/>
                <a:cs typeface="Segoe UI"/>
              </a:defRPr>
            </a:pPr>
            <a:r>
              <a:rPr sz="975" b="0">
                <a:solidFill>
                  <a:srgbClr val="456079"/>
                </a:solidFill>
                <a:latin typeface="Segoe UI"/>
                <a:ea typeface="Segoe UI"/>
                <a:cs typeface="Segoe UI"/>
              </a:rPr>
              <a:t>Geographic names: PSA PSGC. Service schedule and availability confirmed upon inquiry.</a:t>
            </a:r>
          </a:p>
        </p:txBody>
      </p:sp>
    </p:spTree>
    <p:extLst>
      <p:ext uri="{BB962C8B-B14F-4D97-AF65-F5344CB8AC3E}">
        <p14:creationId xmlns:p14="http://schemas.microsoft.com/office/powerpoint/2010/main" val="1027308770"/>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4" name="profile-1250">
            <a:extLst xmlns:a="http://schemas.openxmlformats.org/drawingml/2006/main">
              <a:ext uri="{FF2B5EF4-FFF2-40B4-BE49-F238E27FC236}">
                <a16:creationId xmlns:a16="http://schemas.microsoft.com/office/drawing/2014/main" id="{324A5EBA-457A-4DA2-860D-5B7A64F93BBA}"/>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1251">
            <a:extLst xmlns:a="http://schemas.openxmlformats.org/drawingml/2006/main">
              <a:ext uri="{FF2B5EF4-FFF2-40B4-BE49-F238E27FC236}">
                <a16:creationId xmlns:a16="http://schemas.microsoft.com/office/drawing/2014/main" id="{70335062-1805-4DC6-A4DB-873FA53A84AB}"/>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239D94CF-738E-45BA-8EAA-E8FDD87E250C}"/>
              </a:ext>
            </a:extLst>
          </p:cNvPr>
          <p:cNvPicPr>
            <a:picLocks xmlns:a="http://schemas.openxmlformats.org/drawingml/2006/main" noChangeAspect="1"/>
          </p:cNvPicPr>
          <p:nvPr/>
        </p:nvPicPr>
        <p:blipFill>
          <a:blip xmlns:r="http://schemas.openxmlformats.org/officeDocument/2006/relationships" xmlns:a="http://schemas.openxmlformats.org/drawingml/2006/main" r:embed="R26128b7400774529"/>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1252">
            <a:extLst xmlns:a="http://schemas.openxmlformats.org/drawingml/2006/main">
              <a:ext uri="{FF2B5EF4-FFF2-40B4-BE49-F238E27FC236}">
                <a16:creationId xmlns:a16="http://schemas.microsoft.com/office/drawing/2014/main" id="{47726B6C-1798-4F38-A465-A6148AB65E7D}"/>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1253">
            <a:extLst xmlns:a="http://schemas.openxmlformats.org/drawingml/2006/main">
              <a:ext uri="{FF2B5EF4-FFF2-40B4-BE49-F238E27FC236}">
                <a16:creationId xmlns:a16="http://schemas.microsoft.com/office/drawing/2014/main" id="{FEC61755-F983-4433-9BD5-94728F99D958}"/>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and Pest Management Services OPC</a:t>
            </a:r>
          </a:p>
        </p:txBody>
      </p:sp>
      <p:sp>
        <p:nvSpPr>
          <p:cNvPr id="6" name="profile-1254">
            <a:extLst xmlns:a="http://schemas.openxmlformats.org/drawingml/2006/main">
              <a:ext uri="{FF2B5EF4-FFF2-40B4-BE49-F238E27FC236}">
                <a16:creationId xmlns:a16="http://schemas.microsoft.com/office/drawing/2014/main" id="{85ED6F19-3CE7-408B-A870-AA6A4BAD3FF4}"/>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Globe 0917 671 6383   |   Smart 0939 245 6217</a:t>
            </a:r>
          </a:p>
        </p:txBody>
      </p:sp>
      <p:sp>
        <p:nvSpPr>
          <p:cNvPr id="7" name="profile-1255">
            <a:extLst xmlns:a="http://schemas.openxmlformats.org/drawingml/2006/main">
              <a:ext uri="{FF2B5EF4-FFF2-40B4-BE49-F238E27FC236}">
                <a16:creationId xmlns:a16="http://schemas.microsoft.com/office/drawing/2014/main" id="{11C20F32-21D0-42F4-B8EC-AB8619F6CC8E}"/>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1256">
            <a:extLst xmlns:a="http://schemas.openxmlformats.org/drawingml/2006/main">
              <a:ext uri="{FF2B5EF4-FFF2-40B4-BE49-F238E27FC236}">
                <a16:creationId xmlns:a16="http://schemas.microsoft.com/office/drawing/2014/main" id="{07EE4C9B-1D59-47B8-B88E-41D6C2DF7261}"/>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TO FOLLOW</a:t>
            </a:r>
          </a:p>
        </p:txBody>
      </p:sp>
      <p:sp>
        <p:nvSpPr>
          <p:cNvPr id="9" name="profile-1257">
            <a:extLst xmlns:a="http://schemas.openxmlformats.org/drawingml/2006/main">
              <a:ext uri="{FF2B5EF4-FFF2-40B4-BE49-F238E27FC236}">
                <a16:creationId xmlns:a16="http://schemas.microsoft.com/office/drawing/2014/main" id="{51E696FE-C9FB-4871-841B-8092301ACBD6}"/>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1258">
            <a:extLst xmlns:a="http://schemas.openxmlformats.org/drawingml/2006/main">
              <a:ext uri="{FF2B5EF4-FFF2-40B4-BE49-F238E27FC236}">
                <a16:creationId xmlns:a16="http://schemas.microsoft.com/office/drawing/2014/main" id="{AF5AF4B4-2D1E-4DF4-8B35-72C12FBCE5C8}"/>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1259">
            <a:extLst xmlns:a="http://schemas.openxmlformats.org/drawingml/2006/main">
              <a:ext uri="{FF2B5EF4-FFF2-40B4-BE49-F238E27FC236}">
                <a16:creationId xmlns:a16="http://schemas.microsoft.com/office/drawing/2014/main" id="{AC1224AA-9E77-46C3-92FD-7BE08A154BE5}"/>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1260">
            <a:extLst xmlns:a="http://schemas.openxmlformats.org/drawingml/2006/main">
              <a:ext uri="{FF2B5EF4-FFF2-40B4-BE49-F238E27FC236}">
                <a16:creationId xmlns:a16="http://schemas.microsoft.com/office/drawing/2014/main" id="{3E2070BB-26FE-4CCC-A219-0A570407770C}"/>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1261">
            <a:extLst xmlns:a="http://schemas.openxmlformats.org/drawingml/2006/main">
              <a:ext uri="{FF2B5EF4-FFF2-40B4-BE49-F238E27FC236}">
                <a16:creationId xmlns:a16="http://schemas.microsoft.com/office/drawing/2014/main" id="{0C5FCDD1-5070-4D33-822C-C439B1AF041A}"/>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1262">
            <a:extLst xmlns:a="http://schemas.openxmlformats.org/drawingml/2006/main">
              <a:ext uri="{FF2B5EF4-FFF2-40B4-BE49-F238E27FC236}">
                <a16:creationId xmlns:a16="http://schemas.microsoft.com/office/drawing/2014/main" id="{EA51B156-26AC-45F5-9929-27E36C04EA11}"/>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1263">
            <a:extLst xmlns:a="http://schemas.openxmlformats.org/drawingml/2006/main">
              <a:ext uri="{FF2B5EF4-FFF2-40B4-BE49-F238E27FC236}">
                <a16:creationId xmlns:a16="http://schemas.microsoft.com/office/drawing/2014/main" id="{72587E91-B580-4F6D-A109-C0BCB5B010A3}"/>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34</a:t>
            </a:r>
          </a:p>
        </p:txBody>
      </p:sp>
      <p:sp>
        <p:nvSpPr>
          <p:cNvPr id="16" name="profile-1264">
            <a:extLst xmlns:a="http://schemas.openxmlformats.org/drawingml/2006/main">
              <a:ext uri="{FF2B5EF4-FFF2-40B4-BE49-F238E27FC236}">
                <a16:creationId xmlns:a16="http://schemas.microsoft.com/office/drawing/2014/main" id="{24A745BE-833A-46BE-ADAC-28C975788876}"/>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Pampanga and Angeles</a:t>
            </a:r>
          </a:p>
        </p:txBody>
      </p:sp>
      <p:sp>
        <p:nvSpPr>
          <p:cNvPr id="17" name="profile-1265">
            <a:extLst xmlns:a="http://schemas.openxmlformats.org/drawingml/2006/main">
              <a:ext uri="{FF2B5EF4-FFF2-40B4-BE49-F238E27FC236}">
                <a16:creationId xmlns:a16="http://schemas.microsoft.com/office/drawing/2014/main" id="{380E5CF3-3DF3-457D-B77A-F95515AC9597}"/>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1266">
            <a:extLst xmlns:a="http://schemas.openxmlformats.org/drawingml/2006/main">
              <a:ext uri="{FF2B5EF4-FFF2-40B4-BE49-F238E27FC236}">
                <a16:creationId xmlns:a16="http://schemas.microsoft.com/office/drawing/2014/main" id="{B8D91B61-C69D-47A4-B69B-CF3D3255521A}"/>
              </a:ext>
            </a:extLst>
          </p:cNvPr>
          <p:cNvSpPr>
            <a:spLocks xmlns:a="http://schemas.openxmlformats.org/drawingml/2006/main" noGrp="1"/>
          </p:cNvSpPr>
          <p:nvPr/>
        </p:nvSpPr>
        <p:spPr>
          <a:xfrm xmlns:a="http://schemas.openxmlformats.org/drawingml/2006/main">
            <a:off x="400050" y="2114550"/>
            <a:ext cx="1128712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456079"/>
                </a:solidFill>
                <a:latin typeface="Segoe UI"/>
                <a:ea typeface="Segoe UI"/>
                <a:cs typeface="Segoe UI"/>
              </a:defRPr>
            </a:defPPr>
          </a:lstStyle>
          <a:p xmlns:a="http://schemas.openxmlformats.org/drawingml/2006/main">
            <a:pPr algn="l">
              <a:defRPr sz="1500" b="0">
                <a:solidFill>
                  <a:srgbClr val="456079"/>
                </a:solidFill>
                <a:latin typeface="Segoe UI"/>
                <a:ea typeface="Segoe UI"/>
                <a:cs typeface="Segoe UI"/>
              </a:defRPr>
            </a:pPr>
            <a:r>
              <a:rPr sz="1500" b="0">
                <a:solidFill>
                  <a:srgbClr val="456079"/>
                </a:solidFill>
                <a:latin typeface="Segoe UI"/>
                <a:ea typeface="Segoe UI"/>
                <a:cs typeface="Segoe UI"/>
              </a:rPr>
              <a:t>Coverage appendix | Cities and municipalities</a:t>
            </a:r>
          </a:p>
        </p:txBody>
      </p:sp>
      <p:sp>
        <p:nvSpPr>
          <p:cNvPr id="19" name="profile-1267">
            <a:extLst xmlns:a="http://schemas.openxmlformats.org/drawingml/2006/main">
              <a:ext uri="{FF2B5EF4-FFF2-40B4-BE49-F238E27FC236}">
                <a16:creationId xmlns:a16="http://schemas.microsoft.com/office/drawing/2014/main" id="{572791E3-5716-4510-BB7D-42D163F198F4}"/>
              </a:ext>
            </a:extLst>
          </p:cNvPr>
          <p:cNvSpPr>
            <a:spLocks xmlns:a="http://schemas.openxmlformats.org/drawingml/2006/main" noGrp="1"/>
          </p:cNvSpPr>
          <p:nvPr/>
        </p:nvSpPr>
        <p:spPr>
          <a:xfrm xmlns:a="http://schemas.openxmlformats.org/drawingml/2006/main">
            <a:off x="400050" y="28670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0" name="profile-1268">
            <a:extLst xmlns:a="http://schemas.openxmlformats.org/drawingml/2006/main">
              <a:ext uri="{FF2B5EF4-FFF2-40B4-BE49-F238E27FC236}">
                <a16:creationId xmlns:a16="http://schemas.microsoft.com/office/drawing/2014/main" id="{34FB6A38-CA2D-4481-AF35-1255F677FB1D}"/>
              </a:ext>
            </a:extLst>
          </p:cNvPr>
          <p:cNvSpPr>
            <a:spLocks xmlns:a="http://schemas.openxmlformats.org/drawingml/2006/main" noGrp="1"/>
          </p:cNvSpPr>
          <p:nvPr/>
        </p:nvSpPr>
        <p:spPr>
          <a:xfrm xmlns:a="http://schemas.openxmlformats.org/drawingml/2006/main">
            <a:off x="571500" y="27622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Angeles</a:t>
            </a:r>
          </a:p>
        </p:txBody>
      </p:sp>
      <p:sp>
        <p:nvSpPr>
          <p:cNvPr id="21" name="profile-1269">
            <a:extLst xmlns:a="http://schemas.openxmlformats.org/drawingml/2006/main">
              <a:ext uri="{FF2B5EF4-FFF2-40B4-BE49-F238E27FC236}">
                <a16:creationId xmlns:a16="http://schemas.microsoft.com/office/drawing/2014/main" id="{8F1009C8-1D29-42D7-8B03-36368CE8660E}"/>
              </a:ext>
            </a:extLst>
          </p:cNvPr>
          <p:cNvSpPr>
            <a:spLocks xmlns:a="http://schemas.openxmlformats.org/drawingml/2006/main" noGrp="1"/>
          </p:cNvSpPr>
          <p:nvPr/>
        </p:nvSpPr>
        <p:spPr>
          <a:xfrm xmlns:a="http://schemas.openxmlformats.org/drawingml/2006/main">
            <a:off x="400050" y="31146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2" name="profile-1270">
            <a:extLst xmlns:a="http://schemas.openxmlformats.org/drawingml/2006/main">
              <a:ext uri="{FF2B5EF4-FFF2-40B4-BE49-F238E27FC236}">
                <a16:creationId xmlns:a16="http://schemas.microsoft.com/office/drawing/2014/main" id="{F0AB7591-EB99-4475-A971-3F71EBFACEEA}"/>
              </a:ext>
            </a:extLst>
          </p:cNvPr>
          <p:cNvSpPr>
            <a:spLocks xmlns:a="http://schemas.openxmlformats.org/drawingml/2006/main" noGrp="1"/>
          </p:cNvSpPr>
          <p:nvPr/>
        </p:nvSpPr>
        <p:spPr>
          <a:xfrm xmlns:a="http://schemas.openxmlformats.org/drawingml/2006/main">
            <a:off x="571500" y="30099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Mabalacat</a:t>
            </a:r>
          </a:p>
        </p:txBody>
      </p:sp>
      <p:sp>
        <p:nvSpPr>
          <p:cNvPr id="23" name="profile-1271">
            <a:extLst xmlns:a="http://schemas.openxmlformats.org/drawingml/2006/main">
              <a:ext uri="{FF2B5EF4-FFF2-40B4-BE49-F238E27FC236}">
                <a16:creationId xmlns:a16="http://schemas.microsoft.com/office/drawing/2014/main" id="{F7A19242-C601-43AA-8914-D64729461F9A}"/>
              </a:ext>
            </a:extLst>
          </p:cNvPr>
          <p:cNvSpPr>
            <a:spLocks xmlns:a="http://schemas.openxmlformats.org/drawingml/2006/main" noGrp="1"/>
          </p:cNvSpPr>
          <p:nvPr/>
        </p:nvSpPr>
        <p:spPr>
          <a:xfrm xmlns:a="http://schemas.openxmlformats.org/drawingml/2006/main">
            <a:off x="400050" y="33623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4" name="profile-1272">
            <a:extLst xmlns:a="http://schemas.openxmlformats.org/drawingml/2006/main">
              <a:ext uri="{FF2B5EF4-FFF2-40B4-BE49-F238E27FC236}">
                <a16:creationId xmlns:a16="http://schemas.microsoft.com/office/drawing/2014/main" id="{03A41552-0E56-4F2D-9039-F9C8F2F3957F}"/>
              </a:ext>
            </a:extLst>
          </p:cNvPr>
          <p:cNvSpPr>
            <a:spLocks xmlns:a="http://schemas.openxmlformats.org/drawingml/2006/main" noGrp="1"/>
          </p:cNvSpPr>
          <p:nvPr/>
        </p:nvSpPr>
        <p:spPr>
          <a:xfrm xmlns:a="http://schemas.openxmlformats.org/drawingml/2006/main">
            <a:off x="571500" y="32575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 Fernando</a:t>
            </a:r>
          </a:p>
        </p:txBody>
      </p:sp>
      <p:sp>
        <p:nvSpPr>
          <p:cNvPr id="25" name="profile-1273">
            <a:extLst xmlns:a="http://schemas.openxmlformats.org/drawingml/2006/main">
              <a:ext uri="{FF2B5EF4-FFF2-40B4-BE49-F238E27FC236}">
                <a16:creationId xmlns:a16="http://schemas.microsoft.com/office/drawing/2014/main" id="{28CA244C-3BA9-4C5F-9516-3E90FFF00A6B}"/>
              </a:ext>
            </a:extLst>
          </p:cNvPr>
          <p:cNvSpPr>
            <a:spLocks xmlns:a="http://schemas.openxmlformats.org/drawingml/2006/main" noGrp="1"/>
          </p:cNvSpPr>
          <p:nvPr/>
        </p:nvSpPr>
        <p:spPr>
          <a:xfrm xmlns:a="http://schemas.openxmlformats.org/drawingml/2006/main">
            <a:off x="400050" y="36099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6" name="profile-1274">
            <a:extLst xmlns:a="http://schemas.openxmlformats.org/drawingml/2006/main">
              <a:ext uri="{FF2B5EF4-FFF2-40B4-BE49-F238E27FC236}">
                <a16:creationId xmlns:a16="http://schemas.microsoft.com/office/drawing/2014/main" id="{4A02CF04-4D30-464E-A45A-728CA2F7D2C7}"/>
              </a:ext>
            </a:extLst>
          </p:cNvPr>
          <p:cNvSpPr>
            <a:spLocks xmlns:a="http://schemas.openxmlformats.org/drawingml/2006/main" noGrp="1"/>
          </p:cNvSpPr>
          <p:nvPr/>
        </p:nvSpPr>
        <p:spPr>
          <a:xfrm xmlns:a="http://schemas.openxmlformats.org/drawingml/2006/main">
            <a:off x="571500" y="35052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Apalit</a:t>
            </a:r>
          </a:p>
        </p:txBody>
      </p:sp>
      <p:sp>
        <p:nvSpPr>
          <p:cNvPr id="27" name="profile-1275">
            <a:extLst xmlns:a="http://schemas.openxmlformats.org/drawingml/2006/main">
              <a:ext uri="{FF2B5EF4-FFF2-40B4-BE49-F238E27FC236}">
                <a16:creationId xmlns:a16="http://schemas.microsoft.com/office/drawing/2014/main" id="{B0C2AE49-9747-4B60-B188-440677A6AC98}"/>
              </a:ext>
            </a:extLst>
          </p:cNvPr>
          <p:cNvSpPr>
            <a:spLocks xmlns:a="http://schemas.openxmlformats.org/drawingml/2006/main" noGrp="1"/>
          </p:cNvSpPr>
          <p:nvPr/>
        </p:nvSpPr>
        <p:spPr>
          <a:xfrm xmlns:a="http://schemas.openxmlformats.org/drawingml/2006/main">
            <a:off x="400050" y="38576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8" name="profile-1276">
            <a:extLst xmlns:a="http://schemas.openxmlformats.org/drawingml/2006/main">
              <a:ext uri="{FF2B5EF4-FFF2-40B4-BE49-F238E27FC236}">
                <a16:creationId xmlns:a16="http://schemas.microsoft.com/office/drawing/2014/main" id="{8CE9C004-CACA-45E5-82B9-6E03126DD22A}"/>
              </a:ext>
            </a:extLst>
          </p:cNvPr>
          <p:cNvSpPr>
            <a:spLocks xmlns:a="http://schemas.openxmlformats.org/drawingml/2006/main" noGrp="1"/>
          </p:cNvSpPr>
          <p:nvPr/>
        </p:nvSpPr>
        <p:spPr>
          <a:xfrm xmlns:a="http://schemas.openxmlformats.org/drawingml/2006/main">
            <a:off x="571500" y="37528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Arayat</a:t>
            </a:r>
          </a:p>
        </p:txBody>
      </p:sp>
      <p:sp>
        <p:nvSpPr>
          <p:cNvPr id="29" name="profile-1277">
            <a:extLst xmlns:a="http://schemas.openxmlformats.org/drawingml/2006/main">
              <a:ext uri="{FF2B5EF4-FFF2-40B4-BE49-F238E27FC236}">
                <a16:creationId xmlns:a16="http://schemas.microsoft.com/office/drawing/2014/main" id="{E8617B10-0249-45F3-94BE-F7AA2F5B62B0}"/>
              </a:ext>
            </a:extLst>
          </p:cNvPr>
          <p:cNvSpPr>
            <a:spLocks xmlns:a="http://schemas.openxmlformats.org/drawingml/2006/main" noGrp="1"/>
          </p:cNvSpPr>
          <p:nvPr/>
        </p:nvSpPr>
        <p:spPr>
          <a:xfrm xmlns:a="http://schemas.openxmlformats.org/drawingml/2006/main">
            <a:off x="400050" y="41052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0" name="profile-1278">
            <a:extLst xmlns:a="http://schemas.openxmlformats.org/drawingml/2006/main">
              <a:ext uri="{FF2B5EF4-FFF2-40B4-BE49-F238E27FC236}">
                <a16:creationId xmlns:a16="http://schemas.microsoft.com/office/drawing/2014/main" id="{0F3D344E-4B09-4ACE-B23E-5A626E838DBB}"/>
              </a:ext>
            </a:extLst>
          </p:cNvPr>
          <p:cNvSpPr>
            <a:spLocks xmlns:a="http://schemas.openxmlformats.org/drawingml/2006/main" noGrp="1"/>
          </p:cNvSpPr>
          <p:nvPr/>
        </p:nvSpPr>
        <p:spPr>
          <a:xfrm xmlns:a="http://schemas.openxmlformats.org/drawingml/2006/main">
            <a:off x="571500" y="40005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Bacolor</a:t>
            </a:r>
          </a:p>
        </p:txBody>
      </p:sp>
      <p:sp>
        <p:nvSpPr>
          <p:cNvPr id="31" name="profile-1279">
            <a:extLst xmlns:a="http://schemas.openxmlformats.org/drawingml/2006/main">
              <a:ext uri="{FF2B5EF4-FFF2-40B4-BE49-F238E27FC236}">
                <a16:creationId xmlns:a16="http://schemas.microsoft.com/office/drawing/2014/main" id="{F56CA9AB-0488-40F5-A77F-496CB06CD8E9}"/>
              </a:ext>
            </a:extLst>
          </p:cNvPr>
          <p:cNvSpPr>
            <a:spLocks xmlns:a="http://schemas.openxmlformats.org/drawingml/2006/main" noGrp="1"/>
          </p:cNvSpPr>
          <p:nvPr/>
        </p:nvSpPr>
        <p:spPr>
          <a:xfrm xmlns:a="http://schemas.openxmlformats.org/drawingml/2006/main">
            <a:off x="400050" y="43529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2" name="profile-1280">
            <a:extLst xmlns:a="http://schemas.openxmlformats.org/drawingml/2006/main">
              <a:ext uri="{FF2B5EF4-FFF2-40B4-BE49-F238E27FC236}">
                <a16:creationId xmlns:a16="http://schemas.microsoft.com/office/drawing/2014/main" id="{110BE341-AECD-43E4-94B0-8DC6E6B91C6E}"/>
              </a:ext>
            </a:extLst>
          </p:cNvPr>
          <p:cNvSpPr>
            <a:spLocks xmlns:a="http://schemas.openxmlformats.org/drawingml/2006/main" noGrp="1"/>
          </p:cNvSpPr>
          <p:nvPr/>
        </p:nvSpPr>
        <p:spPr>
          <a:xfrm xmlns:a="http://schemas.openxmlformats.org/drawingml/2006/main">
            <a:off x="571500" y="42481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Candaba</a:t>
            </a:r>
          </a:p>
        </p:txBody>
      </p:sp>
      <p:sp>
        <p:nvSpPr>
          <p:cNvPr id="33" name="profile-1281">
            <a:extLst xmlns:a="http://schemas.openxmlformats.org/drawingml/2006/main">
              <a:ext uri="{FF2B5EF4-FFF2-40B4-BE49-F238E27FC236}">
                <a16:creationId xmlns:a16="http://schemas.microsoft.com/office/drawing/2014/main" id="{9F76147D-9339-401F-9330-9ADCCEF416E8}"/>
              </a:ext>
            </a:extLst>
          </p:cNvPr>
          <p:cNvSpPr>
            <a:spLocks xmlns:a="http://schemas.openxmlformats.org/drawingml/2006/main" noGrp="1"/>
          </p:cNvSpPr>
          <p:nvPr/>
        </p:nvSpPr>
        <p:spPr>
          <a:xfrm xmlns:a="http://schemas.openxmlformats.org/drawingml/2006/main">
            <a:off x="400050" y="46005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4" name="profile-1282">
            <a:extLst xmlns:a="http://schemas.openxmlformats.org/drawingml/2006/main">
              <a:ext uri="{FF2B5EF4-FFF2-40B4-BE49-F238E27FC236}">
                <a16:creationId xmlns:a16="http://schemas.microsoft.com/office/drawing/2014/main" id="{C33557FD-0C2D-462C-AD09-EB845AF6B3D7}"/>
              </a:ext>
            </a:extLst>
          </p:cNvPr>
          <p:cNvSpPr>
            <a:spLocks xmlns:a="http://schemas.openxmlformats.org/drawingml/2006/main" noGrp="1"/>
          </p:cNvSpPr>
          <p:nvPr/>
        </p:nvSpPr>
        <p:spPr>
          <a:xfrm xmlns:a="http://schemas.openxmlformats.org/drawingml/2006/main">
            <a:off x="571500" y="44958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Floridablanca</a:t>
            </a:r>
          </a:p>
        </p:txBody>
      </p:sp>
      <p:sp>
        <p:nvSpPr>
          <p:cNvPr id="35" name="profile-1283">
            <a:extLst xmlns:a="http://schemas.openxmlformats.org/drawingml/2006/main">
              <a:ext uri="{FF2B5EF4-FFF2-40B4-BE49-F238E27FC236}">
                <a16:creationId xmlns:a16="http://schemas.microsoft.com/office/drawing/2014/main" id="{C0E0D27D-CCA7-4C5D-BC28-38AE01C6E382}"/>
              </a:ext>
            </a:extLst>
          </p:cNvPr>
          <p:cNvSpPr>
            <a:spLocks xmlns:a="http://schemas.openxmlformats.org/drawingml/2006/main" noGrp="1"/>
          </p:cNvSpPr>
          <p:nvPr/>
        </p:nvSpPr>
        <p:spPr>
          <a:xfrm xmlns:a="http://schemas.openxmlformats.org/drawingml/2006/main">
            <a:off x="4276725" y="28670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6" name="profile-1284">
            <a:extLst xmlns:a="http://schemas.openxmlformats.org/drawingml/2006/main">
              <a:ext uri="{FF2B5EF4-FFF2-40B4-BE49-F238E27FC236}">
                <a16:creationId xmlns:a16="http://schemas.microsoft.com/office/drawing/2014/main" id="{ADE1FA97-EE5E-4829-A058-4FE195AEDB5B}"/>
              </a:ext>
            </a:extLst>
          </p:cNvPr>
          <p:cNvSpPr>
            <a:spLocks xmlns:a="http://schemas.openxmlformats.org/drawingml/2006/main" noGrp="1"/>
          </p:cNvSpPr>
          <p:nvPr/>
        </p:nvSpPr>
        <p:spPr>
          <a:xfrm xmlns:a="http://schemas.openxmlformats.org/drawingml/2006/main">
            <a:off x="4448175" y="27622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Guagua</a:t>
            </a:r>
          </a:p>
        </p:txBody>
      </p:sp>
      <p:sp>
        <p:nvSpPr>
          <p:cNvPr id="37" name="profile-1285">
            <a:extLst xmlns:a="http://schemas.openxmlformats.org/drawingml/2006/main">
              <a:ext uri="{FF2B5EF4-FFF2-40B4-BE49-F238E27FC236}">
                <a16:creationId xmlns:a16="http://schemas.microsoft.com/office/drawing/2014/main" id="{142B8AFA-6777-4998-B9D2-EFFF7894D731}"/>
              </a:ext>
            </a:extLst>
          </p:cNvPr>
          <p:cNvSpPr>
            <a:spLocks xmlns:a="http://schemas.openxmlformats.org/drawingml/2006/main" noGrp="1"/>
          </p:cNvSpPr>
          <p:nvPr/>
        </p:nvSpPr>
        <p:spPr>
          <a:xfrm xmlns:a="http://schemas.openxmlformats.org/drawingml/2006/main">
            <a:off x="4276725" y="31146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8" name="profile-1286">
            <a:extLst xmlns:a="http://schemas.openxmlformats.org/drawingml/2006/main">
              <a:ext uri="{FF2B5EF4-FFF2-40B4-BE49-F238E27FC236}">
                <a16:creationId xmlns:a16="http://schemas.microsoft.com/office/drawing/2014/main" id="{6D0DD55D-3642-4C19-B80F-2CC2C5E8FD18}"/>
              </a:ext>
            </a:extLst>
          </p:cNvPr>
          <p:cNvSpPr>
            <a:spLocks xmlns:a="http://schemas.openxmlformats.org/drawingml/2006/main" noGrp="1"/>
          </p:cNvSpPr>
          <p:nvPr/>
        </p:nvSpPr>
        <p:spPr>
          <a:xfrm xmlns:a="http://schemas.openxmlformats.org/drawingml/2006/main">
            <a:off x="4448175" y="30099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Lubao</a:t>
            </a:r>
          </a:p>
        </p:txBody>
      </p:sp>
      <p:sp>
        <p:nvSpPr>
          <p:cNvPr id="39" name="profile-1287">
            <a:extLst xmlns:a="http://schemas.openxmlformats.org/drawingml/2006/main">
              <a:ext uri="{FF2B5EF4-FFF2-40B4-BE49-F238E27FC236}">
                <a16:creationId xmlns:a16="http://schemas.microsoft.com/office/drawing/2014/main" id="{5FC75EBB-343D-47B2-A65F-89C310844B6C}"/>
              </a:ext>
            </a:extLst>
          </p:cNvPr>
          <p:cNvSpPr>
            <a:spLocks xmlns:a="http://schemas.openxmlformats.org/drawingml/2006/main" noGrp="1"/>
          </p:cNvSpPr>
          <p:nvPr/>
        </p:nvSpPr>
        <p:spPr>
          <a:xfrm xmlns:a="http://schemas.openxmlformats.org/drawingml/2006/main">
            <a:off x="4276725" y="33623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0" name="profile-1288">
            <a:extLst xmlns:a="http://schemas.openxmlformats.org/drawingml/2006/main">
              <a:ext uri="{FF2B5EF4-FFF2-40B4-BE49-F238E27FC236}">
                <a16:creationId xmlns:a16="http://schemas.microsoft.com/office/drawing/2014/main" id="{94EAF89E-1CF6-4D60-884C-93E2FB353BB0}"/>
              </a:ext>
            </a:extLst>
          </p:cNvPr>
          <p:cNvSpPr>
            <a:spLocks xmlns:a="http://schemas.openxmlformats.org/drawingml/2006/main" noGrp="1"/>
          </p:cNvSpPr>
          <p:nvPr/>
        </p:nvSpPr>
        <p:spPr>
          <a:xfrm xmlns:a="http://schemas.openxmlformats.org/drawingml/2006/main">
            <a:off x="4448175" y="32575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Macabebe</a:t>
            </a:r>
          </a:p>
        </p:txBody>
      </p:sp>
      <p:sp>
        <p:nvSpPr>
          <p:cNvPr id="41" name="profile-1289">
            <a:extLst xmlns:a="http://schemas.openxmlformats.org/drawingml/2006/main">
              <a:ext uri="{FF2B5EF4-FFF2-40B4-BE49-F238E27FC236}">
                <a16:creationId xmlns:a16="http://schemas.microsoft.com/office/drawing/2014/main" id="{DBA480F7-AA7D-4E0A-B0DD-379FC9BBEAB8}"/>
              </a:ext>
            </a:extLst>
          </p:cNvPr>
          <p:cNvSpPr>
            <a:spLocks xmlns:a="http://schemas.openxmlformats.org/drawingml/2006/main" noGrp="1"/>
          </p:cNvSpPr>
          <p:nvPr/>
        </p:nvSpPr>
        <p:spPr>
          <a:xfrm xmlns:a="http://schemas.openxmlformats.org/drawingml/2006/main">
            <a:off x="4276725" y="36099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2" name="profile-1290">
            <a:extLst xmlns:a="http://schemas.openxmlformats.org/drawingml/2006/main">
              <a:ext uri="{FF2B5EF4-FFF2-40B4-BE49-F238E27FC236}">
                <a16:creationId xmlns:a16="http://schemas.microsoft.com/office/drawing/2014/main" id="{07713A0B-2CF4-47C1-8A5A-9FAA2DC0ECE5}"/>
              </a:ext>
            </a:extLst>
          </p:cNvPr>
          <p:cNvSpPr>
            <a:spLocks xmlns:a="http://schemas.openxmlformats.org/drawingml/2006/main" noGrp="1"/>
          </p:cNvSpPr>
          <p:nvPr/>
        </p:nvSpPr>
        <p:spPr>
          <a:xfrm xmlns:a="http://schemas.openxmlformats.org/drawingml/2006/main">
            <a:off x="4448175" y="35052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Magalang</a:t>
            </a:r>
          </a:p>
        </p:txBody>
      </p:sp>
      <p:sp>
        <p:nvSpPr>
          <p:cNvPr id="43" name="profile-1291">
            <a:extLst xmlns:a="http://schemas.openxmlformats.org/drawingml/2006/main">
              <a:ext uri="{FF2B5EF4-FFF2-40B4-BE49-F238E27FC236}">
                <a16:creationId xmlns:a16="http://schemas.microsoft.com/office/drawing/2014/main" id="{80A3B4D6-8D11-4A15-975D-42F70FAE316D}"/>
              </a:ext>
            </a:extLst>
          </p:cNvPr>
          <p:cNvSpPr>
            <a:spLocks xmlns:a="http://schemas.openxmlformats.org/drawingml/2006/main" noGrp="1"/>
          </p:cNvSpPr>
          <p:nvPr/>
        </p:nvSpPr>
        <p:spPr>
          <a:xfrm xmlns:a="http://schemas.openxmlformats.org/drawingml/2006/main">
            <a:off x="4276725" y="38576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4" name="profile-1292">
            <a:extLst xmlns:a="http://schemas.openxmlformats.org/drawingml/2006/main">
              <a:ext uri="{FF2B5EF4-FFF2-40B4-BE49-F238E27FC236}">
                <a16:creationId xmlns:a16="http://schemas.microsoft.com/office/drawing/2014/main" id="{05517B83-9AFF-41E4-81CB-6CF6AC39D971}"/>
              </a:ext>
            </a:extLst>
          </p:cNvPr>
          <p:cNvSpPr>
            <a:spLocks xmlns:a="http://schemas.openxmlformats.org/drawingml/2006/main" noGrp="1"/>
          </p:cNvSpPr>
          <p:nvPr/>
        </p:nvSpPr>
        <p:spPr>
          <a:xfrm xmlns:a="http://schemas.openxmlformats.org/drawingml/2006/main">
            <a:off x="4448175" y="37528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Masantol</a:t>
            </a:r>
          </a:p>
        </p:txBody>
      </p:sp>
      <p:sp>
        <p:nvSpPr>
          <p:cNvPr id="45" name="profile-1293">
            <a:extLst xmlns:a="http://schemas.openxmlformats.org/drawingml/2006/main">
              <a:ext uri="{FF2B5EF4-FFF2-40B4-BE49-F238E27FC236}">
                <a16:creationId xmlns:a16="http://schemas.microsoft.com/office/drawing/2014/main" id="{D2FA318F-CE70-4D38-BA19-6F8DAF3AE587}"/>
              </a:ext>
            </a:extLst>
          </p:cNvPr>
          <p:cNvSpPr>
            <a:spLocks xmlns:a="http://schemas.openxmlformats.org/drawingml/2006/main" noGrp="1"/>
          </p:cNvSpPr>
          <p:nvPr/>
        </p:nvSpPr>
        <p:spPr>
          <a:xfrm xmlns:a="http://schemas.openxmlformats.org/drawingml/2006/main">
            <a:off x="4276725" y="41052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6" name="profile-1294">
            <a:extLst xmlns:a="http://schemas.openxmlformats.org/drawingml/2006/main">
              <a:ext uri="{FF2B5EF4-FFF2-40B4-BE49-F238E27FC236}">
                <a16:creationId xmlns:a16="http://schemas.microsoft.com/office/drawing/2014/main" id="{03BD029F-5FC8-4A99-BDB5-58EE1EB83488}"/>
              </a:ext>
            </a:extLst>
          </p:cNvPr>
          <p:cNvSpPr>
            <a:spLocks xmlns:a="http://schemas.openxmlformats.org/drawingml/2006/main" noGrp="1"/>
          </p:cNvSpPr>
          <p:nvPr/>
        </p:nvSpPr>
        <p:spPr>
          <a:xfrm xmlns:a="http://schemas.openxmlformats.org/drawingml/2006/main">
            <a:off x="4448175" y="40005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Mexico</a:t>
            </a:r>
          </a:p>
        </p:txBody>
      </p:sp>
      <p:sp>
        <p:nvSpPr>
          <p:cNvPr id="47" name="profile-1295">
            <a:extLst xmlns:a="http://schemas.openxmlformats.org/drawingml/2006/main">
              <a:ext uri="{FF2B5EF4-FFF2-40B4-BE49-F238E27FC236}">
                <a16:creationId xmlns:a16="http://schemas.microsoft.com/office/drawing/2014/main" id="{B15E5B10-BDB1-445E-90EE-224A31C150CD}"/>
              </a:ext>
            </a:extLst>
          </p:cNvPr>
          <p:cNvSpPr>
            <a:spLocks xmlns:a="http://schemas.openxmlformats.org/drawingml/2006/main" noGrp="1"/>
          </p:cNvSpPr>
          <p:nvPr/>
        </p:nvSpPr>
        <p:spPr>
          <a:xfrm xmlns:a="http://schemas.openxmlformats.org/drawingml/2006/main">
            <a:off x="4276725" y="43529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8" name="profile-1296">
            <a:extLst xmlns:a="http://schemas.openxmlformats.org/drawingml/2006/main">
              <a:ext uri="{FF2B5EF4-FFF2-40B4-BE49-F238E27FC236}">
                <a16:creationId xmlns:a16="http://schemas.microsoft.com/office/drawing/2014/main" id="{FEED1BF9-665F-4034-B538-EDC090BC105A}"/>
              </a:ext>
            </a:extLst>
          </p:cNvPr>
          <p:cNvSpPr>
            <a:spLocks xmlns:a="http://schemas.openxmlformats.org/drawingml/2006/main" noGrp="1"/>
          </p:cNvSpPr>
          <p:nvPr/>
        </p:nvSpPr>
        <p:spPr>
          <a:xfrm xmlns:a="http://schemas.openxmlformats.org/drawingml/2006/main">
            <a:off x="4448175" y="42481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Minalin</a:t>
            </a:r>
          </a:p>
        </p:txBody>
      </p:sp>
      <p:sp>
        <p:nvSpPr>
          <p:cNvPr id="49" name="profile-1297">
            <a:extLst xmlns:a="http://schemas.openxmlformats.org/drawingml/2006/main">
              <a:ext uri="{FF2B5EF4-FFF2-40B4-BE49-F238E27FC236}">
                <a16:creationId xmlns:a16="http://schemas.microsoft.com/office/drawing/2014/main" id="{53C1EF51-6E90-424A-9E51-08386450B10F}"/>
              </a:ext>
            </a:extLst>
          </p:cNvPr>
          <p:cNvSpPr>
            <a:spLocks xmlns:a="http://schemas.openxmlformats.org/drawingml/2006/main" noGrp="1"/>
          </p:cNvSpPr>
          <p:nvPr/>
        </p:nvSpPr>
        <p:spPr>
          <a:xfrm xmlns:a="http://schemas.openxmlformats.org/drawingml/2006/main">
            <a:off x="4276725" y="46005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50" name="profile-1298">
            <a:extLst xmlns:a="http://schemas.openxmlformats.org/drawingml/2006/main">
              <a:ext uri="{FF2B5EF4-FFF2-40B4-BE49-F238E27FC236}">
                <a16:creationId xmlns:a16="http://schemas.microsoft.com/office/drawing/2014/main" id="{180DE2D6-3186-44B3-8F2A-65347F905BDE}"/>
              </a:ext>
            </a:extLst>
          </p:cNvPr>
          <p:cNvSpPr>
            <a:spLocks xmlns:a="http://schemas.openxmlformats.org/drawingml/2006/main" noGrp="1"/>
          </p:cNvSpPr>
          <p:nvPr/>
        </p:nvSpPr>
        <p:spPr>
          <a:xfrm xmlns:a="http://schemas.openxmlformats.org/drawingml/2006/main">
            <a:off x="4448175" y="44958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Porac</a:t>
            </a:r>
          </a:p>
        </p:txBody>
      </p:sp>
      <p:sp>
        <p:nvSpPr>
          <p:cNvPr id="51" name="profile-1299">
            <a:extLst xmlns:a="http://schemas.openxmlformats.org/drawingml/2006/main">
              <a:ext uri="{FF2B5EF4-FFF2-40B4-BE49-F238E27FC236}">
                <a16:creationId xmlns:a16="http://schemas.microsoft.com/office/drawing/2014/main" id="{8CD91BA7-F56A-4616-B604-EE1C7553FCF2}"/>
              </a:ext>
            </a:extLst>
          </p:cNvPr>
          <p:cNvSpPr>
            <a:spLocks xmlns:a="http://schemas.openxmlformats.org/drawingml/2006/main" noGrp="1"/>
          </p:cNvSpPr>
          <p:nvPr/>
        </p:nvSpPr>
        <p:spPr>
          <a:xfrm xmlns:a="http://schemas.openxmlformats.org/drawingml/2006/main">
            <a:off x="8153400" y="28670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52" name="profile-1300">
            <a:extLst xmlns:a="http://schemas.openxmlformats.org/drawingml/2006/main">
              <a:ext uri="{FF2B5EF4-FFF2-40B4-BE49-F238E27FC236}">
                <a16:creationId xmlns:a16="http://schemas.microsoft.com/office/drawing/2014/main" id="{B25484BC-3C39-4738-B383-360D041B964E}"/>
              </a:ext>
            </a:extLst>
          </p:cNvPr>
          <p:cNvSpPr>
            <a:spLocks xmlns:a="http://schemas.openxmlformats.org/drawingml/2006/main" noGrp="1"/>
          </p:cNvSpPr>
          <p:nvPr/>
        </p:nvSpPr>
        <p:spPr>
          <a:xfrm xmlns:a="http://schemas.openxmlformats.org/drawingml/2006/main">
            <a:off x="8324850" y="27622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 Luis</a:t>
            </a:r>
          </a:p>
        </p:txBody>
      </p:sp>
      <p:sp>
        <p:nvSpPr>
          <p:cNvPr id="53" name="profile-1301">
            <a:extLst xmlns:a="http://schemas.openxmlformats.org/drawingml/2006/main">
              <a:ext uri="{FF2B5EF4-FFF2-40B4-BE49-F238E27FC236}">
                <a16:creationId xmlns:a16="http://schemas.microsoft.com/office/drawing/2014/main" id="{9B44B474-759A-48D2-8FE9-40611EDB1D5C}"/>
              </a:ext>
            </a:extLst>
          </p:cNvPr>
          <p:cNvSpPr>
            <a:spLocks xmlns:a="http://schemas.openxmlformats.org/drawingml/2006/main" noGrp="1"/>
          </p:cNvSpPr>
          <p:nvPr/>
        </p:nvSpPr>
        <p:spPr>
          <a:xfrm xmlns:a="http://schemas.openxmlformats.org/drawingml/2006/main">
            <a:off x="8153400" y="31146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54" name="profile-1302">
            <a:extLst xmlns:a="http://schemas.openxmlformats.org/drawingml/2006/main">
              <a:ext uri="{FF2B5EF4-FFF2-40B4-BE49-F238E27FC236}">
                <a16:creationId xmlns:a16="http://schemas.microsoft.com/office/drawing/2014/main" id="{C8FCD515-DBD2-4E4E-BA00-53597B64B851}"/>
              </a:ext>
            </a:extLst>
          </p:cNvPr>
          <p:cNvSpPr>
            <a:spLocks xmlns:a="http://schemas.openxmlformats.org/drawingml/2006/main" noGrp="1"/>
          </p:cNvSpPr>
          <p:nvPr/>
        </p:nvSpPr>
        <p:spPr>
          <a:xfrm xmlns:a="http://schemas.openxmlformats.org/drawingml/2006/main">
            <a:off x="8324850" y="30099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 Simon</a:t>
            </a:r>
          </a:p>
        </p:txBody>
      </p:sp>
      <p:sp>
        <p:nvSpPr>
          <p:cNvPr id="55" name="profile-1303">
            <a:extLst xmlns:a="http://schemas.openxmlformats.org/drawingml/2006/main">
              <a:ext uri="{FF2B5EF4-FFF2-40B4-BE49-F238E27FC236}">
                <a16:creationId xmlns:a16="http://schemas.microsoft.com/office/drawing/2014/main" id="{296BEBDB-8FF4-4CCD-8C45-954EE511688C}"/>
              </a:ext>
            </a:extLst>
          </p:cNvPr>
          <p:cNvSpPr>
            <a:spLocks xmlns:a="http://schemas.openxmlformats.org/drawingml/2006/main" noGrp="1"/>
          </p:cNvSpPr>
          <p:nvPr/>
        </p:nvSpPr>
        <p:spPr>
          <a:xfrm xmlns:a="http://schemas.openxmlformats.org/drawingml/2006/main">
            <a:off x="8153400" y="33623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56" name="profile-1304">
            <a:extLst xmlns:a="http://schemas.openxmlformats.org/drawingml/2006/main">
              <a:ext uri="{FF2B5EF4-FFF2-40B4-BE49-F238E27FC236}">
                <a16:creationId xmlns:a16="http://schemas.microsoft.com/office/drawing/2014/main" id="{12DEC459-27B8-44D3-91A5-D12F3719B262}"/>
              </a:ext>
            </a:extLst>
          </p:cNvPr>
          <p:cNvSpPr>
            <a:spLocks xmlns:a="http://schemas.openxmlformats.org/drawingml/2006/main" noGrp="1"/>
          </p:cNvSpPr>
          <p:nvPr/>
        </p:nvSpPr>
        <p:spPr>
          <a:xfrm xmlns:a="http://schemas.openxmlformats.org/drawingml/2006/main">
            <a:off x="8324850" y="32575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Santa Ana</a:t>
            </a:r>
          </a:p>
        </p:txBody>
      </p:sp>
      <p:sp>
        <p:nvSpPr>
          <p:cNvPr id="57" name="profile-1305">
            <a:extLst xmlns:a="http://schemas.openxmlformats.org/drawingml/2006/main">
              <a:ext uri="{FF2B5EF4-FFF2-40B4-BE49-F238E27FC236}">
                <a16:creationId xmlns:a16="http://schemas.microsoft.com/office/drawing/2014/main" id="{A68218C3-DC31-46EC-85D1-42777B21C6F8}"/>
              </a:ext>
            </a:extLst>
          </p:cNvPr>
          <p:cNvSpPr>
            <a:spLocks xmlns:a="http://schemas.openxmlformats.org/drawingml/2006/main" noGrp="1"/>
          </p:cNvSpPr>
          <p:nvPr/>
        </p:nvSpPr>
        <p:spPr>
          <a:xfrm xmlns:a="http://schemas.openxmlformats.org/drawingml/2006/main">
            <a:off x="8153400" y="36099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58" name="profile-1306">
            <a:extLst xmlns:a="http://schemas.openxmlformats.org/drawingml/2006/main">
              <a:ext uri="{FF2B5EF4-FFF2-40B4-BE49-F238E27FC236}">
                <a16:creationId xmlns:a16="http://schemas.microsoft.com/office/drawing/2014/main" id="{346D5339-8641-416B-831A-FEC73B3FD9AC}"/>
              </a:ext>
            </a:extLst>
          </p:cNvPr>
          <p:cNvSpPr>
            <a:spLocks xmlns:a="http://schemas.openxmlformats.org/drawingml/2006/main" noGrp="1"/>
          </p:cNvSpPr>
          <p:nvPr/>
        </p:nvSpPr>
        <p:spPr>
          <a:xfrm xmlns:a="http://schemas.openxmlformats.org/drawingml/2006/main">
            <a:off x="8324850" y="35052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Santa Rita</a:t>
            </a:r>
          </a:p>
        </p:txBody>
      </p:sp>
      <p:sp>
        <p:nvSpPr>
          <p:cNvPr id="59" name="profile-1307">
            <a:extLst xmlns:a="http://schemas.openxmlformats.org/drawingml/2006/main">
              <a:ext uri="{FF2B5EF4-FFF2-40B4-BE49-F238E27FC236}">
                <a16:creationId xmlns:a16="http://schemas.microsoft.com/office/drawing/2014/main" id="{BF2B81B0-55EC-43E0-9524-8B8B64EBEEAA}"/>
              </a:ext>
            </a:extLst>
          </p:cNvPr>
          <p:cNvSpPr>
            <a:spLocks xmlns:a="http://schemas.openxmlformats.org/drawingml/2006/main" noGrp="1"/>
          </p:cNvSpPr>
          <p:nvPr/>
        </p:nvSpPr>
        <p:spPr>
          <a:xfrm xmlns:a="http://schemas.openxmlformats.org/drawingml/2006/main">
            <a:off x="8153400" y="38576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60" name="profile-1308">
            <a:extLst xmlns:a="http://schemas.openxmlformats.org/drawingml/2006/main">
              <a:ext uri="{FF2B5EF4-FFF2-40B4-BE49-F238E27FC236}">
                <a16:creationId xmlns:a16="http://schemas.microsoft.com/office/drawing/2014/main" id="{F444467B-59A7-4C35-8E13-5F317D9ACF66}"/>
              </a:ext>
            </a:extLst>
          </p:cNvPr>
          <p:cNvSpPr>
            <a:spLocks xmlns:a="http://schemas.openxmlformats.org/drawingml/2006/main" noGrp="1"/>
          </p:cNvSpPr>
          <p:nvPr/>
        </p:nvSpPr>
        <p:spPr>
          <a:xfrm xmlns:a="http://schemas.openxmlformats.org/drawingml/2006/main">
            <a:off x="8324850" y="37528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Santo Tomas</a:t>
            </a:r>
          </a:p>
        </p:txBody>
      </p:sp>
      <p:sp>
        <p:nvSpPr>
          <p:cNvPr id="61" name="profile-1309">
            <a:extLst xmlns:a="http://schemas.openxmlformats.org/drawingml/2006/main">
              <a:ext uri="{FF2B5EF4-FFF2-40B4-BE49-F238E27FC236}">
                <a16:creationId xmlns:a16="http://schemas.microsoft.com/office/drawing/2014/main" id="{38D3970C-D4DC-45B2-BB59-5FFB885EAC58}"/>
              </a:ext>
            </a:extLst>
          </p:cNvPr>
          <p:cNvSpPr>
            <a:spLocks xmlns:a="http://schemas.openxmlformats.org/drawingml/2006/main" noGrp="1"/>
          </p:cNvSpPr>
          <p:nvPr/>
        </p:nvSpPr>
        <p:spPr>
          <a:xfrm xmlns:a="http://schemas.openxmlformats.org/drawingml/2006/main">
            <a:off x="8153400" y="41052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62" name="profile-1310">
            <a:extLst xmlns:a="http://schemas.openxmlformats.org/drawingml/2006/main">
              <a:ext uri="{FF2B5EF4-FFF2-40B4-BE49-F238E27FC236}">
                <a16:creationId xmlns:a16="http://schemas.microsoft.com/office/drawing/2014/main" id="{CF0FE557-E223-4438-8A44-1CF15FC616E1}"/>
              </a:ext>
            </a:extLst>
          </p:cNvPr>
          <p:cNvSpPr>
            <a:spLocks xmlns:a="http://schemas.openxmlformats.org/drawingml/2006/main" noGrp="1"/>
          </p:cNvSpPr>
          <p:nvPr/>
        </p:nvSpPr>
        <p:spPr>
          <a:xfrm xmlns:a="http://schemas.openxmlformats.org/drawingml/2006/main">
            <a:off x="8324850" y="40005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Sasmuan</a:t>
            </a:r>
          </a:p>
        </p:txBody>
      </p:sp>
      <p:sp>
        <p:nvSpPr>
          <p:cNvPr id="63" name="profile-1311">
            <a:extLst xmlns:a="http://schemas.openxmlformats.org/drawingml/2006/main">
              <a:ext uri="{FF2B5EF4-FFF2-40B4-BE49-F238E27FC236}">
                <a16:creationId xmlns:a16="http://schemas.microsoft.com/office/drawing/2014/main" id="{80EC2E51-27EA-472B-AC03-BD3D3879E57A}"/>
              </a:ext>
            </a:extLst>
          </p:cNvPr>
          <p:cNvSpPr>
            <a:spLocks xmlns:a="http://schemas.openxmlformats.org/drawingml/2006/main" noGrp="1"/>
          </p:cNvSpPr>
          <p:nvPr/>
        </p:nvSpPr>
        <p:spPr>
          <a:xfrm xmlns:a="http://schemas.openxmlformats.org/drawingml/2006/main">
            <a:off x="400050" y="5962650"/>
            <a:ext cx="11334750" cy="1895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456079"/>
                </a:solidFill>
                <a:latin typeface="Segoe UI"/>
                <a:ea typeface="Segoe UI"/>
                <a:cs typeface="Segoe UI"/>
              </a:defRPr>
            </a:defPPr>
          </a:lstStyle>
          <a:p xmlns:a="http://schemas.openxmlformats.org/drawingml/2006/main">
            <a:pPr algn="l">
              <a:defRPr sz="975" b="0">
                <a:solidFill>
                  <a:srgbClr val="456079"/>
                </a:solidFill>
                <a:latin typeface="Segoe UI"/>
                <a:ea typeface="Segoe UI"/>
                <a:cs typeface="Segoe UI"/>
              </a:defRPr>
            </a:pPr>
            <a:r>
              <a:rPr sz="975" b="0">
                <a:solidFill>
                  <a:srgbClr val="456079"/>
                </a:solidFill>
                <a:latin typeface="Segoe UI"/>
                <a:ea typeface="Segoe UI"/>
                <a:cs typeface="Segoe UI"/>
              </a:rPr>
              <a:t>Geographic names: PSA PSGC. Service schedule and availability confirmed upon inquiry.</a:t>
            </a:r>
          </a:p>
        </p:txBody>
      </p:sp>
    </p:spTree>
    <p:extLst>
      <p:ext uri="{BB962C8B-B14F-4D97-AF65-F5344CB8AC3E}">
        <p14:creationId xmlns:p14="http://schemas.microsoft.com/office/powerpoint/2010/main" val="1810773724"/>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8" name="profile-1312">
            <a:extLst xmlns:a="http://schemas.openxmlformats.org/drawingml/2006/main">
              <a:ext uri="{FF2B5EF4-FFF2-40B4-BE49-F238E27FC236}">
                <a16:creationId xmlns:a16="http://schemas.microsoft.com/office/drawing/2014/main" id="{DFDEF423-1243-4D49-BCCE-7ED6CB9846CA}"/>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1313">
            <a:extLst xmlns:a="http://schemas.openxmlformats.org/drawingml/2006/main">
              <a:ext uri="{FF2B5EF4-FFF2-40B4-BE49-F238E27FC236}">
                <a16:creationId xmlns:a16="http://schemas.microsoft.com/office/drawing/2014/main" id="{EC208334-EF1D-4533-B23E-7922BD2E3371}"/>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6982ACAF-1C82-41B1-8038-9C58D670762D}"/>
              </a:ext>
            </a:extLst>
          </p:cNvPr>
          <p:cNvPicPr>
            <a:picLocks xmlns:a="http://schemas.openxmlformats.org/drawingml/2006/main" noChangeAspect="1"/>
          </p:cNvPicPr>
          <p:nvPr/>
        </p:nvPicPr>
        <p:blipFill>
          <a:blip xmlns:r="http://schemas.openxmlformats.org/officeDocument/2006/relationships" xmlns:a="http://schemas.openxmlformats.org/drawingml/2006/main" r:embed="R6beaee4d7ef24f69"/>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1314">
            <a:extLst xmlns:a="http://schemas.openxmlformats.org/drawingml/2006/main">
              <a:ext uri="{FF2B5EF4-FFF2-40B4-BE49-F238E27FC236}">
                <a16:creationId xmlns:a16="http://schemas.microsoft.com/office/drawing/2014/main" id="{8C65FCA6-5B7B-469A-A068-0686767FE673}"/>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1315">
            <a:extLst xmlns:a="http://schemas.openxmlformats.org/drawingml/2006/main">
              <a:ext uri="{FF2B5EF4-FFF2-40B4-BE49-F238E27FC236}">
                <a16:creationId xmlns:a16="http://schemas.microsoft.com/office/drawing/2014/main" id="{15EAA3B3-16C7-43EC-A532-016468702404}"/>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and Pest Management Services OPC</a:t>
            </a:r>
          </a:p>
        </p:txBody>
      </p:sp>
      <p:sp>
        <p:nvSpPr>
          <p:cNvPr id="6" name="profile-1316">
            <a:extLst xmlns:a="http://schemas.openxmlformats.org/drawingml/2006/main">
              <a:ext uri="{FF2B5EF4-FFF2-40B4-BE49-F238E27FC236}">
                <a16:creationId xmlns:a16="http://schemas.microsoft.com/office/drawing/2014/main" id="{9436C86C-1CAB-4AF4-81EE-C288C9130BF8}"/>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Globe 0917 671 6383   |   Smart 0939 245 6217</a:t>
            </a:r>
          </a:p>
        </p:txBody>
      </p:sp>
      <p:sp>
        <p:nvSpPr>
          <p:cNvPr id="7" name="profile-1317">
            <a:extLst xmlns:a="http://schemas.openxmlformats.org/drawingml/2006/main">
              <a:ext uri="{FF2B5EF4-FFF2-40B4-BE49-F238E27FC236}">
                <a16:creationId xmlns:a16="http://schemas.microsoft.com/office/drawing/2014/main" id="{11A7089D-E35A-4647-A18A-14E6612BB0AC}"/>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1318">
            <a:extLst xmlns:a="http://schemas.openxmlformats.org/drawingml/2006/main">
              <a:ext uri="{FF2B5EF4-FFF2-40B4-BE49-F238E27FC236}">
                <a16:creationId xmlns:a16="http://schemas.microsoft.com/office/drawing/2014/main" id="{764E1F51-FE59-4B25-A894-9A5620B0E185}"/>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TO FOLLOW</a:t>
            </a:r>
          </a:p>
        </p:txBody>
      </p:sp>
      <p:sp>
        <p:nvSpPr>
          <p:cNvPr id="9" name="profile-1319">
            <a:extLst xmlns:a="http://schemas.openxmlformats.org/drawingml/2006/main">
              <a:ext uri="{FF2B5EF4-FFF2-40B4-BE49-F238E27FC236}">
                <a16:creationId xmlns:a16="http://schemas.microsoft.com/office/drawing/2014/main" id="{82913B9C-ED8F-4C33-AB82-C963B8E1BB8C}"/>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1320">
            <a:extLst xmlns:a="http://schemas.openxmlformats.org/drawingml/2006/main">
              <a:ext uri="{FF2B5EF4-FFF2-40B4-BE49-F238E27FC236}">
                <a16:creationId xmlns:a16="http://schemas.microsoft.com/office/drawing/2014/main" id="{8DD3C438-0F49-4698-BEA0-5CCAEF4A9E7E}"/>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1321">
            <a:extLst xmlns:a="http://schemas.openxmlformats.org/drawingml/2006/main">
              <a:ext uri="{FF2B5EF4-FFF2-40B4-BE49-F238E27FC236}">
                <a16:creationId xmlns:a16="http://schemas.microsoft.com/office/drawing/2014/main" id="{A0644794-63D3-41EC-B7B9-1EC00E2F3CBD}"/>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1322">
            <a:extLst xmlns:a="http://schemas.openxmlformats.org/drawingml/2006/main">
              <a:ext uri="{FF2B5EF4-FFF2-40B4-BE49-F238E27FC236}">
                <a16:creationId xmlns:a16="http://schemas.microsoft.com/office/drawing/2014/main" id="{54FAAD4C-4F06-4497-8220-C6BBD771E169}"/>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1323">
            <a:extLst xmlns:a="http://schemas.openxmlformats.org/drawingml/2006/main">
              <a:ext uri="{FF2B5EF4-FFF2-40B4-BE49-F238E27FC236}">
                <a16:creationId xmlns:a16="http://schemas.microsoft.com/office/drawing/2014/main" id="{F7CDB2BE-880F-4B28-86B9-7C10932AC7A7}"/>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1324">
            <a:extLst xmlns:a="http://schemas.openxmlformats.org/drawingml/2006/main">
              <a:ext uri="{FF2B5EF4-FFF2-40B4-BE49-F238E27FC236}">
                <a16:creationId xmlns:a16="http://schemas.microsoft.com/office/drawing/2014/main" id="{55EC8CDA-C161-489D-9E5E-49081892CFCE}"/>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1325">
            <a:extLst xmlns:a="http://schemas.openxmlformats.org/drawingml/2006/main">
              <a:ext uri="{FF2B5EF4-FFF2-40B4-BE49-F238E27FC236}">
                <a16:creationId xmlns:a16="http://schemas.microsoft.com/office/drawing/2014/main" id="{ACA03E31-86A2-42CC-9DFF-C1EB4538EF25}"/>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35</a:t>
            </a:r>
          </a:p>
        </p:txBody>
      </p:sp>
      <p:sp>
        <p:nvSpPr>
          <p:cNvPr id="16" name="profile-1326">
            <a:extLst xmlns:a="http://schemas.openxmlformats.org/drawingml/2006/main">
              <a:ext uri="{FF2B5EF4-FFF2-40B4-BE49-F238E27FC236}">
                <a16:creationId xmlns:a16="http://schemas.microsoft.com/office/drawing/2014/main" id="{139CA366-ECEF-405E-B5D8-10E533295DD0}"/>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Zambales and Olongapo</a:t>
            </a:r>
          </a:p>
        </p:txBody>
      </p:sp>
      <p:sp>
        <p:nvSpPr>
          <p:cNvPr id="17" name="profile-1327">
            <a:extLst xmlns:a="http://schemas.openxmlformats.org/drawingml/2006/main">
              <a:ext uri="{FF2B5EF4-FFF2-40B4-BE49-F238E27FC236}">
                <a16:creationId xmlns:a16="http://schemas.microsoft.com/office/drawing/2014/main" id="{176BE0ED-6E29-4444-8ADF-17717BA88C96}"/>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1328">
            <a:extLst xmlns:a="http://schemas.openxmlformats.org/drawingml/2006/main">
              <a:ext uri="{FF2B5EF4-FFF2-40B4-BE49-F238E27FC236}">
                <a16:creationId xmlns:a16="http://schemas.microsoft.com/office/drawing/2014/main" id="{69802F60-1A1E-48D6-9FAD-DAF7B6212E44}"/>
              </a:ext>
            </a:extLst>
          </p:cNvPr>
          <p:cNvSpPr>
            <a:spLocks xmlns:a="http://schemas.openxmlformats.org/drawingml/2006/main" noGrp="1"/>
          </p:cNvSpPr>
          <p:nvPr/>
        </p:nvSpPr>
        <p:spPr>
          <a:xfrm xmlns:a="http://schemas.openxmlformats.org/drawingml/2006/main">
            <a:off x="400050" y="2114550"/>
            <a:ext cx="1128712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456079"/>
                </a:solidFill>
                <a:latin typeface="Segoe UI"/>
                <a:ea typeface="Segoe UI"/>
                <a:cs typeface="Segoe UI"/>
              </a:defRPr>
            </a:defPPr>
          </a:lstStyle>
          <a:p xmlns:a="http://schemas.openxmlformats.org/drawingml/2006/main">
            <a:pPr algn="l">
              <a:defRPr sz="1500" b="0">
                <a:solidFill>
                  <a:srgbClr val="456079"/>
                </a:solidFill>
                <a:latin typeface="Segoe UI"/>
                <a:ea typeface="Segoe UI"/>
                <a:cs typeface="Segoe UI"/>
              </a:defRPr>
            </a:pPr>
            <a:r>
              <a:rPr sz="1500" b="0">
                <a:solidFill>
                  <a:srgbClr val="456079"/>
                </a:solidFill>
                <a:latin typeface="Segoe UI"/>
                <a:ea typeface="Segoe UI"/>
                <a:cs typeface="Segoe UI"/>
              </a:rPr>
              <a:t>Coverage appendix | Cities and municipalities</a:t>
            </a:r>
          </a:p>
        </p:txBody>
      </p:sp>
      <p:sp>
        <p:nvSpPr>
          <p:cNvPr id="19" name="profile-1329">
            <a:extLst xmlns:a="http://schemas.openxmlformats.org/drawingml/2006/main">
              <a:ext uri="{FF2B5EF4-FFF2-40B4-BE49-F238E27FC236}">
                <a16:creationId xmlns:a16="http://schemas.microsoft.com/office/drawing/2014/main" id="{ACFAA051-726C-4182-B24E-8EBFC828E20D}"/>
              </a:ext>
            </a:extLst>
          </p:cNvPr>
          <p:cNvSpPr>
            <a:spLocks xmlns:a="http://schemas.openxmlformats.org/drawingml/2006/main" noGrp="1"/>
          </p:cNvSpPr>
          <p:nvPr/>
        </p:nvSpPr>
        <p:spPr>
          <a:xfrm xmlns:a="http://schemas.openxmlformats.org/drawingml/2006/main">
            <a:off x="400050" y="28670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0" name="profile-1330">
            <a:extLst xmlns:a="http://schemas.openxmlformats.org/drawingml/2006/main">
              <a:ext uri="{FF2B5EF4-FFF2-40B4-BE49-F238E27FC236}">
                <a16:creationId xmlns:a16="http://schemas.microsoft.com/office/drawing/2014/main" id="{2BBECC62-9FCC-4311-AAC5-F85B281B7F93}"/>
              </a:ext>
            </a:extLst>
          </p:cNvPr>
          <p:cNvSpPr>
            <a:spLocks xmlns:a="http://schemas.openxmlformats.org/drawingml/2006/main" noGrp="1"/>
          </p:cNvSpPr>
          <p:nvPr/>
        </p:nvSpPr>
        <p:spPr>
          <a:xfrm xmlns:a="http://schemas.openxmlformats.org/drawingml/2006/main">
            <a:off x="571500" y="27622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Olongapo</a:t>
            </a:r>
          </a:p>
        </p:txBody>
      </p:sp>
      <p:sp>
        <p:nvSpPr>
          <p:cNvPr id="21" name="profile-1331">
            <a:extLst xmlns:a="http://schemas.openxmlformats.org/drawingml/2006/main">
              <a:ext uri="{FF2B5EF4-FFF2-40B4-BE49-F238E27FC236}">
                <a16:creationId xmlns:a16="http://schemas.microsoft.com/office/drawing/2014/main" id="{82758538-101E-42BC-853B-E70A078434A2}"/>
              </a:ext>
            </a:extLst>
          </p:cNvPr>
          <p:cNvSpPr>
            <a:spLocks xmlns:a="http://schemas.openxmlformats.org/drawingml/2006/main" noGrp="1"/>
          </p:cNvSpPr>
          <p:nvPr/>
        </p:nvSpPr>
        <p:spPr>
          <a:xfrm xmlns:a="http://schemas.openxmlformats.org/drawingml/2006/main">
            <a:off x="400050" y="31146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2" name="profile-1332">
            <a:extLst xmlns:a="http://schemas.openxmlformats.org/drawingml/2006/main">
              <a:ext uri="{FF2B5EF4-FFF2-40B4-BE49-F238E27FC236}">
                <a16:creationId xmlns:a16="http://schemas.microsoft.com/office/drawing/2014/main" id="{98991BA3-DD7C-4469-91BE-8EF8C216196D}"/>
              </a:ext>
            </a:extLst>
          </p:cNvPr>
          <p:cNvSpPr>
            <a:spLocks xmlns:a="http://schemas.openxmlformats.org/drawingml/2006/main" noGrp="1"/>
          </p:cNvSpPr>
          <p:nvPr/>
        </p:nvSpPr>
        <p:spPr>
          <a:xfrm xmlns:a="http://schemas.openxmlformats.org/drawingml/2006/main">
            <a:off x="571500" y="30099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Botolan</a:t>
            </a:r>
          </a:p>
        </p:txBody>
      </p:sp>
      <p:sp>
        <p:nvSpPr>
          <p:cNvPr id="23" name="profile-1333">
            <a:extLst xmlns:a="http://schemas.openxmlformats.org/drawingml/2006/main">
              <a:ext uri="{FF2B5EF4-FFF2-40B4-BE49-F238E27FC236}">
                <a16:creationId xmlns:a16="http://schemas.microsoft.com/office/drawing/2014/main" id="{8532DD2E-9D0C-47A7-913C-E28C1267C78E}"/>
              </a:ext>
            </a:extLst>
          </p:cNvPr>
          <p:cNvSpPr>
            <a:spLocks xmlns:a="http://schemas.openxmlformats.org/drawingml/2006/main" noGrp="1"/>
          </p:cNvSpPr>
          <p:nvPr/>
        </p:nvSpPr>
        <p:spPr>
          <a:xfrm xmlns:a="http://schemas.openxmlformats.org/drawingml/2006/main">
            <a:off x="400050" y="33623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4" name="profile-1334">
            <a:extLst xmlns:a="http://schemas.openxmlformats.org/drawingml/2006/main">
              <a:ext uri="{FF2B5EF4-FFF2-40B4-BE49-F238E27FC236}">
                <a16:creationId xmlns:a16="http://schemas.microsoft.com/office/drawing/2014/main" id="{33771576-CEF2-4953-8B55-B5BE7C55BFF4}"/>
              </a:ext>
            </a:extLst>
          </p:cNvPr>
          <p:cNvSpPr>
            <a:spLocks xmlns:a="http://schemas.openxmlformats.org/drawingml/2006/main" noGrp="1"/>
          </p:cNvSpPr>
          <p:nvPr/>
        </p:nvSpPr>
        <p:spPr>
          <a:xfrm xmlns:a="http://schemas.openxmlformats.org/drawingml/2006/main">
            <a:off x="571500" y="32575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Cabangan</a:t>
            </a:r>
          </a:p>
        </p:txBody>
      </p:sp>
      <p:sp>
        <p:nvSpPr>
          <p:cNvPr id="25" name="profile-1335">
            <a:extLst xmlns:a="http://schemas.openxmlformats.org/drawingml/2006/main">
              <a:ext uri="{FF2B5EF4-FFF2-40B4-BE49-F238E27FC236}">
                <a16:creationId xmlns:a16="http://schemas.microsoft.com/office/drawing/2014/main" id="{4B885311-EABB-45A4-86E2-D2358DABA470}"/>
              </a:ext>
            </a:extLst>
          </p:cNvPr>
          <p:cNvSpPr>
            <a:spLocks xmlns:a="http://schemas.openxmlformats.org/drawingml/2006/main" noGrp="1"/>
          </p:cNvSpPr>
          <p:nvPr/>
        </p:nvSpPr>
        <p:spPr>
          <a:xfrm xmlns:a="http://schemas.openxmlformats.org/drawingml/2006/main">
            <a:off x="400050" y="36099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6" name="profile-1336">
            <a:extLst xmlns:a="http://schemas.openxmlformats.org/drawingml/2006/main">
              <a:ext uri="{FF2B5EF4-FFF2-40B4-BE49-F238E27FC236}">
                <a16:creationId xmlns:a16="http://schemas.microsoft.com/office/drawing/2014/main" id="{F5FE92E5-CD2B-4495-886F-82C666177A51}"/>
              </a:ext>
            </a:extLst>
          </p:cNvPr>
          <p:cNvSpPr>
            <a:spLocks xmlns:a="http://schemas.openxmlformats.org/drawingml/2006/main" noGrp="1"/>
          </p:cNvSpPr>
          <p:nvPr/>
        </p:nvSpPr>
        <p:spPr>
          <a:xfrm xmlns:a="http://schemas.openxmlformats.org/drawingml/2006/main">
            <a:off x="571500" y="35052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Candelaria</a:t>
            </a:r>
          </a:p>
        </p:txBody>
      </p:sp>
      <p:sp>
        <p:nvSpPr>
          <p:cNvPr id="27" name="profile-1337">
            <a:extLst xmlns:a="http://schemas.openxmlformats.org/drawingml/2006/main">
              <a:ext uri="{FF2B5EF4-FFF2-40B4-BE49-F238E27FC236}">
                <a16:creationId xmlns:a16="http://schemas.microsoft.com/office/drawing/2014/main" id="{04255115-1BA0-4D05-A9CA-2184011EE001}"/>
              </a:ext>
            </a:extLst>
          </p:cNvPr>
          <p:cNvSpPr>
            <a:spLocks xmlns:a="http://schemas.openxmlformats.org/drawingml/2006/main" noGrp="1"/>
          </p:cNvSpPr>
          <p:nvPr/>
        </p:nvSpPr>
        <p:spPr>
          <a:xfrm xmlns:a="http://schemas.openxmlformats.org/drawingml/2006/main">
            <a:off x="400050" y="38576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8" name="profile-1338">
            <a:extLst xmlns:a="http://schemas.openxmlformats.org/drawingml/2006/main">
              <a:ext uri="{FF2B5EF4-FFF2-40B4-BE49-F238E27FC236}">
                <a16:creationId xmlns:a16="http://schemas.microsoft.com/office/drawing/2014/main" id="{69514929-F61D-4929-9012-11BC03DAD5AF}"/>
              </a:ext>
            </a:extLst>
          </p:cNvPr>
          <p:cNvSpPr>
            <a:spLocks xmlns:a="http://schemas.openxmlformats.org/drawingml/2006/main" noGrp="1"/>
          </p:cNvSpPr>
          <p:nvPr/>
        </p:nvSpPr>
        <p:spPr>
          <a:xfrm xmlns:a="http://schemas.openxmlformats.org/drawingml/2006/main">
            <a:off x="571500" y="37528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Castillejos</a:t>
            </a:r>
          </a:p>
        </p:txBody>
      </p:sp>
      <p:sp>
        <p:nvSpPr>
          <p:cNvPr id="29" name="profile-1339">
            <a:extLst xmlns:a="http://schemas.openxmlformats.org/drawingml/2006/main">
              <a:ext uri="{FF2B5EF4-FFF2-40B4-BE49-F238E27FC236}">
                <a16:creationId xmlns:a16="http://schemas.microsoft.com/office/drawing/2014/main" id="{728194FE-31A2-4A2F-B8E8-EF943C35CA4D}"/>
              </a:ext>
            </a:extLst>
          </p:cNvPr>
          <p:cNvSpPr>
            <a:spLocks xmlns:a="http://schemas.openxmlformats.org/drawingml/2006/main" noGrp="1"/>
          </p:cNvSpPr>
          <p:nvPr/>
        </p:nvSpPr>
        <p:spPr>
          <a:xfrm xmlns:a="http://schemas.openxmlformats.org/drawingml/2006/main">
            <a:off x="4276725" y="28670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0" name="profile-1340">
            <a:extLst xmlns:a="http://schemas.openxmlformats.org/drawingml/2006/main">
              <a:ext uri="{FF2B5EF4-FFF2-40B4-BE49-F238E27FC236}">
                <a16:creationId xmlns:a16="http://schemas.microsoft.com/office/drawing/2014/main" id="{329856DE-D90D-45C2-B52A-5B0D41ADB007}"/>
              </a:ext>
            </a:extLst>
          </p:cNvPr>
          <p:cNvSpPr>
            <a:spLocks xmlns:a="http://schemas.openxmlformats.org/drawingml/2006/main" noGrp="1"/>
          </p:cNvSpPr>
          <p:nvPr/>
        </p:nvSpPr>
        <p:spPr>
          <a:xfrm xmlns:a="http://schemas.openxmlformats.org/drawingml/2006/main">
            <a:off x="4448175" y="27622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Iba</a:t>
            </a:r>
          </a:p>
        </p:txBody>
      </p:sp>
      <p:sp>
        <p:nvSpPr>
          <p:cNvPr id="31" name="profile-1341">
            <a:extLst xmlns:a="http://schemas.openxmlformats.org/drawingml/2006/main">
              <a:ext uri="{FF2B5EF4-FFF2-40B4-BE49-F238E27FC236}">
                <a16:creationId xmlns:a16="http://schemas.microsoft.com/office/drawing/2014/main" id="{C4FA013C-CF0F-4815-8FAD-CC1DE5D0E17D}"/>
              </a:ext>
            </a:extLst>
          </p:cNvPr>
          <p:cNvSpPr>
            <a:spLocks xmlns:a="http://schemas.openxmlformats.org/drawingml/2006/main" noGrp="1"/>
          </p:cNvSpPr>
          <p:nvPr/>
        </p:nvSpPr>
        <p:spPr>
          <a:xfrm xmlns:a="http://schemas.openxmlformats.org/drawingml/2006/main">
            <a:off x="4276725" y="31146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2" name="profile-1342">
            <a:extLst xmlns:a="http://schemas.openxmlformats.org/drawingml/2006/main">
              <a:ext uri="{FF2B5EF4-FFF2-40B4-BE49-F238E27FC236}">
                <a16:creationId xmlns:a16="http://schemas.microsoft.com/office/drawing/2014/main" id="{8457D98C-15E4-4A7C-97BE-C2274C0E1294}"/>
              </a:ext>
            </a:extLst>
          </p:cNvPr>
          <p:cNvSpPr>
            <a:spLocks xmlns:a="http://schemas.openxmlformats.org/drawingml/2006/main" noGrp="1"/>
          </p:cNvSpPr>
          <p:nvPr/>
        </p:nvSpPr>
        <p:spPr>
          <a:xfrm xmlns:a="http://schemas.openxmlformats.org/drawingml/2006/main">
            <a:off x="4448175" y="30099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Masinloc</a:t>
            </a:r>
          </a:p>
        </p:txBody>
      </p:sp>
      <p:sp>
        <p:nvSpPr>
          <p:cNvPr id="33" name="profile-1343">
            <a:extLst xmlns:a="http://schemas.openxmlformats.org/drawingml/2006/main">
              <a:ext uri="{FF2B5EF4-FFF2-40B4-BE49-F238E27FC236}">
                <a16:creationId xmlns:a16="http://schemas.microsoft.com/office/drawing/2014/main" id="{1C7F8B07-3EE2-4086-B09A-C383E1BC38C1}"/>
              </a:ext>
            </a:extLst>
          </p:cNvPr>
          <p:cNvSpPr>
            <a:spLocks xmlns:a="http://schemas.openxmlformats.org/drawingml/2006/main" noGrp="1"/>
          </p:cNvSpPr>
          <p:nvPr/>
        </p:nvSpPr>
        <p:spPr>
          <a:xfrm xmlns:a="http://schemas.openxmlformats.org/drawingml/2006/main">
            <a:off x="4276725" y="33623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4" name="profile-1344">
            <a:extLst xmlns:a="http://schemas.openxmlformats.org/drawingml/2006/main">
              <a:ext uri="{FF2B5EF4-FFF2-40B4-BE49-F238E27FC236}">
                <a16:creationId xmlns:a16="http://schemas.microsoft.com/office/drawing/2014/main" id="{A13E6CF2-7BEA-4CAA-A06D-2DD61AC0D200}"/>
              </a:ext>
            </a:extLst>
          </p:cNvPr>
          <p:cNvSpPr>
            <a:spLocks xmlns:a="http://schemas.openxmlformats.org/drawingml/2006/main" noGrp="1"/>
          </p:cNvSpPr>
          <p:nvPr/>
        </p:nvSpPr>
        <p:spPr>
          <a:xfrm xmlns:a="http://schemas.openxmlformats.org/drawingml/2006/main">
            <a:off x="4448175" y="32575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Palauig</a:t>
            </a:r>
          </a:p>
        </p:txBody>
      </p:sp>
      <p:sp>
        <p:nvSpPr>
          <p:cNvPr id="35" name="profile-1345">
            <a:extLst xmlns:a="http://schemas.openxmlformats.org/drawingml/2006/main">
              <a:ext uri="{FF2B5EF4-FFF2-40B4-BE49-F238E27FC236}">
                <a16:creationId xmlns:a16="http://schemas.microsoft.com/office/drawing/2014/main" id="{B2210E0E-5032-4108-AF8F-05370D1136FB}"/>
              </a:ext>
            </a:extLst>
          </p:cNvPr>
          <p:cNvSpPr>
            <a:spLocks xmlns:a="http://schemas.openxmlformats.org/drawingml/2006/main" noGrp="1"/>
          </p:cNvSpPr>
          <p:nvPr/>
        </p:nvSpPr>
        <p:spPr>
          <a:xfrm xmlns:a="http://schemas.openxmlformats.org/drawingml/2006/main">
            <a:off x="4276725" y="36099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6" name="profile-1346">
            <a:extLst xmlns:a="http://schemas.openxmlformats.org/drawingml/2006/main">
              <a:ext uri="{FF2B5EF4-FFF2-40B4-BE49-F238E27FC236}">
                <a16:creationId xmlns:a16="http://schemas.microsoft.com/office/drawing/2014/main" id="{2C16E265-677F-4492-8380-02852ECFBC5B}"/>
              </a:ext>
            </a:extLst>
          </p:cNvPr>
          <p:cNvSpPr>
            <a:spLocks xmlns:a="http://schemas.openxmlformats.org/drawingml/2006/main" noGrp="1"/>
          </p:cNvSpPr>
          <p:nvPr/>
        </p:nvSpPr>
        <p:spPr>
          <a:xfrm xmlns:a="http://schemas.openxmlformats.org/drawingml/2006/main">
            <a:off x="4448175" y="35052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 Antonio</a:t>
            </a:r>
          </a:p>
        </p:txBody>
      </p:sp>
      <p:sp>
        <p:nvSpPr>
          <p:cNvPr id="37" name="profile-1347">
            <a:extLst xmlns:a="http://schemas.openxmlformats.org/drawingml/2006/main">
              <a:ext uri="{FF2B5EF4-FFF2-40B4-BE49-F238E27FC236}">
                <a16:creationId xmlns:a16="http://schemas.microsoft.com/office/drawing/2014/main" id="{209F9E3B-4461-4E5E-BF6C-ACF92B736B3E}"/>
              </a:ext>
            </a:extLst>
          </p:cNvPr>
          <p:cNvSpPr>
            <a:spLocks xmlns:a="http://schemas.openxmlformats.org/drawingml/2006/main" noGrp="1"/>
          </p:cNvSpPr>
          <p:nvPr/>
        </p:nvSpPr>
        <p:spPr>
          <a:xfrm xmlns:a="http://schemas.openxmlformats.org/drawingml/2006/main">
            <a:off x="4276725" y="38576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8" name="profile-1348">
            <a:extLst xmlns:a="http://schemas.openxmlformats.org/drawingml/2006/main">
              <a:ext uri="{FF2B5EF4-FFF2-40B4-BE49-F238E27FC236}">
                <a16:creationId xmlns:a16="http://schemas.microsoft.com/office/drawing/2014/main" id="{56F50296-8BE4-4044-B963-6105826198D5}"/>
              </a:ext>
            </a:extLst>
          </p:cNvPr>
          <p:cNvSpPr>
            <a:spLocks xmlns:a="http://schemas.openxmlformats.org/drawingml/2006/main" noGrp="1"/>
          </p:cNvSpPr>
          <p:nvPr/>
        </p:nvSpPr>
        <p:spPr>
          <a:xfrm xmlns:a="http://schemas.openxmlformats.org/drawingml/2006/main">
            <a:off x="4448175" y="37528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 Felipe</a:t>
            </a:r>
          </a:p>
        </p:txBody>
      </p:sp>
      <p:sp>
        <p:nvSpPr>
          <p:cNvPr id="39" name="profile-1349">
            <a:extLst xmlns:a="http://schemas.openxmlformats.org/drawingml/2006/main">
              <a:ext uri="{FF2B5EF4-FFF2-40B4-BE49-F238E27FC236}">
                <a16:creationId xmlns:a16="http://schemas.microsoft.com/office/drawing/2014/main" id="{D789280A-E980-44F4-AB92-E69331ED48CD}"/>
              </a:ext>
            </a:extLst>
          </p:cNvPr>
          <p:cNvSpPr>
            <a:spLocks xmlns:a="http://schemas.openxmlformats.org/drawingml/2006/main" noGrp="1"/>
          </p:cNvSpPr>
          <p:nvPr/>
        </p:nvSpPr>
        <p:spPr>
          <a:xfrm xmlns:a="http://schemas.openxmlformats.org/drawingml/2006/main">
            <a:off x="8153400" y="28670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0" name="profile-1350">
            <a:extLst xmlns:a="http://schemas.openxmlformats.org/drawingml/2006/main">
              <a:ext uri="{FF2B5EF4-FFF2-40B4-BE49-F238E27FC236}">
                <a16:creationId xmlns:a16="http://schemas.microsoft.com/office/drawing/2014/main" id="{0FA40EC6-BA5B-488B-BAD6-EEED24371E6F}"/>
              </a:ext>
            </a:extLst>
          </p:cNvPr>
          <p:cNvSpPr>
            <a:spLocks xmlns:a="http://schemas.openxmlformats.org/drawingml/2006/main" noGrp="1"/>
          </p:cNvSpPr>
          <p:nvPr/>
        </p:nvSpPr>
        <p:spPr>
          <a:xfrm xmlns:a="http://schemas.openxmlformats.org/drawingml/2006/main">
            <a:off x="8324850" y="27622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 Marcelino</a:t>
            </a:r>
          </a:p>
        </p:txBody>
      </p:sp>
      <p:sp>
        <p:nvSpPr>
          <p:cNvPr id="41" name="profile-1351">
            <a:extLst xmlns:a="http://schemas.openxmlformats.org/drawingml/2006/main">
              <a:ext uri="{FF2B5EF4-FFF2-40B4-BE49-F238E27FC236}">
                <a16:creationId xmlns:a16="http://schemas.microsoft.com/office/drawing/2014/main" id="{A813B76E-4B65-490F-A5AE-A109688EE944}"/>
              </a:ext>
            </a:extLst>
          </p:cNvPr>
          <p:cNvSpPr>
            <a:spLocks xmlns:a="http://schemas.openxmlformats.org/drawingml/2006/main" noGrp="1"/>
          </p:cNvSpPr>
          <p:nvPr/>
        </p:nvSpPr>
        <p:spPr>
          <a:xfrm xmlns:a="http://schemas.openxmlformats.org/drawingml/2006/main">
            <a:off x="8153400" y="31146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2" name="profile-1352">
            <a:extLst xmlns:a="http://schemas.openxmlformats.org/drawingml/2006/main">
              <a:ext uri="{FF2B5EF4-FFF2-40B4-BE49-F238E27FC236}">
                <a16:creationId xmlns:a16="http://schemas.microsoft.com/office/drawing/2014/main" id="{29E7E8D4-C964-4579-BB1A-3DEBFB052474}"/>
              </a:ext>
            </a:extLst>
          </p:cNvPr>
          <p:cNvSpPr>
            <a:spLocks xmlns:a="http://schemas.openxmlformats.org/drawingml/2006/main" noGrp="1"/>
          </p:cNvSpPr>
          <p:nvPr/>
        </p:nvSpPr>
        <p:spPr>
          <a:xfrm xmlns:a="http://schemas.openxmlformats.org/drawingml/2006/main">
            <a:off x="8324850" y="30099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 Narciso</a:t>
            </a:r>
          </a:p>
        </p:txBody>
      </p:sp>
      <p:sp>
        <p:nvSpPr>
          <p:cNvPr id="43" name="profile-1353">
            <a:extLst xmlns:a="http://schemas.openxmlformats.org/drawingml/2006/main">
              <a:ext uri="{FF2B5EF4-FFF2-40B4-BE49-F238E27FC236}">
                <a16:creationId xmlns:a16="http://schemas.microsoft.com/office/drawing/2014/main" id="{67251FF6-19AD-4A99-BE4F-B488972589A8}"/>
              </a:ext>
            </a:extLst>
          </p:cNvPr>
          <p:cNvSpPr>
            <a:spLocks xmlns:a="http://schemas.openxmlformats.org/drawingml/2006/main" noGrp="1"/>
          </p:cNvSpPr>
          <p:nvPr/>
        </p:nvSpPr>
        <p:spPr>
          <a:xfrm xmlns:a="http://schemas.openxmlformats.org/drawingml/2006/main">
            <a:off x="8153400" y="33623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4" name="profile-1354">
            <a:extLst xmlns:a="http://schemas.openxmlformats.org/drawingml/2006/main">
              <a:ext uri="{FF2B5EF4-FFF2-40B4-BE49-F238E27FC236}">
                <a16:creationId xmlns:a16="http://schemas.microsoft.com/office/drawing/2014/main" id="{307B5E1A-B9CE-48D3-AB20-73CEC923CE5F}"/>
              </a:ext>
            </a:extLst>
          </p:cNvPr>
          <p:cNvSpPr>
            <a:spLocks xmlns:a="http://schemas.openxmlformats.org/drawingml/2006/main" noGrp="1"/>
          </p:cNvSpPr>
          <p:nvPr/>
        </p:nvSpPr>
        <p:spPr>
          <a:xfrm xmlns:a="http://schemas.openxmlformats.org/drawingml/2006/main">
            <a:off x="8324850" y="32575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Santa Cruz</a:t>
            </a:r>
          </a:p>
        </p:txBody>
      </p:sp>
      <p:sp>
        <p:nvSpPr>
          <p:cNvPr id="45" name="profile-1355">
            <a:extLst xmlns:a="http://schemas.openxmlformats.org/drawingml/2006/main">
              <a:ext uri="{FF2B5EF4-FFF2-40B4-BE49-F238E27FC236}">
                <a16:creationId xmlns:a16="http://schemas.microsoft.com/office/drawing/2014/main" id="{A3B753B3-A9C8-4BA0-9097-592D79E9A96D}"/>
              </a:ext>
            </a:extLst>
          </p:cNvPr>
          <p:cNvSpPr>
            <a:spLocks xmlns:a="http://schemas.openxmlformats.org/drawingml/2006/main" noGrp="1"/>
          </p:cNvSpPr>
          <p:nvPr/>
        </p:nvSpPr>
        <p:spPr>
          <a:xfrm xmlns:a="http://schemas.openxmlformats.org/drawingml/2006/main">
            <a:off x="8153400" y="36099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6" name="profile-1356">
            <a:extLst xmlns:a="http://schemas.openxmlformats.org/drawingml/2006/main">
              <a:ext uri="{FF2B5EF4-FFF2-40B4-BE49-F238E27FC236}">
                <a16:creationId xmlns:a16="http://schemas.microsoft.com/office/drawing/2014/main" id="{F52C1546-3DBE-4E7B-8B56-7B6BEE3F8D6A}"/>
              </a:ext>
            </a:extLst>
          </p:cNvPr>
          <p:cNvSpPr>
            <a:spLocks xmlns:a="http://schemas.openxmlformats.org/drawingml/2006/main" noGrp="1"/>
          </p:cNvSpPr>
          <p:nvPr/>
        </p:nvSpPr>
        <p:spPr>
          <a:xfrm xmlns:a="http://schemas.openxmlformats.org/drawingml/2006/main">
            <a:off x="8324850" y="35052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Subic</a:t>
            </a:r>
          </a:p>
        </p:txBody>
      </p:sp>
      <p:sp>
        <p:nvSpPr>
          <p:cNvPr id="47" name="profile-1357">
            <a:extLst xmlns:a="http://schemas.openxmlformats.org/drawingml/2006/main">
              <a:ext uri="{FF2B5EF4-FFF2-40B4-BE49-F238E27FC236}">
                <a16:creationId xmlns:a16="http://schemas.microsoft.com/office/drawing/2014/main" id="{0D1199F6-D74A-4356-BA9A-3317A97CBD03}"/>
              </a:ext>
            </a:extLst>
          </p:cNvPr>
          <p:cNvSpPr>
            <a:spLocks xmlns:a="http://schemas.openxmlformats.org/drawingml/2006/main" noGrp="1"/>
          </p:cNvSpPr>
          <p:nvPr/>
        </p:nvSpPr>
        <p:spPr>
          <a:xfrm xmlns:a="http://schemas.openxmlformats.org/drawingml/2006/main">
            <a:off x="400050" y="5962650"/>
            <a:ext cx="11334750" cy="1895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456079"/>
                </a:solidFill>
                <a:latin typeface="Segoe UI"/>
                <a:ea typeface="Segoe UI"/>
                <a:cs typeface="Segoe UI"/>
              </a:defRPr>
            </a:defPPr>
          </a:lstStyle>
          <a:p xmlns:a="http://schemas.openxmlformats.org/drawingml/2006/main">
            <a:pPr algn="l">
              <a:defRPr sz="975" b="0">
                <a:solidFill>
                  <a:srgbClr val="456079"/>
                </a:solidFill>
                <a:latin typeface="Segoe UI"/>
                <a:ea typeface="Segoe UI"/>
                <a:cs typeface="Segoe UI"/>
              </a:defRPr>
            </a:pPr>
            <a:r>
              <a:rPr sz="975" b="0">
                <a:solidFill>
                  <a:srgbClr val="456079"/>
                </a:solidFill>
                <a:latin typeface="Segoe UI"/>
                <a:ea typeface="Segoe UI"/>
                <a:cs typeface="Segoe UI"/>
              </a:rPr>
              <a:t>Geographic names: PSA PSGC. Service schedule and availability confirmed upon inquiry.</a:t>
            </a:r>
          </a:p>
        </p:txBody>
      </p:sp>
    </p:spTree>
    <p:extLst>
      <p:ext uri="{BB962C8B-B14F-4D97-AF65-F5344CB8AC3E}">
        <p14:creationId xmlns:p14="http://schemas.microsoft.com/office/powerpoint/2010/main" val="1497541662"/>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profile-1358">
            <a:extLst xmlns:a="http://schemas.openxmlformats.org/drawingml/2006/main">
              <a:ext uri="{FF2B5EF4-FFF2-40B4-BE49-F238E27FC236}">
                <a16:creationId xmlns:a16="http://schemas.microsoft.com/office/drawing/2014/main" id="{FC45BC42-EA3C-4D97-B1F6-2C9F69FC30A3}"/>
              </a:ext>
            </a:extLst>
          </p:cNvPr>
          <p:cNvSpPr>
            <a:spLocks xmlns:a="http://schemas.openxmlformats.org/drawingml/2006/main" noGrp="1"/>
          </p:cNvSpPr>
          <p:nvPr/>
        </p:nvSpPr>
        <p:spPr>
          <a:xfrm xmlns:a="http://schemas.openxmlformats.org/drawingml/2006/main">
            <a:off x="0" y="0"/>
            <a:ext cx="12192000" cy="1133475"/>
          </a:xfrm>
          <a:prstGeom xmlns:a="http://schemas.openxmlformats.org/drawingml/2006/main" prst="rect">
            <a:avLst/>
          </a:prstGeom>
          <a:solidFill xmlns:a="http://schemas.openxmlformats.org/drawingml/2006/main">
            <a:srgbClr val="ECF7FF"/>
          </a:solidFill>
          <a:ln xmlns:a="http://schemas.openxmlformats.org/drawingml/2006/main" w="0">
            <a:noFill/>
          </a:ln>
        </p:spPr>
      </p:sp>
      <p:sp>
        <p:nvSpPr>
          <p:cNvPr id="2" name="profile-1359">
            <a:extLst xmlns:a="http://schemas.openxmlformats.org/drawingml/2006/main">
              <a:ext uri="{FF2B5EF4-FFF2-40B4-BE49-F238E27FC236}">
                <a16:creationId xmlns:a16="http://schemas.microsoft.com/office/drawing/2014/main" id="{F4660048-5DB7-4B39-A2C9-23CED674E571}"/>
              </a:ext>
            </a:extLst>
          </p:cNvPr>
          <p:cNvSpPr>
            <a:spLocks xmlns:a="http://schemas.openxmlformats.org/drawingml/2006/main" noGrp="1"/>
          </p:cNvSpPr>
          <p:nvPr/>
        </p:nvSpPr>
        <p:spPr>
          <a:xfrm xmlns:a="http://schemas.openxmlformats.org/drawingml/2006/main">
            <a:off x="0" y="1095375"/>
            <a:ext cx="12192000" cy="38100"/>
          </a:xfrm>
          <a:prstGeom xmlns:a="http://schemas.openxmlformats.org/drawingml/2006/main" prst="rect">
            <a:avLst/>
          </a:prstGeom>
          <a:solidFill xmlns:a="http://schemas.openxmlformats.org/drawingml/2006/main">
            <a:srgbClr val="2DAEEC"/>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FA41B5CD-F00D-438B-9A56-384E219A67D0}"/>
              </a:ext>
            </a:extLst>
          </p:cNvPr>
          <p:cNvPicPr>
            <a:picLocks xmlns:a="http://schemas.openxmlformats.org/drawingml/2006/main" noChangeAspect="1"/>
          </p:cNvPicPr>
          <p:nvPr/>
        </p:nvPicPr>
        <p:blipFill>
          <a:blip xmlns:r="http://schemas.openxmlformats.org/officeDocument/2006/relationships" xmlns:a="http://schemas.openxmlformats.org/drawingml/2006/main" r:embed="R5e0ed3cef8bf4ad9"/>
          <a:srcRect xmlns:a="http://schemas.openxmlformats.org/drawingml/2006/main" l="0" t="0" r="0" b="0"/>
          <a:stretch xmlns:a="http://schemas.openxmlformats.org/drawingml/2006/main">
            <a:fillRect l="0" t="0" r="0" b="0"/>
          </a:stretch>
        </p:blipFill>
        <p:spPr>
          <a:xfrm xmlns:a="http://schemas.openxmlformats.org/drawingml/2006/main">
            <a:off x="400050" y="142875"/>
            <a:ext cx="742950" cy="742950"/>
          </a:xfrm>
          <a:prstGeom xmlns:a="http://schemas.openxmlformats.org/drawingml/2006/main" prst="rect">
            <a:avLst/>
          </a:prstGeom>
        </p:spPr>
      </p:pic>
      <p:sp>
        <p:nvSpPr>
          <p:cNvPr id="4" name="profile-1360">
            <a:extLst xmlns:a="http://schemas.openxmlformats.org/drawingml/2006/main">
              <a:ext uri="{FF2B5EF4-FFF2-40B4-BE49-F238E27FC236}">
                <a16:creationId xmlns:a16="http://schemas.microsoft.com/office/drawing/2014/main" id="{4320B4BF-FE7A-43A2-9542-E2018C16A9F4}"/>
              </a:ext>
            </a:extLst>
          </p:cNvPr>
          <p:cNvSpPr>
            <a:spLocks xmlns:a="http://schemas.openxmlformats.org/drawingml/2006/main" noGrp="1"/>
          </p:cNvSpPr>
          <p:nvPr/>
        </p:nvSpPr>
        <p:spPr>
          <a:xfrm xmlns:a="http://schemas.openxmlformats.org/drawingml/2006/main">
            <a:off x="1352550" y="1333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E2C5E"/>
                </a:solidFill>
                <a:latin typeface="Segoe UI"/>
                <a:ea typeface="Segoe UI"/>
                <a:cs typeface="Segoe UI"/>
              </a:defRPr>
            </a:defPPr>
          </a:lstStyle>
          <a:p xmlns:a="http://schemas.openxmlformats.org/drawingml/2006/main">
            <a:pPr algn="l">
              <a:defRPr sz="1875" b="1">
                <a:solidFill>
                  <a:srgbClr val="0E2C5E"/>
                </a:solidFill>
                <a:latin typeface="Segoe UI"/>
                <a:ea typeface="Segoe UI"/>
                <a:cs typeface="Segoe UI"/>
              </a:defRPr>
            </a:pPr>
            <a:r>
              <a:rPr sz="1875" b="1">
                <a:solidFill>
                  <a:srgbClr val="0E2C5E"/>
                </a:solidFill>
                <a:latin typeface="Segoe UI"/>
                <a:ea typeface="Segoe UI"/>
                <a:cs typeface="Segoe UI"/>
              </a:rPr>
              <a:t>OCEANIDES</a:t>
            </a:r>
          </a:p>
        </p:txBody>
      </p:sp>
      <p:sp>
        <p:nvSpPr>
          <p:cNvPr id="5" name="profile-1361">
            <a:extLst xmlns:a="http://schemas.openxmlformats.org/drawingml/2006/main">
              <a:ext uri="{FF2B5EF4-FFF2-40B4-BE49-F238E27FC236}">
                <a16:creationId xmlns:a16="http://schemas.microsoft.com/office/drawing/2014/main" id="{57D2962C-32B2-4887-B9D4-3ED7FDB1EAD1}"/>
              </a:ext>
            </a:extLst>
          </p:cNvPr>
          <p:cNvSpPr>
            <a:spLocks xmlns:a="http://schemas.openxmlformats.org/drawingml/2006/main" noGrp="1"/>
          </p:cNvSpPr>
          <p:nvPr/>
        </p:nvSpPr>
        <p:spPr>
          <a:xfrm xmlns:a="http://schemas.openxmlformats.org/drawingml/2006/main">
            <a:off x="1352550" y="4381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0E2C5E"/>
                </a:solidFill>
                <a:latin typeface="Segoe UI"/>
                <a:ea typeface="Segoe UI"/>
                <a:cs typeface="Segoe UI"/>
              </a:defRPr>
            </a:defPPr>
          </a:lstStyle>
          <a:p xmlns:a="http://schemas.openxmlformats.org/drawingml/2006/main">
            <a:pPr algn="l">
              <a:defRPr sz="1425" b="1">
                <a:solidFill>
                  <a:srgbClr val="0E2C5E"/>
                </a:solidFill>
                <a:latin typeface="Segoe UI"/>
                <a:ea typeface="Segoe UI"/>
                <a:cs typeface="Segoe UI"/>
              </a:defRPr>
            </a:pPr>
            <a:r>
              <a:rPr sz="1425" b="1">
                <a:solidFill>
                  <a:srgbClr val="0E2C5E"/>
                </a:solidFill>
                <a:latin typeface="Segoe UI"/>
                <a:ea typeface="Segoe UI"/>
                <a:cs typeface="Segoe UI"/>
              </a:rPr>
              <a:t>Plumbing, Siphoning, and Pest Management Services OPC</a:t>
            </a:r>
          </a:p>
        </p:txBody>
      </p:sp>
      <p:sp>
        <p:nvSpPr>
          <p:cNvPr id="6" name="profile-1362">
            <a:extLst xmlns:a="http://schemas.openxmlformats.org/drawingml/2006/main">
              <a:ext uri="{FF2B5EF4-FFF2-40B4-BE49-F238E27FC236}">
                <a16:creationId xmlns:a16="http://schemas.microsoft.com/office/drawing/2014/main" id="{985D764E-60AC-4F62-B05F-1B2EFCA1B762}"/>
              </a:ext>
            </a:extLst>
          </p:cNvPr>
          <p:cNvSpPr>
            <a:spLocks xmlns:a="http://schemas.openxmlformats.org/drawingml/2006/main" noGrp="1"/>
          </p:cNvSpPr>
          <p:nvPr/>
        </p:nvSpPr>
        <p:spPr>
          <a:xfrm xmlns:a="http://schemas.openxmlformats.org/drawingml/2006/main">
            <a:off x="1352550" y="7143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0E2C5E"/>
                </a:solidFill>
                <a:latin typeface="Segoe UI"/>
                <a:ea typeface="Segoe UI"/>
                <a:cs typeface="Segoe UI"/>
              </a:defRPr>
            </a:defPPr>
          </a:lstStyle>
          <a:p xmlns:a="http://schemas.openxmlformats.org/drawingml/2006/main">
            <a:pPr algn="l">
              <a:defRPr sz="1200" b="0">
                <a:solidFill>
                  <a:srgbClr val="0E2C5E"/>
                </a:solidFill>
                <a:latin typeface="Segoe UI"/>
                <a:ea typeface="Segoe UI"/>
                <a:cs typeface="Segoe UI"/>
              </a:defRPr>
            </a:pPr>
            <a:r>
              <a:rPr sz="1200" b="0">
                <a:solidFill>
                  <a:srgbClr val="0E2C5E"/>
                </a:solidFill>
                <a:latin typeface="Segoe UI"/>
                <a:ea typeface="Segoe UI"/>
                <a:cs typeface="Segoe UI"/>
              </a:rPr>
              <a:t>(02) 8633 8486   |   Globe 0917 671 6383   |   Smart 0939 245 6217</a:t>
            </a:r>
          </a:p>
        </p:txBody>
      </p:sp>
      <p:sp>
        <p:nvSpPr>
          <p:cNvPr id="7" name="profile-1363">
            <a:extLst xmlns:a="http://schemas.openxmlformats.org/drawingml/2006/main">
              <a:ext uri="{FF2B5EF4-FFF2-40B4-BE49-F238E27FC236}">
                <a16:creationId xmlns:a16="http://schemas.microsoft.com/office/drawing/2014/main" id="{456B1FF7-071E-44CF-BD98-F20954CFEF88}"/>
              </a:ext>
            </a:extLst>
          </p:cNvPr>
          <p:cNvSpPr>
            <a:spLocks xmlns:a="http://schemas.openxmlformats.org/drawingml/2006/main" noGrp="1"/>
          </p:cNvSpPr>
          <p:nvPr/>
        </p:nvSpPr>
        <p:spPr>
          <a:xfrm xmlns:a="http://schemas.openxmlformats.org/drawingml/2006/main">
            <a:off x="1352550" y="923925"/>
            <a:ext cx="714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0E2C5E"/>
                </a:solidFill>
                <a:latin typeface="Segoe UI"/>
                <a:ea typeface="Segoe UI"/>
                <a:cs typeface="Segoe UI"/>
              </a:defRPr>
            </a:defPPr>
          </a:lstStyle>
          <a:p xmlns:a="http://schemas.openxmlformats.org/drawingml/2006/main">
            <a:pPr algn="l">
              <a:defRPr sz="1050" b="0">
                <a:solidFill>
                  <a:srgbClr val="0E2C5E"/>
                </a:solidFill>
                <a:latin typeface="Segoe UI"/>
                <a:ea typeface="Segoe UI"/>
                <a:cs typeface="Segoe UI"/>
              </a:defRPr>
            </a:pPr>
            <a:r>
              <a:rPr sz="1050" b="0">
                <a:solidFill>
                  <a:srgbClr val="0E2C5E"/>
                </a:solidFill>
                <a:latin typeface="Segoe UI"/>
                <a:ea typeface="Segoe UI"/>
                <a:cs typeface="Segoe UI"/>
              </a:rPr>
              <a:t>marketing@oceanidessepticandpest.com</a:t>
            </a:r>
          </a:p>
        </p:txBody>
      </p:sp>
      <p:sp>
        <p:nvSpPr>
          <p:cNvPr id="8" name="profile-1364">
            <a:extLst xmlns:a="http://schemas.openxmlformats.org/drawingml/2006/main">
              <a:ext uri="{FF2B5EF4-FFF2-40B4-BE49-F238E27FC236}">
                <a16:creationId xmlns:a16="http://schemas.microsoft.com/office/drawing/2014/main" id="{8AE0EA41-0F61-417B-AE4C-DB9A0D9D550B}"/>
              </a:ext>
            </a:extLst>
          </p:cNvPr>
          <p:cNvSpPr>
            <a:spLocks xmlns:a="http://schemas.openxmlformats.org/drawingml/2006/main" noGrp="1"/>
          </p:cNvSpPr>
          <p:nvPr/>
        </p:nvSpPr>
        <p:spPr>
          <a:xfrm xmlns:a="http://schemas.openxmlformats.org/drawingml/2006/main">
            <a:off x="9658350" y="190500"/>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1">
                <a:solidFill>
                  <a:srgbClr val="1267A5"/>
                </a:solidFill>
                <a:latin typeface="Segoe UI"/>
                <a:ea typeface="Segoe UI"/>
                <a:cs typeface="Segoe UI"/>
              </a:defRPr>
            </a:defPPr>
          </a:lstStyle>
          <a:p xmlns:a="http://schemas.openxmlformats.org/drawingml/2006/main">
            <a:pPr algn="l">
              <a:defRPr sz="975" b="1">
                <a:solidFill>
                  <a:srgbClr val="1267A5"/>
                </a:solidFill>
                <a:latin typeface="Segoe UI"/>
                <a:ea typeface="Segoe UI"/>
                <a:cs typeface="Segoe UI"/>
              </a:defRPr>
            </a:pPr>
            <a:r>
              <a:rPr sz="975" b="1">
                <a:solidFill>
                  <a:srgbClr val="1267A5"/>
                </a:solidFill>
                <a:latin typeface="Segoe UI"/>
                <a:ea typeface="Segoe UI"/>
                <a:cs typeface="Segoe UI"/>
              </a:rPr>
              <a:t>OPC TIN: TO FOLLOW</a:t>
            </a:r>
          </a:p>
        </p:txBody>
      </p:sp>
      <p:sp>
        <p:nvSpPr>
          <p:cNvPr id="9" name="profile-1365">
            <a:extLst xmlns:a="http://schemas.openxmlformats.org/drawingml/2006/main">
              <a:ext uri="{FF2B5EF4-FFF2-40B4-BE49-F238E27FC236}">
                <a16:creationId xmlns:a16="http://schemas.microsoft.com/office/drawing/2014/main" id="{3F6D2E19-BB68-4533-A968-9FA856E02F06}"/>
              </a:ext>
            </a:extLst>
          </p:cNvPr>
          <p:cNvSpPr>
            <a:spLocks xmlns:a="http://schemas.openxmlformats.org/drawingml/2006/main" noGrp="1"/>
          </p:cNvSpPr>
          <p:nvPr/>
        </p:nvSpPr>
        <p:spPr>
          <a:xfrm xmlns:a="http://schemas.openxmlformats.org/drawingml/2006/main">
            <a:off x="8096250" y="55149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25" b="1">
                <a:solidFill>
                  <a:srgbClr val="F2F8FC"/>
                </a:solidFill>
                <a:latin typeface="Segoe UI"/>
                <a:ea typeface="Segoe UI"/>
                <a:cs typeface="Segoe UI"/>
              </a:defRPr>
            </a:defPPr>
          </a:lstStyle>
          <a:p xmlns:a="http://schemas.openxmlformats.org/drawingml/2006/main">
            <a:pPr algn="l">
              <a:defRPr sz="4125" b="1">
                <a:solidFill>
                  <a:srgbClr val="F2F8FC"/>
                </a:solidFill>
                <a:latin typeface="Segoe UI"/>
                <a:ea typeface="Segoe UI"/>
                <a:cs typeface="Segoe UI"/>
              </a:defRPr>
            </a:pPr>
            <a:r>
              <a:rPr sz="4125" b="1">
                <a:solidFill>
                  <a:srgbClr val="F2F8FC"/>
                </a:solidFill>
                <a:latin typeface="Segoe UI"/>
                <a:ea typeface="Segoe UI"/>
                <a:cs typeface="Segoe UI"/>
              </a:rPr>
              <a:t>OCEANIDES</a:t>
            </a:r>
          </a:p>
        </p:txBody>
      </p:sp>
      <p:sp>
        <p:nvSpPr>
          <p:cNvPr id="10" name="profile-1366">
            <a:extLst xmlns:a="http://schemas.openxmlformats.org/drawingml/2006/main">
              <a:ext uri="{FF2B5EF4-FFF2-40B4-BE49-F238E27FC236}">
                <a16:creationId xmlns:a16="http://schemas.microsoft.com/office/drawing/2014/main" id="{ECAEB223-4157-4F95-967C-BA46FF1942F6}"/>
              </a:ext>
            </a:extLst>
          </p:cNvPr>
          <p:cNvSpPr>
            <a:spLocks xmlns:a="http://schemas.openxmlformats.org/drawingml/2006/main" noGrp="1"/>
          </p:cNvSpPr>
          <p:nvPr/>
        </p:nvSpPr>
        <p:spPr>
          <a:xfrm xmlns:a="http://schemas.openxmlformats.org/drawingml/2006/main">
            <a:off x="0" y="6267450"/>
            <a:ext cx="12192000" cy="590550"/>
          </a:xfrm>
          <a:prstGeom xmlns:a="http://schemas.openxmlformats.org/drawingml/2006/main" prst="rect">
            <a:avLst/>
          </a:prstGeom>
          <a:solidFill xmlns:a="http://schemas.openxmlformats.org/drawingml/2006/main">
            <a:srgbClr val="0E2C5E"/>
          </a:solidFill>
          <a:ln xmlns:a="http://schemas.openxmlformats.org/drawingml/2006/main" w="0">
            <a:noFill/>
          </a:ln>
        </p:spPr>
      </p:sp>
      <p:sp>
        <p:nvSpPr>
          <p:cNvPr id="11" name="profile-1367">
            <a:extLst xmlns:a="http://schemas.openxmlformats.org/drawingml/2006/main">
              <a:ext uri="{FF2B5EF4-FFF2-40B4-BE49-F238E27FC236}">
                <a16:creationId xmlns:a16="http://schemas.microsoft.com/office/drawing/2014/main" id="{AC02C0C1-CA0C-426A-B744-EF7FED572E20}"/>
              </a:ext>
            </a:extLst>
          </p:cNvPr>
          <p:cNvSpPr>
            <a:spLocks xmlns:a="http://schemas.openxmlformats.org/drawingml/2006/main" noGrp="1"/>
          </p:cNvSpPr>
          <p:nvPr/>
        </p:nvSpPr>
        <p:spPr>
          <a:xfrm xmlns:a="http://schemas.openxmlformats.org/drawingml/2006/main">
            <a:off x="0" y="6267450"/>
            <a:ext cx="12192000" cy="2857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2" name="profile-1368">
            <a:extLst xmlns:a="http://schemas.openxmlformats.org/drawingml/2006/main">
              <a:ext uri="{FF2B5EF4-FFF2-40B4-BE49-F238E27FC236}">
                <a16:creationId xmlns:a16="http://schemas.microsoft.com/office/drawing/2014/main" id="{E556036F-11A7-4870-B040-7CB9D394C6AC}"/>
              </a:ext>
            </a:extLst>
          </p:cNvPr>
          <p:cNvSpPr>
            <a:spLocks xmlns:a="http://schemas.openxmlformats.org/drawingml/2006/main" noGrp="1"/>
          </p:cNvSpPr>
          <p:nvPr/>
        </p:nvSpPr>
        <p:spPr>
          <a:xfrm xmlns:a="http://schemas.openxmlformats.org/drawingml/2006/main">
            <a:off x="400050" y="63817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oceanidesph.com   |   facebook.com/OceanidesMalabanan</a:t>
            </a:r>
          </a:p>
        </p:txBody>
      </p:sp>
      <p:sp>
        <p:nvSpPr>
          <p:cNvPr id="13" name="profile-1369">
            <a:extLst xmlns:a="http://schemas.openxmlformats.org/drawingml/2006/main">
              <a:ext uri="{FF2B5EF4-FFF2-40B4-BE49-F238E27FC236}">
                <a16:creationId xmlns:a16="http://schemas.microsoft.com/office/drawing/2014/main" id="{2A660002-6A29-4D9A-9A79-C2DBCE5C346F}"/>
              </a:ext>
            </a:extLst>
          </p:cNvPr>
          <p:cNvSpPr>
            <a:spLocks xmlns:a="http://schemas.openxmlformats.org/drawingml/2006/main" noGrp="1"/>
          </p:cNvSpPr>
          <p:nvPr/>
        </p:nvSpPr>
        <p:spPr>
          <a:xfrm xmlns:a="http://schemas.openxmlformats.org/drawingml/2006/main">
            <a:off x="400050" y="6619875"/>
            <a:ext cx="1038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FFFFFF"/>
                </a:solidFill>
                <a:latin typeface="Segoe UI"/>
                <a:ea typeface="Segoe UI"/>
                <a:cs typeface="Segoe UI"/>
              </a:defRPr>
            </a:defPPr>
          </a:lstStyle>
          <a:p xmlns:a="http://schemas.openxmlformats.org/drawingml/2006/main">
            <a:pPr algn="l">
              <a:defRPr sz="1050" b="0">
                <a:solidFill>
                  <a:srgbClr val="FFFFFF"/>
                </a:solidFill>
                <a:latin typeface="Segoe UI"/>
                <a:ea typeface="Segoe UI"/>
                <a:cs typeface="Segoe UI"/>
              </a:defRPr>
            </a:pPr>
            <a:r>
              <a:rPr sz="1050" b="0">
                <a:solidFill>
                  <a:srgbClr val="FFFFFF"/>
                </a:solidFill>
                <a:latin typeface="Segoe UI"/>
                <a:ea typeface="Segoe UI"/>
                <a:cs typeface="Segoe UI"/>
              </a:rPr>
              <a:t>marketing@oceanidessepticandpest.com   |   corporate@oceanidessepticandpest.com</a:t>
            </a:r>
          </a:p>
        </p:txBody>
      </p:sp>
      <p:sp>
        <p:nvSpPr>
          <p:cNvPr id="14" name="profile-1370">
            <a:extLst xmlns:a="http://schemas.openxmlformats.org/drawingml/2006/main">
              <a:ext uri="{FF2B5EF4-FFF2-40B4-BE49-F238E27FC236}">
                <a16:creationId xmlns:a16="http://schemas.microsoft.com/office/drawing/2014/main" id="{11FBF203-FBDB-43E2-B688-4DF048E45A4F}"/>
              </a:ext>
            </a:extLst>
          </p:cNvPr>
          <p:cNvSpPr>
            <a:spLocks xmlns:a="http://schemas.openxmlformats.org/drawingml/2006/main" noGrp="1"/>
          </p:cNvSpPr>
          <p:nvPr/>
        </p:nvSpPr>
        <p:spPr>
          <a:xfrm xmlns:a="http://schemas.openxmlformats.org/drawingml/2006/main">
            <a:off x="10610850" y="6381750"/>
            <a:ext cx="1238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1">
                <a:solidFill>
                  <a:srgbClr val="FFFFFF"/>
                </a:solidFill>
                <a:latin typeface="Segoe UI"/>
                <a:ea typeface="Segoe UI"/>
                <a:cs typeface="Segoe UI"/>
              </a:defRPr>
            </a:defPPr>
          </a:lstStyle>
          <a:p xmlns:a="http://schemas.openxmlformats.org/drawingml/2006/main">
            <a:pPr algn="l">
              <a:defRPr sz="900" b="1">
                <a:solidFill>
                  <a:srgbClr val="FFFFFF"/>
                </a:solidFill>
                <a:latin typeface="Segoe UI"/>
                <a:ea typeface="Segoe UI"/>
                <a:cs typeface="Segoe UI"/>
              </a:defRPr>
            </a:pPr>
            <a:r>
              <a:rPr sz="900" b="1">
                <a:solidFill>
                  <a:srgbClr val="FFFFFF"/>
                </a:solidFill>
                <a:latin typeface="Segoe UI"/>
                <a:ea typeface="Segoe UI"/>
                <a:cs typeface="Segoe UI"/>
              </a:rPr>
              <a:t>REVIEW DRAFT</a:t>
            </a:r>
          </a:p>
        </p:txBody>
      </p:sp>
      <p:sp>
        <p:nvSpPr>
          <p:cNvPr id="15" name="profile-1371">
            <a:extLst xmlns:a="http://schemas.openxmlformats.org/drawingml/2006/main">
              <a:ext uri="{FF2B5EF4-FFF2-40B4-BE49-F238E27FC236}">
                <a16:creationId xmlns:a16="http://schemas.microsoft.com/office/drawing/2014/main" id="{98BA4709-17E1-41B0-A715-77FBB9E7539D}"/>
              </a:ext>
            </a:extLst>
          </p:cNvPr>
          <p:cNvSpPr>
            <a:spLocks xmlns:a="http://schemas.openxmlformats.org/drawingml/2006/main" noGrp="1"/>
          </p:cNvSpPr>
          <p:nvPr/>
        </p:nvSpPr>
        <p:spPr>
          <a:xfrm xmlns:a="http://schemas.openxmlformats.org/drawingml/2006/main">
            <a:off x="11487150" y="66103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1">
                <a:solidFill>
                  <a:srgbClr val="FFFFFF"/>
                </a:solidFill>
                <a:latin typeface="Segoe UI"/>
                <a:ea typeface="Segoe UI"/>
                <a:cs typeface="Segoe UI"/>
              </a:defRPr>
            </a:defPPr>
          </a:lstStyle>
          <a:p xmlns:a="http://schemas.openxmlformats.org/drawingml/2006/main">
            <a:pPr algn="l">
              <a:defRPr sz="1125" b="1">
                <a:solidFill>
                  <a:srgbClr val="FFFFFF"/>
                </a:solidFill>
                <a:latin typeface="Segoe UI"/>
                <a:ea typeface="Segoe UI"/>
                <a:cs typeface="Segoe UI"/>
              </a:defRPr>
            </a:pPr>
            <a:r>
              <a:rPr sz="1125" b="1">
                <a:solidFill>
                  <a:srgbClr val="FFFFFF"/>
                </a:solidFill>
                <a:latin typeface="Segoe UI"/>
                <a:ea typeface="Segoe UI"/>
                <a:cs typeface="Segoe UI"/>
              </a:rPr>
              <a:t>36</a:t>
            </a:r>
          </a:p>
        </p:txBody>
      </p:sp>
      <p:sp>
        <p:nvSpPr>
          <p:cNvPr id="16" name="profile-1372">
            <a:extLst xmlns:a="http://schemas.openxmlformats.org/drawingml/2006/main">
              <a:ext uri="{FF2B5EF4-FFF2-40B4-BE49-F238E27FC236}">
                <a16:creationId xmlns:a16="http://schemas.microsoft.com/office/drawing/2014/main" id="{9B6C17B5-B8E4-4B9A-89B7-99C31CFA6EF7}"/>
              </a:ext>
            </a:extLst>
          </p:cNvPr>
          <p:cNvSpPr>
            <a:spLocks xmlns:a="http://schemas.openxmlformats.org/drawingml/2006/main" noGrp="1"/>
          </p:cNvSpPr>
          <p:nvPr/>
        </p:nvSpPr>
        <p:spPr>
          <a:xfrm xmlns:a="http://schemas.openxmlformats.org/drawingml/2006/main">
            <a:off x="400050" y="141922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267A5"/>
                </a:solidFill>
                <a:latin typeface="Segoe UI"/>
                <a:ea typeface="Segoe UI"/>
                <a:cs typeface="Segoe UI"/>
              </a:defRPr>
            </a:defPPr>
          </a:lstStyle>
          <a:p xmlns:a="http://schemas.openxmlformats.org/drawingml/2006/main">
            <a:pPr algn="l">
              <a:defRPr sz="3150" b="1">
                <a:solidFill>
                  <a:srgbClr val="1267A5"/>
                </a:solidFill>
                <a:latin typeface="Segoe UI"/>
                <a:ea typeface="Segoe UI"/>
                <a:cs typeface="Segoe UI"/>
              </a:defRPr>
            </a:pPr>
            <a:r>
              <a:rPr sz="3150" b="1">
                <a:solidFill>
                  <a:srgbClr val="1267A5"/>
                </a:solidFill>
                <a:latin typeface="Segoe UI"/>
                <a:ea typeface="Segoe UI"/>
                <a:cs typeface="Segoe UI"/>
              </a:rPr>
              <a:t>Bataan</a:t>
            </a:r>
          </a:p>
        </p:txBody>
      </p:sp>
      <p:sp>
        <p:nvSpPr>
          <p:cNvPr id="17" name="profile-1373">
            <a:extLst xmlns:a="http://schemas.openxmlformats.org/drawingml/2006/main">
              <a:ext uri="{FF2B5EF4-FFF2-40B4-BE49-F238E27FC236}">
                <a16:creationId xmlns:a16="http://schemas.microsoft.com/office/drawing/2014/main" id="{332C9795-7726-48A7-80F5-C6C8EF17F6C6}"/>
              </a:ext>
            </a:extLst>
          </p:cNvPr>
          <p:cNvSpPr>
            <a:spLocks xmlns:a="http://schemas.openxmlformats.org/drawingml/2006/main" noGrp="1"/>
          </p:cNvSpPr>
          <p:nvPr/>
        </p:nvSpPr>
        <p:spPr>
          <a:xfrm xmlns:a="http://schemas.openxmlformats.org/drawingml/2006/main">
            <a:off x="400050" y="1952625"/>
            <a:ext cx="781050" cy="38100"/>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18" name="profile-1374">
            <a:extLst xmlns:a="http://schemas.openxmlformats.org/drawingml/2006/main">
              <a:ext uri="{FF2B5EF4-FFF2-40B4-BE49-F238E27FC236}">
                <a16:creationId xmlns:a16="http://schemas.microsoft.com/office/drawing/2014/main" id="{AADE43DB-E875-4EFD-B8FD-521FE1FFEE90}"/>
              </a:ext>
            </a:extLst>
          </p:cNvPr>
          <p:cNvSpPr>
            <a:spLocks xmlns:a="http://schemas.openxmlformats.org/drawingml/2006/main" noGrp="1"/>
          </p:cNvSpPr>
          <p:nvPr/>
        </p:nvSpPr>
        <p:spPr>
          <a:xfrm xmlns:a="http://schemas.openxmlformats.org/drawingml/2006/main">
            <a:off x="400050" y="2114550"/>
            <a:ext cx="1128712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456079"/>
                </a:solidFill>
                <a:latin typeface="Segoe UI"/>
                <a:ea typeface="Segoe UI"/>
                <a:cs typeface="Segoe UI"/>
              </a:defRPr>
            </a:defPPr>
          </a:lstStyle>
          <a:p xmlns:a="http://schemas.openxmlformats.org/drawingml/2006/main">
            <a:pPr algn="l">
              <a:defRPr sz="1500" b="0">
                <a:solidFill>
                  <a:srgbClr val="456079"/>
                </a:solidFill>
                <a:latin typeface="Segoe UI"/>
                <a:ea typeface="Segoe UI"/>
                <a:cs typeface="Segoe UI"/>
              </a:defRPr>
            </a:pPr>
            <a:r>
              <a:rPr sz="1500" b="0">
                <a:solidFill>
                  <a:srgbClr val="456079"/>
                </a:solidFill>
                <a:latin typeface="Segoe UI"/>
                <a:ea typeface="Segoe UI"/>
                <a:cs typeface="Segoe UI"/>
              </a:rPr>
              <a:t>Coverage appendix | Cities and municipalities</a:t>
            </a:r>
          </a:p>
        </p:txBody>
      </p:sp>
      <p:sp>
        <p:nvSpPr>
          <p:cNvPr id="19" name="profile-1375">
            <a:extLst xmlns:a="http://schemas.openxmlformats.org/drawingml/2006/main">
              <a:ext uri="{FF2B5EF4-FFF2-40B4-BE49-F238E27FC236}">
                <a16:creationId xmlns:a16="http://schemas.microsoft.com/office/drawing/2014/main" id="{D1E0DFD7-A9A1-429B-958B-1B73450E411B}"/>
              </a:ext>
            </a:extLst>
          </p:cNvPr>
          <p:cNvSpPr>
            <a:spLocks xmlns:a="http://schemas.openxmlformats.org/drawingml/2006/main" noGrp="1"/>
          </p:cNvSpPr>
          <p:nvPr/>
        </p:nvSpPr>
        <p:spPr>
          <a:xfrm xmlns:a="http://schemas.openxmlformats.org/drawingml/2006/main">
            <a:off x="400050" y="28670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0" name="profile-1376">
            <a:extLst xmlns:a="http://schemas.openxmlformats.org/drawingml/2006/main">
              <a:ext uri="{FF2B5EF4-FFF2-40B4-BE49-F238E27FC236}">
                <a16:creationId xmlns:a16="http://schemas.microsoft.com/office/drawing/2014/main" id="{C2A0C1F3-836A-40A4-8C98-BD6C2F6E3819}"/>
              </a:ext>
            </a:extLst>
          </p:cNvPr>
          <p:cNvSpPr>
            <a:spLocks xmlns:a="http://schemas.openxmlformats.org/drawingml/2006/main" noGrp="1"/>
          </p:cNvSpPr>
          <p:nvPr/>
        </p:nvSpPr>
        <p:spPr>
          <a:xfrm xmlns:a="http://schemas.openxmlformats.org/drawingml/2006/main">
            <a:off x="571500" y="27622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Balanga</a:t>
            </a:r>
          </a:p>
        </p:txBody>
      </p:sp>
      <p:sp>
        <p:nvSpPr>
          <p:cNvPr id="21" name="profile-1377">
            <a:extLst xmlns:a="http://schemas.openxmlformats.org/drawingml/2006/main">
              <a:ext uri="{FF2B5EF4-FFF2-40B4-BE49-F238E27FC236}">
                <a16:creationId xmlns:a16="http://schemas.microsoft.com/office/drawing/2014/main" id="{7ED243A6-1F97-4CA9-91C4-21A8DEDF95C7}"/>
              </a:ext>
            </a:extLst>
          </p:cNvPr>
          <p:cNvSpPr>
            <a:spLocks xmlns:a="http://schemas.openxmlformats.org/drawingml/2006/main" noGrp="1"/>
          </p:cNvSpPr>
          <p:nvPr/>
        </p:nvSpPr>
        <p:spPr>
          <a:xfrm xmlns:a="http://schemas.openxmlformats.org/drawingml/2006/main">
            <a:off x="400050" y="31146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2" name="profile-1378">
            <a:extLst xmlns:a="http://schemas.openxmlformats.org/drawingml/2006/main">
              <a:ext uri="{FF2B5EF4-FFF2-40B4-BE49-F238E27FC236}">
                <a16:creationId xmlns:a16="http://schemas.microsoft.com/office/drawing/2014/main" id="{DF925C95-83F7-4D02-9F7F-442B62EE0F3C}"/>
              </a:ext>
            </a:extLst>
          </p:cNvPr>
          <p:cNvSpPr>
            <a:spLocks xmlns:a="http://schemas.openxmlformats.org/drawingml/2006/main" noGrp="1"/>
          </p:cNvSpPr>
          <p:nvPr/>
        </p:nvSpPr>
        <p:spPr>
          <a:xfrm xmlns:a="http://schemas.openxmlformats.org/drawingml/2006/main">
            <a:off x="571500" y="30099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Abucay</a:t>
            </a:r>
          </a:p>
        </p:txBody>
      </p:sp>
      <p:sp>
        <p:nvSpPr>
          <p:cNvPr id="23" name="profile-1379">
            <a:extLst xmlns:a="http://schemas.openxmlformats.org/drawingml/2006/main">
              <a:ext uri="{FF2B5EF4-FFF2-40B4-BE49-F238E27FC236}">
                <a16:creationId xmlns:a16="http://schemas.microsoft.com/office/drawing/2014/main" id="{DB8BEDFB-3D6C-4E98-9933-72D70FFBBF93}"/>
              </a:ext>
            </a:extLst>
          </p:cNvPr>
          <p:cNvSpPr>
            <a:spLocks xmlns:a="http://schemas.openxmlformats.org/drawingml/2006/main" noGrp="1"/>
          </p:cNvSpPr>
          <p:nvPr/>
        </p:nvSpPr>
        <p:spPr>
          <a:xfrm xmlns:a="http://schemas.openxmlformats.org/drawingml/2006/main">
            <a:off x="400050" y="33623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4" name="profile-1380">
            <a:extLst xmlns:a="http://schemas.openxmlformats.org/drawingml/2006/main">
              <a:ext uri="{FF2B5EF4-FFF2-40B4-BE49-F238E27FC236}">
                <a16:creationId xmlns:a16="http://schemas.microsoft.com/office/drawing/2014/main" id="{6F87D3CF-BBAB-430E-82BD-8B5BB1A391DD}"/>
              </a:ext>
            </a:extLst>
          </p:cNvPr>
          <p:cNvSpPr>
            <a:spLocks xmlns:a="http://schemas.openxmlformats.org/drawingml/2006/main" noGrp="1"/>
          </p:cNvSpPr>
          <p:nvPr/>
        </p:nvSpPr>
        <p:spPr>
          <a:xfrm xmlns:a="http://schemas.openxmlformats.org/drawingml/2006/main">
            <a:off x="571500" y="32575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Bagac</a:t>
            </a:r>
          </a:p>
        </p:txBody>
      </p:sp>
      <p:sp>
        <p:nvSpPr>
          <p:cNvPr id="25" name="profile-1381">
            <a:extLst xmlns:a="http://schemas.openxmlformats.org/drawingml/2006/main">
              <a:ext uri="{FF2B5EF4-FFF2-40B4-BE49-F238E27FC236}">
                <a16:creationId xmlns:a16="http://schemas.microsoft.com/office/drawing/2014/main" id="{783A4049-637E-456F-831F-20E9B4C00A63}"/>
              </a:ext>
            </a:extLst>
          </p:cNvPr>
          <p:cNvSpPr>
            <a:spLocks xmlns:a="http://schemas.openxmlformats.org/drawingml/2006/main" noGrp="1"/>
          </p:cNvSpPr>
          <p:nvPr/>
        </p:nvSpPr>
        <p:spPr>
          <a:xfrm xmlns:a="http://schemas.openxmlformats.org/drawingml/2006/main">
            <a:off x="400050" y="36099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6" name="profile-1382">
            <a:extLst xmlns:a="http://schemas.openxmlformats.org/drawingml/2006/main">
              <a:ext uri="{FF2B5EF4-FFF2-40B4-BE49-F238E27FC236}">
                <a16:creationId xmlns:a16="http://schemas.microsoft.com/office/drawing/2014/main" id="{F603B38C-C2FE-408A-A54C-EE69D1FBDEC3}"/>
              </a:ext>
            </a:extLst>
          </p:cNvPr>
          <p:cNvSpPr>
            <a:spLocks xmlns:a="http://schemas.openxmlformats.org/drawingml/2006/main" noGrp="1"/>
          </p:cNvSpPr>
          <p:nvPr/>
        </p:nvSpPr>
        <p:spPr>
          <a:xfrm xmlns:a="http://schemas.openxmlformats.org/drawingml/2006/main">
            <a:off x="571500" y="35052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Dinalupihan</a:t>
            </a:r>
          </a:p>
        </p:txBody>
      </p:sp>
      <p:sp>
        <p:nvSpPr>
          <p:cNvPr id="27" name="profile-1383">
            <a:extLst xmlns:a="http://schemas.openxmlformats.org/drawingml/2006/main">
              <a:ext uri="{FF2B5EF4-FFF2-40B4-BE49-F238E27FC236}">
                <a16:creationId xmlns:a16="http://schemas.microsoft.com/office/drawing/2014/main" id="{FCF7F4D8-13E4-416F-9795-C8DFBA0A065E}"/>
              </a:ext>
            </a:extLst>
          </p:cNvPr>
          <p:cNvSpPr>
            <a:spLocks xmlns:a="http://schemas.openxmlformats.org/drawingml/2006/main" noGrp="1"/>
          </p:cNvSpPr>
          <p:nvPr/>
        </p:nvSpPr>
        <p:spPr>
          <a:xfrm xmlns:a="http://schemas.openxmlformats.org/drawingml/2006/main">
            <a:off x="4276725" y="28670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28" name="profile-1384">
            <a:extLst xmlns:a="http://schemas.openxmlformats.org/drawingml/2006/main">
              <a:ext uri="{FF2B5EF4-FFF2-40B4-BE49-F238E27FC236}">
                <a16:creationId xmlns:a16="http://schemas.microsoft.com/office/drawing/2014/main" id="{70614235-714F-4C12-BC82-7B47E5AA2267}"/>
              </a:ext>
            </a:extLst>
          </p:cNvPr>
          <p:cNvSpPr>
            <a:spLocks xmlns:a="http://schemas.openxmlformats.org/drawingml/2006/main" noGrp="1"/>
          </p:cNvSpPr>
          <p:nvPr/>
        </p:nvSpPr>
        <p:spPr>
          <a:xfrm xmlns:a="http://schemas.openxmlformats.org/drawingml/2006/main">
            <a:off x="4448175" y="27622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Hermosa</a:t>
            </a:r>
          </a:p>
        </p:txBody>
      </p:sp>
      <p:sp>
        <p:nvSpPr>
          <p:cNvPr id="29" name="profile-1385">
            <a:extLst xmlns:a="http://schemas.openxmlformats.org/drawingml/2006/main">
              <a:ext uri="{FF2B5EF4-FFF2-40B4-BE49-F238E27FC236}">
                <a16:creationId xmlns:a16="http://schemas.microsoft.com/office/drawing/2014/main" id="{17CAF773-8AD5-4F55-A15A-E83C972D2D96}"/>
              </a:ext>
            </a:extLst>
          </p:cNvPr>
          <p:cNvSpPr>
            <a:spLocks xmlns:a="http://schemas.openxmlformats.org/drawingml/2006/main" noGrp="1"/>
          </p:cNvSpPr>
          <p:nvPr/>
        </p:nvSpPr>
        <p:spPr>
          <a:xfrm xmlns:a="http://schemas.openxmlformats.org/drawingml/2006/main">
            <a:off x="4276725" y="31146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0" name="profile-1386">
            <a:extLst xmlns:a="http://schemas.openxmlformats.org/drawingml/2006/main">
              <a:ext uri="{FF2B5EF4-FFF2-40B4-BE49-F238E27FC236}">
                <a16:creationId xmlns:a16="http://schemas.microsoft.com/office/drawing/2014/main" id="{E4F53E9E-4001-4E66-80E5-1E6E107CCDDC}"/>
              </a:ext>
            </a:extLst>
          </p:cNvPr>
          <p:cNvSpPr>
            <a:spLocks xmlns:a="http://schemas.openxmlformats.org/drawingml/2006/main" noGrp="1"/>
          </p:cNvSpPr>
          <p:nvPr/>
        </p:nvSpPr>
        <p:spPr>
          <a:xfrm xmlns:a="http://schemas.openxmlformats.org/drawingml/2006/main">
            <a:off x="4448175" y="30099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Limay</a:t>
            </a:r>
          </a:p>
        </p:txBody>
      </p:sp>
      <p:sp>
        <p:nvSpPr>
          <p:cNvPr id="31" name="profile-1387">
            <a:extLst xmlns:a="http://schemas.openxmlformats.org/drawingml/2006/main">
              <a:ext uri="{FF2B5EF4-FFF2-40B4-BE49-F238E27FC236}">
                <a16:creationId xmlns:a16="http://schemas.microsoft.com/office/drawing/2014/main" id="{01B4995A-9B77-4805-9572-D67C73E580BD}"/>
              </a:ext>
            </a:extLst>
          </p:cNvPr>
          <p:cNvSpPr>
            <a:spLocks xmlns:a="http://schemas.openxmlformats.org/drawingml/2006/main" noGrp="1"/>
          </p:cNvSpPr>
          <p:nvPr/>
        </p:nvSpPr>
        <p:spPr>
          <a:xfrm xmlns:a="http://schemas.openxmlformats.org/drawingml/2006/main">
            <a:off x="4276725" y="33623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2" name="profile-1388">
            <a:extLst xmlns:a="http://schemas.openxmlformats.org/drawingml/2006/main">
              <a:ext uri="{FF2B5EF4-FFF2-40B4-BE49-F238E27FC236}">
                <a16:creationId xmlns:a16="http://schemas.microsoft.com/office/drawing/2014/main" id="{D976557D-E1C9-4BF4-BC54-AEE066920D78}"/>
              </a:ext>
            </a:extLst>
          </p:cNvPr>
          <p:cNvSpPr>
            <a:spLocks xmlns:a="http://schemas.openxmlformats.org/drawingml/2006/main" noGrp="1"/>
          </p:cNvSpPr>
          <p:nvPr/>
        </p:nvSpPr>
        <p:spPr>
          <a:xfrm xmlns:a="http://schemas.openxmlformats.org/drawingml/2006/main">
            <a:off x="4448175" y="32575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Mariveles</a:t>
            </a:r>
          </a:p>
        </p:txBody>
      </p:sp>
      <p:sp>
        <p:nvSpPr>
          <p:cNvPr id="33" name="profile-1389">
            <a:extLst xmlns:a="http://schemas.openxmlformats.org/drawingml/2006/main">
              <a:ext uri="{FF2B5EF4-FFF2-40B4-BE49-F238E27FC236}">
                <a16:creationId xmlns:a16="http://schemas.microsoft.com/office/drawing/2014/main" id="{2BDA323F-E173-4BC0-A1F3-AABC32F6321C}"/>
              </a:ext>
            </a:extLst>
          </p:cNvPr>
          <p:cNvSpPr>
            <a:spLocks xmlns:a="http://schemas.openxmlformats.org/drawingml/2006/main" noGrp="1"/>
          </p:cNvSpPr>
          <p:nvPr/>
        </p:nvSpPr>
        <p:spPr>
          <a:xfrm xmlns:a="http://schemas.openxmlformats.org/drawingml/2006/main">
            <a:off x="4276725" y="36099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4" name="profile-1390">
            <a:extLst xmlns:a="http://schemas.openxmlformats.org/drawingml/2006/main">
              <a:ext uri="{FF2B5EF4-FFF2-40B4-BE49-F238E27FC236}">
                <a16:creationId xmlns:a16="http://schemas.microsoft.com/office/drawing/2014/main" id="{49FE9E43-2F4B-4A8B-8C4B-1439190F1253}"/>
              </a:ext>
            </a:extLst>
          </p:cNvPr>
          <p:cNvSpPr>
            <a:spLocks xmlns:a="http://schemas.openxmlformats.org/drawingml/2006/main" noGrp="1"/>
          </p:cNvSpPr>
          <p:nvPr/>
        </p:nvSpPr>
        <p:spPr>
          <a:xfrm xmlns:a="http://schemas.openxmlformats.org/drawingml/2006/main">
            <a:off x="4448175" y="35052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Morong</a:t>
            </a:r>
          </a:p>
        </p:txBody>
      </p:sp>
      <p:sp>
        <p:nvSpPr>
          <p:cNvPr id="35" name="profile-1391">
            <a:extLst xmlns:a="http://schemas.openxmlformats.org/drawingml/2006/main">
              <a:ext uri="{FF2B5EF4-FFF2-40B4-BE49-F238E27FC236}">
                <a16:creationId xmlns:a16="http://schemas.microsoft.com/office/drawing/2014/main" id="{15A2A7E1-FCE3-41D6-824A-BD8AC2B41270}"/>
              </a:ext>
            </a:extLst>
          </p:cNvPr>
          <p:cNvSpPr>
            <a:spLocks xmlns:a="http://schemas.openxmlformats.org/drawingml/2006/main" noGrp="1"/>
          </p:cNvSpPr>
          <p:nvPr/>
        </p:nvSpPr>
        <p:spPr>
          <a:xfrm xmlns:a="http://schemas.openxmlformats.org/drawingml/2006/main">
            <a:off x="8153400" y="28670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6" name="profile-1392">
            <a:extLst xmlns:a="http://schemas.openxmlformats.org/drawingml/2006/main">
              <a:ext uri="{FF2B5EF4-FFF2-40B4-BE49-F238E27FC236}">
                <a16:creationId xmlns:a16="http://schemas.microsoft.com/office/drawing/2014/main" id="{05EF25EF-9AAB-45DC-BBED-E6BCD252B067}"/>
              </a:ext>
            </a:extLst>
          </p:cNvPr>
          <p:cNvSpPr>
            <a:spLocks xmlns:a="http://schemas.openxmlformats.org/drawingml/2006/main" noGrp="1"/>
          </p:cNvSpPr>
          <p:nvPr/>
        </p:nvSpPr>
        <p:spPr>
          <a:xfrm xmlns:a="http://schemas.openxmlformats.org/drawingml/2006/main">
            <a:off x="8324850" y="27622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Orani</a:t>
            </a:r>
          </a:p>
        </p:txBody>
      </p:sp>
      <p:sp>
        <p:nvSpPr>
          <p:cNvPr id="37" name="profile-1393">
            <a:extLst xmlns:a="http://schemas.openxmlformats.org/drawingml/2006/main">
              <a:ext uri="{FF2B5EF4-FFF2-40B4-BE49-F238E27FC236}">
                <a16:creationId xmlns:a16="http://schemas.microsoft.com/office/drawing/2014/main" id="{A0A97235-282C-4476-8C37-6F001E829E9E}"/>
              </a:ext>
            </a:extLst>
          </p:cNvPr>
          <p:cNvSpPr>
            <a:spLocks xmlns:a="http://schemas.openxmlformats.org/drawingml/2006/main" noGrp="1"/>
          </p:cNvSpPr>
          <p:nvPr/>
        </p:nvSpPr>
        <p:spPr>
          <a:xfrm xmlns:a="http://schemas.openxmlformats.org/drawingml/2006/main">
            <a:off x="8153400" y="31146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38" name="profile-1394">
            <a:extLst xmlns:a="http://schemas.openxmlformats.org/drawingml/2006/main">
              <a:ext uri="{FF2B5EF4-FFF2-40B4-BE49-F238E27FC236}">
                <a16:creationId xmlns:a16="http://schemas.microsoft.com/office/drawing/2014/main" id="{F8A8E6C9-1733-45F4-AF2B-BDFF582FCA84}"/>
              </a:ext>
            </a:extLst>
          </p:cNvPr>
          <p:cNvSpPr>
            <a:spLocks xmlns:a="http://schemas.openxmlformats.org/drawingml/2006/main" noGrp="1"/>
          </p:cNvSpPr>
          <p:nvPr/>
        </p:nvSpPr>
        <p:spPr>
          <a:xfrm xmlns:a="http://schemas.openxmlformats.org/drawingml/2006/main">
            <a:off x="8324850" y="30099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Orion</a:t>
            </a:r>
          </a:p>
        </p:txBody>
      </p:sp>
      <p:sp>
        <p:nvSpPr>
          <p:cNvPr id="39" name="profile-1395">
            <a:extLst xmlns:a="http://schemas.openxmlformats.org/drawingml/2006/main">
              <a:ext uri="{FF2B5EF4-FFF2-40B4-BE49-F238E27FC236}">
                <a16:creationId xmlns:a16="http://schemas.microsoft.com/office/drawing/2014/main" id="{89FD6785-2792-4F59-984E-21DC3A76B2D1}"/>
              </a:ext>
            </a:extLst>
          </p:cNvPr>
          <p:cNvSpPr>
            <a:spLocks xmlns:a="http://schemas.openxmlformats.org/drawingml/2006/main" noGrp="1"/>
          </p:cNvSpPr>
          <p:nvPr/>
        </p:nvSpPr>
        <p:spPr>
          <a:xfrm xmlns:a="http://schemas.openxmlformats.org/drawingml/2006/main">
            <a:off x="8153400" y="336232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0" name="profile-1396">
            <a:extLst xmlns:a="http://schemas.openxmlformats.org/drawingml/2006/main">
              <a:ext uri="{FF2B5EF4-FFF2-40B4-BE49-F238E27FC236}">
                <a16:creationId xmlns:a16="http://schemas.microsoft.com/office/drawing/2014/main" id="{6E1FD25B-4D7E-4844-8ACC-D42BE5406B45}"/>
              </a:ext>
            </a:extLst>
          </p:cNvPr>
          <p:cNvSpPr>
            <a:spLocks xmlns:a="http://schemas.openxmlformats.org/drawingml/2006/main" noGrp="1"/>
          </p:cNvSpPr>
          <p:nvPr/>
        </p:nvSpPr>
        <p:spPr>
          <a:xfrm xmlns:a="http://schemas.openxmlformats.org/drawingml/2006/main">
            <a:off x="8324850" y="325755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Pilar</a:t>
            </a:r>
          </a:p>
        </p:txBody>
      </p:sp>
      <p:sp>
        <p:nvSpPr>
          <p:cNvPr id="41" name="profile-1397">
            <a:extLst xmlns:a="http://schemas.openxmlformats.org/drawingml/2006/main">
              <a:ext uri="{FF2B5EF4-FFF2-40B4-BE49-F238E27FC236}">
                <a16:creationId xmlns:a16="http://schemas.microsoft.com/office/drawing/2014/main" id="{F298BD75-AD1D-4051-B4CA-1D0F6B9598B0}"/>
              </a:ext>
            </a:extLst>
          </p:cNvPr>
          <p:cNvSpPr>
            <a:spLocks xmlns:a="http://schemas.openxmlformats.org/drawingml/2006/main" noGrp="1"/>
          </p:cNvSpPr>
          <p:nvPr/>
        </p:nvSpPr>
        <p:spPr>
          <a:xfrm xmlns:a="http://schemas.openxmlformats.org/drawingml/2006/main">
            <a:off x="8153400" y="3609975"/>
            <a:ext cx="47625" cy="47625"/>
          </a:xfrm>
          <a:prstGeom xmlns:a="http://schemas.openxmlformats.org/drawingml/2006/main" prst="rect">
            <a:avLst/>
          </a:prstGeom>
          <a:solidFill xmlns:a="http://schemas.openxmlformats.org/drawingml/2006/main">
            <a:srgbClr val="2DAEEC"/>
          </a:solidFill>
          <a:ln xmlns:a="http://schemas.openxmlformats.org/drawingml/2006/main" w="0">
            <a:noFill/>
          </a:ln>
        </p:spPr>
      </p:sp>
      <p:sp>
        <p:nvSpPr>
          <p:cNvPr id="42" name="profile-1398">
            <a:extLst xmlns:a="http://schemas.openxmlformats.org/drawingml/2006/main">
              <a:ext uri="{FF2B5EF4-FFF2-40B4-BE49-F238E27FC236}">
                <a16:creationId xmlns:a16="http://schemas.microsoft.com/office/drawing/2014/main" id="{E3EAB5ED-992E-4DFC-9FAF-2D870997F1A4}"/>
              </a:ext>
            </a:extLst>
          </p:cNvPr>
          <p:cNvSpPr>
            <a:spLocks xmlns:a="http://schemas.openxmlformats.org/drawingml/2006/main" noGrp="1"/>
          </p:cNvSpPr>
          <p:nvPr/>
        </p:nvSpPr>
        <p:spPr>
          <a:xfrm xmlns:a="http://schemas.openxmlformats.org/drawingml/2006/main">
            <a:off x="8324850" y="3505200"/>
            <a:ext cx="357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02B49"/>
                </a:solidFill>
                <a:latin typeface="Segoe UI"/>
                <a:ea typeface="Segoe UI"/>
                <a:cs typeface="Segoe UI"/>
              </a:defRPr>
            </a:defPPr>
          </a:lstStyle>
          <a:p xmlns:a="http://schemas.openxmlformats.org/drawingml/2006/main">
            <a:pPr algn="l">
              <a:defRPr sz="1575" b="0">
                <a:solidFill>
                  <a:srgbClr val="102B49"/>
                </a:solidFill>
                <a:latin typeface="Segoe UI"/>
                <a:ea typeface="Segoe UI"/>
                <a:cs typeface="Segoe UI"/>
              </a:defRPr>
            </a:pPr>
            <a:r>
              <a:rPr sz="1575" b="0">
                <a:solidFill>
                  <a:srgbClr val="102B49"/>
                </a:solidFill>
                <a:latin typeface="Segoe UI"/>
                <a:ea typeface="Segoe UI"/>
                <a:cs typeface="Segoe UI"/>
              </a:rPr>
              <a:t>Samal</a:t>
            </a:r>
          </a:p>
        </p:txBody>
      </p:sp>
      <p:sp>
        <p:nvSpPr>
          <p:cNvPr id="43" name="profile-1399">
            <a:extLst xmlns:a="http://schemas.openxmlformats.org/drawingml/2006/main">
              <a:ext uri="{FF2B5EF4-FFF2-40B4-BE49-F238E27FC236}">
                <a16:creationId xmlns:a16="http://schemas.microsoft.com/office/drawing/2014/main" id="{9DB17CF5-5C02-4535-87B4-AAA080DD89C2}"/>
              </a:ext>
            </a:extLst>
          </p:cNvPr>
          <p:cNvSpPr>
            <a:spLocks xmlns:a="http://schemas.openxmlformats.org/drawingml/2006/main" noGrp="1"/>
          </p:cNvSpPr>
          <p:nvPr/>
        </p:nvSpPr>
        <p:spPr>
          <a:xfrm xmlns:a="http://schemas.openxmlformats.org/drawingml/2006/main">
            <a:off x="400050" y="5962650"/>
            <a:ext cx="11334750" cy="1895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456079"/>
                </a:solidFill>
                <a:latin typeface="Segoe UI"/>
                <a:ea typeface="Segoe UI"/>
                <a:cs typeface="Segoe UI"/>
              </a:defRPr>
            </a:defPPr>
          </a:lstStyle>
          <a:p xmlns:a="http://schemas.openxmlformats.org/drawingml/2006/main">
            <a:pPr algn="l">
              <a:defRPr sz="975" b="0">
                <a:solidFill>
                  <a:srgbClr val="456079"/>
                </a:solidFill>
                <a:latin typeface="Segoe UI"/>
                <a:ea typeface="Segoe UI"/>
                <a:cs typeface="Segoe UI"/>
              </a:defRPr>
            </a:pPr>
            <a:r>
              <a:rPr sz="975" b="0">
                <a:solidFill>
                  <a:srgbClr val="456079"/>
                </a:solidFill>
                <a:latin typeface="Segoe UI"/>
                <a:ea typeface="Segoe UI"/>
                <a:cs typeface="Segoe UI"/>
              </a:rPr>
              <a:t>Geographic names: PSA PSGC. Service schedule and availability confirmed upon inquiry.</a:t>
            </a:r>
          </a:p>
        </p:txBody>
      </p:sp>
    </p:spTree>
    <p:extLst>
      <p:ext uri="{BB962C8B-B14F-4D97-AF65-F5344CB8AC3E}">
        <p14:creationId xmlns:p14="http://schemas.microsoft.com/office/powerpoint/2010/main" val="1937392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2026-10-12T14:26:07.8650000Z</dcterms:created>
  <dcterms:modified xsi:type="dcterms:W3CDTF">2026-10-12T14:26:07.8660000Z</dcterms:modified>
</coreProperties>
</file>