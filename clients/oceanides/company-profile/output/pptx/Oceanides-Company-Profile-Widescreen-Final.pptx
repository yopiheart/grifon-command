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5664c1a5d4a9f" /><Relationship Type="http://schemas.openxmlformats.org/officeDocument/2006/relationships/extended-properties" Target="/docProps/app.xml" Id="R0159d29aaa844ab5" /><Relationship Type="http://schemas.openxmlformats.org/officeDocument/2006/relationships/officeDocument" Target="/ppt/presentation.xml" Id="Rff62c67ccf7d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28128aaca4cf3"/>
  </p:sldMasterIdLst>
  <p:notesMasterIdLst>
    <p:notesMasterId xmlns:r="http://schemas.openxmlformats.org/officeDocument/2006/relationships" r:id="R620ca2900331409c"/>
  </p:notesMasterIdLst>
  <p:sldIdLst>
    <p:sldId xmlns:r="http://schemas.openxmlformats.org/officeDocument/2006/relationships" id="256" r:id="Re7fabfd84cd741bf"/>
    <p:sldId xmlns:r="http://schemas.openxmlformats.org/officeDocument/2006/relationships" id="257" r:id="Rc13ff2fb56fc4231"/>
    <p:sldId xmlns:r="http://schemas.openxmlformats.org/officeDocument/2006/relationships" id="258" r:id="Ra261e71dfae24928"/>
    <p:sldId xmlns:r="http://schemas.openxmlformats.org/officeDocument/2006/relationships" id="259" r:id="Rd608a6647d91427f"/>
    <p:sldId xmlns:r="http://schemas.openxmlformats.org/officeDocument/2006/relationships" id="260" r:id="R4a5e22b164fa492c"/>
    <p:sldId xmlns:r="http://schemas.openxmlformats.org/officeDocument/2006/relationships" id="261" r:id="Raa707418dc5642eb"/>
    <p:sldId xmlns:r="http://schemas.openxmlformats.org/officeDocument/2006/relationships" id="262" r:id="R2344267cfc1747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9e3b37b84485d" /><Relationship Type="http://schemas.openxmlformats.org/officeDocument/2006/relationships/slideMaster" Target="/ppt/slideMasters/slideMaster1.xml" Id="R61028128aaca4cf3" /><Relationship Type="http://schemas.openxmlformats.org/officeDocument/2006/relationships/notesMaster" Target="/ppt/notesMasters/notesMaster1.xml" Id="R620ca2900331409c" /><Relationship Type="http://schemas.openxmlformats.org/officeDocument/2006/relationships/presProps" Target="/ppt/presProps.xml" Id="Rbabc4a4df7e64c6e" /><Relationship Type="http://schemas.openxmlformats.org/officeDocument/2006/relationships/tableStyles" Target="/ppt/tableStyles.xml" Id="R0e893c590f384804" /><Relationship Type="http://schemas.openxmlformats.org/officeDocument/2006/relationships/slide" Target="/ppt/slides/slide1.xml" Id="Re7fabfd84cd741bf" /><Relationship Type="http://schemas.openxmlformats.org/officeDocument/2006/relationships/slide" Target="/ppt/slides/slide2.xml" Id="Rc13ff2fb56fc4231" /><Relationship Type="http://schemas.openxmlformats.org/officeDocument/2006/relationships/slide" Target="/ppt/slides/slide3.xml" Id="Ra261e71dfae24928" /><Relationship Type="http://schemas.openxmlformats.org/officeDocument/2006/relationships/slide" Target="/ppt/slides/slide4.xml" Id="Rd608a6647d91427f" /><Relationship Type="http://schemas.openxmlformats.org/officeDocument/2006/relationships/slide" Target="/ppt/slides/slide5.xml" Id="R4a5e22b164fa492c" /><Relationship Type="http://schemas.openxmlformats.org/officeDocument/2006/relationships/slide" Target="/ppt/slides/slide6.xml" Id="Raa707418dc5642eb" /><Relationship Type="http://schemas.openxmlformats.org/officeDocument/2006/relationships/slide" Target="/ppt/slides/slide7.xml" Id="R2344267cfc1747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568c8f871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0579b0fa24d4c" /><Relationship Type="http://schemas.openxmlformats.org/officeDocument/2006/relationships/notesMaster" Target="/ppt/notesMasters/notesMaster1.xml" Id="Rfa4aa64fff86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af1331fb945cf" /><Relationship Type="http://schemas.openxmlformats.org/officeDocument/2006/relationships/notesMaster" Target="/ppt/notesMasters/notesMaster1.xml" Id="R79666a316046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a08bd0ccd94102" /><Relationship Type="http://schemas.openxmlformats.org/officeDocument/2006/relationships/notesMaster" Target="/ppt/notesMasters/notesMaster1.xml" Id="Rea587d75209546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ee044a5988438d" /><Relationship Type="http://schemas.openxmlformats.org/officeDocument/2006/relationships/notesMaster" Target="/ppt/notesMasters/notesMaster1.xml" Id="R6a7bb667d1b541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d3381df6ad4b22" /><Relationship Type="http://schemas.openxmlformats.org/officeDocument/2006/relationships/notesMaster" Target="/ppt/notesMasters/notesMaster1.xml" Id="R47749ef5842d40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f96ae07cf4a22" /><Relationship Type="http://schemas.openxmlformats.org/officeDocument/2006/relationships/notesMaster" Target="/ppt/notesMasters/notesMaster1.xml" Id="R8362dc0a777546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5bcdf5c6b340d0" /><Relationship Type="http://schemas.openxmlformats.org/officeDocument/2006/relationships/notesMaster" Target="/ppt/notesMasters/notesMaster1.xml" Id="Rebe7bc4d2f324b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architecture, not a real project or engineering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Oceanides remains your main contact from the initial inquiry to turnover. We coordinate the site assessment, quotation and service delivery, including specialist contractors where the work requires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illustration: AI-generated fictional specialist, not an actual Oceanides employee or completed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Actual matched job photos: clients/oceanides/assets/tb2-ba2-before.png and tb2-ba2-after.png. Neil confirmed same-site before/after on 2026-08-01; see client DESIGN.md and asset builder. Centered square frames preserve the tank opening.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illustration: AI-generated fictional ceiling repair specialist, not a completed Oceanides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illustration: AI-generated fictional specialist and localized treatment, not an actual Oceanides employee or completed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Oceanides remains your main contact from the initial inquiry to turnover. We coordinate the site assessment, quotation and service delivery, including specialist contractors where the work requires them.</a:t>
            </a:r>
          </a:p>
          <a:p xmlns:a="http://schemas.openxmlformats.org/drawingml/2006/main">
            <a:r>
              <a:t>Final scope, pricing and scheduling depend on the site assessment and the agreed quotation.</a:t>
            </a:r>
          </a:p>
          <a:p xmlns:a="http://schemas.openxmlformats.org/drawingml/2006/main">
            <a:r>
              <a:t>Site assessment: Review the reported problem, work areas, site access and project requirements.</a:t>
            </a:r>
          </a:p>
          <a:p xmlns:a="http://schemas.openxmlformats.org/drawingml/2006/main">
            <a:r>
              <a:t>Written quotation: Define the proposed work and pricing. Confirm the scope with the client before scheduling.</a:t>
            </a:r>
          </a:p>
          <a:p xmlns:a="http://schemas.openxmlformats.org/drawingml/2006/main">
            <a:r>
              <a:t>Service coordination: Arrange the field team or specialist contractor and coordinate access with the client.</a:t>
            </a:r>
          </a:p>
          <a:p xmlns:a="http://schemas.openxmlformats.org/drawingml/2006/main">
            <a:r>
              <a:t>Turnover: Review the agreed work with the client and coordinate any follow-up within the project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238f201ca48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26cece94f4b3a" /><Relationship Type="http://schemas.openxmlformats.org/officeDocument/2006/relationships/slideLayout" Target="/ppt/slideLayouts/slideLayout1.xml" Id="Rca76ad4bbec241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76ad4bbec241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bcfe614a34427" /><Relationship Type="http://schemas.openxmlformats.org/officeDocument/2006/relationships/image" Target="/ppt/media/image.png" Id="Rda4b4ab7829846b6" /><Relationship Type="http://schemas.openxmlformats.org/officeDocument/2006/relationships/image" Target="/ppt/media/image.jpeg" Id="Rec28b35f3f1a4a23" /><Relationship Type="http://schemas.openxmlformats.org/officeDocument/2006/relationships/notesSlide" Target="/ppt/notesSlides/notesSlide1.xml" Id="Ra4876b291f5846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fefed92874cd7" /><Relationship Type="http://schemas.openxmlformats.org/officeDocument/2006/relationships/notesSlide" Target="/ppt/notesSlides/notesSlide2.xml" Id="Rc36364cacf2f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1dc6b2b414315" /><Relationship Type="http://schemas.openxmlformats.org/officeDocument/2006/relationships/image" Target="/ppt/media/image2.jpeg" Id="R7c77f0a943004db0" /><Relationship Type="http://schemas.openxmlformats.org/officeDocument/2006/relationships/notesSlide" Target="/ppt/notesSlides/notesSlide3.xml" Id="R084add8d4c85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edeb1c914586" /><Relationship Type="http://schemas.openxmlformats.org/officeDocument/2006/relationships/image" Target="/ppt/media/image3.jpeg" Id="Rf06745640cf64e15" /><Relationship Type="http://schemas.openxmlformats.org/officeDocument/2006/relationships/image" Target="/ppt/media/image4.jpeg" Id="R75d950a5fdbe4cab" /><Relationship Type="http://schemas.openxmlformats.org/officeDocument/2006/relationships/notesSlide" Target="/ppt/notesSlides/notesSlide4.xml" Id="R692db5d1c6104c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5d0a054cf4e47" /><Relationship Type="http://schemas.openxmlformats.org/officeDocument/2006/relationships/image" Target="/ppt/media/image5.jpeg" Id="R14881c62a013477c" /><Relationship Type="http://schemas.openxmlformats.org/officeDocument/2006/relationships/notesSlide" Target="/ppt/notesSlides/notesSlide5.xml" Id="R493875e7c6df47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edf447da54bb1" /><Relationship Type="http://schemas.openxmlformats.org/officeDocument/2006/relationships/image" Target="/ppt/media/image6.jpeg" Id="R050b4486fed84c54" /><Relationship Type="http://schemas.openxmlformats.org/officeDocument/2006/relationships/notesSlide" Target="/ppt/notesSlides/notesSlide6.xml" Id="Ra73c18deacb043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0d7a5497d4e0d" /><Relationship Type="http://schemas.openxmlformats.org/officeDocument/2006/relationships/image" Target="/ppt/media/image2.png" Id="R7377ed52f7af42f7" /><Relationship Type="http://schemas.openxmlformats.org/officeDocument/2006/relationships/notesSlide" Target="/ppt/notesSlides/notesSlide7.xml" Id="R0eb9b94da6e44e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1">
            <a:extLst xmlns:a="http://schemas.openxmlformats.org/drawingml/2006/main">
              <a:ext uri="{FF2B5EF4-FFF2-40B4-BE49-F238E27FC236}">
                <a16:creationId xmlns:a16="http://schemas.microsoft.com/office/drawing/2014/main" id="{063D4199-2764-48C4-847A-CA156D81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291165BA-5E7F-452B-9625-40D48236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">
            <a:extLst xmlns:a="http://schemas.openxmlformats.org/drawingml/2006/main">
              <a:ext uri="{FF2B5EF4-FFF2-40B4-BE49-F238E27FC236}">
                <a16:creationId xmlns:a16="http://schemas.microsoft.com/office/drawing/2014/main" id="{1869564D-201E-4BEF-8F8F-078E1E22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b4ab7829846b6"/>
          <a:stretch xmlns:a="http://schemas.openxmlformats.org/drawingml/2006/main"/>
        </p:blipFill>
        <p:spPr>
          <a:xfrm xmlns:a="http://schemas.openxmlformats.org/drawingml/2006/main">
            <a:off x="685800" y="35242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A63A360E-1F55-4AF7-A64B-A77D44F6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33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629D639C-9B5B-4800-A0C5-5CEB44D9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63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Property services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D6698FA9-0F46-4427-AD8B-9AC1C6C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563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point of contact</a:t>
            </a:r>
          </a:p>
        </p:txBody>
      </p:sp>
      <p:sp>
        <p:nvSpPr>
          <p:cNvPr id="8" name="profile-7">
            <a:extLst xmlns:a="http://schemas.openxmlformats.org/drawingml/2006/main">
              <a:ext uri="{FF2B5EF4-FFF2-40B4-BE49-F238E27FC236}">
                <a16:creationId xmlns:a16="http://schemas.microsoft.com/office/drawing/2014/main" id="{EC4C3F49-A45C-4F11-86AF-9773A84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</a:t>
            </a:r>
          </a:p>
        </p:txBody>
      </p:sp>
      <p:sp>
        <p:nvSpPr>
          <p:cNvPr id="9" name="profile-8">
            <a:extLst xmlns:a="http://schemas.openxmlformats.org/drawingml/2006/main">
              <a:ext uri="{FF2B5EF4-FFF2-40B4-BE49-F238E27FC236}">
                <a16:creationId xmlns:a16="http://schemas.microsoft.com/office/drawing/2014/main" id="{8CDE488C-F097-4A29-9813-682C30B6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 restoration.</a:t>
            </a:r>
          </a:p>
        </p:txBody>
      </p:sp>
      <p:sp>
        <p:nvSpPr>
          <p:cNvPr id="10" name="profile-9">
            <a:extLst xmlns:a="http://schemas.openxmlformats.org/drawingml/2006/main">
              <a:ext uri="{FF2B5EF4-FFF2-40B4-BE49-F238E27FC236}">
                <a16:creationId xmlns:a16="http://schemas.microsoft.com/office/drawing/2014/main" id="{63016615-5E9D-4B88-8899-D06CBA4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8b35f3f1a4a23"/>
          <a:stretch xmlns:a="http://schemas.openxmlformats.org/drawingml/2006/main"/>
        </p:blipFill>
        <p:spPr>
          <a:xfrm xmlns:a="http://schemas.openxmlformats.org/drawingml/2006/main">
            <a:off x="6419850" y="1743075"/>
            <a:ext cx="5086350" cy="3390900"/>
          </a:xfrm>
          <a:prstGeom xmlns:a="http://schemas.openxmlformats.org/drawingml/2006/main" prst="rect">
            <a:avLst/>
          </a:prstGeom>
        </p:spPr>
      </p:pic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624B86BC-4B9F-4BAA-A55A-88DF12FD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62575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13" name="profile-11">
            <a:extLst xmlns:a="http://schemas.openxmlformats.org/drawingml/2006/main">
              <a:ext uri="{FF2B5EF4-FFF2-40B4-BE49-F238E27FC236}">
                <a16:creationId xmlns:a16="http://schemas.microsoft.com/office/drawing/2014/main" id="{A019F216-0CF7-429B-9C71-7C3E7256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4" name="profile-12">
            <a:extLst xmlns:a="http://schemas.openxmlformats.org/drawingml/2006/main">
              <a:ext uri="{FF2B5EF4-FFF2-40B4-BE49-F238E27FC236}">
                <a16:creationId xmlns:a16="http://schemas.microsoft.com/office/drawing/2014/main" id="{E35B69AA-2F33-40F5-B1A1-473CC77C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0330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file-13">
            <a:extLst xmlns:a="http://schemas.openxmlformats.org/drawingml/2006/main">
              <a:ext uri="{FF2B5EF4-FFF2-40B4-BE49-F238E27FC236}">
                <a16:creationId xmlns:a16="http://schemas.microsoft.com/office/drawing/2014/main" id="{413AA217-FE49-477F-9353-739DFF1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4">
            <a:extLst xmlns:a="http://schemas.openxmlformats.org/drawingml/2006/main">
              <a:ext uri="{FF2B5EF4-FFF2-40B4-BE49-F238E27FC236}">
                <a16:creationId xmlns:a16="http://schemas.microsoft.com/office/drawing/2014/main" id="{7DA748B8-E751-4F18-8B49-D959E4FD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5">
            <a:extLst xmlns:a="http://schemas.openxmlformats.org/drawingml/2006/main">
              <a:ext uri="{FF2B5EF4-FFF2-40B4-BE49-F238E27FC236}">
                <a16:creationId xmlns:a16="http://schemas.microsoft.com/office/drawing/2014/main" id="{C55E2833-A8F9-4AD5-B916-E9C9AC7C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6">
            <a:extLst xmlns:a="http://schemas.openxmlformats.org/drawingml/2006/main">
              <a:ext uri="{FF2B5EF4-FFF2-40B4-BE49-F238E27FC236}">
                <a16:creationId xmlns:a16="http://schemas.microsoft.com/office/drawing/2014/main" id="{9211C62A-8B24-4D7F-9132-F67EB50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7">
            <a:extLst xmlns:a="http://schemas.openxmlformats.org/drawingml/2006/main">
              <a:ext uri="{FF2B5EF4-FFF2-40B4-BE49-F238E27FC236}">
                <a16:creationId xmlns:a16="http://schemas.microsoft.com/office/drawing/2014/main" id="{A65B3B44-A919-47EB-A9C6-C139BC3D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8">
            <a:extLst xmlns:a="http://schemas.openxmlformats.org/drawingml/2006/main">
              <a:ext uri="{FF2B5EF4-FFF2-40B4-BE49-F238E27FC236}">
                <a16:creationId xmlns:a16="http://schemas.microsoft.com/office/drawing/2014/main" id="{0EBB2C37-209B-466F-805F-146FEB3B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6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Services for the places you live and work</a:t>
            </a:r>
          </a:p>
        </p:txBody>
      </p:sp>
      <p:sp>
        <p:nvSpPr>
          <p:cNvPr id="7" name="profile-19">
            <a:extLst xmlns:a="http://schemas.openxmlformats.org/drawingml/2006/main">
              <a:ext uri="{FF2B5EF4-FFF2-40B4-BE49-F238E27FC236}">
                <a16:creationId xmlns:a16="http://schemas.microsoft.com/office/drawing/2014/main" id="{2FACB3D5-674F-4D30-87AE-467D55ED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 and company facilities. Our</a:t>
            </a:r>
          </a:p>
        </p:txBody>
      </p:sp>
      <p:sp>
        <p:nvSpPr>
          <p:cNvPr id="8" name="profile-20">
            <a:extLst xmlns:a="http://schemas.openxmlformats.org/drawingml/2006/main">
              <a:ext uri="{FF2B5EF4-FFF2-40B4-BE49-F238E27FC236}">
                <a16:creationId xmlns:a16="http://schemas.microsoft.com/office/drawing/2014/main" id="{22CDF2D6-9567-4C45-B000-94E4ED82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offering covers siphoning, plumbing, renovation and restoration, and pest control.</a:t>
            </a:r>
          </a:p>
        </p:txBody>
      </p:sp>
      <p:sp>
        <p:nvSpPr>
          <p:cNvPr id="9" name="profile-21">
            <a:extLst xmlns:a="http://schemas.openxmlformats.org/drawingml/2006/main">
              <a:ext uri="{FF2B5EF4-FFF2-40B4-BE49-F238E27FC236}">
                <a16:creationId xmlns:a16="http://schemas.microsoft.com/office/drawing/2014/main" id="{93C2F3A6-363E-4E4B-8BFC-38AC3A1C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0" name="profile-22">
            <a:extLst xmlns:a="http://schemas.openxmlformats.org/drawingml/2006/main">
              <a:ext uri="{FF2B5EF4-FFF2-40B4-BE49-F238E27FC236}">
                <a16:creationId xmlns:a16="http://schemas.microsoft.com/office/drawing/2014/main" id="{D91BF806-ECF3-4BE1-BA46-CB530D4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11" name="profile-23">
            <a:extLst xmlns:a="http://schemas.openxmlformats.org/drawingml/2006/main">
              <a:ext uri="{FF2B5EF4-FFF2-40B4-BE49-F238E27FC236}">
                <a16:creationId xmlns:a16="http://schemas.microsoft.com/office/drawing/2014/main" id="{998E3C55-72F9-4C44-90E7-B7C6C127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24225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2" name="profile-24">
            <a:extLst xmlns:a="http://schemas.openxmlformats.org/drawingml/2006/main">
              <a:ext uri="{FF2B5EF4-FFF2-40B4-BE49-F238E27FC236}">
                <a16:creationId xmlns:a16="http://schemas.microsoft.com/office/drawing/2014/main" id="{DCCD8F92-EF7D-47C3-968F-F2776AA7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25">
            <a:extLst xmlns:a="http://schemas.openxmlformats.org/drawingml/2006/main">
              <a:ext uri="{FF2B5EF4-FFF2-40B4-BE49-F238E27FC236}">
                <a16:creationId xmlns:a16="http://schemas.microsoft.com/office/drawing/2014/main" id="{F5B642E7-01A7-4B59-9C75-10909ED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14" name="profile-26">
            <a:extLst xmlns:a="http://schemas.openxmlformats.org/drawingml/2006/main">
              <a:ext uri="{FF2B5EF4-FFF2-40B4-BE49-F238E27FC236}">
                <a16:creationId xmlns:a16="http://schemas.microsoft.com/office/drawing/2014/main" id="{A6A6E08F-F1C4-4CDA-AA80-B2DD3428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767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5" name="profile-27">
            <a:extLst xmlns:a="http://schemas.openxmlformats.org/drawingml/2006/main">
              <a:ext uri="{FF2B5EF4-FFF2-40B4-BE49-F238E27FC236}">
                <a16:creationId xmlns:a16="http://schemas.microsoft.com/office/drawing/2014/main" id="{B59DA09C-25A2-4C66-9363-28D56C46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28">
            <a:extLst xmlns:a="http://schemas.openxmlformats.org/drawingml/2006/main">
              <a:ext uri="{FF2B5EF4-FFF2-40B4-BE49-F238E27FC236}">
                <a16:creationId xmlns:a16="http://schemas.microsoft.com/office/drawing/2014/main" id="{DDDAC1FD-9EF5-4393-A056-5F3D6695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17" name="profile-29">
            <a:extLst xmlns:a="http://schemas.openxmlformats.org/drawingml/2006/main">
              <a:ext uri="{FF2B5EF4-FFF2-40B4-BE49-F238E27FC236}">
                <a16:creationId xmlns:a16="http://schemas.microsoft.com/office/drawing/2014/main" id="{90FCD672-6C86-4A84-B51F-7949C61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29175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 improvements.</a:t>
            </a:r>
          </a:p>
        </p:txBody>
      </p:sp>
      <p:sp>
        <p:nvSpPr>
          <p:cNvPr id="18" name="profile-30">
            <a:extLst xmlns:a="http://schemas.openxmlformats.org/drawingml/2006/main">
              <a:ext uri="{FF2B5EF4-FFF2-40B4-BE49-F238E27FC236}">
                <a16:creationId xmlns:a16="http://schemas.microsoft.com/office/drawing/2014/main" id="{F3A28596-DAC5-4FB0-BD1E-B0505FE1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31">
            <a:extLst xmlns:a="http://schemas.openxmlformats.org/drawingml/2006/main">
              <a:ext uri="{FF2B5EF4-FFF2-40B4-BE49-F238E27FC236}">
                <a16:creationId xmlns:a16="http://schemas.microsoft.com/office/drawing/2014/main" id="{D5968046-9288-48BB-84B4-B734FF9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20" name="profile-32">
            <a:extLst xmlns:a="http://schemas.openxmlformats.org/drawingml/2006/main">
              <a:ext uri="{FF2B5EF4-FFF2-40B4-BE49-F238E27FC236}">
                <a16:creationId xmlns:a16="http://schemas.microsoft.com/office/drawing/2014/main" id="{62414AE8-316A-4BEF-A67B-E66A6B4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8165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 coordination.</a:t>
            </a:r>
          </a:p>
        </p:txBody>
      </p:sp>
      <p:sp>
        <p:nvSpPr>
          <p:cNvPr id="21" name="profile-33">
            <a:extLst xmlns:a="http://schemas.openxmlformats.org/drawingml/2006/main">
              <a:ext uri="{FF2B5EF4-FFF2-40B4-BE49-F238E27FC236}">
                <a16:creationId xmlns:a16="http://schemas.microsoft.com/office/drawing/2014/main" id="{C76A8A4A-4A97-471D-A960-73D6FB7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2" name="profile-34">
            <a:extLst xmlns:a="http://schemas.openxmlformats.org/drawingml/2006/main">
              <a:ext uri="{FF2B5EF4-FFF2-40B4-BE49-F238E27FC236}">
                <a16:creationId xmlns:a16="http://schemas.microsoft.com/office/drawing/2014/main" id="{2B8453E6-5186-4A9D-B766-BA529001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3" name="profile-35">
            <a:extLst xmlns:a="http://schemas.openxmlformats.org/drawingml/2006/main">
              <a:ext uri="{FF2B5EF4-FFF2-40B4-BE49-F238E27FC236}">
                <a16:creationId xmlns:a16="http://schemas.microsoft.com/office/drawing/2014/main" id="{5EC4D088-C420-4A3F-BD17-0D202F55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5987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36">
            <a:extLst xmlns:a="http://schemas.openxmlformats.org/drawingml/2006/main">
              <a:ext uri="{FF2B5EF4-FFF2-40B4-BE49-F238E27FC236}">
                <a16:creationId xmlns:a16="http://schemas.microsoft.com/office/drawing/2014/main" id="{F271710C-58FF-4141-BE4B-4784DC8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37">
            <a:extLst xmlns:a="http://schemas.openxmlformats.org/drawingml/2006/main">
              <a:ext uri="{FF2B5EF4-FFF2-40B4-BE49-F238E27FC236}">
                <a16:creationId xmlns:a16="http://schemas.microsoft.com/office/drawing/2014/main" id="{C4437AE2-D59D-4ED1-A0A4-BD45BB6F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8">
            <a:extLst xmlns:a="http://schemas.openxmlformats.org/drawingml/2006/main">
              <a:ext uri="{FF2B5EF4-FFF2-40B4-BE49-F238E27FC236}">
                <a16:creationId xmlns:a16="http://schemas.microsoft.com/office/drawing/2014/main" id="{4231948A-2FF3-4281-A63F-0C8A7B9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39">
            <a:extLst xmlns:a="http://schemas.openxmlformats.org/drawingml/2006/main">
              <a:ext uri="{FF2B5EF4-FFF2-40B4-BE49-F238E27FC236}">
                <a16:creationId xmlns:a16="http://schemas.microsoft.com/office/drawing/2014/main" id="{67D84E26-1D47-4002-92C5-ABABC692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0">
            <a:extLst xmlns:a="http://schemas.openxmlformats.org/drawingml/2006/main">
              <a:ext uri="{FF2B5EF4-FFF2-40B4-BE49-F238E27FC236}">
                <a16:creationId xmlns:a16="http://schemas.microsoft.com/office/drawing/2014/main" id="{84C39FBA-83EF-4413-874D-2550310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41">
            <a:extLst xmlns:a="http://schemas.openxmlformats.org/drawingml/2006/main">
              <a:ext uri="{FF2B5EF4-FFF2-40B4-BE49-F238E27FC236}">
                <a16:creationId xmlns:a16="http://schemas.microsoft.com/office/drawing/2014/main" id="{6F29B125-1F57-4C16-A602-C500786A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 &amp;</a:t>
            </a:r>
          </a:p>
        </p:txBody>
      </p:sp>
      <p:sp>
        <p:nvSpPr>
          <p:cNvPr id="7" name="profile-42">
            <a:extLst xmlns:a="http://schemas.openxmlformats.org/drawingml/2006/main">
              <a:ext uri="{FF2B5EF4-FFF2-40B4-BE49-F238E27FC236}">
                <a16:creationId xmlns:a16="http://schemas.microsoft.com/office/drawing/2014/main" id="{478E8760-A10A-4236-A4EA-3471D2EE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8" name="profile-43">
            <a:extLst xmlns:a="http://schemas.openxmlformats.org/drawingml/2006/main">
              <a:ext uri="{FF2B5EF4-FFF2-40B4-BE49-F238E27FC236}">
                <a16:creationId xmlns:a16="http://schemas.microsoft.com/office/drawing/2014/main" id="{79AED24A-18DE-47AB-8E55-CD64720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</a:t>
            </a:r>
          </a:p>
        </p:txBody>
      </p:sp>
      <p:sp>
        <p:nvSpPr>
          <p:cNvPr id="9" name="profile-44">
            <a:extLst xmlns:a="http://schemas.openxmlformats.org/drawingml/2006/main">
              <a:ext uri="{FF2B5EF4-FFF2-40B4-BE49-F238E27FC236}">
                <a16:creationId xmlns:a16="http://schemas.microsoft.com/office/drawing/2014/main" id="{937DD23A-B346-4B27-8813-75221F8E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plumbing repairs.</a:t>
            </a:r>
          </a:p>
        </p:txBody>
      </p:sp>
      <p:sp>
        <p:nvSpPr>
          <p:cNvPr id="10" name="profile-45">
            <a:extLst xmlns:a="http://schemas.openxmlformats.org/drawingml/2006/main">
              <a:ext uri="{FF2B5EF4-FFF2-40B4-BE49-F238E27FC236}">
                <a16:creationId xmlns:a16="http://schemas.microsoft.com/office/drawing/2014/main" id="{87CE32EC-7D85-41A7-9066-91D9AF74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 scope</a:t>
            </a:r>
          </a:p>
        </p:txBody>
      </p:sp>
      <p:sp>
        <p:nvSpPr>
          <p:cNvPr id="11" name="profile-46">
            <a:extLst xmlns:a="http://schemas.openxmlformats.org/drawingml/2006/main">
              <a:ext uri="{FF2B5EF4-FFF2-40B4-BE49-F238E27FC236}">
                <a16:creationId xmlns:a16="http://schemas.microsoft.com/office/drawing/2014/main" id="{C34DAEF5-AFA4-40FD-917D-D335E606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2" name="profile-47">
            <a:extLst xmlns:a="http://schemas.openxmlformats.org/drawingml/2006/main">
              <a:ext uri="{FF2B5EF4-FFF2-40B4-BE49-F238E27FC236}">
                <a16:creationId xmlns:a16="http://schemas.microsoft.com/office/drawing/2014/main" id="{8C0544A5-04F4-4316-ACA6-3CCE2B38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3" name="profile-48">
            <a:extLst xmlns:a="http://schemas.openxmlformats.org/drawingml/2006/main">
              <a:ext uri="{FF2B5EF4-FFF2-40B4-BE49-F238E27FC236}">
                <a16:creationId xmlns:a16="http://schemas.microsoft.com/office/drawing/2014/main" id="{71D4AB46-4B65-45B3-99B1-6CC09F5A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4" name="profile-49">
            <a:extLst xmlns:a="http://schemas.openxmlformats.org/drawingml/2006/main">
              <a:ext uri="{FF2B5EF4-FFF2-40B4-BE49-F238E27FC236}">
                <a16:creationId xmlns:a16="http://schemas.microsoft.com/office/drawing/2014/main" id="{BA34D7DA-7D4D-4C7F-9ADA-5D1FFDE1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7f0a943004db0"/>
          <a:stretch xmlns:a="http://schemas.openxmlformats.org/drawingml/2006/main"/>
        </p:blipFill>
        <p:spPr>
          <a:xfrm xmlns:a="http://schemas.openxmlformats.org/drawingml/2006/main">
            <a:off x="6743700" y="18192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6" name="profile-50">
            <a:extLst xmlns:a="http://schemas.openxmlformats.org/drawingml/2006/main">
              <a:ext uri="{FF2B5EF4-FFF2-40B4-BE49-F238E27FC236}">
                <a16:creationId xmlns:a16="http://schemas.microsoft.com/office/drawing/2014/main" id="{0A79936D-4B51-4CA7-A555-351525B5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0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7" name="profile-51">
            <a:extLst xmlns:a="http://schemas.openxmlformats.org/drawingml/2006/main">
              <a:ext uri="{FF2B5EF4-FFF2-40B4-BE49-F238E27FC236}">
                <a16:creationId xmlns:a16="http://schemas.microsoft.com/office/drawing/2014/main" id="{0F3C2DB0-DE0E-4232-AFC8-BC375ED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18" name="profile-52">
            <a:extLst xmlns:a="http://schemas.openxmlformats.org/drawingml/2006/main">
              <a:ext uri="{FF2B5EF4-FFF2-40B4-BE49-F238E27FC236}">
                <a16:creationId xmlns:a16="http://schemas.microsoft.com/office/drawing/2014/main" id="{C276EF1A-D28A-4957-A522-FD64678B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53">
            <a:extLst xmlns:a="http://schemas.openxmlformats.org/drawingml/2006/main">
              <a:ext uri="{FF2B5EF4-FFF2-40B4-BE49-F238E27FC236}">
                <a16:creationId xmlns:a16="http://schemas.microsoft.com/office/drawing/2014/main" id="{FCEA98D8-6908-4427-B740-BD57B012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54">
            <a:extLst xmlns:a="http://schemas.openxmlformats.org/drawingml/2006/main">
              <a:ext uri="{FF2B5EF4-FFF2-40B4-BE49-F238E27FC236}">
                <a16:creationId xmlns:a16="http://schemas.microsoft.com/office/drawing/2014/main" id="{750ED4C7-05A4-40EC-8F56-D7405D40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4284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55">
            <a:extLst xmlns:a="http://schemas.openxmlformats.org/drawingml/2006/main">
              <a:ext uri="{FF2B5EF4-FFF2-40B4-BE49-F238E27FC236}">
                <a16:creationId xmlns:a16="http://schemas.microsoft.com/office/drawing/2014/main" id="{97486F44-2413-4756-99CA-F75F3AA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56">
            <a:extLst xmlns:a="http://schemas.openxmlformats.org/drawingml/2006/main">
              <a:ext uri="{FF2B5EF4-FFF2-40B4-BE49-F238E27FC236}">
                <a16:creationId xmlns:a16="http://schemas.microsoft.com/office/drawing/2014/main" id="{688A0045-0ACF-4A1D-814F-9F767CA5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57">
            <a:extLst xmlns:a="http://schemas.openxmlformats.org/drawingml/2006/main">
              <a:ext uri="{FF2B5EF4-FFF2-40B4-BE49-F238E27FC236}">
                <a16:creationId xmlns:a16="http://schemas.microsoft.com/office/drawing/2014/main" id="{90DFEB2F-1720-415B-9C09-9BFDB97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58">
            <a:extLst xmlns:a="http://schemas.openxmlformats.org/drawingml/2006/main">
              <a:ext uri="{FF2B5EF4-FFF2-40B4-BE49-F238E27FC236}">
                <a16:creationId xmlns:a16="http://schemas.microsoft.com/office/drawing/2014/main" id="{A21F3A56-9A52-45EE-A534-D7CB7702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59">
            <a:extLst xmlns:a="http://schemas.openxmlformats.org/drawingml/2006/main">
              <a:ext uri="{FF2B5EF4-FFF2-40B4-BE49-F238E27FC236}">
                <a16:creationId xmlns:a16="http://schemas.microsoft.com/office/drawing/2014/main" id="{70A72D97-73ED-420C-80B1-8BA0E48C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60">
            <a:extLst xmlns:a="http://schemas.openxmlformats.org/drawingml/2006/main">
              <a:ext uri="{FF2B5EF4-FFF2-40B4-BE49-F238E27FC236}">
                <a16:creationId xmlns:a16="http://schemas.microsoft.com/office/drawing/2014/main" id="{36E3AD15-221F-4A1D-8DBC-41A9A84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Actual siphoning work</a:t>
            </a:r>
          </a:p>
        </p:txBody>
      </p:sp>
      <p:sp>
        <p:nvSpPr>
          <p:cNvPr id="7" name="profile-61">
            <a:extLst xmlns:a="http://schemas.openxmlformats.org/drawingml/2006/main">
              <a:ext uri="{FF2B5EF4-FFF2-40B4-BE49-F238E27FC236}">
                <a16:creationId xmlns:a16="http://schemas.microsoft.com/office/drawing/2014/main" id="{333596FC-AFC6-4A90-A1E5-3BB338D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745640cf64e15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2295525"/>
            <a:ext cx="3810000" cy="3810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950a5fdbe4cab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2295525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profile-62">
            <a:extLst xmlns:a="http://schemas.openxmlformats.org/drawingml/2006/main">
              <a:ext uri="{FF2B5EF4-FFF2-40B4-BE49-F238E27FC236}">
                <a16:creationId xmlns:a16="http://schemas.microsoft.com/office/drawing/2014/main" id="{6F952A4D-38DC-4ED9-8BC2-A0B8781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81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11" name="profile-63">
            <a:extLst xmlns:a="http://schemas.openxmlformats.org/drawingml/2006/main">
              <a:ext uri="{FF2B5EF4-FFF2-40B4-BE49-F238E27FC236}">
                <a16:creationId xmlns:a16="http://schemas.microsoft.com/office/drawing/2014/main" id="{DD280C4A-758C-4D95-B45E-CD65809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181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12" name="profile-64">
            <a:extLst xmlns:a="http://schemas.openxmlformats.org/drawingml/2006/main">
              <a:ext uri="{FF2B5EF4-FFF2-40B4-BE49-F238E27FC236}">
                <a16:creationId xmlns:a16="http://schemas.microsoft.com/office/drawing/2014/main" id="{5BB8757B-5988-4316-91BF-3047DA42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65">
            <a:extLst xmlns:a="http://schemas.openxmlformats.org/drawingml/2006/main">
              <a:ext uri="{FF2B5EF4-FFF2-40B4-BE49-F238E27FC236}">
                <a16:creationId xmlns:a16="http://schemas.microsoft.com/office/drawing/2014/main" id="{5590C80E-C662-4048-A1BE-FDD67733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4" name="profile-66">
            <a:extLst xmlns:a="http://schemas.openxmlformats.org/drawingml/2006/main">
              <a:ext uri="{FF2B5EF4-FFF2-40B4-BE49-F238E27FC236}">
                <a16:creationId xmlns:a16="http://schemas.microsoft.com/office/drawing/2014/main" id="{36903E26-6F01-43CA-9578-15E2E65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1206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67">
            <a:extLst xmlns:a="http://schemas.openxmlformats.org/drawingml/2006/main">
              <a:ext uri="{FF2B5EF4-FFF2-40B4-BE49-F238E27FC236}">
                <a16:creationId xmlns:a16="http://schemas.microsoft.com/office/drawing/2014/main" id="{EEA529F5-4A43-4040-B426-F2729BAC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68">
            <a:extLst xmlns:a="http://schemas.openxmlformats.org/drawingml/2006/main">
              <a:ext uri="{FF2B5EF4-FFF2-40B4-BE49-F238E27FC236}">
                <a16:creationId xmlns:a16="http://schemas.microsoft.com/office/drawing/2014/main" id="{9CD862B2-2F17-4BE6-8FAD-AB1F6751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69">
            <a:extLst xmlns:a="http://schemas.openxmlformats.org/drawingml/2006/main">
              <a:ext uri="{FF2B5EF4-FFF2-40B4-BE49-F238E27FC236}">
                <a16:creationId xmlns:a16="http://schemas.microsoft.com/office/drawing/2014/main" id="{0F943352-2044-4210-8910-43BBA0D6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70">
            <a:extLst xmlns:a="http://schemas.openxmlformats.org/drawingml/2006/main">
              <a:ext uri="{FF2B5EF4-FFF2-40B4-BE49-F238E27FC236}">
                <a16:creationId xmlns:a16="http://schemas.microsoft.com/office/drawing/2014/main" id="{F22CD523-FD02-466E-9B0F-932EEC8A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1">
            <a:extLst xmlns:a="http://schemas.openxmlformats.org/drawingml/2006/main">
              <a:ext uri="{FF2B5EF4-FFF2-40B4-BE49-F238E27FC236}">
                <a16:creationId xmlns:a16="http://schemas.microsoft.com/office/drawing/2014/main" id="{79AEF617-745B-4BA2-8577-56E1CD6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72">
            <a:extLst xmlns:a="http://schemas.openxmlformats.org/drawingml/2006/main">
              <a:ext uri="{FF2B5EF4-FFF2-40B4-BE49-F238E27FC236}">
                <a16:creationId xmlns:a16="http://schemas.microsoft.com/office/drawing/2014/main" id="{78F0AC02-1622-4039-A546-DCD59ECC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7" name="profile-73">
            <a:extLst xmlns:a="http://schemas.openxmlformats.org/drawingml/2006/main">
              <a:ext uri="{FF2B5EF4-FFF2-40B4-BE49-F238E27FC236}">
                <a16:creationId xmlns:a16="http://schemas.microsoft.com/office/drawing/2014/main" id="{9377EE13-B473-410F-AC41-358A42A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8" name="profile-74">
            <a:extLst xmlns:a="http://schemas.openxmlformats.org/drawingml/2006/main">
              <a:ext uri="{FF2B5EF4-FFF2-40B4-BE49-F238E27FC236}">
                <a16:creationId xmlns:a16="http://schemas.microsoft.com/office/drawing/2014/main" id="{6EBEE3E4-E563-450B-96C4-9AB6D3E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</a:t>
            </a:r>
          </a:p>
        </p:txBody>
      </p:sp>
      <p:sp>
        <p:nvSpPr>
          <p:cNvPr id="9" name="profile-75">
            <a:extLst xmlns:a="http://schemas.openxmlformats.org/drawingml/2006/main">
              <a:ext uri="{FF2B5EF4-FFF2-40B4-BE49-F238E27FC236}">
                <a16:creationId xmlns:a16="http://schemas.microsoft.com/office/drawing/2014/main" id="{3864555B-0ED2-4B24-AA5C-A6EE05C4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condominiums.</a:t>
            </a:r>
          </a:p>
        </p:txBody>
      </p:sp>
      <p:sp>
        <p:nvSpPr>
          <p:cNvPr id="10" name="profile-76">
            <a:extLst xmlns:a="http://schemas.openxmlformats.org/drawingml/2006/main">
              <a:ext uri="{FF2B5EF4-FFF2-40B4-BE49-F238E27FC236}">
                <a16:creationId xmlns:a16="http://schemas.microsoft.com/office/drawing/2014/main" id="{659BB647-2CB1-4D2D-9DF9-9BE97B64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Ceilings</a:t>
            </a:r>
          </a:p>
        </p:txBody>
      </p:sp>
      <p:sp>
        <p:nvSpPr>
          <p:cNvPr id="11" name="profile-77">
            <a:extLst xmlns:a="http://schemas.openxmlformats.org/drawingml/2006/main">
              <a:ext uri="{FF2B5EF4-FFF2-40B4-BE49-F238E27FC236}">
                <a16:creationId xmlns:a16="http://schemas.microsoft.com/office/drawing/2014/main" id="{41D4FF51-8771-4BE9-A8BB-560FFA43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</a:t>
            </a:r>
          </a:p>
        </p:txBody>
      </p:sp>
      <p:sp>
        <p:nvSpPr>
          <p:cNvPr id="12" name="profile-78">
            <a:extLst xmlns:a="http://schemas.openxmlformats.org/drawingml/2006/main">
              <a:ext uri="{FF2B5EF4-FFF2-40B4-BE49-F238E27FC236}">
                <a16:creationId xmlns:a16="http://schemas.microsoft.com/office/drawing/2014/main" id="{0533FC57-D0DD-4173-84A6-2B743A94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replacement</a:t>
            </a:r>
          </a:p>
        </p:txBody>
      </p:sp>
      <p:sp>
        <p:nvSpPr>
          <p:cNvPr id="13" name="profile-79">
            <a:extLst xmlns:a="http://schemas.openxmlformats.org/drawingml/2006/main">
              <a:ext uri="{FF2B5EF4-FFF2-40B4-BE49-F238E27FC236}">
                <a16:creationId xmlns:a16="http://schemas.microsoft.com/office/drawing/2014/main" id="{F23CBC08-A9C7-445F-A994-5E30A3CA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Water protection</a:t>
            </a:r>
          </a:p>
        </p:txBody>
      </p:sp>
      <p:sp>
        <p:nvSpPr>
          <p:cNvPr id="14" name="profile-80">
            <a:extLst xmlns:a="http://schemas.openxmlformats.org/drawingml/2006/main">
              <a:ext uri="{FF2B5EF4-FFF2-40B4-BE49-F238E27FC236}">
                <a16:creationId xmlns:a16="http://schemas.microsoft.com/office/drawing/2014/main" id="{6B74A6E4-ADE4-4620-8BB0-F1F3306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</a:t>
            </a:r>
          </a:p>
        </p:txBody>
      </p:sp>
      <p:sp>
        <p:nvSpPr>
          <p:cNvPr id="15" name="profile-81">
            <a:extLst xmlns:a="http://schemas.openxmlformats.org/drawingml/2006/main">
              <a:ext uri="{FF2B5EF4-FFF2-40B4-BE49-F238E27FC236}">
                <a16:creationId xmlns:a16="http://schemas.microsoft.com/office/drawing/2014/main" id="{E1F01F99-F327-4096-A2D0-729EC901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waterproofing</a:t>
            </a:r>
          </a:p>
        </p:txBody>
      </p:sp>
      <p:sp>
        <p:nvSpPr>
          <p:cNvPr id="16" name="profile-82">
            <a:extLst xmlns:a="http://schemas.openxmlformats.org/drawingml/2006/main">
              <a:ext uri="{FF2B5EF4-FFF2-40B4-BE49-F238E27FC236}">
                <a16:creationId xmlns:a16="http://schemas.microsoft.com/office/drawing/2014/main" id="{E9F66229-6492-4F9F-9F4E-8D4A3F2E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</a:t>
            </a:r>
          </a:p>
        </p:txBody>
      </p:sp>
      <p:sp>
        <p:nvSpPr>
          <p:cNvPr id="17" name="profile-83">
            <a:extLst xmlns:a="http://schemas.openxmlformats.org/drawingml/2006/main">
              <a:ext uri="{FF2B5EF4-FFF2-40B4-BE49-F238E27FC236}">
                <a16:creationId xmlns:a16="http://schemas.microsoft.com/office/drawing/2014/main" id="{1C678DE0-F9D9-4439-8BF9-155749F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Restoration of houses</a:t>
            </a:r>
          </a:p>
        </p:txBody>
      </p:sp>
      <p:sp>
        <p:nvSpPr>
          <p:cNvPr id="18" name="profile-84">
            <a:extLst xmlns:a="http://schemas.openxmlformats.org/drawingml/2006/main">
              <a:ext uri="{FF2B5EF4-FFF2-40B4-BE49-F238E27FC236}">
                <a16:creationId xmlns:a16="http://schemas.microsoft.com/office/drawing/2014/main" id="{B531DA8C-A8B0-4E8F-991E-604CC24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condominiums</a:t>
            </a:r>
          </a:p>
        </p:txBody>
      </p:sp>
      <p:sp>
        <p:nvSpPr>
          <p:cNvPr id="19" name="profile-85">
            <a:extLst xmlns:a="http://schemas.openxmlformats.org/drawingml/2006/main">
              <a:ext uri="{FF2B5EF4-FFF2-40B4-BE49-F238E27FC236}">
                <a16:creationId xmlns:a16="http://schemas.microsoft.com/office/drawing/2014/main" id="{8DDCF7D4-B02E-47FA-91AA-80E83C1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Cleaning</a:t>
            </a:r>
          </a:p>
        </p:txBody>
      </p:sp>
      <p:sp>
        <p:nvSpPr>
          <p:cNvPr id="20" name="profile-86">
            <a:extLst xmlns:a="http://schemas.openxmlformats.org/drawingml/2006/main">
              <a:ext uri="{FF2B5EF4-FFF2-40B4-BE49-F238E27FC236}">
                <a16:creationId xmlns:a16="http://schemas.microsoft.com/office/drawing/2014/main" id="{697D3AFF-A392-4E15-A3B6-D0866B2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1497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</a:t>
            </a:r>
          </a:p>
        </p:txBody>
      </p:sp>
      <p:sp>
        <p:nvSpPr>
          <p:cNvPr id="21" name="profile-87">
            <a:extLst xmlns:a="http://schemas.openxmlformats.org/drawingml/2006/main">
              <a:ext uri="{FF2B5EF4-FFF2-40B4-BE49-F238E27FC236}">
                <a16:creationId xmlns:a16="http://schemas.microsoft.com/office/drawing/2014/main" id="{7C461F3E-64BC-44C8-A1D0-612127BA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agreed scope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81c62a013477c"/>
          <a:stretch xmlns:a="http://schemas.openxmlformats.org/drawingml/2006/main"/>
        </p:blipFill>
        <p:spPr>
          <a:xfrm xmlns:a="http://schemas.openxmlformats.org/drawingml/2006/main">
            <a:off x="6096000" y="1714500"/>
            <a:ext cx="5410200" cy="3606800"/>
          </a:xfrm>
          <a:prstGeom xmlns:a="http://schemas.openxmlformats.org/drawingml/2006/main" prst="rect">
            <a:avLst/>
          </a:prstGeom>
        </p:spPr>
      </p:pic>
      <p:sp>
        <p:nvSpPr>
          <p:cNvPr id="23" name="profile-88">
            <a:extLst xmlns:a="http://schemas.openxmlformats.org/drawingml/2006/main">
              <a:ext uri="{FF2B5EF4-FFF2-40B4-BE49-F238E27FC236}">
                <a16:creationId xmlns:a16="http://schemas.microsoft.com/office/drawing/2014/main" id="{AC3BF42C-6FFF-4CBC-A531-32AFFD52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24" name="profile-89">
            <a:extLst xmlns:a="http://schemas.openxmlformats.org/drawingml/2006/main">
              <a:ext uri="{FF2B5EF4-FFF2-40B4-BE49-F238E27FC236}">
                <a16:creationId xmlns:a16="http://schemas.microsoft.com/office/drawing/2014/main" id="{C489707F-D796-4CCB-946F-5C44CED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5" name="profile-90">
            <a:extLst xmlns:a="http://schemas.openxmlformats.org/drawingml/2006/main">
              <a:ext uri="{FF2B5EF4-FFF2-40B4-BE49-F238E27FC236}">
                <a16:creationId xmlns:a16="http://schemas.microsoft.com/office/drawing/2014/main" id="{31CBED4F-7D73-4F23-8D1D-342ADB8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6" name="profile-91">
            <a:extLst xmlns:a="http://schemas.openxmlformats.org/drawingml/2006/main">
              <a:ext uri="{FF2B5EF4-FFF2-40B4-BE49-F238E27FC236}">
                <a16:creationId xmlns:a16="http://schemas.microsoft.com/office/drawing/2014/main" id="{D066BAE8-A7F3-41F2-9AF9-42C2F54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142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92">
            <a:extLst xmlns:a="http://schemas.openxmlformats.org/drawingml/2006/main">
              <a:ext uri="{FF2B5EF4-FFF2-40B4-BE49-F238E27FC236}">
                <a16:creationId xmlns:a16="http://schemas.microsoft.com/office/drawing/2014/main" id="{8200616C-DEA0-4D99-A7A4-D3B8EA86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93">
            <a:extLst xmlns:a="http://schemas.openxmlformats.org/drawingml/2006/main">
              <a:ext uri="{FF2B5EF4-FFF2-40B4-BE49-F238E27FC236}">
                <a16:creationId xmlns:a16="http://schemas.microsoft.com/office/drawing/2014/main" id="{D3E4FCFF-E4BC-4404-A37C-60418F7C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94">
            <a:extLst xmlns:a="http://schemas.openxmlformats.org/drawingml/2006/main">
              <a:ext uri="{FF2B5EF4-FFF2-40B4-BE49-F238E27FC236}">
                <a16:creationId xmlns:a16="http://schemas.microsoft.com/office/drawing/2014/main" id="{3EBDDCCA-422A-4697-98C0-9694E1ED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95">
            <a:extLst xmlns:a="http://schemas.openxmlformats.org/drawingml/2006/main">
              <a:ext uri="{FF2B5EF4-FFF2-40B4-BE49-F238E27FC236}">
                <a16:creationId xmlns:a16="http://schemas.microsoft.com/office/drawing/2014/main" id="{C4943A6B-23B1-468A-B73E-937D468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96">
            <a:extLst xmlns:a="http://schemas.openxmlformats.org/drawingml/2006/main">
              <a:ext uri="{FF2B5EF4-FFF2-40B4-BE49-F238E27FC236}">
                <a16:creationId xmlns:a16="http://schemas.microsoft.com/office/drawing/2014/main" id="{294A2B91-6A94-4465-9ECE-F6C9C2FE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b4486fed84c54"/>
          <a:stretch xmlns:a="http://schemas.openxmlformats.org/drawingml/2006/main"/>
        </p:blipFill>
        <p:spPr>
          <a:xfrm xmlns:a="http://schemas.openxmlformats.org/drawingml/2006/main">
            <a:off x="685800" y="1343025"/>
            <a:ext cx="5943600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profile-97">
            <a:extLst xmlns:a="http://schemas.openxmlformats.org/drawingml/2006/main">
              <a:ext uri="{FF2B5EF4-FFF2-40B4-BE49-F238E27FC236}">
                <a16:creationId xmlns:a16="http://schemas.microsoft.com/office/drawing/2014/main" id="{D46FCBFE-0972-4222-A58D-38912EA0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98">
            <a:extLst xmlns:a="http://schemas.openxmlformats.org/drawingml/2006/main">
              <a:ext uri="{FF2B5EF4-FFF2-40B4-BE49-F238E27FC236}">
                <a16:creationId xmlns:a16="http://schemas.microsoft.com/office/drawing/2014/main" id="{A0CC8BE3-61CC-4BFD-8968-38B534E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43025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9" name="profile-99">
            <a:extLst xmlns:a="http://schemas.openxmlformats.org/drawingml/2006/main">
              <a:ext uri="{FF2B5EF4-FFF2-40B4-BE49-F238E27FC236}">
                <a16:creationId xmlns:a16="http://schemas.microsoft.com/office/drawing/2014/main" id="{928247C0-E596-4E69-9DCA-DC0974C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</a:t>
            </a:r>
          </a:p>
        </p:txBody>
      </p:sp>
      <p:sp>
        <p:nvSpPr>
          <p:cNvPr id="10" name="profile-100">
            <a:extLst xmlns:a="http://schemas.openxmlformats.org/drawingml/2006/main">
              <a:ext uri="{FF2B5EF4-FFF2-40B4-BE49-F238E27FC236}">
                <a16:creationId xmlns:a16="http://schemas.microsoft.com/office/drawing/2014/main" id="{F59DCB0F-C997-44E3-9412-017F183A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assessment of the property and the pest</a:t>
            </a:r>
          </a:p>
        </p:txBody>
      </p:sp>
      <p:sp>
        <p:nvSpPr>
          <p:cNvPr id="11" name="profile-101">
            <a:extLst xmlns:a="http://schemas.openxmlformats.org/drawingml/2006/main">
              <a:ext uri="{FF2B5EF4-FFF2-40B4-BE49-F238E27FC236}">
                <a16:creationId xmlns:a16="http://schemas.microsoft.com/office/drawing/2014/main" id="{9C307174-04EB-4C8C-AC6E-DAA641EF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concerns reported by the client.</a:t>
            </a:r>
          </a:p>
        </p:txBody>
      </p:sp>
      <p:sp>
        <p:nvSpPr>
          <p:cNvPr id="12" name="profile-102">
            <a:extLst xmlns:a="http://schemas.openxmlformats.org/drawingml/2006/main">
              <a:ext uri="{FF2B5EF4-FFF2-40B4-BE49-F238E27FC236}">
                <a16:creationId xmlns:a16="http://schemas.microsoft.com/office/drawing/2014/main" id="{CC1C4B34-2B50-4B92-8C67-2541CF4D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528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3" name="profile-103">
            <a:extLst xmlns:a="http://schemas.openxmlformats.org/drawingml/2006/main">
              <a:ext uri="{FF2B5EF4-FFF2-40B4-BE49-F238E27FC236}">
                <a16:creationId xmlns:a16="http://schemas.microsoft.com/office/drawing/2014/main" id="{DEDA1001-6A5D-46DE-A292-341BC7C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005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</a:t>
            </a:r>
          </a:p>
        </p:txBody>
      </p:sp>
      <p:sp>
        <p:nvSpPr>
          <p:cNvPr id="14" name="profile-104">
            <a:extLst xmlns:a="http://schemas.openxmlformats.org/drawingml/2006/main">
              <a:ext uri="{FF2B5EF4-FFF2-40B4-BE49-F238E27FC236}">
                <a16:creationId xmlns:a16="http://schemas.microsoft.com/office/drawing/2014/main" id="{C3BF96F5-C046-4BD0-B14C-84A5076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 site findings</a:t>
            </a:r>
          </a:p>
        </p:txBody>
      </p:sp>
      <p:sp>
        <p:nvSpPr>
          <p:cNvPr id="15" name="profile-105">
            <a:extLst xmlns:a="http://schemas.openxmlformats.org/drawingml/2006/main">
              <a:ext uri="{FF2B5EF4-FFF2-40B4-BE49-F238E27FC236}">
                <a16:creationId xmlns:a16="http://schemas.microsoft.com/office/drawing/2014/main" id="{25EF4140-F275-47E8-9730-90170CB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483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</a:t>
            </a:r>
          </a:p>
        </p:txBody>
      </p:sp>
      <p:sp>
        <p:nvSpPr>
          <p:cNvPr id="16" name="profile-106">
            <a:extLst xmlns:a="http://schemas.openxmlformats.org/drawingml/2006/main">
              <a:ext uri="{FF2B5EF4-FFF2-40B4-BE49-F238E27FC236}">
                <a16:creationId xmlns:a16="http://schemas.microsoft.com/office/drawing/2014/main" id="{BCF9326F-AD6F-4AD1-B5B7-964583C7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626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contractor coordination</a:t>
            </a:r>
          </a:p>
        </p:txBody>
      </p:sp>
      <p:sp>
        <p:nvSpPr>
          <p:cNvPr id="17" name="profile-107">
            <a:extLst xmlns:a="http://schemas.openxmlformats.org/drawingml/2006/main">
              <a:ext uri="{FF2B5EF4-FFF2-40B4-BE49-F238E27FC236}">
                <a16:creationId xmlns:a16="http://schemas.microsoft.com/office/drawing/2014/main" id="{A539617A-C0EE-403D-A584-9E832978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8" name="profile-108">
            <a:extLst xmlns:a="http://schemas.openxmlformats.org/drawingml/2006/main">
              <a:ext uri="{FF2B5EF4-FFF2-40B4-BE49-F238E27FC236}">
                <a16:creationId xmlns:a16="http://schemas.microsoft.com/office/drawing/2014/main" id="{9C09C021-A494-4C15-AC1E-B75DB02E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109">
            <a:extLst xmlns:a="http://schemas.openxmlformats.org/drawingml/2006/main">
              <a:ext uri="{FF2B5EF4-FFF2-40B4-BE49-F238E27FC236}">
                <a16:creationId xmlns:a16="http://schemas.microsoft.com/office/drawing/2014/main" id="{B06015D8-4A9F-4EB4-A6DF-1CA90749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110">
            <a:extLst xmlns:a="http://schemas.openxmlformats.org/drawingml/2006/main">
              <a:ext uri="{FF2B5EF4-FFF2-40B4-BE49-F238E27FC236}">
                <a16:creationId xmlns:a16="http://schemas.microsoft.com/office/drawing/2014/main" id="{25ECF039-1E2F-4A6E-9DC7-EB8ADC8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4685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rofile-111">
            <a:extLst xmlns:a="http://schemas.openxmlformats.org/drawingml/2006/main">
              <a:ext uri="{FF2B5EF4-FFF2-40B4-BE49-F238E27FC236}">
                <a16:creationId xmlns:a16="http://schemas.microsoft.com/office/drawing/2014/main" id="{9027BB7A-3EAF-4F89-840F-2625C7C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" name="profile-112">
            <a:extLst xmlns:a="http://schemas.openxmlformats.org/drawingml/2006/main">
              <a:ext uri="{FF2B5EF4-FFF2-40B4-BE49-F238E27FC236}">
                <a16:creationId xmlns:a16="http://schemas.microsoft.com/office/drawing/2014/main" id="{D07AF919-7072-42E2-964F-77AC53DD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173759"/>
          </a:solidFill>
          <a:ln xmlns:a="http://schemas.openxmlformats.org/drawingml/2006/main" w="0">
            <a:noFill/>
          </a:ln>
        </p:spPr>
      </p:sp>
      <p:sp>
        <p:nvSpPr>
          <p:cNvPr id="3" name="profile-113">
            <a:extLst xmlns:a="http://schemas.openxmlformats.org/drawingml/2006/main">
              <a:ext uri="{FF2B5EF4-FFF2-40B4-BE49-F238E27FC236}">
                <a16:creationId xmlns:a16="http://schemas.microsoft.com/office/drawing/2014/main" id="{FC737C08-D7FB-4264-85BE-C108522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21486B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7ed52f7af42f7"/>
          <a:stretch xmlns:a="http://schemas.openxmlformats.org/drawingml/2006/main"/>
        </p:blipFill>
        <p:spPr>
          <a:xfrm xmlns:a="http://schemas.openxmlformats.org/drawingml/2006/main">
            <a:off x="685800" y="3524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114">
            <a:extLst xmlns:a="http://schemas.openxmlformats.org/drawingml/2006/main">
              <a:ext uri="{FF2B5EF4-FFF2-40B4-BE49-F238E27FC236}">
                <a16:creationId xmlns:a16="http://schemas.microsoft.com/office/drawing/2014/main" id="{931B5382-7596-4E5E-BEA1-B22D920C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6" name="profile-115">
            <a:extLst xmlns:a="http://schemas.openxmlformats.org/drawingml/2006/main">
              <a:ext uri="{FF2B5EF4-FFF2-40B4-BE49-F238E27FC236}">
                <a16:creationId xmlns:a16="http://schemas.microsoft.com/office/drawing/2014/main" id="{378EA891-7154-449C-8652-8EAE856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7" name="profile-116">
            <a:extLst xmlns:a="http://schemas.openxmlformats.org/drawingml/2006/main">
              <a:ext uri="{FF2B5EF4-FFF2-40B4-BE49-F238E27FC236}">
                <a16:creationId xmlns:a16="http://schemas.microsoft.com/office/drawing/2014/main" id="{F9269791-B86C-4C9F-B368-75C6AEB6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8" name="profile-117">
            <a:extLst xmlns:a="http://schemas.openxmlformats.org/drawingml/2006/main">
              <a:ext uri="{FF2B5EF4-FFF2-40B4-BE49-F238E27FC236}">
                <a16:creationId xmlns:a16="http://schemas.microsoft.com/office/drawing/2014/main" id="{E3D27842-2D22-4161-9F1B-0A820E1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</a:t>
            </a:r>
          </a:p>
        </p:txBody>
      </p:sp>
      <p:sp>
        <p:nvSpPr>
          <p:cNvPr id="9" name="profile-118">
            <a:extLst xmlns:a="http://schemas.openxmlformats.org/drawingml/2006/main">
              <a:ext uri="{FF2B5EF4-FFF2-40B4-BE49-F238E27FC236}">
                <a16:creationId xmlns:a16="http://schemas.microsoft.com/office/drawing/2014/main" id="{53807C3B-B1E1-4920-9CD4-220AE46E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preferred inspection schedule.</a:t>
            </a:r>
          </a:p>
        </p:txBody>
      </p:sp>
      <p:sp>
        <p:nvSpPr>
          <p:cNvPr id="10" name="profile-119">
            <a:extLst xmlns:a="http://schemas.openxmlformats.org/drawingml/2006/main">
              <a:ext uri="{FF2B5EF4-FFF2-40B4-BE49-F238E27FC236}">
                <a16:creationId xmlns:a16="http://schemas.microsoft.com/office/drawing/2014/main" id="{A8D0E2A1-A086-43A4-B196-14DEF4FE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11" name="profile-120">
            <a:extLst xmlns:a="http://schemas.openxmlformats.org/drawingml/2006/main">
              <a:ext uri="{FF2B5EF4-FFF2-40B4-BE49-F238E27FC236}">
                <a16:creationId xmlns:a16="http://schemas.microsoft.com/office/drawing/2014/main" id="{0CCE014C-CCA0-4137-91FC-41C97A0A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676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12" name="profile-121">
            <a:extLst xmlns:a="http://schemas.openxmlformats.org/drawingml/2006/main">
              <a:ext uri="{FF2B5EF4-FFF2-40B4-BE49-F238E27FC236}">
                <a16:creationId xmlns:a16="http://schemas.microsoft.com/office/drawing/2014/main" id="{AFB095EE-250A-461A-AA85-FC5E8DD8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3" name="profile-122">
            <a:extLst xmlns:a="http://schemas.openxmlformats.org/drawingml/2006/main">
              <a:ext uri="{FF2B5EF4-FFF2-40B4-BE49-F238E27FC236}">
                <a16:creationId xmlns:a16="http://schemas.microsoft.com/office/drawing/2014/main" id="{980E9B79-C5F0-4E42-AE8E-BC3B3B0B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4" name="profile-123">
            <a:extLst xmlns:a="http://schemas.openxmlformats.org/drawingml/2006/main">
              <a:ext uri="{FF2B5EF4-FFF2-40B4-BE49-F238E27FC236}">
                <a16:creationId xmlns:a16="http://schemas.microsoft.com/office/drawing/2014/main" id="{FDFDBF13-5E35-4EFE-B9AF-97A50759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144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Supplier accreditation</a:t>
            </a:r>
          </a:p>
        </p:txBody>
      </p:sp>
      <p:sp>
        <p:nvSpPr>
          <p:cNvPr id="15" name="profile-124">
            <a:extLst xmlns:a="http://schemas.openxmlformats.org/drawingml/2006/main">
              <a:ext uri="{FF2B5EF4-FFF2-40B4-BE49-F238E27FC236}">
                <a16:creationId xmlns:a16="http://schemas.microsoft.com/office/drawing/2014/main" id="{77608627-49C0-4309-9109-2264111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</a:t>
            </a:r>
          </a:p>
        </p:txBody>
      </p:sp>
      <p:sp>
        <p:nvSpPr>
          <p:cNvPr id="16" name="profile-125">
            <a:extLst xmlns:a="http://schemas.openxmlformats.org/drawingml/2006/main">
              <a:ext uri="{FF2B5EF4-FFF2-40B4-BE49-F238E27FC236}">
                <a16:creationId xmlns:a16="http://schemas.microsoft.com/office/drawing/2014/main" id="{60454D7C-B642-4734-97CD-507C79D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requirements. We can coordinate</a:t>
            </a:r>
          </a:p>
        </p:txBody>
      </p:sp>
      <p:sp>
        <p:nvSpPr>
          <p:cNvPr id="17" name="profile-126">
            <a:extLst xmlns:a="http://schemas.openxmlformats.org/drawingml/2006/main">
              <a:ext uri="{FF2B5EF4-FFF2-40B4-BE49-F238E27FC236}">
                <a16:creationId xmlns:a16="http://schemas.microsoft.com/office/drawing/2014/main" id="{421FE8E7-82A2-4818-ABAB-A70B271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3367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company documents and project</a:t>
            </a:r>
          </a:p>
        </p:txBody>
      </p:sp>
      <p:sp>
        <p:nvSpPr>
          <p:cNvPr id="18" name="profile-127">
            <a:extLst xmlns:a="http://schemas.openxmlformats.org/drawingml/2006/main">
              <a:ext uri="{FF2B5EF4-FFF2-40B4-BE49-F238E27FC236}">
                <a16:creationId xmlns:a16="http://schemas.microsoft.com/office/drawing/2014/main" id="{19C879EE-5B6C-48F3-805A-B5C0F953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information for your review.</a:t>
            </a:r>
          </a:p>
        </p:txBody>
      </p:sp>
      <p:sp>
        <p:nvSpPr>
          <p:cNvPr id="19" name="profile-128">
            <a:extLst xmlns:a="http://schemas.openxmlformats.org/drawingml/2006/main">
              <a:ext uri="{FF2B5EF4-FFF2-40B4-BE49-F238E27FC236}">
                <a16:creationId xmlns:a16="http://schemas.microsoft.com/office/drawing/2014/main" id="{BBDA19B1-8A8B-427B-932C-E5D50080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35623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0" name="profile-129">
            <a:extLst xmlns:a="http://schemas.openxmlformats.org/drawingml/2006/main">
              <a:ext uri="{FF2B5EF4-FFF2-40B4-BE49-F238E27FC236}">
                <a16:creationId xmlns:a16="http://schemas.microsoft.com/office/drawing/2014/main" id="{CD8D2EF3-7978-4DE7-8CF1-6C39D7E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21" name="profile-130">
            <a:extLst xmlns:a="http://schemas.openxmlformats.org/drawingml/2006/main">
              <a:ext uri="{FF2B5EF4-FFF2-40B4-BE49-F238E27FC236}">
                <a16:creationId xmlns:a16="http://schemas.microsoft.com/office/drawing/2014/main" id="{BFD214E4-B01A-4F61-9B34-C7DDED7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9582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22" name="profile-131">
            <a:extLst xmlns:a="http://schemas.openxmlformats.org/drawingml/2006/main">
              <a:ext uri="{FF2B5EF4-FFF2-40B4-BE49-F238E27FC236}">
                <a16:creationId xmlns:a16="http://schemas.microsoft.com/office/drawing/2014/main" id="{F60E4001-8184-4BAE-8073-26099DD3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0065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Service coordination</a:t>
            </a:r>
          </a:p>
        </p:txBody>
      </p:sp>
      <p:sp>
        <p:nvSpPr>
          <p:cNvPr id="23" name="profile-132">
            <a:extLst xmlns:a="http://schemas.openxmlformats.org/drawingml/2006/main">
              <a:ext uri="{FF2B5EF4-FFF2-40B4-BE49-F238E27FC236}">
                <a16:creationId xmlns:a16="http://schemas.microsoft.com/office/drawing/2014/main" id="{6D79865B-A025-4095-9EE3-8D5F90EE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0547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Turnover</a:t>
            </a:r>
          </a:p>
        </p:txBody>
      </p:sp>
      <p:sp>
        <p:nvSpPr>
          <p:cNvPr id="24" name="profile-133">
            <a:extLst xmlns:a="http://schemas.openxmlformats.org/drawingml/2006/main">
              <a:ext uri="{FF2B5EF4-FFF2-40B4-BE49-F238E27FC236}">
                <a16:creationId xmlns:a16="http://schemas.microsoft.com/office/drawing/2014/main" id="{9B35AAE2-948D-47FC-BA40-17E03F40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</p:spTree>
    <p:extLst>
      <p:ext uri="{BB962C8B-B14F-4D97-AF65-F5344CB8AC3E}">
        <p14:creationId xmlns:p14="http://schemas.microsoft.com/office/powerpoint/2010/main" val="1762535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2026-10-01T14:35:46.5640000Z</dcterms:created>
  <dcterms:modified xsi:type="dcterms:W3CDTF">2026-10-01T14:35:46.5640000Z</dcterms:modified>
</coreProperties>
</file>