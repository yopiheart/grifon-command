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b892f4ad814fea" /><Relationship Type="http://schemas.openxmlformats.org/officeDocument/2006/relationships/extended-properties" Target="/docProps/app.xml" Id="R780d04ac9b114d29" /><Relationship Type="http://schemas.openxmlformats.org/officeDocument/2006/relationships/officeDocument" Target="/ppt/presentation.xml" Id="R7b99b2035b9c48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b44ca7351c4603"/>
  </p:sldMasterIdLst>
  <p:notesMasterIdLst>
    <p:notesMasterId xmlns:r="http://schemas.openxmlformats.org/officeDocument/2006/relationships" r:id="Reee27b7c04bc4cc0"/>
  </p:notesMasterIdLst>
  <p:sldIdLst>
    <p:sldId xmlns:r="http://schemas.openxmlformats.org/officeDocument/2006/relationships" id="256" r:id="R35abf23e544c4694"/>
    <p:sldId xmlns:r="http://schemas.openxmlformats.org/officeDocument/2006/relationships" id="257" r:id="R82ae8172dddc4edf"/>
    <p:sldId xmlns:r="http://schemas.openxmlformats.org/officeDocument/2006/relationships" id="258" r:id="Ra9d13c7c4c85488b"/>
    <p:sldId xmlns:r="http://schemas.openxmlformats.org/officeDocument/2006/relationships" id="259" r:id="R5bf0f807cd5b43f6"/>
    <p:sldId xmlns:r="http://schemas.openxmlformats.org/officeDocument/2006/relationships" id="260" r:id="R7ea5c4b7dc8d40c8"/>
    <p:sldId xmlns:r="http://schemas.openxmlformats.org/officeDocument/2006/relationships" id="261" r:id="Rea232767df944aff"/>
    <p:sldId xmlns:r="http://schemas.openxmlformats.org/officeDocument/2006/relationships" id="262" r:id="R744731708abf4a5e"/>
    <p:sldId xmlns:r="http://schemas.openxmlformats.org/officeDocument/2006/relationships" id="263" r:id="R3382e491818449ca"/>
    <p:sldId xmlns:r="http://schemas.openxmlformats.org/officeDocument/2006/relationships" id="264" r:id="R371b66a8798c4aab"/>
    <p:sldId xmlns:r="http://schemas.openxmlformats.org/officeDocument/2006/relationships" id="265" r:id="Rc8593f8043b4409c"/>
    <p:sldId xmlns:r="http://schemas.openxmlformats.org/officeDocument/2006/relationships" id="266" r:id="Rf71ec1a9aa5b45e6"/>
    <p:sldId xmlns:r="http://schemas.openxmlformats.org/officeDocument/2006/relationships" id="267" r:id="R11b8683578d9458f"/>
    <p:sldId xmlns:r="http://schemas.openxmlformats.org/officeDocument/2006/relationships" id="268" r:id="R46905eba42ba4f9c"/>
    <p:sldId xmlns:r="http://schemas.openxmlformats.org/officeDocument/2006/relationships" id="269" r:id="R118db72236ba4bc7"/>
    <p:sldId xmlns:r="http://schemas.openxmlformats.org/officeDocument/2006/relationships" id="270" r:id="R74fc57583d1342b7"/>
    <p:sldId xmlns:r="http://schemas.openxmlformats.org/officeDocument/2006/relationships" id="271" r:id="R7fa3b5508be54c35"/>
    <p:sldId xmlns:r="http://schemas.openxmlformats.org/officeDocument/2006/relationships" id="272" r:id="R44809cd72aa74c40"/>
    <p:sldId xmlns:r="http://schemas.openxmlformats.org/officeDocument/2006/relationships" id="273" r:id="Rfec20a8ae91b4bf2"/>
    <p:sldId xmlns:r="http://schemas.openxmlformats.org/officeDocument/2006/relationships" id="274" r:id="R6ce92a36414d41f7"/>
    <p:sldId xmlns:r="http://schemas.openxmlformats.org/officeDocument/2006/relationships" id="275" r:id="R23a6faf90f574d51"/>
    <p:sldId xmlns:r="http://schemas.openxmlformats.org/officeDocument/2006/relationships" id="276" r:id="R2b7b502f05eb4d34"/>
    <p:sldId xmlns:r="http://schemas.openxmlformats.org/officeDocument/2006/relationships" id="277" r:id="Rb45937c12c674ff2"/>
    <p:sldId xmlns:r="http://schemas.openxmlformats.org/officeDocument/2006/relationships" id="278" r:id="R9335a06f834a411b"/>
    <p:sldId xmlns:r="http://schemas.openxmlformats.org/officeDocument/2006/relationships" id="279" r:id="R84ad973733f64945"/>
    <p:sldId xmlns:r="http://schemas.openxmlformats.org/officeDocument/2006/relationships" id="280" r:id="Rd608f270ca0a4329"/>
    <p:sldId xmlns:r="http://schemas.openxmlformats.org/officeDocument/2006/relationships" id="281" r:id="R368e0a59deb64820"/>
    <p:sldId xmlns:r="http://schemas.openxmlformats.org/officeDocument/2006/relationships" id="282" r:id="Rfaf83437511043e2"/>
    <p:sldId xmlns:r="http://schemas.openxmlformats.org/officeDocument/2006/relationships" id="283" r:id="R7accbc88bdc04b68"/>
    <p:sldId xmlns:r="http://schemas.openxmlformats.org/officeDocument/2006/relationships" id="284" r:id="Rae5d041db4c64f85"/>
    <p:sldId xmlns:r="http://schemas.openxmlformats.org/officeDocument/2006/relationships" id="285" r:id="Ree8e0338c4534ea3"/>
    <p:sldId xmlns:r="http://schemas.openxmlformats.org/officeDocument/2006/relationships" id="286" r:id="Ra266131753ab46c0"/>
    <p:sldId xmlns:r="http://schemas.openxmlformats.org/officeDocument/2006/relationships" id="287" r:id="R412ca5255c6d4010"/>
    <p:sldId xmlns:r="http://schemas.openxmlformats.org/officeDocument/2006/relationships" id="288" r:id="R0e343e3ea9814567"/>
    <p:sldId xmlns:r="http://schemas.openxmlformats.org/officeDocument/2006/relationships" id="289" r:id="R1e9231c4dbdf4f34"/>
    <p:sldId xmlns:r="http://schemas.openxmlformats.org/officeDocument/2006/relationships" id="290" r:id="R7a53ed84f6584d29"/>
    <p:sldId xmlns:r="http://schemas.openxmlformats.org/officeDocument/2006/relationships" id="291" r:id="R02b986d5485e4849"/>
    <p:sldId xmlns:r="http://schemas.openxmlformats.org/officeDocument/2006/relationships" id="292" r:id="R1adda2509112449a"/>
    <p:sldId xmlns:r="http://schemas.openxmlformats.org/officeDocument/2006/relationships" id="293" r:id="Rd3c7ddd5071a49fa"/>
    <p:sldId xmlns:r="http://schemas.openxmlformats.org/officeDocument/2006/relationships" id="294" r:id="Rd7d97aa384764b61"/>
    <p:sldId xmlns:r="http://schemas.openxmlformats.org/officeDocument/2006/relationships" id="295" r:id="R9641836a74ae448a"/>
    <p:sldId xmlns:r="http://schemas.openxmlformats.org/officeDocument/2006/relationships" id="296" r:id="R0ac92cdd88204aff"/>
    <p:sldId xmlns:r="http://schemas.openxmlformats.org/officeDocument/2006/relationships" id="297" r:id="R51e3fe867fb84d0e"/>
    <p:sldId xmlns:r="http://schemas.openxmlformats.org/officeDocument/2006/relationships" id="298" r:id="R96853885674140d3"/>
    <p:sldId xmlns:r="http://schemas.openxmlformats.org/officeDocument/2006/relationships" id="299" r:id="R13f700eed1394707"/>
    <p:sldId xmlns:r="http://schemas.openxmlformats.org/officeDocument/2006/relationships" id="300" r:id="R54ca84fa757648d9"/>
    <p:sldId xmlns:r="http://schemas.openxmlformats.org/officeDocument/2006/relationships" id="301" r:id="Rc5bcf66dbf324459"/>
    <p:sldId xmlns:r="http://schemas.openxmlformats.org/officeDocument/2006/relationships" id="302" r:id="R1ae2650a2fe045e3"/>
    <p:sldId xmlns:r="http://schemas.openxmlformats.org/officeDocument/2006/relationships" id="303" r:id="Rba8ebc13e70d467b"/>
    <p:sldId xmlns:r="http://schemas.openxmlformats.org/officeDocument/2006/relationships" id="304" r:id="Ref76f8d2f0594e71"/>
    <p:sldId xmlns:r="http://schemas.openxmlformats.org/officeDocument/2006/relationships" id="305" r:id="Rab971710883f4850"/>
    <p:sldId xmlns:r="http://schemas.openxmlformats.org/officeDocument/2006/relationships" id="306" r:id="R643f626ec6be44fa"/>
    <p:sldId xmlns:r="http://schemas.openxmlformats.org/officeDocument/2006/relationships" id="307" r:id="R08dc50ef33fb4e2a"/>
    <p:sldId xmlns:r="http://schemas.openxmlformats.org/officeDocument/2006/relationships" id="308" r:id="R5b5c8ad379324137"/>
    <p:sldId xmlns:r="http://schemas.openxmlformats.org/officeDocument/2006/relationships" id="309" r:id="R759b6115ca0d4d8a"/>
    <p:sldId xmlns:r="http://schemas.openxmlformats.org/officeDocument/2006/relationships" id="310" r:id="Ra9751532d03840c1"/>
    <p:sldId xmlns:r="http://schemas.openxmlformats.org/officeDocument/2006/relationships" id="311" r:id="R4d2d47de95ae4660"/>
    <p:sldId xmlns:r="http://schemas.openxmlformats.org/officeDocument/2006/relationships" id="312" r:id="R877e39ddf3064d0a"/>
    <p:sldId xmlns:r="http://schemas.openxmlformats.org/officeDocument/2006/relationships" id="313" r:id="R78534c248ced4ed9"/>
    <p:sldId xmlns:r="http://schemas.openxmlformats.org/officeDocument/2006/relationships" id="314" r:id="R5302b641321e4cdf"/>
    <p:sldId xmlns:r="http://schemas.openxmlformats.org/officeDocument/2006/relationships" id="315" r:id="R49df0f267e26476b"/>
    <p:sldId xmlns:r="http://schemas.openxmlformats.org/officeDocument/2006/relationships" id="316" r:id="Re39749095e2f4c87"/>
    <p:sldId xmlns:r="http://schemas.openxmlformats.org/officeDocument/2006/relationships" id="317" r:id="Rcdd48b26fd9947be"/>
    <p:sldId xmlns:r="http://schemas.openxmlformats.org/officeDocument/2006/relationships" id="318" r:id="Rb437e8a29b6443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9e1cf8c54a42c4" /><Relationship Type="http://schemas.openxmlformats.org/officeDocument/2006/relationships/slideMaster" Target="/ppt/slideMasters/slideMaster1.xml" Id="R19b44ca7351c4603" /><Relationship Type="http://schemas.openxmlformats.org/officeDocument/2006/relationships/notesMaster" Target="/ppt/notesMasters/notesMaster1.xml" Id="Reee27b7c04bc4cc0" /><Relationship Type="http://schemas.openxmlformats.org/officeDocument/2006/relationships/presProps" Target="/ppt/presProps.xml" Id="Rfa82d8d65b9640b9" /><Relationship Type="http://schemas.openxmlformats.org/officeDocument/2006/relationships/tableStyles" Target="/ppt/tableStyles.xml" Id="R76eff632932449e6" /><Relationship Type="http://schemas.openxmlformats.org/officeDocument/2006/relationships/slide" Target="/ppt/slides/slide1.xml" Id="R35abf23e544c4694" /><Relationship Type="http://schemas.openxmlformats.org/officeDocument/2006/relationships/slide" Target="/ppt/slides/slide2.xml" Id="R82ae8172dddc4edf" /><Relationship Type="http://schemas.openxmlformats.org/officeDocument/2006/relationships/slide" Target="/ppt/slides/slide3.xml" Id="Ra9d13c7c4c85488b" /><Relationship Type="http://schemas.openxmlformats.org/officeDocument/2006/relationships/slide" Target="/ppt/slides/slide4.xml" Id="R5bf0f807cd5b43f6" /><Relationship Type="http://schemas.openxmlformats.org/officeDocument/2006/relationships/slide" Target="/ppt/slides/slide5.xml" Id="R7ea5c4b7dc8d40c8" /><Relationship Type="http://schemas.openxmlformats.org/officeDocument/2006/relationships/slide" Target="/ppt/slides/slide6.xml" Id="Rea232767df944aff" /><Relationship Type="http://schemas.openxmlformats.org/officeDocument/2006/relationships/slide" Target="/ppt/slides/slide7.xml" Id="R744731708abf4a5e" /><Relationship Type="http://schemas.openxmlformats.org/officeDocument/2006/relationships/slide" Target="/ppt/slides/slide8.xml" Id="R3382e491818449ca" /><Relationship Type="http://schemas.openxmlformats.org/officeDocument/2006/relationships/slide" Target="/ppt/slides/slide9.xml" Id="R371b66a8798c4aab" /><Relationship Type="http://schemas.openxmlformats.org/officeDocument/2006/relationships/slide" Target="/ppt/slides/slide10.xml" Id="Rc8593f8043b4409c" /><Relationship Type="http://schemas.openxmlformats.org/officeDocument/2006/relationships/slide" Target="/ppt/slides/slide11.xml" Id="Rf71ec1a9aa5b45e6" /><Relationship Type="http://schemas.openxmlformats.org/officeDocument/2006/relationships/slide" Target="/ppt/slides/slide12.xml" Id="R11b8683578d9458f" /><Relationship Type="http://schemas.openxmlformats.org/officeDocument/2006/relationships/slide" Target="/ppt/slides/slide13.xml" Id="R46905eba42ba4f9c" /><Relationship Type="http://schemas.openxmlformats.org/officeDocument/2006/relationships/slide" Target="/ppt/slides/slide14.xml" Id="R118db72236ba4bc7" /><Relationship Type="http://schemas.openxmlformats.org/officeDocument/2006/relationships/slide" Target="/ppt/slides/slide15.xml" Id="R74fc57583d1342b7" /><Relationship Type="http://schemas.openxmlformats.org/officeDocument/2006/relationships/slide" Target="/ppt/slides/slide16.xml" Id="R7fa3b5508be54c35" /><Relationship Type="http://schemas.openxmlformats.org/officeDocument/2006/relationships/slide" Target="/ppt/slides/slide17.xml" Id="R44809cd72aa74c40" /><Relationship Type="http://schemas.openxmlformats.org/officeDocument/2006/relationships/slide" Target="/ppt/slides/slide18.xml" Id="Rfec20a8ae91b4bf2" /><Relationship Type="http://schemas.openxmlformats.org/officeDocument/2006/relationships/slide" Target="/ppt/slides/slide19.xml" Id="R6ce92a36414d41f7" /><Relationship Type="http://schemas.openxmlformats.org/officeDocument/2006/relationships/slide" Target="/ppt/slides/slide20.xml" Id="R23a6faf90f574d51" /><Relationship Type="http://schemas.openxmlformats.org/officeDocument/2006/relationships/slide" Target="/ppt/slides/slide21.xml" Id="R2b7b502f05eb4d34" /><Relationship Type="http://schemas.openxmlformats.org/officeDocument/2006/relationships/slide" Target="/ppt/slides/slide22.xml" Id="Rb45937c12c674ff2" /><Relationship Type="http://schemas.openxmlformats.org/officeDocument/2006/relationships/slide" Target="/ppt/slides/slide23.xml" Id="R9335a06f834a411b" /><Relationship Type="http://schemas.openxmlformats.org/officeDocument/2006/relationships/slide" Target="/ppt/slides/slide24.xml" Id="R84ad973733f64945" /><Relationship Type="http://schemas.openxmlformats.org/officeDocument/2006/relationships/slide" Target="/ppt/slides/slide25.xml" Id="Rd608f270ca0a4329" /><Relationship Type="http://schemas.openxmlformats.org/officeDocument/2006/relationships/slide" Target="/ppt/slides/slide26.xml" Id="R368e0a59deb64820" /><Relationship Type="http://schemas.openxmlformats.org/officeDocument/2006/relationships/slide" Target="/ppt/slides/slide27.xml" Id="Rfaf83437511043e2" /><Relationship Type="http://schemas.openxmlformats.org/officeDocument/2006/relationships/slide" Target="/ppt/slides/slide28.xml" Id="R7accbc88bdc04b68" /><Relationship Type="http://schemas.openxmlformats.org/officeDocument/2006/relationships/slide" Target="/ppt/slides/slide29.xml" Id="Rae5d041db4c64f85" /><Relationship Type="http://schemas.openxmlformats.org/officeDocument/2006/relationships/slide" Target="/ppt/slides/slide30.xml" Id="Ree8e0338c4534ea3" /><Relationship Type="http://schemas.openxmlformats.org/officeDocument/2006/relationships/slide" Target="/ppt/slides/slide31.xml" Id="Ra266131753ab46c0" /><Relationship Type="http://schemas.openxmlformats.org/officeDocument/2006/relationships/slide" Target="/ppt/slides/slide32.xml" Id="R412ca5255c6d4010" /><Relationship Type="http://schemas.openxmlformats.org/officeDocument/2006/relationships/slide" Target="/ppt/slides/slide33.xml" Id="R0e343e3ea9814567" /><Relationship Type="http://schemas.openxmlformats.org/officeDocument/2006/relationships/slide" Target="/ppt/slides/slide34.xml" Id="R1e9231c4dbdf4f34" /><Relationship Type="http://schemas.openxmlformats.org/officeDocument/2006/relationships/slide" Target="/ppt/slides/slide35.xml" Id="R7a53ed84f6584d29" /><Relationship Type="http://schemas.openxmlformats.org/officeDocument/2006/relationships/slide" Target="/ppt/slides/slide36.xml" Id="R02b986d5485e4849" /><Relationship Type="http://schemas.openxmlformats.org/officeDocument/2006/relationships/slide" Target="/ppt/slides/slide37.xml" Id="R1adda2509112449a" /><Relationship Type="http://schemas.openxmlformats.org/officeDocument/2006/relationships/slide" Target="/ppt/slides/slide38.xml" Id="Rd3c7ddd5071a49fa" /><Relationship Type="http://schemas.openxmlformats.org/officeDocument/2006/relationships/slide" Target="/ppt/slides/slide39.xml" Id="Rd7d97aa384764b61" /><Relationship Type="http://schemas.openxmlformats.org/officeDocument/2006/relationships/slide" Target="/ppt/slides/slide40.xml" Id="R9641836a74ae448a" /><Relationship Type="http://schemas.openxmlformats.org/officeDocument/2006/relationships/slide" Target="/ppt/slides/slide41.xml" Id="R0ac92cdd88204aff" /><Relationship Type="http://schemas.openxmlformats.org/officeDocument/2006/relationships/slide" Target="/ppt/slides/slide42.xml" Id="R51e3fe867fb84d0e" /><Relationship Type="http://schemas.openxmlformats.org/officeDocument/2006/relationships/slide" Target="/ppt/slides/slide43.xml" Id="R96853885674140d3" /><Relationship Type="http://schemas.openxmlformats.org/officeDocument/2006/relationships/slide" Target="/ppt/slides/slide44.xml" Id="R13f700eed1394707" /><Relationship Type="http://schemas.openxmlformats.org/officeDocument/2006/relationships/slide" Target="/ppt/slides/slide45.xml" Id="R54ca84fa757648d9" /><Relationship Type="http://schemas.openxmlformats.org/officeDocument/2006/relationships/slide" Target="/ppt/slides/slide46.xml" Id="Rc5bcf66dbf324459" /><Relationship Type="http://schemas.openxmlformats.org/officeDocument/2006/relationships/slide" Target="/ppt/slides/slide47.xml" Id="R1ae2650a2fe045e3" /><Relationship Type="http://schemas.openxmlformats.org/officeDocument/2006/relationships/slide" Target="/ppt/slides/slide48.xml" Id="Rba8ebc13e70d467b" /><Relationship Type="http://schemas.openxmlformats.org/officeDocument/2006/relationships/slide" Target="/ppt/slides/slide49.xml" Id="Ref76f8d2f0594e71" /><Relationship Type="http://schemas.openxmlformats.org/officeDocument/2006/relationships/slide" Target="/ppt/slides/slide50.xml" Id="Rab971710883f4850" /><Relationship Type="http://schemas.openxmlformats.org/officeDocument/2006/relationships/slide" Target="/ppt/slides/slide51.xml" Id="R643f626ec6be44fa" /><Relationship Type="http://schemas.openxmlformats.org/officeDocument/2006/relationships/slide" Target="/ppt/slides/slide52.xml" Id="R08dc50ef33fb4e2a" /><Relationship Type="http://schemas.openxmlformats.org/officeDocument/2006/relationships/slide" Target="/ppt/slides/slide53.xml" Id="R5b5c8ad379324137" /><Relationship Type="http://schemas.openxmlformats.org/officeDocument/2006/relationships/slide" Target="/ppt/slides/slide54.xml" Id="R759b6115ca0d4d8a" /><Relationship Type="http://schemas.openxmlformats.org/officeDocument/2006/relationships/slide" Target="/ppt/slides/slide55.xml" Id="Ra9751532d03840c1" /><Relationship Type="http://schemas.openxmlformats.org/officeDocument/2006/relationships/slide" Target="/ppt/slides/slide56.xml" Id="R4d2d47de95ae4660" /><Relationship Type="http://schemas.openxmlformats.org/officeDocument/2006/relationships/slide" Target="/ppt/slides/slide57.xml" Id="R877e39ddf3064d0a" /><Relationship Type="http://schemas.openxmlformats.org/officeDocument/2006/relationships/slide" Target="/ppt/slides/slide58.xml" Id="R78534c248ced4ed9" /><Relationship Type="http://schemas.openxmlformats.org/officeDocument/2006/relationships/slide" Target="/ppt/slides/slide59.xml" Id="R5302b641321e4cdf" /><Relationship Type="http://schemas.openxmlformats.org/officeDocument/2006/relationships/slide" Target="/ppt/slides/slide60.xml" Id="R49df0f267e26476b" /><Relationship Type="http://schemas.openxmlformats.org/officeDocument/2006/relationships/slide" Target="/ppt/slides/slide61.xml" Id="Re39749095e2f4c87" /><Relationship Type="http://schemas.openxmlformats.org/officeDocument/2006/relationships/slide" Target="/ppt/slides/slide62.xml" Id="Rcdd48b26fd9947be" /><Relationship Type="http://schemas.openxmlformats.org/officeDocument/2006/relationships/slide" Target="/ppt/slides/slide63.xml" Id="Rb437e8a29b6443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df0d4aaaae4c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98e00c1cb04791" /><Relationship Type="http://schemas.openxmlformats.org/officeDocument/2006/relationships/notesMaster" Target="/ppt/notesMasters/notesMaster1.xml" Id="R5906f1d653a548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cc797672b44d11" /><Relationship Type="http://schemas.openxmlformats.org/officeDocument/2006/relationships/notesMaster" Target="/ppt/notesMasters/notesMaster1.xml" Id="R3d7b85ceaa9a44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c5265224e04fb1" /><Relationship Type="http://schemas.openxmlformats.org/officeDocument/2006/relationships/notesMaster" Target="/ppt/notesMasters/notesMaster1.xml" Id="R9084d8ed95894a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e36c6310d244ec" /><Relationship Type="http://schemas.openxmlformats.org/officeDocument/2006/relationships/notesMaster" Target="/ppt/notesMasters/notesMaster1.xml" Id="Rd6d72c62f86647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5185c2a22f454d" /><Relationship Type="http://schemas.openxmlformats.org/officeDocument/2006/relationships/notesMaster" Target="/ppt/notesMasters/notesMaster1.xml" Id="Re2dd9fd4dce44d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f25ceb2e6243f1" /><Relationship Type="http://schemas.openxmlformats.org/officeDocument/2006/relationships/notesMaster" Target="/ppt/notesMasters/notesMaster1.xml" Id="Rad0f54560a994d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417b3a27784e71" /><Relationship Type="http://schemas.openxmlformats.org/officeDocument/2006/relationships/notesMaster" Target="/ppt/notesMasters/notesMaster1.xml" Id="R864375f406e644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7ddfa9869840d2" /><Relationship Type="http://schemas.openxmlformats.org/officeDocument/2006/relationships/notesMaster" Target="/ppt/notesMasters/notesMaster1.xml" Id="R2a83c97b3c4c46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9c3f88fdca4646" /><Relationship Type="http://schemas.openxmlformats.org/officeDocument/2006/relationships/notesMaster" Target="/ppt/notesMasters/notesMaster1.xml" Id="R6fc51abc04774b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e0328ac9354970" /><Relationship Type="http://schemas.openxmlformats.org/officeDocument/2006/relationships/notesMaster" Target="/ppt/notesMasters/notesMaster1.xml" Id="Ra5221245715046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3416e4920147e2" /><Relationship Type="http://schemas.openxmlformats.org/officeDocument/2006/relationships/notesMaster" Target="/ppt/notesMasters/notesMaster1.xml" Id="Ra87ea7bfd70346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14145b50d64c1a" /><Relationship Type="http://schemas.openxmlformats.org/officeDocument/2006/relationships/notesMaster" Target="/ppt/notesMasters/notesMaster1.xml" Id="R04b0292c9e8d41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f50d5982564b59" /><Relationship Type="http://schemas.openxmlformats.org/officeDocument/2006/relationships/notesMaster" Target="/ppt/notesMasters/notesMaster1.xml" Id="R10535083c8674a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76a36fd9b24522" /><Relationship Type="http://schemas.openxmlformats.org/officeDocument/2006/relationships/notesMaster" Target="/ppt/notesMasters/notesMaster1.xml" Id="R72d09450cb0b4f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08c83188f84d48" /><Relationship Type="http://schemas.openxmlformats.org/officeDocument/2006/relationships/notesMaster" Target="/ppt/notesMasters/notesMaster1.xml" Id="R65ec4dbb10fc46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a07e26208e4de8" /><Relationship Type="http://schemas.openxmlformats.org/officeDocument/2006/relationships/notesMaster" Target="/ppt/notesMasters/notesMaster1.xml" Id="R72039f32c7fd48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2996f37821453d" /><Relationship Type="http://schemas.openxmlformats.org/officeDocument/2006/relationships/notesMaster" Target="/ppt/notesMasters/notesMaster1.xml" Id="R98251edbc7ae48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9045de67c0474c" /><Relationship Type="http://schemas.openxmlformats.org/officeDocument/2006/relationships/notesMaster" Target="/ppt/notesMasters/notesMaster1.xml" Id="Rc15ff0cb5a6945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216d0866f34325" /><Relationship Type="http://schemas.openxmlformats.org/officeDocument/2006/relationships/notesMaster" Target="/ppt/notesMasters/notesMaster1.xml" Id="R60b32244a3094d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93fd57e74549b2" /><Relationship Type="http://schemas.openxmlformats.org/officeDocument/2006/relationships/notesMaster" Target="/ppt/notesMasters/notesMaster1.xml" Id="R8fb78e7409724c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3552e4524f4333" /><Relationship Type="http://schemas.openxmlformats.org/officeDocument/2006/relationships/notesMaster" Target="/ppt/notesMasters/notesMaster1.xml" Id="R38012b9e367f4e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dffea6410a4ed2" /><Relationship Type="http://schemas.openxmlformats.org/officeDocument/2006/relationships/notesMaster" Target="/ppt/notesMasters/notesMaster1.xml" Id="R746dd383fbf24e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b937c195d74f69" /><Relationship Type="http://schemas.openxmlformats.org/officeDocument/2006/relationships/notesMaster" Target="/ppt/notesMasters/notesMaster1.xml" Id="R8dc3d63f07cb4d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c04fff47d84c4f" /><Relationship Type="http://schemas.openxmlformats.org/officeDocument/2006/relationships/notesMaster" Target="/ppt/notesMasters/notesMaster1.xml" Id="Rc9e3cb779cf941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c32fbdfa10411e" /><Relationship Type="http://schemas.openxmlformats.org/officeDocument/2006/relationships/notesMaster" Target="/ppt/notesMasters/notesMaster1.xml" Id="Rf54e7925e85b4bc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2ed803ad5749e8" /><Relationship Type="http://schemas.openxmlformats.org/officeDocument/2006/relationships/notesMaster" Target="/ppt/notesMasters/notesMaster1.xml" Id="Rc46132a70345472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d5eef749d0844f4" /><Relationship Type="http://schemas.openxmlformats.org/officeDocument/2006/relationships/notesMaster" Target="/ppt/notesMasters/notesMaster1.xml" Id="Rf67e59cb2f7f415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4789d7469742ed" /><Relationship Type="http://schemas.openxmlformats.org/officeDocument/2006/relationships/notesMaster" Target="/ppt/notesMasters/notesMaster1.xml" Id="Rbd68794f4ed6480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ce8f023abc7461d" /><Relationship Type="http://schemas.openxmlformats.org/officeDocument/2006/relationships/notesMaster" Target="/ppt/notesMasters/notesMaster1.xml" Id="Rbebd1725d1304b5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74db8ca45b9409b" /><Relationship Type="http://schemas.openxmlformats.org/officeDocument/2006/relationships/notesMaster" Target="/ppt/notesMasters/notesMaster1.xml" Id="R97864086a81d4ef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e5c1a3f4d44469d" /><Relationship Type="http://schemas.openxmlformats.org/officeDocument/2006/relationships/notesMaster" Target="/ppt/notesMasters/notesMaster1.xml" Id="R42a77193465f45a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a67a41ac4347a4" /><Relationship Type="http://schemas.openxmlformats.org/officeDocument/2006/relationships/notesMaster" Target="/ppt/notesMasters/notesMaster1.xml" Id="R7c929f5ccb8747e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38b7cbee63e4f90" /><Relationship Type="http://schemas.openxmlformats.org/officeDocument/2006/relationships/notesMaster" Target="/ppt/notesMasters/notesMaster1.xml" Id="R169711c59cbb4a9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ca0dd4b0f314a89" /><Relationship Type="http://schemas.openxmlformats.org/officeDocument/2006/relationships/notesMaster" Target="/ppt/notesMasters/notesMaster1.xml" Id="R159d970b74064b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d01c3f104d46b6" /><Relationship Type="http://schemas.openxmlformats.org/officeDocument/2006/relationships/notesMaster" Target="/ppt/notesMasters/notesMaster1.xml" Id="R30dc053327314e0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c2145c1155b4ae0" /><Relationship Type="http://schemas.openxmlformats.org/officeDocument/2006/relationships/notesMaster" Target="/ppt/notesMasters/notesMaster1.xml" Id="Rba52ed9de0c94bd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4e86cce92214fa8" /><Relationship Type="http://schemas.openxmlformats.org/officeDocument/2006/relationships/notesMaster" Target="/ppt/notesMasters/notesMaster1.xml" Id="R44b118092af3478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498f1e7f7fa49b9" /><Relationship Type="http://schemas.openxmlformats.org/officeDocument/2006/relationships/notesMaster" Target="/ppt/notesMasters/notesMaster1.xml" Id="R7047038052e4427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1eac9726cc142cc" /><Relationship Type="http://schemas.openxmlformats.org/officeDocument/2006/relationships/notesMaster" Target="/ppt/notesMasters/notesMaster1.xml" Id="R54c4d66f7a65492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d98b67c38f347ec" /><Relationship Type="http://schemas.openxmlformats.org/officeDocument/2006/relationships/notesMaster" Target="/ppt/notesMasters/notesMaster1.xml" Id="R52226c555eb4465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6b9cde3841849ce" /><Relationship Type="http://schemas.openxmlformats.org/officeDocument/2006/relationships/notesMaster" Target="/ppt/notesMasters/notesMaster1.xml" Id="R667eeef51c78431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db2e0940ae849e2" /><Relationship Type="http://schemas.openxmlformats.org/officeDocument/2006/relationships/notesMaster" Target="/ppt/notesMasters/notesMaster1.xml" Id="Rd0c6ac67459644f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0a7022f074049d3" /><Relationship Type="http://schemas.openxmlformats.org/officeDocument/2006/relationships/notesMaster" Target="/ppt/notesMasters/notesMaster1.xml" Id="R5e033dd951b0404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008c07b2a9d41ae" /><Relationship Type="http://schemas.openxmlformats.org/officeDocument/2006/relationships/notesMaster" Target="/ppt/notesMasters/notesMaster1.xml" Id="R8fc2a4559374496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4604776e2d8498b" /><Relationship Type="http://schemas.openxmlformats.org/officeDocument/2006/relationships/notesMaster" Target="/ppt/notesMasters/notesMaster1.xml" Id="R6c93ec7d6343476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88399c66509403e" /><Relationship Type="http://schemas.openxmlformats.org/officeDocument/2006/relationships/notesMaster" Target="/ppt/notesMasters/notesMaster1.xml" Id="R6742d619565f4b8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905876c85ec46c3" /><Relationship Type="http://schemas.openxmlformats.org/officeDocument/2006/relationships/notesMaster" Target="/ppt/notesMasters/notesMaster1.xml" Id="R6589d7d0e744471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143412b43a941d4" /><Relationship Type="http://schemas.openxmlformats.org/officeDocument/2006/relationships/notesMaster" Target="/ppt/notesMasters/notesMaster1.xml" Id="R779aff8887eb4dc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f29df9f9b664968" /><Relationship Type="http://schemas.openxmlformats.org/officeDocument/2006/relationships/notesMaster" Target="/ppt/notesMasters/notesMaster1.xml" Id="R280720dbaa8e464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d40e1015dec4466" /><Relationship Type="http://schemas.openxmlformats.org/officeDocument/2006/relationships/notesMaster" Target="/ppt/notesMasters/notesMaster1.xml" Id="R6e4753e7fa274c4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470025a55584347" /><Relationship Type="http://schemas.openxmlformats.org/officeDocument/2006/relationships/notesMaster" Target="/ppt/notesMasters/notesMaster1.xml" Id="Rb02b6524bf864fe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ad241d4f20745aa" /><Relationship Type="http://schemas.openxmlformats.org/officeDocument/2006/relationships/notesMaster" Target="/ppt/notesMasters/notesMaster1.xml" Id="R8f8a7d1321aa4ff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199a8506f454dbc" /><Relationship Type="http://schemas.openxmlformats.org/officeDocument/2006/relationships/notesMaster" Target="/ppt/notesMasters/notesMaster1.xml" Id="R82a20a69df2640d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cb86d0b9dc041af" /><Relationship Type="http://schemas.openxmlformats.org/officeDocument/2006/relationships/notesMaster" Target="/ppt/notesMasters/notesMaster1.xml" Id="R3fb55e2fe4d7430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da02ca2849d4484" /><Relationship Type="http://schemas.openxmlformats.org/officeDocument/2006/relationships/notesMaster" Target="/ppt/notesMasters/notesMaster1.xml" Id="R40148a4a0cf6422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54b0474b7404392" /><Relationship Type="http://schemas.openxmlformats.org/officeDocument/2006/relationships/notesMaster" Target="/ppt/notesMasters/notesMaster1.xml" Id="R1cd5793313d74af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6209ac9a5df44b3" /><Relationship Type="http://schemas.openxmlformats.org/officeDocument/2006/relationships/notesMaster" Target="/ppt/notesMasters/notesMaster1.xml" Id="Rbf13dbd0a92548a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3dc65019842417a" /><Relationship Type="http://schemas.openxmlformats.org/officeDocument/2006/relationships/notesMaster" Target="/ppt/notesMasters/notesMaster1.xml" Id="R282cce2245f2449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27f1c9f365f4b6e" /><Relationship Type="http://schemas.openxmlformats.org/officeDocument/2006/relationships/notesMaster" Target="/ppt/notesMasters/notesMaster1.xml" Id="Re7ccca5499d64e8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4e041e038234896" /><Relationship Type="http://schemas.openxmlformats.org/officeDocument/2006/relationships/notesMaster" Target="/ppt/notesMasters/notesMaster1.xml" Id="Ra1780fdafbeb428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bcc1320118c4cff" /><Relationship Type="http://schemas.openxmlformats.org/officeDocument/2006/relationships/notesMaster" Target="/ppt/notesMasters/notesMaster1.xml" Id="R5b6a3805c32a439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9554692114a495a" /><Relationship Type="http://schemas.openxmlformats.org/officeDocument/2006/relationships/notesMaster" Target="/ppt/notesMasters/notesMaster1.xml" Id="Rbb549be1f9314a1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dc4faf4f4fa4bb6" /><Relationship Type="http://schemas.openxmlformats.org/officeDocument/2006/relationships/notesMaster" Target="/ppt/notesMasters/notesMaster1.xml" Id="Rfb92c33f857a44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profile</a:t>
            </a:r>
          </a:p>
          <a:p xmlns:a="http://schemas.openxmlformats.org/drawingml/2006/main">
            <a:r>
              <a:t>Owner interview 2026-10-11; old profile supplied 2026-10-12. No unverified establishment date is asserted.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Oceanides</a:t>
            </a:r>
          </a:p>
          <a:p xmlns:a="http://schemas.openxmlformats.org/drawingml/2006/main">
            <a:r>
              <a:t>Earlier business milestones remain date-neutral. SEC Certificate of Incorporation supplied from owner Drive on 2026-10-13 states incorporation on 14 January 2026. See documents appendix and source manifest.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Mission, vision and values</a:t>
            </a:r>
          </a:p>
          <a:p xmlns:a="http://schemas.openxmlformats.org/drawingml/2006/main">
            <a:r>
              <a:t>Adapted from old profile page3, expanding plumbing wording to the owner-confirmed service offer. These are statements of purpose, not measured results.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 directory</a:t>
            </a:r>
          </a:p>
          <a:p xmlns:a="http://schemas.openxmlformats.org/drawingml/2006/main">
            <a:r>
              <a:t>All eleven service categories from owner interview included. Service scope and schedule agreed per engagement.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clients and service experience</a:t>
            </a:r>
          </a:p>
          <a:p xmlns:a="http://schemas.openxmlformats.org/drawingml/2006/main">
            <a:r>
              <a:t>Relationship source: owner interview and current user confirmation2026-10-12. Not independently verified by brand-mark downloads. No group-wide contract or endorsement asserted. Specific branches/sites and scopes to be completed in supporting records.</a:t>
            </a:r>
          </a:p>
          <a:p xmlns:a="http://schemas.openxmlformats.org/drawingml/2006/main">
            <a:r>
              <a:t>{"brand": "Ayala Land", "file": "ayala-land.svg", "source_page": "https://ayalaland.com/", "asset_url": "https://ayalaland.com/assets/images/logo.svg", "retrieved": "2026-10-12", "provenance": "Official website asset referenced by current site HTML", "service_history_source": "interview", "bytes": 3147, "status": "downloaded", "raster_file": "ayala-land.png", "raster_dimensions": [1000, 218], "visible_content_bbox": [4, 1, 999, 215]}</a:t>
            </a:r>
          </a:p>
          <a:p xmlns:a="http://schemas.openxmlformats.org/drawingml/2006/main">
            <a:r>
              <a:t>{"brand": "Avida Land (current official inline mark)", "file": "avida-inline.svg", "raster_file": "avida-inline.png", "source_page": "https://www.avidaland.com/", "asset_url": "https://www.avidaland.com/#inline-svg-16", "retrieved": "2026-10-12", "provenance": "Unmodified inline SVG from current official homepage; default currentColor rasterized black. Prior-profile burgundy mark also preserved.", "service_history_source": "old-profile", "status": "downloaded", "raster_dimensions": [1000, 390], "visible_content_bbox": [0, 2, 990, 389]}</a:t>
            </a:r>
          </a:p>
          <a:p xmlns:a="http://schemas.openxmlformats.org/drawingml/2006/main">
            <a:r>
              <a:t>{"brand": "Toyota", "file": "toyota.svg", "source_page": "https://brand.toyota.com/guidelines/visual/logos", "asset_url": "https://brand.toyota.com/content/dam/brandhub/VIS_toyota_logo_horiz_black_RGB_2021.svg", "retrieved": "2026-10-12", "provenance": "Official website asset referenced by current site HTML", "service_history_source": "old-profile", "bytes": 3230, "status": "downloaded", "raster_file": "toyota.png", "raster_dimensions": [1000, 268], "visible_content_bbox": [0, 0, 999, 268]}</a:t>
            </a:r>
          </a:p>
          <a:p xmlns:a="http://schemas.openxmlformats.org/drawingml/2006/main">
            <a:r>
              <a:t>{"brand": "Eagle Cement", "file": "eagle-cement.png", "source_page": "https://www.eaglecement.com.ph/", "asset_url": "https://www.eaglecement.com.ph/wp-content/uploads/2020/08/ECC-COLORED-LOGO-without-tm.png", "retrieved": "2026-10-12", "provenance": "Official website asset referenced by current site HTML", "service_history_source": "interview", "bytes": 15508, "status": "downloaded", "raster_dimensions": [146, 72], "visible_content_bbox": [1, 1, 146, 72]}</a:t>
            </a:r>
          </a:p>
          <a:p xmlns:a="http://schemas.openxmlformats.org/drawingml/2006/main">
            <a:r>
              <a:t>{"brand": "UNIQLO", "file": "old-profile-p09-X17.jpg", "source_document": "C:/Users/ADMIN/Downloads/Blue Modern Company Profile Presentation .pdf", "source_page": 9, "source_object": "X17.jpg", "retrieved": "2026-10-12", "provenance": "Original embedded raster extracted losslessly from user-supplied prior company profile; not independently downloaded from brand website", "service_history_source": "old-profile", "status": "user-reference-fallback", "raster_dimensions": [368, 366], "visible_content_bbox": [0, 0, 368, 366]}</a:t>
            </a:r>
          </a:p>
          <a:p xmlns:a="http://schemas.openxmlformats.org/drawingml/2006/main">
            <a:r>
              <a:t>{"brand": "Starmall", "file": "starmall.png", "source_page": "https://www.starmalls.com.ph/", "asset_url": "https://www.starmalls.com.ph/wp-content/uploads/2021/01/logo-1024x311.png", "retrieved": "2026-10-12", "provenance": "Official website asset referenced by current site HTML", "service_history_source": "old-profile", "bytes": 86662, "status": "downloaded", "raster_dimensions": [1024, 311], "visible_content_bbox": [14, 50, 982, 252]}</a:t>
            </a:r>
          </a:p>
          <a:p xmlns:a="http://schemas.openxmlformats.org/drawingml/2006/main">
            <a:r>
              <a:t>{"brand": "Hotel Sogo", "file": "hotel-sogo.jpg", "source_page": "https://www.hotelsogo.com/public/", "asset_url": "https://www.hotelsogo.com/public/images/logo.jpg", "retrieved": "2026-10-12", "provenance": "Official website asset referenced by current site HTML", "service_history_source": "interview", "bytes": 86042, "status": "downloaded", "raster_dimensions": [483, 198], "visible_content_bbox": [0, 0, 483, 198]}</a:t>
            </a:r>
          </a:p>
          <a:p xmlns:a="http://schemas.openxmlformats.org/drawingml/2006/main">
            <a:r>
              <a:t>{"brand": "San Miguel Properties", "file": "old-profile-p10-X15.png", "source_document": "C:/Users/ADMIN/Downloads/Blue Modern Company Profile Presentation .pdf", "source_page": 10, "source_object": "X15.png", "retrieved": "2026-10-12", "provenance": "Original embedded raster extracted losslessly from user-supplied prior company profile; not independently downloaded from brand website", "service_history_source": "old-profile", "status": "user-reference-fallback", "raster_dimensions": [500, 253], "visible_content_bbox": [31, 18, 467, 237]}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clients and service experience</a:t>
            </a:r>
          </a:p>
          <a:p xmlns:a="http://schemas.openxmlformats.org/drawingml/2006/main">
            <a:r>
              <a:t>Relationship source: owner interview and current user confirmation2026-10-12. Not independently verified by brand-mark downloads. No group-wide contract or endorsement asserted. Specific branches/sites and scopes to be completed in supporting records.</a:t>
            </a:r>
          </a:p>
          <a:p xmlns:a="http://schemas.openxmlformats.org/drawingml/2006/main">
            <a:r>
              <a:t>{"brand": "Jollibee Group / Jollibee Foods Corporation", "file": "jollibee-group.png", "source_page": "https://www.jollibeegroup.com/", "asset_url": "https://www.jollibeegroup.com/wp-content/themes/main/assets/img/jfc_2025_transparent_logo.png", "retrieved": "2026-10-12", "provenance": "Current official corporate identity asset referenced by company homepage; different from Jollibee restaurant mascot", "service_history_source": "interview", "bytes": 77283, "status": "downloaded", "raster_dimensions": [727, 266], "visible_content_bbox": [57, 15, 670, 244]}</a:t>
            </a:r>
          </a:p>
          <a:p xmlns:a="http://schemas.openxmlformats.org/drawingml/2006/main">
            <a:r>
              <a:t>{"brand": "Mang Inasal", "file": "mang-inasal.svg", "source_page": "https://www.manginasal.ph/", "asset_url": "https://www.manginasal.ph/wp-content/uploads/2024/12/mang-inasal-3.svg", "retrieved": "2026-10-12", "provenance": "Official website asset referenced by current site HTML", "service_history_source": "interview", "bytes": 33337, "status": "downloaded", "raster_file": "mang-inasal.png", "raster_dimensions": [1000, 559], "visible_content_bbox": [0, 0, 1000, 559]}</a:t>
            </a:r>
          </a:p>
          <a:p xmlns:a="http://schemas.openxmlformats.org/drawingml/2006/main">
            <a:r>
              <a:t>{"brand": "KFC", "file": "kfc.svg", "source_page": "https://www.kfc.com.ph/", "asset_url": "https://cdn.tictuk.com/04d917c0-7bcd-6ced-acad-3e4db2bcbfd5/assets/logoDesktopHeader.svg", "retrieved": "2026-10-12", "provenance": "Official website asset referenced by current site HTML", "service_history_source": "interview", "bytes": 3407, "status": "downloaded", "raster_file": "kfc.png", "raster_dimensions": [1000, 315], "visible_content_bbox": [0, 0, 1000, 315]}</a:t>
            </a:r>
          </a:p>
          <a:p xmlns:a="http://schemas.openxmlformats.org/drawingml/2006/main">
            <a:r>
              <a:t>{"brand": "Kenny Rogers Roasters", "file": "kenny-rogers.png", "source_page": "https://kennyrogersdelivery.com.ph/home_-2/", "asset_url": "https://kennyrogersdelivery.com.ph/wp-content/uploads/2025/03/KRRLogo.png", "retrieved": "2026-10-12", "provenance": "Official website asset referenced by current site HTML", "service_history_source": "interview", "bytes": 80535, "status": "downloaded", "raster_dimensions": [350, 181], "visible_content_bbox": [24, 9, 324, 171]}</a:t>
            </a:r>
          </a:p>
          <a:p xmlns:a="http://schemas.openxmlformats.org/drawingml/2006/main">
            <a:r>
              <a:t>{"brand": "Papa Johns", "file": "old-profile-p09-X12.png", "source_document": "C:/Users/ADMIN/Downloads/Blue Modern Company Profile Presentation .pdf", "source_page": 9, "source_object": "X12.png", "retrieved": "2026-10-12", "provenance": "Original embedded raster extracted losslessly from user-supplied prior company profile; not independently downloaded from brand website", "service_history_source": "old-profile", "status": "user-reference-fallback", "raster_dimensions": [640, 640], "visible_content_bbox": [28, 204, 613, 437]}</a:t>
            </a:r>
          </a:p>
          <a:p xmlns:a="http://schemas.openxmlformats.org/drawingml/2006/main">
            <a:r>
              <a:t>{"brand": "Yellow Cab Pizza Co.", "file": "yellow-cab.png", "source_page": "https://delivery.yellowcabpizza.com/", "asset_url": "https://mgi-deliveryportal.s3.amazonaws.com/assets/YellowCab_Logo.png", "retrieved": "2026-10-12", "provenance": "Official website asset referenced by current site HTML", "service_history_source": "old-profile", "bytes": 31729, "status": "downloaded", "raster_dimensions": [500, 239], "visible_content_bbox": [20, 11, 474, 229]}</a:t>
            </a:r>
          </a:p>
          <a:p xmlns:a="http://schemas.openxmlformats.org/drawingml/2006/main">
            <a:r>
              <a:t>{"brand": "Siomai King", "file": "old-profile-p10-X11.jpg", "source_document": "C:/Users/ADMIN/Downloads/Blue Modern Company Profile Presentation .pdf", "source_page": 10, "source_object": "X11.jpg", "retrieved": "2026-10-12", "provenance": "Original embedded raster extracted losslessly from user-supplied prior company profile; not independently downloaded from brand website", "service_history_source": "old-profile", "status": "user-reference-fallback", "raster_dimensions": [225, 225], "visible_content_bbox": [0, 0, 225, 225]}</a:t>
            </a:r>
          </a:p>
          <a:p xmlns:a="http://schemas.openxmlformats.org/drawingml/2006/main">
            <a:r>
              <a:t>{"brand": "GH Greenhills", "file": "old-profile-p10-X12.png", "source_document": "C:/Users/ADMIN/Downloads/Blue Modern Company Profile Presentation .pdf", "source_page": 10, "source_object": "X12.png", "retrieved": "2026-10-12", "provenance": "Original embedded raster extracted losslessly from user-supplied prior company profile; not independently downloaded from brand website", "service_history_source": "old-profile", "status": "user-reference-fallback", "raster_dimensions": [225, 225], "visible_content_bbox": [0, 0, 225, 225]}</a:t>
            </a:r>
          </a:p>
          <a:p xmlns:a="http://schemas.openxmlformats.org/drawingml/2006/main">
            <a:r>
              <a:t>{"brand": "BVMIC - Brenton International Venture Manufacturing Corporation", "file": "old-profile-p10-X17.png", "source_document": "C:/Users/ADMIN/Downloads/Blue Modern Company Profile Presentation .pdf", "source_page": 10, "source_object": "X17.png", "retrieved": "2026-10-12", "provenance": "Original embedded raster extracted losslessly from user-supplied prior company profile; not independently downloaded from brand website", "service_history_source": "old-profile", "status": "user-reference-fallback", "raster_dimensions": [480, 480], "visible_content_bbox": [24, 130, 457, 351]}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work photographs</a:t>
            </a:r>
          </a:p>
          <a:p xmlns:a="http://schemas.openxmlformats.org/drawingml/2006/main">
            <a:r>
              <a:t>Existing before-1.jpg and after-1.jpg; provenance clients/oceanides/kuya-marvin/organic/VALUE-WEEK-01.md. Site/date/client not supplied. No client logo associated with these images.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Septic Tank Siphoning</a:t>
            </a:r>
          </a:p>
          <a:p xmlns:a="http://schemas.openxmlformats.org/drawingml/2006/main">
            <a:r>
              <a:t>Scope based on owner interview. Final method, personnel requirements and price follow site review. A planned service schedule helps your team address tank buildup and reduce the risk of avoidable disruption.</a:t>
            </a:r>
          </a:p>
          <a:p xmlns:a="http://schemas.openxmlformats.org/drawingml/2006/main">
            <a:r>
              <a:t>AI-generated service illustration; source image: clients/oceanides/assets/tb2-hero-manhole.png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Septic Tank Cleaning</a:t>
            </a:r>
          </a:p>
          <a:p xmlns:a="http://schemas.openxmlformats.org/drawingml/2006/main">
            <a:r>
              <a:t>Scope based on owner interview. Final method, personnel requirements and price follow site review. A site-specific cleaning plan helps resolve buildup while making the work requirements clear before service begins.</a:t>
            </a:r>
          </a:p>
          <a:p xmlns:a="http://schemas.openxmlformats.org/drawingml/2006/main">
            <a:r>
              <a:t>AI-generated service illustration; source image: clients/oceanides/assets/tb2-hero-tank.png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Plumbing Services</a:t>
            </a:r>
          </a:p>
          <a:p xmlns:a="http://schemas.openxmlformats.org/drawingml/2006/main">
            <a:r>
              <a:t>Scope based on owner interview. Final method, personnel requirements and price follow site review. One point of contact for plumbing concerns helps your team coordinate repairs and planned improvements.</a:t>
            </a:r>
          </a:p>
          <a:p xmlns:a="http://schemas.openxmlformats.org/drawingml/2006/main">
            <a:r>
              <a:t>AI-generated service illustration; source image: clients/oceanides/company-profile/assets-interview/plumbing-service.png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Excavation Services</a:t>
            </a:r>
          </a:p>
          <a:p xmlns:a="http://schemas.openxmlformats.org/drawingml/2006/main">
            <a:r>
              <a:t>Scope based on owner interview. Final method, personnel requirements and price follow site review. Coordinating excavation with the main repair helps your team plan access, work areas, and reinstatement together.</a:t>
            </a:r>
          </a:p>
          <a:p xmlns:a="http://schemas.openxmlformats.org/drawingml/2006/main">
            <a:r>
              <a:t>Stock: IntangibleArts / Wikimedia Commons, CC BY 2.0; cropped; source image: clients/oceanides/company-profile/assets-refresh/service-stock/excavation-water-main-wikimedia.jpg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"downloaded_on": "2026-10-12",</a:t>
            </a:r>
          </a:p>
          <a:p xmlns:a="http://schemas.openxmlformats.org/drawingml/2006/main">
            <a:r>
              <a:t>  "purpose": "Illustrative service images for Oceanides company-profile revision",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"general-cleaning-pexels-6195278.jpg",</a:t>
            </a:r>
          </a:p>
          <a:p xmlns:a="http://schemas.openxmlformats.org/drawingml/2006/main">
            <a:r>
              <a:t>      "source": "https://www.pexels.com/photo/cleaners-cleaning-the-tiled-floor-6195278/",</a:t>
            </a:r>
          </a:p>
          <a:p xmlns:a="http://schemas.openxmlformats.org/drawingml/2006/main">
            <a:r>
              <a:t>      "download": "https://images.pexels.com/photos/6195278/pexels-photo-6195278.jpeg?auto=compress&amp;cs=tinysrgb&amp;w=1800",</a:t>
            </a:r>
          </a:p>
          <a:p xmlns:a="http://schemas.openxmlformats.org/drawingml/2006/main">
            <a:r>
              <a:t>      "photographer": "Tima Miroshnichenko",</a:t>
            </a:r>
          </a:p>
          <a:p xmlns:a="http://schemas.openxmlformats.org/drawingml/2006/main">
            <a:r>
              <a:t>      "published": "2020-12-15",</a:t>
            </a:r>
          </a:p>
          <a:p xmlns:a="http://schemas.openxmlformats.org/drawingml/2006/main">
            <a:r>
              <a:t>      "captured": "2020-12-10",</a:t>
            </a:r>
          </a:p>
          <a:p xmlns:a="http://schemas.openxmlformats.org/drawingml/2006/main">
            <a:r>
              <a:t>      "license": "Pexels License",</a:t>
            </a:r>
          </a:p>
          <a:p xmlns:a="http://schemas.openxmlformats.org/drawingml/2006/main">
            <a:r>
              <a:t>      "license_url": "https://www.pexels.com/license/",</a:t>
            </a:r>
          </a:p>
          <a:p xmlns:a="http://schemas.openxmlformats.org/drawingml/2006/main">
            <a:r>
              <a:t>      "service": "General cleaning",</a:t>
            </a:r>
          </a:p>
          <a:p xmlns:a="http://schemas.openxmlformats.org/drawingml/2006/main">
            <a:r>
              <a:t>      "caption": "Stock photo of cleaning work; not an Oceanides project",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1800,</a:t>
            </a:r>
          </a:p>
          <a:p xmlns:a="http://schemas.openxmlformats.org/drawingml/2006/main">
            <a:r>
              <a:t>        2700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"afcdcd0292f110a6970926c48dbfb3ef59203fae4ca50a9200ebf257c83c94c3",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"visual_review": "Shows two uniformed cleaners, one mopping and one vacuuming. Relevant service illustration. Crop lower two-thirds to retain action."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"excavation-water-main-wikimedia.jpg",</a:t>
            </a:r>
          </a:p>
          <a:p xmlns:a="http://schemas.openxmlformats.org/drawingml/2006/main">
            <a:r>
              <a:t>      "source": "https://commons.wikimedia.org/wiki/File:DC_WASA_lead_water_main.jpg",</a:t>
            </a:r>
          </a:p>
          <a:p xmlns:a="http://schemas.openxmlformats.org/drawingml/2006/main">
            <a:r>
              <a:t>      "original_source": "https://www.flickr.com/photos/intangible/2697774899/in/photostream/",</a:t>
            </a:r>
          </a:p>
          <a:p xmlns:a="http://schemas.openxmlformats.org/drawingml/2006/main">
            <a:r>
              <a:t>      "download": "https://upload.wikimedia.org/wikipedia/commons/4/40/DC_WASA_lead_water_main.jpg",</a:t>
            </a:r>
          </a:p>
          <a:p xmlns:a="http://schemas.openxmlformats.org/drawingml/2006/main">
            <a:r>
              <a:t>      "photographer": "IntangibleArts",</a:t>
            </a:r>
          </a:p>
          <a:p xmlns:a="http://schemas.openxmlformats.org/drawingml/2006/main">
            <a:r>
              <a:t>      "captured": "2008-07-07",</a:t>
            </a:r>
          </a:p>
          <a:p xmlns:a="http://schemas.openxmlformats.org/drawingml/2006/main">
            <a:r>
              <a:t>      "license": "CC BY 2.0",</a:t>
            </a:r>
          </a:p>
          <a:p xmlns:a="http://schemas.openxmlformats.org/drawingml/2006/main">
            <a:r>
              <a:t>      "license_url": "https://creativecommons.org/licenses/by/2.0/",</a:t>
            </a:r>
          </a:p>
          <a:p xmlns:a="http://schemas.openxmlformats.org/drawingml/2006/main">
            <a:r>
              <a:t>      "service": "Excavation",</a:t>
            </a:r>
          </a:p>
          <a:p xmlns:a="http://schemas.openxmlformats.org/drawingml/2006/main">
            <a:r>
              <a:t>      "caption": "Excavation exposing a water-service pipe. IntangibleArts / Wikimedia Commons, CC BY 2.0; not an Oceanides project",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1000,</a:t>
            </a:r>
          </a:p>
          <a:p xmlns:a="http://schemas.openxmlformats.org/drawingml/2006/main">
            <a:r>
              <a:t>        1500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"8f9d166fe47231e50940da8a86355f89628a162a6098288f68d7e58e77a9d149",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"visual_review": "Shows excavation exposing an underground water pipe; no workers or confined-space entry. Image is contextual stock, not an Oceanides worksite. Include photographer and CC BY 2.0 credit; note cropped if placed with crop."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"aircon-service-pexels-5463576.jpg",</a:t>
            </a:r>
          </a:p>
          <a:p xmlns:a="http://schemas.openxmlformats.org/drawingml/2006/main">
            <a:r>
              <a:t>      "source": "https://www.pexels.com/photo/man-taping-a-hose-5463576/",</a:t>
            </a:r>
          </a:p>
          <a:p xmlns:a="http://schemas.openxmlformats.org/drawingml/2006/main">
            <a:r>
              <a:t>      "download": "https://images.pexels.com/photos/5463576/pexels-photo-5463576.jpeg?cs=srgb&amp;dl=pexels-jose-andres-pacheco-cortes-3641213-5463576.jpg&amp;fm=jpg",</a:t>
            </a:r>
          </a:p>
          <a:p xmlns:a="http://schemas.openxmlformats.org/drawingml/2006/main">
            <a:r>
              <a:t>      "photographer": "Jose Andres Pacheco Cortes",</a:t>
            </a:r>
          </a:p>
          <a:p xmlns:a="http://schemas.openxmlformats.org/drawingml/2006/main">
            <a:r>
              <a:t>      "published": "2020-09-28",</a:t>
            </a:r>
          </a:p>
          <a:p xmlns:a="http://schemas.openxmlformats.org/drawingml/2006/main">
            <a:r>
              <a:t>      "captured": "2020-07-22",</a:t>
            </a:r>
          </a:p>
          <a:p xmlns:a="http://schemas.openxmlformats.org/drawingml/2006/main">
            <a:r>
              <a:t>      "license": "Pexels License",</a:t>
            </a:r>
          </a:p>
          <a:p xmlns:a="http://schemas.openxmlformats.org/drawingml/2006/main">
            <a:r>
              <a:t>      "license_url": "https://www.pexels.com/license/",</a:t>
            </a:r>
          </a:p>
          <a:p xmlns:a="http://schemas.openxmlformats.org/drawingml/2006/main">
            <a:r>
              <a:t>      "service": "Air-conditioning cleaning",</a:t>
            </a:r>
          </a:p>
          <a:p xmlns:a="http://schemas.openxmlformats.org/drawingml/2006/main">
            <a:r>
              <a:t>      "caption": "Stock air-conditioning maintenance photo; not an Oceanides project",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4000,</a:t>
            </a:r>
          </a:p>
          <a:p xmlns:a="http://schemas.openxmlformats.org/drawingml/2006/main">
            <a:r>
              <a:t>        6000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"a6c64efe110e3e0ac8f706b9949c43fafb4c127422ee3e0c261389aa8886d5ac",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"visual_review": "Shows maintenance of a recognizable outdoor air-conditioning unit, not filter washing. Caption must say maintenance. No Oceanides project or manufacturer partnership is asserted."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Drain and Pipe Declogging</a:t>
            </a:r>
          </a:p>
          <a:p xmlns:a="http://schemas.openxmlformats.org/drawingml/2006/main">
            <a:r>
              <a:t>Scope based on owner interview. Final method, personnel requirements and price follow site review. Clear findings help you decide whether a drain needs cleaning, repair, or a planned maintenance schedule.</a:t>
            </a:r>
          </a:p>
          <a:p xmlns:a="http://schemas.openxmlformats.org/drawingml/2006/main">
            <a:r>
              <a:t>AI-generated drainage illustration; source image: clients/oceanides/assets/tb2-hero-banyo.png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Grease Tank and Trap Cleaning</a:t>
            </a:r>
          </a:p>
          <a:p xmlns:a="http://schemas.openxmlformats.org/drawingml/2006/main">
            <a:r>
              <a:t>Scope based on owner interview. Final method, personnel requirements and price follow site review. Routine servicing helps your team manage grease buildup and maintain kitchen drainage.</a:t>
            </a:r>
          </a:p>
          <a:p xmlns:a="http://schemas.openxmlformats.org/drawingml/2006/main">
            <a:r>
              <a:t>Oceanides asset-library photograph; client/site not specified; source image: clients/oceanides/assets/after-1.jpg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Pest Management Services</a:t>
            </a:r>
          </a:p>
          <a:p xmlns:a="http://schemas.openxmlformats.org/drawingml/2006/main">
            <a:r>
              <a:t>Scope based on owner interview. Final method, personnel requirements and price follow site review. A planned program combines treatment with practical prevention advice and clearer follow-up responsibilities.</a:t>
            </a:r>
          </a:p>
          <a:p xmlns:a="http://schemas.openxmlformats.org/drawingml/2006/main">
            <a:r>
              <a:t>AI-generated service illustration; source image: clients/oceanides/company-profile/assets-interview/pest-control-service.png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Cleaning Services</a:t>
            </a:r>
          </a:p>
          <a:p xmlns:a="http://schemas.openxmlformats.org/drawingml/2006/main">
            <a:r>
              <a:t>Scope based on owner interview. Final method, personnel requirements and price follow site review. A clear checklist makes it easier to coordinate cleaning work and review the result.</a:t>
            </a:r>
          </a:p>
          <a:p xmlns:a="http://schemas.openxmlformats.org/drawingml/2006/main">
            <a:r>
              <a:t>Representative stock photograph; not an Oceanides project; source image: clients/oceanides/company-profile/assets-refresh/service-stock/general-cleaning-pexels-6195278.jpg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"downloaded_on": "2026-10-12",</a:t>
            </a:r>
          </a:p>
          <a:p xmlns:a="http://schemas.openxmlformats.org/drawingml/2006/main">
            <a:r>
              <a:t>  "purpose": "Illustrative service images for Oceanides company-profile revision",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"general-cleaning-pexels-6195278.jpg",</a:t>
            </a:r>
          </a:p>
          <a:p xmlns:a="http://schemas.openxmlformats.org/drawingml/2006/main">
            <a:r>
              <a:t>      "source": "https://www.pexels.com/photo/cleaners-cleaning-the-tiled-floor-6195278/",</a:t>
            </a:r>
          </a:p>
          <a:p xmlns:a="http://schemas.openxmlformats.org/drawingml/2006/main">
            <a:r>
              <a:t>      "download": "https://images.pexels.com/photos/6195278/pexels-photo-6195278.jpeg?auto=compress&amp;cs=tinysrgb&amp;w=1800",</a:t>
            </a:r>
          </a:p>
          <a:p xmlns:a="http://schemas.openxmlformats.org/drawingml/2006/main">
            <a:r>
              <a:t>      "photographer": "Tima Miroshnichenko",</a:t>
            </a:r>
          </a:p>
          <a:p xmlns:a="http://schemas.openxmlformats.org/drawingml/2006/main">
            <a:r>
              <a:t>      "published": "2020-12-15",</a:t>
            </a:r>
          </a:p>
          <a:p xmlns:a="http://schemas.openxmlformats.org/drawingml/2006/main">
            <a:r>
              <a:t>      "captured": "2020-12-10",</a:t>
            </a:r>
          </a:p>
          <a:p xmlns:a="http://schemas.openxmlformats.org/drawingml/2006/main">
            <a:r>
              <a:t>      "license": "Pexels License",</a:t>
            </a:r>
          </a:p>
          <a:p xmlns:a="http://schemas.openxmlformats.org/drawingml/2006/main">
            <a:r>
              <a:t>      "license_url": "https://www.pexels.com/license/",</a:t>
            </a:r>
          </a:p>
          <a:p xmlns:a="http://schemas.openxmlformats.org/drawingml/2006/main">
            <a:r>
              <a:t>      "service": "General cleaning",</a:t>
            </a:r>
          </a:p>
          <a:p xmlns:a="http://schemas.openxmlformats.org/drawingml/2006/main">
            <a:r>
              <a:t>      "caption": "Stock photo of cleaning work; not an Oceanides project",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1800,</a:t>
            </a:r>
          </a:p>
          <a:p xmlns:a="http://schemas.openxmlformats.org/drawingml/2006/main">
            <a:r>
              <a:t>        2700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"afcdcd0292f110a6970926c48dbfb3ef59203fae4ca50a9200ebf257c83c94c3",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"visual_review": "Shows two uniformed cleaners, one mopping and one vacuuming. Relevant service illustration. Crop lower two-thirds to retain action."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"excavation-water-main-wikimedia.jpg",</a:t>
            </a:r>
          </a:p>
          <a:p xmlns:a="http://schemas.openxmlformats.org/drawingml/2006/main">
            <a:r>
              <a:t>      "source": "https://commons.wikimedia.org/wiki/File:DC_WASA_lead_water_main.jpg",</a:t>
            </a:r>
          </a:p>
          <a:p xmlns:a="http://schemas.openxmlformats.org/drawingml/2006/main">
            <a:r>
              <a:t>      "original_source": "https://www.flickr.com/photos/intangible/2697774899/in/photostream/",</a:t>
            </a:r>
          </a:p>
          <a:p xmlns:a="http://schemas.openxmlformats.org/drawingml/2006/main">
            <a:r>
              <a:t>      "download": "https://upload.wikimedia.org/wikipedia/commons/4/40/DC_WASA_lead_water_main.jpg",</a:t>
            </a:r>
          </a:p>
          <a:p xmlns:a="http://schemas.openxmlformats.org/drawingml/2006/main">
            <a:r>
              <a:t>      "photographer": "IntangibleArts",</a:t>
            </a:r>
          </a:p>
          <a:p xmlns:a="http://schemas.openxmlformats.org/drawingml/2006/main">
            <a:r>
              <a:t>      "captured": "2008-07-07",</a:t>
            </a:r>
          </a:p>
          <a:p xmlns:a="http://schemas.openxmlformats.org/drawingml/2006/main">
            <a:r>
              <a:t>      "license": "CC BY 2.0",</a:t>
            </a:r>
          </a:p>
          <a:p xmlns:a="http://schemas.openxmlformats.org/drawingml/2006/main">
            <a:r>
              <a:t>      "license_url": "https://creativecommons.org/licenses/by/2.0/",</a:t>
            </a:r>
          </a:p>
          <a:p xmlns:a="http://schemas.openxmlformats.org/drawingml/2006/main">
            <a:r>
              <a:t>      "service": "Excavation",</a:t>
            </a:r>
          </a:p>
          <a:p xmlns:a="http://schemas.openxmlformats.org/drawingml/2006/main">
            <a:r>
              <a:t>      "caption": "Excavation exposing a water-service pipe. IntangibleArts / Wikimedia Commons, CC BY 2.0; not an Oceanides project",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1000,</a:t>
            </a:r>
          </a:p>
          <a:p xmlns:a="http://schemas.openxmlformats.org/drawingml/2006/main">
            <a:r>
              <a:t>        1500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"8f9d166fe47231e50940da8a86355f89628a162a6098288f68d7e58e77a9d149",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"visual_review": "Shows excavation exposing an underground water pipe; no workers or confined-space entry. Image is contextual stock, not an Oceanides worksite. Include photographer and CC BY 2.0 credit; note cropped if placed with crop."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"aircon-service-pexels-5463576.jpg",</a:t>
            </a:r>
          </a:p>
          <a:p xmlns:a="http://schemas.openxmlformats.org/drawingml/2006/main">
            <a:r>
              <a:t>      "source": "https://www.pexels.com/photo/man-taping-a-hose-5463576/",</a:t>
            </a:r>
          </a:p>
          <a:p xmlns:a="http://schemas.openxmlformats.org/drawingml/2006/main">
            <a:r>
              <a:t>      "download": "https://images.pexels.com/photos/5463576/pexels-photo-5463576.jpeg?cs=srgb&amp;dl=pexels-jose-andres-pacheco-cortes-3641213-5463576.jpg&amp;fm=jpg",</a:t>
            </a:r>
          </a:p>
          <a:p xmlns:a="http://schemas.openxmlformats.org/drawingml/2006/main">
            <a:r>
              <a:t>      "photographer": "Jose Andres Pacheco Cortes",</a:t>
            </a:r>
          </a:p>
          <a:p xmlns:a="http://schemas.openxmlformats.org/drawingml/2006/main">
            <a:r>
              <a:t>      "published": "2020-09-28",</a:t>
            </a:r>
          </a:p>
          <a:p xmlns:a="http://schemas.openxmlformats.org/drawingml/2006/main">
            <a:r>
              <a:t>      "captured": "2020-07-22",</a:t>
            </a:r>
          </a:p>
          <a:p xmlns:a="http://schemas.openxmlformats.org/drawingml/2006/main">
            <a:r>
              <a:t>      "license": "Pexels License",</a:t>
            </a:r>
          </a:p>
          <a:p xmlns:a="http://schemas.openxmlformats.org/drawingml/2006/main">
            <a:r>
              <a:t>      "license_url": "https://www.pexels.com/license/",</a:t>
            </a:r>
          </a:p>
          <a:p xmlns:a="http://schemas.openxmlformats.org/drawingml/2006/main">
            <a:r>
              <a:t>      "service": "Air-conditioning cleaning",</a:t>
            </a:r>
          </a:p>
          <a:p xmlns:a="http://schemas.openxmlformats.org/drawingml/2006/main">
            <a:r>
              <a:t>      "caption": "Stock air-conditioning maintenance photo; not an Oceanides project",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4000,</a:t>
            </a:r>
          </a:p>
          <a:p xmlns:a="http://schemas.openxmlformats.org/drawingml/2006/main">
            <a:r>
              <a:t>        6000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"a6c64efe110e3e0ac8f706b9949c43fafb4c127422ee3e0c261389aa8886d5ac",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"visual_review": "Shows maintenance of a recognizable outdoor air-conditioning unit, not filter washing. Caption must say maintenance. No Oceanides project or manufacturer partnership is asserted."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Renovation, Restoration and Leak Repairs</a:t>
            </a:r>
          </a:p>
          <a:p xmlns:a="http://schemas.openxmlformats.org/drawingml/2006/main">
            <a:r>
              <a:t>Scope based on owner interview. Final method, personnel requirements and price follow site review. Combining related repair work under one coordinated scope helps your team manage access, schedules, and turnover.</a:t>
            </a:r>
          </a:p>
          <a:p xmlns:a="http://schemas.openxmlformats.org/drawingml/2006/main">
            <a:r>
              <a:t>AI-generated service illustration; source image: clients/oceanides/company-profile/assets-interview/renovation-service.png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Air-Conditioning Cleaning</a:t>
            </a:r>
          </a:p>
          <a:p xmlns:a="http://schemas.openxmlformats.org/drawingml/2006/main">
            <a:r>
              <a:t>Scope based on owner interview. Final method, personnel requirements and price follow site review. Planned cleaning helps you manage unit upkeep and identify concerns that need further attention.</a:t>
            </a:r>
          </a:p>
          <a:p xmlns:a="http://schemas.openxmlformats.org/drawingml/2006/main">
            <a:r>
              <a:t>Stock air-conditioning maintenance photo; not an Oceanides project; source image: clients/oceanides/company-profile/assets-refresh/service-stock/aircon-service-pexels-5463576.jpg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"downloaded_on": "2026-10-12",</a:t>
            </a:r>
          </a:p>
          <a:p xmlns:a="http://schemas.openxmlformats.org/drawingml/2006/main">
            <a:r>
              <a:t>  "purpose": "Illustrative service images for Oceanides company-profile revision",</a:t>
            </a:r>
          </a:p>
          <a:p xmlns:a="http://schemas.openxmlformats.org/drawingml/2006/main">
            <a:r>
              <a:t>  "assets":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"general-cleaning-pexels-6195278.jpg",</a:t>
            </a:r>
          </a:p>
          <a:p xmlns:a="http://schemas.openxmlformats.org/drawingml/2006/main">
            <a:r>
              <a:t>      "source": "https://www.pexels.com/photo/cleaners-cleaning-the-tiled-floor-6195278/",</a:t>
            </a:r>
          </a:p>
          <a:p xmlns:a="http://schemas.openxmlformats.org/drawingml/2006/main">
            <a:r>
              <a:t>      "download": "https://images.pexels.com/photos/6195278/pexels-photo-6195278.jpeg?auto=compress&amp;cs=tinysrgb&amp;w=1800",</a:t>
            </a:r>
          </a:p>
          <a:p xmlns:a="http://schemas.openxmlformats.org/drawingml/2006/main">
            <a:r>
              <a:t>      "photographer": "Tima Miroshnichenko",</a:t>
            </a:r>
          </a:p>
          <a:p xmlns:a="http://schemas.openxmlformats.org/drawingml/2006/main">
            <a:r>
              <a:t>      "published": "2020-12-15",</a:t>
            </a:r>
          </a:p>
          <a:p xmlns:a="http://schemas.openxmlformats.org/drawingml/2006/main">
            <a:r>
              <a:t>      "captured": "2020-12-10",</a:t>
            </a:r>
          </a:p>
          <a:p xmlns:a="http://schemas.openxmlformats.org/drawingml/2006/main">
            <a:r>
              <a:t>      "license": "Pexels License",</a:t>
            </a:r>
          </a:p>
          <a:p xmlns:a="http://schemas.openxmlformats.org/drawingml/2006/main">
            <a:r>
              <a:t>      "license_url": "https://www.pexels.com/license/",</a:t>
            </a:r>
          </a:p>
          <a:p xmlns:a="http://schemas.openxmlformats.org/drawingml/2006/main">
            <a:r>
              <a:t>      "service": "General cleaning",</a:t>
            </a:r>
          </a:p>
          <a:p xmlns:a="http://schemas.openxmlformats.org/drawingml/2006/main">
            <a:r>
              <a:t>      "caption": "Stock photo of cleaning work; not an Oceanides project",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1800,</a:t>
            </a:r>
          </a:p>
          <a:p xmlns:a="http://schemas.openxmlformats.org/drawingml/2006/main">
            <a:r>
              <a:t>        2700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"afcdcd0292f110a6970926c48dbfb3ef59203fae4ca50a9200ebf257c83c94c3",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"visual_review": "Shows two uniformed cleaners, one mopping and one vacuuming. Relevant service illustration. Crop lower two-thirds to retain action."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"excavation-water-main-wikimedia.jpg",</a:t>
            </a:r>
          </a:p>
          <a:p xmlns:a="http://schemas.openxmlformats.org/drawingml/2006/main">
            <a:r>
              <a:t>      "source": "https://commons.wikimedia.org/wiki/File:DC_WASA_lead_water_main.jpg",</a:t>
            </a:r>
          </a:p>
          <a:p xmlns:a="http://schemas.openxmlformats.org/drawingml/2006/main">
            <a:r>
              <a:t>      "original_source": "https://www.flickr.com/photos/intangible/2697774899/in/photostream/",</a:t>
            </a:r>
          </a:p>
          <a:p xmlns:a="http://schemas.openxmlformats.org/drawingml/2006/main">
            <a:r>
              <a:t>      "download": "https://upload.wikimedia.org/wikipedia/commons/4/40/DC_WASA_lead_water_main.jpg",</a:t>
            </a:r>
          </a:p>
          <a:p xmlns:a="http://schemas.openxmlformats.org/drawingml/2006/main">
            <a:r>
              <a:t>      "photographer": "IntangibleArts",</a:t>
            </a:r>
          </a:p>
          <a:p xmlns:a="http://schemas.openxmlformats.org/drawingml/2006/main">
            <a:r>
              <a:t>      "captured": "2008-07-07",</a:t>
            </a:r>
          </a:p>
          <a:p xmlns:a="http://schemas.openxmlformats.org/drawingml/2006/main">
            <a:r>
              <a:t>      "license": "CC BY 2.0",</a:t>
            </a:r>
          </a:p>
          <a:p xmlns:a="http://schemas.openxmlformats.org/drawingml/2006/main">
            <a:r>
              <a:t>      "license_url": "https://creativecommons.org/licenses/by/2.0/",</a:t>
            </a:r>
          </a:p>
          <a:p xmlns:a="http://schemas.openxmlformats.org/drawingml/2006/main">
            <a:r>
              <a:t>      "service": "Excavation",</a:t>
            </a:r>
          </a:p>
          <a:p xmlns:a="http://schemas.openxmlformats.org/drawingml/2006/main">
            <a:r>
              <a:t>      "caption": "Excavation exposing a water-service pipe. IntangibleArts / Wikimedia Commons, CC BY 2.0; not an Oceanides project",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1000,</a:t>
            </a:r>
          </a:p>
          <a:p xmlns:a="http://schemas.openxmlformats.org/drawingml/2006/main">
            <a:r>
              <a:t>        1500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"8f9d166fe47231e50940da8a86355f89628a162a6098288f68d7e58e77a9d149",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"visual_review": "Shows excavation exposing an underground water pipe; no workers or confined-space entry. Image is contextual stock, not an Oceanides worksite. Include photographer and CC BY 2.0 credit; note cropped if placed with crop."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"filename": "aircon-service-pexels-5463576.jpg",</a:t>
            </a:r>
          </a:p>
          <a:p xmlns:a="http://schemas.openxmlformats.org/drawingml/2006/main">
            <a:r>
              <a:t>      "source": "https://www.pexels.com/photo/man-taping-a-hose-5463576/",</a:t>
            </a:r>
          </a:p>
          <a:p xmlns:a="http://schemas.openxmlformats.org/drawingml/2006/main">
            <a:r>
              <a:t>      "download": "https://images.pexels.com/photos/5463576/pexels-photo-5463576.jpeg?cs=srgb&amp;dl=pexels-jose-andres-pacheco-cortes-3641213-5463576.jpg&amp;fm=jpg",</a:t>
            </a:r>
          </a:p>
          <a:p xmlns:a="http://schemas.openxmlformats.org/drawingml/2006/main">
            <a:r>
              <a:t>      "photographer": "Jose Andres Pacheco Cortes",</a:t>
            </a:r>
          </a:p>
          <a:p xmlns:a="http://schemas.openxmlformats.org/drawingml/2006/main">
            <a:r>
              <a:t>      "published": "2020-09-28",</a:t>
            </a:r>
          </a:p>
          <a:p xmlns:a="http://schemas.openxmlformats.org/drawingml/2006/main">
            <a:r>
              <a:t>      "captured": "2020-07-22",</a:t>
            </a:r>
          </a:p>
          <a:p xmlns:a="http://schemas.openxmlformats.org/drawingml/2006/main">
            <a:r>
              <a:t>      "license": "Pexels License",</a:t>
            </a:r>
          </a:p>
          <a:p xmlns:a="http://schemas.openxmlformats.org/drawingml/2006/main">
            <a:r>
              <a:t>      "license_url": "https://www.pexels.com/license/",</a:t>
            </a:r>
          </a:p>
          <a:p xmlns:a="http://schemas.openxmlformats.org/drawingml/2006/main">
            <a:r>
              <a:t>      "service": "Air-conditioning cleaning",</a:t>
            </a:r>
          </a:p>
          <a:p xmlns:a="http://schemas.openxmlformats.org/drawingml/2006/main">
            <a:r>
              <a:t>      "caption": "Stock air-conditioning maintenance photo; not an Oceanides project",</a:t>
            </a:r>
          </a:p>
          <a:p xmlns:a="http://schemas.openxmlformats.org/drawingml/2006/main">
            <a:r>
              <a:t>      "downloaded_on": "2026-10-12",</a:t>
            </a:r>
          </a:p>
          <a:p xmlns:a="http://schemas.openxmlformats.org/drawingml/2006/main">
            <a:r>
              <a:t>      "dimensions": [</a:t>
            </a:r>
          </a:p>
          <a:p xmlns:a="http://schemas.openxmlformats.org/drawingml/2006/main">
            <a:r>
              <a:t>        4000,</a:t>
            </a:r>
          </a:p>
          <a:p xmlns:a="http://schemas.openxmlformats.org/drawingml/2006/main">
            <a:r>
              <a:t>        6000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"sha256": "a6c64efe110e3e0ac8f706b9949c43fafb4c127422ee3e0c261389aa8886d5ac",</a:t>
            </a:r>
          </a:p>
          <a:p xmlns:a="http://schemas.openxmlformats.org/drawingml/2006/main">
            <a:r>
              <a:t>      "status": "visually-inspected",</a:t>
            </a:r>
          </a:p>
          <a:p xmlns:a="http://schemas.openxmlformats.org/drawingml/2006/main">
            <a:r>
              <a:t>      "changes": "Source image unchanged. Presentation cropping may be applied for placement.",</a:t>
            </a:r>
          </a:p>
          <a:p xmlns:a="http://schemas.openxmlformats.org/drawingml/2006/main">
            <a:r>
              <a:t>      "visual_review": "Shows maintenance of a recognizable outdoor air-conditioning unit, not filter washing. Caption must say maintenance. No Oceanides project or manufacturer partnership is asserted."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Onsite treatment system offer</a:t>
            </a:r>
          </a:p>
          <a:p xmlns:a="http://schemas.openxmlformats.org/drawingml/2006/main">
            <a:r>
              <a:t>Owner calls this Septage Treatment Facility. Wastewater source and volume, technology, supplier, design capacity and discharge requirements are not yet established. Generic process diagram below is a project scoping diagram, not a technical flow sheet.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Treatment planning</a:t>
            </a:r>
          </a:p>
          <a:p xmlns:a="http://schemas.openxmlformats.org/drawingml/2006/main">
            <a:r>
              <a:t>Decision framework only; no fixed saving, zero-siphoning, automatic self-treatment or maintenance-free guarantee. Economics and service intervals depend on the chosen system and site.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Treatment project and after-sales support</a:t>
            </a:r>
          </a:p>
          <a:p xmlns:a="http://schemas.openxmlformats.org/drawingml/2006/main">
            <a:r>
              <a:t>Proposed sequence. Support duration, fees, warranty, response arrangements and client operating duties to be agreed. Permit-document assistance is not guaranteed regulatory approval.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Organizational structure</a:t>
            </a:r>
          </a:p>
          <a:p xmlns:a="http://schemas.openxmlformats.org/drawingml/2006/main">
            <a:r>
              <a:t>Names and existing roles confirmed current by user2026-10-12. Reporting lines are proposed for management confirmation. Operations supervisor is a role, not an invented named manager. No headcount or new specialist license asserted.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Leadership and management</a:t>
            </a:r>
          </a:p>
          <a:p xmlns:a="http://schemas.openxmlformats.org/drawingml/2006/main">
            <a:r>
              <a:t>Portraits extracted unchanged from old profile pages6 and8. User confirmed all names/roles current2026-10-12. No surnames for staff invented. Photo framing only; no generated people.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Marketing and client support</a:t>
            </a:r>
          </a:p>
          <a:p xmlns:a="http://schemas.openxmlformats.org/drawingml/2006/main">
            <a:r>
              <a:t>Portraits extracted unchanged from old profile pages6 and8. User confirmed all names/roles current2026-10-12. No surnames for staff invented. Photo framing only; no generated people.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Supplier documentation</a:t>
            </a:r>
          </a:p>
          <a:p xmlns:a="http://schemas.openxmlformats.org/drawingml/2006/main">
            <a:r>
              <a:t>Current OPC SEC incorporation certificate, Articles, authentication declarations and 2026 Manila business permit supplied from owner Drive on 2026-10-13. BIR COR/TIN remains to follow. Globaltec confirmed current provider; its supplied discharge permit validity ended 24 July 2026. See separately attributed documents appendix.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 coordination</a:t>
            </a:r>
          </a:p>
          <a:p xmlns:a="http://schemas.openxmlformats.org/drawingml/2006/main">
            <a:r>
              <a:t>Proposed client engagement workflow. All scope, cost, timing and responsibilities documented in the service agreement.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 coverage overview</a:t>
            </a:r>
          </a:p>
          <a:p xmlns:a="http://schemas.openxmlformats.org/drawingml/2006/main">
            <a:r>
              <a:t>Owner-confirmed priority service areas. Availability depends on service/site/schedule. Detailed190LGUs in appendix; nationwidebyarrangement. No instantarrivalpromise.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Oceanides</a:t>
            </a:r>
          </a:p>
          <a:p xmlns:a="http://schemas.openxmlformats.org/drawingml/2006/main">
            <a:r>
              <a:t>Mobiles and primary landline agree between new letterhead and oldprofile. Conflicting secondlandline omitted pendingconfirmation. Address supplied by user screenshot2026-10-12: TramoStreetCornerDandan,PasayCity,Philippines1300. OPC TIN userconfirmedtofollow. Website and Facebook from client configuration. No unverified office number added.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Metro Manila</a:t>
            </a:r>
          </a:p>
          <a:p xmlns:a="http://schemas.openxmlformats.org/drawingml/2006/main">
            <a:r>
              <a:t>Owner service coverage. Geographic names verified against PSA PSGC: https://psa.gov.ph/classification/psgc/summary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Cavite</a:t>
            </a:r>
          </a:p>
          <a:p xmlns:a="http://schemas.openxmlformats.org/drawingml/2006/main">
            <a:r>
              <a:t>Owner service coverage. Geographic names verified against PSA PSGC: https://psa.gov.ph/classification/psgc/citimuni/0402100000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Laguna</a:t>
            </a:r>
          </a:p>
          <a:p xmlns:a="http://schemas.openxmlformats.org/drawingml/2006/main">
            <a:r>
              <a:t>Owner service coverage. Geographic names verified against PSA PSGC: https://psa.gov.ph/classification/psgc/citimuni/0403400000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Batangas</a:t>
            </a:r>
          </a:p>
          <a:p xmlns:a="http://schemas.openxmlformats.org/drawingml/2006/main">
            <a:r>
              <a:t>Owner service coverage. Geographic names verified against PSA PSGC: https://psa.gov.ph/classification/psgc/citimuni/0401000000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Rizal</a:t>
            </a:r>
          </a:p>
          <a:p xmlns:a="http://schemas.openxmlformats.org/drawingml/2006/main">
            <a:r>
              <a:t>Owner service coverage. Geographic names verified against PSA PSGC: https://psa.gov.ph/classification/psgc/citimuni/0405800000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Bulacan</a:t>
            </a:r>
          </a:p>
          <a:p xmlns:a="http://schemas.openxmlformats.org/drawingml/2006/main">
            <a:r>
              <a:t>Owner service coverage. Geographic names verified against PSA PSGC: https://psa.gov.ph/classification/psgc/citimuni/0301400000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Pampanga and Angeles</a:t>
            </a:r>
          </a:p>
          <a:p xmlns:a="http://schemas.openxmlformats.org/drawingml/2006/main">
            <a:r>
              <a:t>Owner service coverage. Geographic names verified against PSA PSGC: https://psa.gov.ph/classification/psgc/summary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Zambales and Olongapo</a:t>
            </a:r>
          </a:p>
          <a:p xmlns:a="http://schemas.openxmlformats.org/drawingml/2006/main">
            <a:r>
              <a:t>Owner service coverage. Geographic names verified against PSA PSGC: https://psa.gov.ph/classification/psgc/summary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appendix - Bataan</a:t>
            </a:r>
          </a:p>
          <a:p xmlns:a="http://schemas.openxmlformats.org/drawingml/2006/main">
            <a:r>
              <a:t>Owner service coverage. Geographic names verified against PSA PSGC: https://psa.gov.ph/classification/psgc/citimuni/0300800000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documents appendix</a:t>
            </a:r>
          </a:p>
          <a:p xmlns:a="http://schemas.openxmlformats.org/drawingml/2006/main">
            <a:r>
              <a:t>Owner-supplied Drive records retrieved 2026-10-13. https://drive.google.com/drive/folders/1g_jhHirxXozF7SS0rb1ABylGCOIyoLv1</a:t>
            </a:r>
          </a:p>
          <a:p xmlns:a="http://schemas.openxmlformats.org/drawingml/2006/main">
            <a:r>
              <a:t>Owner confirmed Globaltec Waste Management, Inc. is the current treatment/disposal provider on 2026-10-13.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SEC Certificate of Incorporation</a:t>
            </a:r>
          </a:p>
          <a:p xmlns:a="http://schemas.openxmlformats.org/drawingml/2006/main">
            <a:r>
              <a:t>https://drive.google.com/file/d/10V-abIEL0OKopo9KM4icja6rCXiu6Agz/view</a:t>
            </a:r>
          </a:p>
          <a:p xmlns:a="http://schemas.openxmlformats.org/drawingml/2006/main">
            <a:r>
              <a:t>Source page 1 of 3. Corporate registration record; attached reportorial requirements apply.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SEC Certificate of Incorporation</a:t>
            </a:r>
          </a:p>
          <a:p xmlns:a="http://schemas.openxmlformats.org/drawingml/2006/main">
            <a:r>
              <a:t>https://drive.google.com/file/d/10V-abIEL0OKopo9KM4icja6rCXiu6Agz/view</a:t>
            </a:r>
          </a:p>
          <a:p xmlns:a="http://schemas.openxmlformats.org/drawingml/2006/main">
            <a:r>
              <a:t>Source page 2 of 3. Corporate registration record; attached reportorial requirements apply.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Articles of Incorporation</a:t>
            </a:r>
          </a:p>
          <a:p xmlns:a="http://schemas.openxmlformats.org/drawingml/2006/main">
            <a:r>
              <a:t>https://drive.google.com/file/d/1vlEe_L6MlJZYsvqtAA6f8in0bvJDpxw5/view</a:t>
            </a:r>
          </a:p>
          <a:p xmlns:a="http://schemas.openxmlformats.org/drawingml/2006/main">
            <a:r>
              <a:t>Source page 1 of 5. The incorporator's personal TIN is not the OPC tax registration.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Articles of Incorporation</a:t>
            </a:r>
          </a:p>
          <a:p xmlns:a="http://schemas.openxmlformats.org/drawingml/2006/main">
            <a:r>
              <a:t>https://drive.google.com/file/d/1vlEe_L6MlJZYsvqtAA6f8in0bvJDpxw5/view</a:t>
            </a:r>
          </a:p>
          <a:p xmlns:a="http://schemas.openxmlformats.org/drawingml/2006/main">
            <a:r>
              <a:t>Source page 2 of 5. The incorporator's personal TIN is not the OPC tax registration.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Articles of Incorporation</a:t>
            </a:r>
          </a:p>
          <a:p xmlns:a="http://schemas.openxmlformats.org/drawingml/2006/main">
            <a:r>
              <a:t>https://drive.google.com/file/d/1vlEe_L6MlJZYsvqtAA6f8in0bvJDpxw5/view</a:t>
            </a:r>
          </a:p>
          <a:p xmlns:a="http://schemas.openxmlformats.org/drawingml/2006/main">
            <a:r>
              <a:t>Source page 3 of 5. The incorporator's personal TIN is not the OPC tax registration.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Articles of Incorporation</a:t>
            </a:r>
          </a:p>
          <a:p xmlns:a="http://schemas.openxmlformats.org/drawingml/2006/main">
            <a:r>
              <a:t>https://drive.google.com/file/d/1vlEe_L6MlJZYsvqtAA6f8in0bvJDpxw5/view</a:t>
            </a:r>
          </a:p>
          <a:p xmlns:a="http://schemas.openxmlformats.org/drawingml/2006/main">
            <a:r>
              <a:t>Source page 4 of 5. The incorporator's personal TIN is not the OPC tax registration.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Certificate of Authentication</a:t>
            </a:r>
          </a:p>
          <a:p xmlns:a="http://schemas.openxmlformats.org/drawingml/2006/main">
            <a:r>
              <a:t>https://drive.google.com/file/d/1qwmPxxQSCgztAPkEgsgToYMNYS8TCJeA/view</a:t>
            </a:r>
          </a:p>
          <a:p xmlns:a="http://schemas.openxmlformats.org/drawingml/2006/main">
            <a:r>
              <a:t>Source page 1 of 3. Registration declaration;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Certificate of Authentication</a:t>
            </a:r>
          </a:p>
          <a:p xmlns:a="http://schemas.openxmlformats.org/drawingml/2006/main">
            <a:r>
              <a:t>https://drive.google.com/file/d/1qwmPxxQSCgztAPkEgsgToYMNYS8TCJeA/view</a:t>
            </a:r>
          </a:p>
          <a:p xmlns:a="http://schemas.openxmlformats.org/drawingml/2006/main">
            <a:r>
              <a:t>Source page 2 of 3. Registration declaration;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- 2026 Manila Business Permit</a:t>
            </a:r>
          </a:p>
          <a:p xmlns:a="http://schemas.openxmlformats.org/drawingml/2006/main">
            <a:r>
              <a:t>https://drive.google.com/file/d/1vnxHtto0mSVyu2lZrU296Tf3P1O7Wyk8/view</a:t>
            </a:r>
          </a:p>
          <a:p xmlns:a="http://schemas.openxmlformats.org/drawingml/2006/main">
            <a:r>
              <a:t>Source page 1 of 3. Plumbing and pest control listed. Ancillary clearance status follows the supplied record.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- 2026 Manila Business Permit</a:t>
            </a:r>
          </a:p>
          <a:p xmlns:a="http://schemas.openxmlformats.org/drawingml/2006/main">
            <a:r>
              <a:t>https://drive.google.com/file/d/1vnxHtto0mSVyu2lZrU296Tf3P1O7Wyk8/view</a:t>
            </a:r>
          </a:p>
          <a:p xmlns:a="http://schemas.openxmlformats.org/drawingml/2006/main">
            <a:r>
              <a:t>Source page 2 of 3. Plumbing and pest control listed. Ancillary clearance status follows the supplied record.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- 2026 Manila Business Permit</a:t>
            </a:r>
          </a:p>
          <a:p xmlns:a="http://schemas.openxmlformats.org/drawingml/2006/main">
            <a:r>
              <a:t>https://drive.google.com/file/d/1vnxHtto0mSVyu2lZrU296Tf3P1O7Wyk8/view</a:t>
            </a:r>
          </a:p>
          <a:p xmlns:a="http://schemas.openxmlformats.org/drawingml/2006/main">
            <a:r>
              <a:t>Source page 3 of 3. Plumbing and pest control listed. Ancillary clearance status follows the supplied record.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DOH Sanitation Clearance</a:t>
            </a:r>
          </a:p>
          <a:p xmlns:a="http://schemas.openxmlformats.org/drawingml/2006/main">
            <a:r>
              <a:t>https://drive.google.com/file/d/1wPEivf5A-y7mw4b3CLhBPpMA6ir1Rwa5/view</a:t>
            </a:r>
          </a:p>
          <a:p xmlns:a="http://schemas.openxmlformats.org/drawingml/2006/main">
            <a:r>
              <a:t>Source page 1 of 1. Provider-held clearance. Stated geographic scope applies; no expiry is printed.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1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2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3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4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5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6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7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8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9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10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11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Amended Environmental Compliance Certificate</a:t>
            </a:r>
          </a:p>
          <a:p xmlns:a="http://schemas.openxmlformats.org/drawingml/2006/main">
            <a:r>
              <a:t>https://drive.google.com/file/d/1tWbBysMTgqZSvKDue0xEjLLZf_nsdQsp/view</a:t>
            </a:r>
          </a:p>
          <a:p xmlns:a="http://schemas.openxmlformats.org/drawingml/2006/main">
            <a:r>
              <a:t>Source page 12 of 12. Provider facility record, subject to attached conditions. An ECC is not an operating permit.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Historical Discharge Permit</a:t>
            </a:r>
          </a:p>
          <a:p xmlns:a="http://schemas.openxmlformats.org/drawingml/2006/main">
            <a:r>
              <a:t>https://drive.google.com/file/d/1sbAPMwfBQXPqwOy1as9cG__MUoYUjboV/view</a:t>
            </a:r>
          </a:p>
          <a:p xmlns:a="http://schemas.openxmlformats.org/drawingml/2006/main">
            <a:r>
              <a:t>Source page 1 of 2. Historical supplied copy. Updated renewal copy required; current status is not established by this copy.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Documents appendix - Historical Discharge Permit</a:t>
            </a:r>
          </a:p>
          <a:p xmlns:a="http://schemas.openxmlformats.org/drawingml/2006/main">
            <a:r>
              <a:t>https://drive.google.com/file/d/1sbAPMwfBQXPqwOy1as9cG__MUoYUjboV/view</a:t>
            </a:r>
          </a:p>
          <a:p xmlns:a="http://schemas.openxmlformats.org/drawingml/2006/main">
            <a:r>
              <a:t>Source page 2 of 2. Historical supplied copy. Updated renewal copy required; current status is not established by this copy.</a:t>
            </a:r>
          </a:p>
          <a:p xmlns:a="http://schemas.openxmlformats.org/drawingml/2006/main">
            <a:r>
              <a:t>Sources: owner interview 2026-10-11, supplied prior profile and role/client/address confirmations 2026-10-12; company/provider Drive records supplied 2026-10-13. Reference imagery is labeled. Client logos do not imply endorsement. OPC tax details remain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e9e2a226b4e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a6b3ba04844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7d9c41cc345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a195a4abb47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0e64718134b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ac7ff922942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8245D6-8BBE-441A-8FC5-538D3C1F3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96A13C-9A40-455B-AC0D-A7F980A071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EBDDB7-23EE-4E96-950D-90CCD0D5C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03609F-4B54-449F-9A53-C12BF3DDD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032F43-5E35-4E0D-A64B-B6AF9B9CA7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BC4FA7-0B67-4B00-8C42-1219DCF81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CD1315-3A94-4708-9F22-2B3A4A27AD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FCB857-FDB1-443F-8432-32EF553010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7CE1D1-BB89-4C24-A5DD-A72FD1801A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39064C-9DC8-4316-9256-8BDE0B36B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dacce1e7074dc2" /><Relationship Type="http://schemas.openxmlformats.org/officeDocument/2006/relationships/slideLayout" Target="/ppt/slideLayouts/slideLayout1.xml" Id="Rf6bae477d88c4fd7" /><Relationship Type="http://schemas.openxmlformats.org/officeDocument/2006/relationships/slideLayout" Target="/ppt/slideLayouts/slideLayout2.xml" Id="R51f0c451dd2a4724" /><Relationship Type="http://schemas.openxmlformats.org/officeDocument/2006/relationships/slideLayout" Target="/ppt/slideLayouts/slideLayout3.xml" Id="Ra47edccca9ab41b8" /><Relationship Type="http://schemas.openxmlformats.org/officeDocument/2006/relationships/slideLayout" Target="/ppt/slideLayouts/slideLayout4.xml" Id="R765de4933f9847df" /><Relationship Type="http://schemas.openxmlformats.org/officeDocument/2006/relationships/slideLayout" Target="/ppt/slideLayouts/slideLayout5.xml" Id="R947e01b097444a06" /><Relationship Type="http://schemas.openxmlformats.org/officeDocument/2006/relationships/slideLayout" Target="/ppt/slideLayouts/slideLayout6.xml" Id="Re91659778b7048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bae477d88c4fd7"/>
    <p:sldLayoutId xmlns:r="http://schemas.openxmlformats.org/officeDocument/2006/relationships" id="2147483650" r:id="R51f0c451dd2a4724"/>
    <p:sldLayoutId xmlns:r="http://schemas.openxmlformats.org/officeDocument/2006/relationships" id="2147483651" r:id="Ra47edccca9ab41b8"/>
    <p:sldLayoutId xmlns:r="http://schemas.openxmlformats.org/officeDocument/2006/relationships" id="2147483652" r:id="R765de4933f9847df"/>
    <p:sldLayoutId xmlns:r="http://schemas.openxmlformats.org/officeDocument/2006/relationships" id="2147483653" r:id="R947e01b097444a06"/>
    <p:sldLayoutId xmlns:r="http://schemas.openxmlformats.org/officeDocument/2006/relationships" id="2147483654" r:id="Re91659778b7048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12e18c5e84b42" /><Relationship Type="http://schemas.openxmlformats.org/officeDocument/2006/relationships/image" Target="/ppt/media/image.jpeg" Id="Rae09efde69b14dd5" /><Relationship Type="http://schemas.openxmlformats.org/officeDocument/2006/relationships/image" Target="/ppt/media/image2.jpeg" Id="R383df5aa1801430a" /><Relationship Type="http://schemas.openxmlformats.org/officeDocument/2006/relationships/notesSlide" Target="/ppt/notesSlides/notesSlide1.xml" Id="R4e8dedca003c44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966ea1a0b4611" /><Relationship Type="http://schemas.openxmlformats.org/officeDocument/2006/relationships/image" Target="/ppt/media/image3.jpeg" Id="R1446939bae904f03" /><Relationship Type="http://schemas.openxmlformats.org/officeDocument/2006/relationships/image" Target="/ppt/media/image4.jpeg" Id="Ra8cc3d3f9d564fb1" /><Relationship Type="http://schemas.openxmlformats.org/officeDocument/2006/relationships/notesSlide" Target="/ppt/notesSlides/notesSlide2.xml" Id="R4687d1cc3fcd45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bff4adce604aa8" /><Relationship Type="http://schemas.openxmlformats.org/officeDocument/2006/relationships/image" Target="/ppt/media/image5.jpeg" Id="Ra0ce3ea2777148d2" /><Relationship Type="http://schemas.openxmlformats.org/officeDocument/2006/relationships/notesSlide" Target="/ppt/notesSlides/notesSlide3.xml" Id="R6fd32718031c44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f56485eb041cb" /><Relationship Type="http://schemas.openxmlformats.org/officeDocument/2006/relationships/image" Target="/ppt/media/image6.jpeg" Id="R3472bc86470044f7" /><Relationship Type="http://schemas.openxmlformats.org/officeDocument/2006/relationships/notesSlide" Target="/ppt/notesSlides/notesSlide4.xml" Id="R4ab9318a95904b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25e45438047b8" /><Relationship Type="http://schemas.openxmlformats.org/officeDocument/2006/relationships/image" Target="/ppt/media/image7.jpeg" Id="R21e4e2a2db974258" /><Relationship Type="http://schemas.openxmlformats.org/officeDocument/2006/relationships/image" Target="/ppt/media/image8.jpeg" Id="Rbc64e38084194b63" /><Relationship Type="http://schemas.openxmlformats.org/officeDocument/2006/relationships/image" Target="/ppt/media/image9.jpeg" Id="R7112ca15a1a14dfa" /><Relationship Type="http://schemas.openxmlformats.org/officeDocument/2006/relationships/image" Target="/ppt/media/image10.jpeg" Id="Rf6ff5a214f6947f3" /><Relationship Type="http://schemas.openxmlformats.org/officeDocument/2006/relationships/image" Target="/ppt/media/image11.jpeg" Id="R825ffe27920a428c" /><Relationship Type="http://schemas.openxmlformats.org/officeDocument/2006/relationships/image" Target="/ppt/media/image12.jpeg" Id="R7b6f69e8b8d34f3c" /><Relationship Type="http://schemas.openxmlformats.org/officeDocument/2006/relationships/image" Target="/ppt/media/image13.jpeg" Id="R629d3c1716864bd6" /><Relationship Type="http://schemas.openxmlformats.org/officeDocument/2006/relationships/image" Target="/ppt/media/image14.jpeg" Id="R6229d0737f774c29" /><Relationship Type="http://schemas.openxmlformats.org/officeDocument/2006/relationships/image" Target="/ppt/media/image15.jpeg" Id="R6a591fae582741e1" /><Relationship Type="http://schemas.openxmlformats.org/officeDocument/2006/relationships/notesSlide" Target="/ppt/notesSlides/notesSlide5.xml" Id="R60384e7b1ce741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8ea7eaf6746fa" /><Relationship Type="http://schemas.openxmlformats.org/officeDocument/2006/relationships/image" Target="/ppt/media/image16.jpeg" Id="R1b0da027b16f471c" /><Relationship Type="http://schemas.openxmlformats.org/officeDocument/2006/relationships/image" Target="/ppt/media/image17.jpeg" Id="R88970097db4d4736" /><Relationship Type="http://schemas.openxmlformats.org/officeDocument/2006/relationships/image" Target="/ppt/media/image18.jpeg" Id="R257f318f41404cc2" /><Relationship Type="http://schemas.openxmlformats.org/officeDocument/2006/relationships/image" Target="/ppt/media/image19.jpeg" Id="Rd602835204794a24" /><Relationship Type="http://schemas.openxmlformats.org/officeDocument/2006/relationships/image" Target="/ppt/media/image20.jpeg" Id="R7ccc8b691a334541" /><Relationship Type="http://schemas.openxmlformats.org/officeDocument/2006/relationships/image" Target="/ppt/media/image21.jpeg" Id="R265ff9cadd7a4b53" /><Relationship Type="http://schemas.openxmlformats.org/officeDocument/2006/relationships/image" Target="/ppt/media/image22.jpeg" Id="Rdef6634c0ad841a6" /><Relationship Type="http://schemas.openxmlformats.org/officeDocument/2006/relationships/image" Target="/ppt/media/image23.jpeg" Id="Rf72f9a16fe8a4a73" /><Relationship Type="http://schemas.openxmlformats.org/officeDocument/2006/relationships/image" Target="/ppt/media/image24.jpeg" Id="R4dcea08c943f492c" /><Relationship Type="http://schemas.openxmlformats.org/officeDocument/2006/relationships/image" Target="/ppt/media/image25.jpeg" Id="R1efb7e0119dd4206" /><Relationship Type="http://schemas.openxmlformats.org/officeDocument/2006/relationships/notesSlide" Target="/ppt/notesSlides/notesSlide6.xml" Id="R85d84d9f595b46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81769b60a4399" /><Relationship Type="http://schemas.openxmlformats.org/officeDocument/2006/relationships/image" Target="/ppt/media/image26.jpeg" Id="Rf7eef4318a72458d" /><Relationship Type="http://schemas.openxmlformats.org/officeDocument/2006/relationships/image" Target="/ppt/media/image27.jpeg" Id="Rdb31a9a6f0364d7d" /><Relationship Type="http://schemas.openxmlformats.org/officeDocument/2006/relationships/image" Target="/ppt/media/image28.jpeg" Id="R92566d122b934742" /><Relationship Type="http://schemas.openxmlformats.org/officeDocument/2006/relationships/notesSlide" Target="/ppt/notesSlides/notesSlide7.xml" Id="Rca13e951bc254d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c893e34e494433" /><Relationship Type="http://schemas.openxmlformats.org/officeDocument/2006/relationships/image" Target="/ppt/media/image29.jpeg" Id="R364a4313678f47bb" /><Relationship Type="http://schemas.openxmlformats.org/officeDocument/2006/relationships/image" Target="/ppt/media/image30.jpeg" Id="R1c117ca3385f4600" /><Relationship Type="http://schemas.openxmlformats.org/officeDocument/2006/relationships/notesSlide" Target="/ppt/notesSlides/notesSlide8.xml" Id="R12fc2838b95548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94520d4df4b1f" /><Relationship Type="http://schemas.openxmlformats.org/officeDocument/2006/relationships/image" Target="/ppt/media/image31.jpeg" Id="Rb5852b231bf44665" /><Relationship Type="http://schemas.openxmlformats.org/officeDocument/2006/relationships/image" Target="/ppt/media/image32.jpeg" Id="R1783723de50c4101" /><Relationship Type="http://schemas.openxmlformats.org/officeDocument/2006/relationships/notesSlide" Target="/ppt/notesSlides/notesSlide9.xml" Id="Rcfe5b4ffa8ed4c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da32eab4d4290" /><Relationship Type="http://schemas.openxmlformats.org/officeDocument/2006/relationships/image" Target="/ppt/media/image33.jpeg" Id="R626f3f5251844053" /><Relationship Type="http://schemas.openxmlformats.org/officeDocument/2006/relationships/image" Target="/ppt/media/image34.jpeg" Id="Rf87ce01a5c9d443b" /><Relationship Type="http://schemas.openxmlformats.org/officeDocument/2006/relationships/notesSlide" Target="/ppt/notesSlides/notesSlide10.xml" Id="R91da0f52b69d40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b97ccc78349fa" /><Relationship Type="http://schemas.openxmlformats.org/officeDocument/2006/relationships/image" Target="/ppt/media/image35.jpeg" Id="Rb03ab5a6ca8145e9" /><Relationship Type="http://schemas.openxmlformats.org/officeDocument/2006/relationships/image" Target="/ppt/media/image36.jpeg" Id="R4f875f96db6445df" /><Relationship Type="http://schemas.openxmlformats.org/officeDocument/2006/relationships/notesSlide" Target="/ppt/notesSlides/notesSlide11.xml" Id="Re0e209bcc53f4d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3163996494788" /><Relationship Type="http://schemas.openxmlformats.org/officeDocument/2006/relationships/image" Target="/ppt/media/image37.jpeg" Id="R90aff97fe02042a9" /><Relationship Type="http://schemas.openxmlformats.org/officeDocument/2006/relationships/image" Target="/ppt/media/image38.jpeg" Id="R1d674f11ddbf4f55" /><Relationship Type="http://schemas.openxmlformats.org/officeDocument/2006/relationships/notesSlide" Target="/ppt/notesSlides/notesSlide12.xml" Id="R6406d8f8bd0341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a121aa779437d" /><Relationship Type="http://schemas.openxmlformats.org/officeDocument/2006/relationships/image" Target="/ppt/media/image39.jpeg" Id="R966852d5e2e2410c" /><Relationship Type="http://schemas.openxmlformats.org/officeDocument/2006/relationships/image" Target="/ppt/media/image40.jpeg" Id="Rad1e8dae7b024c0d" /><Relationship Type="http://schemas.openxmlformats.org/officeDocument/2006/relationships/notesSlide" Target="/ppt/notesSlides/notesSlide13.xml" Id="R0f435970f79245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3fb4008ae4847" /><Relationship Type="http://schemas.openxmlformats.org/officeDocument/2006/relationships/image" Target="/ppt/media/image41.jpeg" Id="R929f5273c5fa48c4" /><Relationship Type="http://schemas.openxmlformats.org/officeDocument/2006/relationships/image" Target="/ppt/media/image42.jpeg" Id="R79b2073abe2b46ca" /><Relationship Type="http://schemas.openxmlformats.org/officeDocument/2006/relationships/notesSlide" Target="/ppt/notesSlides/notesSlide14.xml" Id="R755ac29a359e4c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1a649f1fe4f8b" /><Relationship Type="http://schemas.openxmlformats.org/officeDocument/2006/relationships/image" Target="/ppt/media/image43.jpeg" Id="Rb9de08a67725477a" /><Relationship Type="http://schemas.openxmlformats.org/officeDocument/2006/relationships/image" Target="/ppt/media/image44.jpeg" Id="R0d511d600bda4d5d" /><Relationship Type="http://schemas.openxmlformats.org/officeDocument/2006/relationships/notesSlide" Target="/ppt/notesSlides/notesSlide15.xml" Id="Rf58c8a0a25e44c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1e9e0c0984926" /><Relationship Type="http://schemas.openxmlformats.org/officeDocument/2006/relationships/image" Target="/ppt/media/image45.jpeg" Id="R0ea8500fc3294cbe" /><Relationship Type="http://schemas.openxmlformats.org/officeDocument/2006/relationships/image" Target="/ppt/media/image46.jpeg" Id="R959205b3acd84692" /><Relationship Type="http://schemas.openxmlformats.org/officeDocument/2006/relationships/notesSlide" Target="/ppt/notesSlides/notesSlide16.xml" Id="R632579b2d89f44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864f76a594843" /><Relationship Type="http://schemas.openxmlformats.org/officeDocument/2006/relationships/image" Target="/ppt/media/image47.jpeg" Id="R21b14d4310334b8b" /><Relationship Type="http://schemas.openxmlformats.org/officeDocument/2006/relationships/image" Target="/ppt/media/image48.jpeg" Id="R359fd24225bc48cd" /><Relationship Type="http://schemas.openxmlformats.org/officeDocument/2006/relationships/notesSlide" Target="/ppt/notesSlides/notesSlide17.xml" Id="Rf98d2e31a05c4d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bcd9ae21f4117" /><Relationship Type="http://schemas.openxmlformats.org/officeDocument/2006/relationships/image" Target="/ppt/media/image49.jpeg" Id="R9e19d1bae0e24c44" /><Relationship Type="http://schemas.openxmlformats.org/officeDocument/2006/relationships/notesSlide" Target="/ppt/notesSlides/notesSlide18.xml" Id="R0073e52bd3014a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a478f11164eb5" /><Relationship Type="http://schemas.openxmlformats.org/officeDocument/2006/relationships/image" Target="/ppt/media/image50.jpeg" Id="R563b354b85094f0a" /><Relationship Type="http://schemas.openxmlformats.org/officeDocument/2006/relationships/notesSlide" Target="/ppt/notesSlides/notesSlide19.xml" Id="Rd7b6607518e443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5639bba7942e8" /><Relationship Type="http://schemas.openxmlformats.org/officeDocument/2006/relationships/image" Target="/ppt/media/image51.jpeg" Id="Rf8cf9bace88a47f3" /><Relationship Type="http://schemas.openxmlformats.org/officeDocument/2006/relationships/notesSlide" Target="/ppt/notesSlides/notesSlide20.xml" Id="R3346a45367ee4e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7ba60eb354ccb" /><Relationship Type="http://schemas.openxmlformats.org/officeDocument/2006/relationships/image" Target="/ppt/media/image52.jpeg" Id="R396ac8be7ea749f2" /><Relationship Type="http://schemas.openxmlformats.org/officeDocument/2006/relationships/notesSlide" Target="/ppt/notesSlides/notesSlide21.xml" Id="R21f061ce2ca54a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e8b3e9d2c4b0f" /><Relationship Type="http://schemas.openxmlformats.org/officeDocument/2006/relationships/image" Target="/ppt/media/image53.jpeg" Id="R153c6aa718ab4e27" /><Relationship Type="http://schemas.openxmlformats.org/officeDocument/2006/relationships/image" Target="/ppt/media/image54.jpeg" Id="R737c12f9b6e343b7" /><Relationship Type="http://schemas.openxmlformats.org/officeDocument/2006/relationships/image" Target="/ppt/media/image55.jpeg" Id="R67e03dcd5728490f" /><Relationship Type="http://schemas.openxmlformats.org/officeDocument/2006/relationships/image" Target="/ppt/media/image56.jpeg" Id="R752a173062124676" /><Relationship Type="http://schemas.openxmlformats.org/officeDocument/2006/relationships/notesSlide" Target="/ppt/notesSlides/notesSlide22.xml" Id="R7f408c933f4844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d942f24dd4acb" /><Relationship Type="http://schemas.openxmlformats.org/officeDocument/2006/relationships/image" Target="/ppt/media/image57.jpeg" Id="R0e71df0fee034edf" /><Relationship Type="http://schemas.openxmlformats.org/officeDocument/2006/relationships/image" Target="/ppt/media/image58.jpeg" Id="R61c8b9a61a6848c0" /><Relationship Type="http://schemas.openxmlformats.org/officeDocument/2006/relationships/image" Target="/ppt/media/image59.jpeg" Id="R64a6d2dae44746e0" /><Relationship Type="http://schemas.openxmlformats.org/officeDocument/2006/relationships/image" Target="/ppt/media/image60.jpeg" Id="R3592cd6e97754b03" /><Relationship Type="http://schemas.openxmlformats.org/officeDocument/2006/relationships/notesSlide" Target="/ppt/notesSlides/notesSlide23.xml" Id="R1309827d31c640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295ab1cac40cf" /><Relationship Type="http://schemas.openxmlformats.org/officeDocument/2006/relationships/image" Target="/ppt/media/image61.jpeg" Id="Ra8919e1e4315442f" /><Relationship Type="http://schemas.openxmlformats.org/officeDocument/2006/relationships/notesSlide" Target="/ppt/notesSlides/notesSlide24.xml" Id="R944873dc63ef4a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faac67f64434a" /><Relationship Type="http://schemas.openxmlformats.org/officeDocument/2006/relationships/image" Target="/ppt/media/image62.jpeg" Id="Rc90be01354a64317" /><Relationship Type="http://schemas.openxmlformats.org/officeDocument/2006/relationships/notesSlide" Target="/ppt/notesSlides/notesSlide25.xml" Id="R0ee655ce97cc4c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522b3babc4af4" /><Relationship Type="http://schemas.openxmlformats.org/officeDocument/2006/relationships/image" Target="/ppt/media/image63.jpeg" Id="R3c743cdbcf1545db" /><Relationship Type="http://schemas.openxmlformats.org/officeDocument/2006/relationships/notesSlide" Target="/ppt/notesSlides/notesSlide26.xml" Id="R35314bc4bf28419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eb850348a456e" /><Relationship Type="http://schemas.openxmlformats.org/officeDocument/2006/relationships/image" Target="/ppt/media/image64.jpeg" Id="Rc9d05362b8f94abc" /><Relationship Type="http://schemas.openxmlformats.org/officeDocument/2006/relationships/notesSlide" Target="/ppt/notesSlides/notesSlide27.xml" Id="R2424a0ed97dd4a1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fef28d3ed4bcf" /><Relationship Type="http://schemas.openxmlformats.org/officeDocument/2006/relationships/image" Target="/ppt/media/image65.jpeg" Id="R1fda2481ed1f4bcb" /><Relationship Type="http://schemas.openxmlformats.org/officeDocument/2006/relationships/notesSlide" Target="/ppt/notesSlides/notesSlide28.xml" Id="R994dded78ba946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8fd7a89b64a15" /><Relationship Type="http://schemas.openxmlformats.org/officeDocument/2006/relationships/image" Target="/ppt/media/image66.jpeg" Id="R2edfef4c78a54095" /><Relationship Type="http://schemas.openxmlformats.org/officeDocument/2006/relationships/notesSlide" Target="/ppt/notesSlides/notesSlide29.xml" Id="Rdde0fb025d2b40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5af6803884f24" /><Relationship Type="http://schemas.openxmlformats.org/officeDocument/2006/relationships/image" Target="/ppt/media/image67.jpeg" Id="R8720e5d110b54965" /><Relationship Type="http://schemas.openxmlformats.org/officeDocument/2006/relationships/notesSlide" Target="/ppt/notesSlides/notesSlide30.xml" Id="R66c4b7f1d8184f0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7a300046c4fa1" /><Relationship Type="http://schemas.openxmlformats.org/officeDocument/2006/relationships/image" Target="/ppt/media/image68.jpeg" Id="R80b0e272140b41ab" /><Relationship Type="http://schemas.openxmlformats.org/officeDocument/2006/relationships/notesSlide" Target="/ppt/notesSlides/notesSlide31.xml" Id="R601b38f9169a432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9357a82b14f45" /><Relationship Type="http://schemas.openxmlformats.org/officeDocument/2006/relationships/image" Target="/ppt/media/image69.jpeg" Id="R14754751c9f04775" /><Relationship Type="http://schemas.openxmlformats.org/officeDocument/2006/relationships/notesSlide" Target="/ppt/notesSlides/notesSlide32.xml" Id="R2ae2b7a80f9143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22f8d7dd441b5" /><Relationship Type="http://schemas.openxmlformats.org/officeDocument/2006/relationships/image" Target="/ppt/media/image70.jpeg" Id="Rdb0a6628740f4463" /><Relationship Type="http://schemas.openxmlformats.org/officeDocument/2006/relationships/notesSlide" Target="/ppt/notesSlides/notesSlide33.xml" Id="Rdf7d393c29a348d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72cb81fde447b" /><Relationship Type="http://schemas.openxmlformats.org/officeDocument/2006/relationships/image" Target="/ppt/media/image71.jpeg" Id="Rf10b0fbe82f54437" /><Relationship Type="http://schemas.openxmlformats.org/officeDocument/2006/relationships/notesSlide" Target="/ppt/notesSlides/notesSlide34.xml" Id="R49e72561d74c42a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ba5b23a6b459c" /><Relationship Type="http://schemas.openxmlformats.org/officeDocument/2006/relationships/image" Target="/ppt/media/image72.jpeg" Id="R336a742cab1840fe" /><Relationship Type="http://schemas.openxmlformats.org/officeDocument/2006/relationships/notesSlide" Target="/ppt/notesSlides/notesSlide35.xml" Id="Rf4fbe6da023548f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851a18f964285" /><Relationship Type="http://schemas.openxmlformats.org/officeDocument/2006/relationships/image" Target="/ppt/media/image73.jpeg" Id="R0858bd6b968b4f76" /><Relationship Type="http://schemas.openxmlformats.org/officeDocument/2006/relationships/notesSlide" Target="/ppt/notesSlides/notesSlide36.xml" Id="R7ef5e99b655f40d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0b508eeb6b4fd3" /><Relationship Type="http://schemas.openxmlformats.org/officeDocument/2006/relationships/image" Target="/ppt/media/image74.jpeg" Id="Rc78863310c484d77" /><Relationship Type="http://schemas.openxmlformats.org/officeDocument/2006/relationships/notesSlide" Target="/ppt/notesSlides/notesSlide37.xml" Id="R8586dadba109452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09951c7ef47cb" /><Relationship Type="http://schemas.openxmlformats.org/officeDocument/2006/relationships/image" Target="/ppt/media/image75.jpeg" Id="Re0e1c489620741f4" /><Relationship Type="http://schemas.openxmlformats.org/officeDocument/2006/relationships/image" Target="/ppt/media/image76.jpeg" Id="R55924dd4db7e4c92" /><Relationship Type="http://schemas.openxmlformats.org/officeDocument/2006/relationships/notesSlide" Target="/ppt/notesSlides/notesSlide38.xml" Id="Rcc6f987a5adb445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239fd97a442b0" /><Relationship Type="http://schemas.openxmlformats.org/officeDocument/2006/relationships/image" Target="/ppt/media/image77.jpeg" Id="Rf8641698cf004315" /><Relationship Type="http://schemas.openxmlformats.org/officeDocument/2006/relationships/image" Target="/ppt/media/image78.jpeg" Id="R198d2c224ba14ccd" /><Relationship Type="http://schemas.openxmlformats.org/officeDocument/2006/relationships/notesSlide" Target="/ppt/notesSlides/notesSlide39.xml" Id="Re016f31e32b54a9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51f67bcd643d8" /><Relationship Type="http://schemas.openxmlformats.org/officeDocument/2006/relationships/image" Target="/ppt/media/image79.jpeg" Id="R421a9184645d47de" /><Relationship Type="http://schemas.openxmlformats.org/officeDocument/2006/relationships/image" Target="/ppt/media/image80.jpeg" Id="R87fe25f818684ca6" /><Relationship Type="http://schemas.openxmlformats.org/officeDocument/2006/relationships/notesSlide" Target="/ppt/notesSlides/notesSlide40.xml" Id="Rb61621614d2d49c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623e665ef4d07" /><Relationship Type="http://schemas.openxmlformats.org/officeDocument/2006/relationships/image" Target="/ppt/media/image81.jpeg" Id="R7fca290e7e674175" /><Relationship Type="http://schemas.openxmlformats.org/officeDocument/2006/relationships/image" Target="/ppt/media/image82.jpeg" Id="R3413396c60034787" /><Relationship Type="http://schemas.openxmlformats.org/officeDocument/2006/relationships/notesSlide" Target="/ppt/notesSlides/notesSlide41.xml" Id="R7eccb3436a104c4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7735d66184cfb" /><Relationship Type="http://schemas.openxmlformats.org/officeDocument/2006/relationships/image" Target="/ppt/media/image83.jpeg" Id="R7a1a610b709a464e" /><Relationship Type="http://schemas.openxmlformats.org/officeDocument/2006/relationships/image" Target="/ppt/media/image84.jpeg" Id="Rdcd10cca1977401f" /><Relationship Type="http://schemas.openxmlformats.org/officeDocument/2006/relationships/notesSlide" Target="/ppt/notesSlides/notesSlide42.xml" Id="Racbcaf73bc05443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245c992b74a5f" /><Relationship Type="http://schemas.openxmlformats.org/officeDocument/2006/relationships/image" Target="/ppt/media/image85.jpeg" Id="R0c4bd83102244e5e" /><Relationship Type="http://schemas.openxmlformats.org/officeDocument/2006/relationships/image" Target="/ppt/media/image86.jpeg" Id="R9e2573cc80ff4332" /><Relationship Type="http://schemas.openxmlformats.org/officeDocument/2006/relationships/notesSlide" Target="/ppt/notesSlides/notesSlide43.xml" Id="Re8a414317e40485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8642052e1451c" /><Relationship Type="http://schemas.openxmlformats.org/officeDocument/2006/relationships/image" Target="/ppt/media/image87.jpeg" Id="R0dd592c4cc7b4340" /><Relationship Type="http://schemas.openxmlformats.org/officeDocument/2006/relationships/image" Target="/ppt/media/image88.jpeg" Id="R6dfeebcf87c4470e" /><Relationship Type="http://schemas.openxmlformats.org/officeDocument/2006/relationships/notesSlide" Target="/ppt/notesSlides/notesSlide44.xml" Id="Re000120f8d58447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796becf4642ed" /><Relationship Type="http://schemas.openxmlformats.org/officeDocument/2006/relationships/image" Target="/ppt/media/image89.jpeg" Id="Rc25cc122bcad4d59" /><Relationship Type="http://schemas.openxmlformats.org/officeDocument/2006/relationships/image" Target="/ppt/media/image90.jpeg" Id="Red12cda7e58c427a" /><Relationship Type="http://schemas.openxmlformats.org/officeDocument/2006/relationships/notesSlide" Target="/ppt/notesSlides/notesSlide45.xml" Id="R78580706129740b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eb6ae75e9b4ed4" /><Relationship Type="http://schemas.openxmlformats.org/officeDocument/2006/relationships/image" Target="/ppt/media/image91.jpeg" Id="R8649a7d4aa20457e" /><Relationship Type="http://schemas.openxmlformats.org/officeDocument/2006/relationships/image" Target="/ppt/media/image92.jpeg" Id="R50c925dc94fc4d2d" /><Relationship Type="http://schemas.openxmlformats.org/officeDocument/2006/relationships/notesSlide" Target="/ppt/notesSlides/notesSlide46.xml" Id="R9168ab239a264fc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7fbb40a7b4606" /><Relationship Type="http://schemas.openxmlformats.org/officeDocument/2006/relationships/image" Target="/ppt/media/image93.jpeg" Id="R6f6ec1aaa369451e" /><Relationship Type="http://schemas.openxmlformats.org/officeDocument/2006/relationships/image" Target="/ppt/media/image94.jpeg" Id="R1ab7dcef4d80434c" /><Relationship Type="http://schemas.openxmlformats.org/officeDocument/2006/relationships/notesSlide" Target="/ppt/notesSlides/notesSlide47.xml" Id="Rc239be8c75484e6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db60ccd4f4a13" /><Relationship Type="http://schemas.openxmlformats.org/officeDocument/2006/relationships/image" Target="/ppt/media/image95.jpeg" Id="R1181e8aeb89c48cb" /><Relationship Type="http://schemas.openxmlformats.org/officeDocument/2006/relationships/image" Target="/ppt/media/image96.jpeg" Id="R56752488da3d49ae" /><Relationship Type="http://schemas.openxmlformats.org/officeDocument/2006/relationships/notesSlide" Target="/ppt/notesSlides/notesSlide48.xml" Id="R796ae24948d2423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0bd28a0944fcb" /><Relationship Type="http://schemas.openxmlformats.org/officeDocument/2006/relationships/image" Target="/ppt/media/image97.jpeg" Id="Ra17f232266b346b8" /><Relationship Type="http://schemas.openxmlformats.org/officeDocument/2006/relationships/image" Target="/ppt/media/image98.jpeg" Id="R4a170653a85a478e" /><Relationship Type="http://schemas.openxmlformats.org/officeDocument/2006/relationships/notesSlide" Target="/ppt/notesSlides/notesSlide49.xml" Id="R5bd4decfb189468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bda492aef4a4c" /><Relationship Type="http://schemas.openxmlformats.org/officeDocument/2006/relationships/image" Target="/ppt/media/image99.jpeg" Id="R8be4e40883f34e75" /><Relationship Type="http://schemas.openxmlformats.org/officeDocument/2006/relationships/image" Target="/ppt/media/image100.jpeg" Id="Rcb438ed9277b41d8" /><Relationship Type="http://schemas.openxmlformats.org/officeDocument/2006/relationships/notesSlide" Target="/ppt/notesSlides/notesSlide50.xml" Id="Raa0aff932e37432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04edb7c3b45ff" /><Relationship Type="http://schemas.openxmlformats.org/officeDocument/2006/relationships/image" Target="/ppt/media/image101.jpeg" Id="R6ce2c273477f4690" /><Relationship Type="http://schemas.openxmlformats.org/officeDocument/2006/relationships/image" Target="/ppt/media/image102.jpeg" Id="R389e4e06492b4a10" /><Relationship Type="http://schemas.openxmlformats.org/officeDocument/2006/relationships/notesSlide" Target="/ppt/notesSlides/notesSlide51.xml" Id="R000e5ebce5644ff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77a74d64c4458" /><Relationship Type="http://schemas.openxmlformats.org/officeDocument/2006/relationships/image" Target="/ppt/media/image103.jpeg" Id="R2afb8e1a2738493d" /><Relationship Type="http://schemas.openxmlformats.org/officeDocument/2006/relationships/image" Target="/ppt/media/image104.jpeg" Id="Ra64d52d93544428a" /><Relationship Type="http://schemas.openxmlformats.org/officeDocument/2006/relationships/notesSlide" Target="/ppt/notesSlides/notesSlide52.xml" Id="R4afb6e13ceae4eb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a394a08de4b8e" /><Relationship Type="http://schemas.openxmlformats.org/officeDocument/2006/relationships/image" Target="/ppt/media/image105.jpeg" Id="R8db417ebe90e4eb6" /><Relationship Type="http://schemas.openxmlformats.org/officeDocument/2006/relationships/image" Target="/ppt/media/image106.jpeg" Id="R47958c0a192f4df1" /><Relationship Type="http://schemas.openxmlformats.org/officeDocument/2006/relationships/notesSlide" Target="/ppt/notesSlides/notesSlide53.xml" Id="R43442acb08244ef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53e1c3aaa4fd8" /><Relationship Type="http://schemas.openxmlformats.org/officeDocument/2006/relationships/image" Target="/ppt/media/image107.jpeg" Id="R495aa51558444494" /><Relationship Type="http://schemas.openxmlformats.org/officeDocument/2006/relationships/image" Target="/ppt/media/image108.jpeg" Id="R939f399a41a547a7" /><Relationship Type="http://schemas.openxmlformats.org/officeDocument/2006/relationships/notesSlide" Target="/ppt/notesSlides/notesSlide54.xml" Id="Re89324e9f1d947d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f7b92b13f4675" /><Relationship Type="http://schemas.openxmlformats.org/officeDocument/2006/relationships/image" Target="/ppt/media/image109.jpeg" Id="R966d2532db3e46ac" /><Relationship Type="http://schemas.openxmlformats.org/officeDocument/2006/relationships/image" Target="/ppt/media/image110.jpeg" Id="R2add30dd3cc9480d" /><Relationship Type="http://schemas.openxmlformats.org/officeDocument/2006/relationships/notesSlide" Target="/ppt/notesSlides/notesSlide55.xml" Id="Rca99448a4d834cf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8222606bb4bdb" /><Relationship Type="http://schemas.openxmlformats.org/officeDocument/2006/relationships/image" Target="/ppt/media/image111.jpeg" Id="Rb759bdf4612541d2" /><Relationship Type="http://schemas.openxmlformats.org/officeDocument/2006/relationships/image" Target="/ppt/media/image112.jpeg" Id="R08e0bc599c3f46d1" /><Relationship Type="http://schemas.openxmlformats.org/officeDocument/2006/relationships/notesSlide" Target="/ppt/notesSlides/notesSlide56.xml" Id="Rc5f6ccfd4c534a3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a853b3f454faa" /><Relationship Type="http://schemas.openxmlformats.org/officeDocument/2006/relationships/image" Target="/ppt/media/image113.jpeg" Id="R7eea7c5727954821" /><Relationship Type="http://schemas.openxmlformats.org/officeDocument/2006/relationships/image" Target="/ppt/media/image114.jpeg" Id="R682dcff721f74245" /><Relationship Type="http://schemas.openxmlformats.org/officeDocument/2006/relationships/notesSlide" Target="/ppt/notesSlides/notesSlide57.xml" Id="R6bfa11104fa24bc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b726a93654991" /><Relationship Type="http://schemas.openxmlformats.org/officeDocument/2006/relationships/image" Target="/ppt/media/image115.jpeg" Id="R2544a97463114a72" /><Relationship Type="http://schemas.openxmlformats.org/officeDocument/2006/relationships/image" Target="/ppt/media/image116.jpeg" Id="R6097352abdc04ea4" /><Relationship Type="http://schemas.openxmlformats.org/officeDocument/2006/relationships/notesSlide" Target="/ppt/notesSlides/notesSlide58.xml" Id="Rd06d9bc531a74a3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313bcdf754eb9" /><Relationship Type="http://schemas.openxmlformats.org/officeDocument/2006/relationships/image" Target="/ppt/media/image117.jpeg" Id="R1217a557d6f34d0d" /><Relationship Type="http://schemas.openxmlformats.org/officeDocument/2006/relationships/image" Target="/ppt/media/image118.jpeg" Id="Re57befb1fc284d49" /><Relationship Type="http://schemas.openxmlformats.org/officeDocument/2006/relationships/notesSlide" Target="/ppt/notesSlides/notesSlide59.xml" Id="R242f06a4db084cf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47cf31b0a4cec" /><Relationship Type="http://schemas.openxmlformats.org/officeDocument/2006/relationships/image" Target="/ppt/media/image119.jpeg" Id="Rff08f6ae7bb2431f" /><Relationship Type="http://schemas.openxmlformats.org/officeDocument/2006/relationships/image" Target="/ppt/media/image120.jpeg" Id="R504b5a74ec79467a" /><Relationship Type="http://schemas.openxmlformats.org/officeDocument/2006/relationships/notesSlide" Target="/ppt/notesSlides/notesSlide60.xml" Id="R139b218e8e24464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16063133b4d15" /><Relationship Type="http://schemas.openxmlformats.org/officeDocument/2006/relationships/image" Target="/ppt/media/image121.jpeg" Id="Rafdb909b91ce4dc0" /><Relationship Type="http://schemas.openxmlformats.org/officeDocument/2006/relationships/image" Target="/ppt/media/image122.jpeg" Id="R5da6de2419424f2c" /><Relationship Type="http://schemas.openxmlformats.org/officeDocument/2006/relationships/notesSlide" Target="/ppt/notesSlides/notesSlide61.xml" Id="R95b2f037aada481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51985999147cf" /><Relationship Type="http://schemas.openxmlformats.org/officeDocument/2006/relationships/image" Target="/ppt/media/image123.jpeg" Id="Ree2d0e27c40c4502" /><Relationship Type="http://schemas.openxmlformats.org/officeDocument/2006/relationships/image" Target="/ppt/media/image124.jpeg" Id="Rc8f654efc80540c2" /><Relationship Type="http://schemas.openxmlformats.org/officeDocument/2006/relationships/notesSlide" Target="/ppt/notesSlides/notesSlide62.xml" Id="Rcad1c880157744d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506cc9dbc4653" /><Relationship Type="http://schemas.openxmlformats.org/officeDocument/2006/relationships/image" Target="/ppt/media/image125.jpeg" Id="R082cea728afe494b" /><Relationship Type="http://schemas.openxmlformats.org/officeDocument/2006/relationships/image" Target="/ppt/media/image126.jpeg" Id="R39f81ede4e7844c5" /><Relationship Type="http://schemas.openxmlformats.org/officeDocument/2006/relationships/notesSlide" Target="/ppt/notesSlides/notesSlide63.xml" Id="Rba4c713292d940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rofile-1">
            <a:extLst xmlns:a="http://schemas.openxmlformats.org/drawingml/2006/main">
              <a:ext uri="{FF2B5EF4-FFF2-40B4-BE49-F238E27FC236}">
                <a16:creationId xmlns:a16="http://schemas.microsoft.com/office/drawing/2014/main" id="{7A775CC0-714B-4333-BA70-0A79D32B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">
            <a:extLst xmlns:a="http://schemas.openxmlformats.org/drawingml/2006/main">
              <a:ext uri="{FF2B5EF4-FFF2-40B4-BE49-F238E27FC236}">
                <a16:creationId xmlns:a16="http://schemas.microsoft.com/office/drawing/2014/main" id="{89A6EEB5-A480-4002-B3B4-FACED9C7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3771A-9B07-4B5B-9733-FED3D6F33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9efde69b14d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3">
            <a:extLst xmlns:a="http://schemas.openxmlformats.org/drawingml/2006/main">
              <a:ext uri="{FF2B5EF4-FFF2-40B4-BE49-F238E27FC236}">
                <a16:creationId xmlns:a16="http://schemas.microsoft.com/office/drawing/2014/main" id="{7CA3B1CE-20CC-4810-BF1C-7A16AB37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C22473DC-F795-4C78-A503-06EF1B61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5">
            <a:extLst xmlns:a="http://schemas.openxmlformats.org/drawingml/2006/main">
              <a:ext uri="{FF2B5EF4-FFF2-40B4-BE49-F238E27FC236}">
                <a16:creationId xmlns:a16="http://schemas.microsoft.com/office/drawing/2014/main" id="{7786E880-930D-4884-AA95-C3561ECF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6">
            <a:extLst xmlns:a="http://schemas.openxmlformats.org/drawingml/2006/main">
              <a:ext uri="{FF2B5EF4-FFF2-40B4-BE49-F238E27FC236}">
                <a16:creationId xmlns:a16="http://schemas.microsoft.com/office/drawing/2014/main" id="{5E60FDD3-E96C-442D-AE8D-13D754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7">
            <a:extLst xmlns:a="http://schemas.openxmlformats.org/drawingml/2006/main">
              <a:ext uri="{FF2B5EF4-FFF2-40B4-BE49-F238E27FC236}">
                <a16:creationId xmlns:a16="http://schemas.microsoft.com/office/drawing/2014/main" id="{2182DD12-FA40-4BB2-B45B-7AA661F7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8">
            <a:extLst xmlns:a="http://schemas.openxmlformats.org/drawingml/2006/main">
              <a:ext uri="{FF2B5EF4-FFF2-40B4-BE49-F238E27FC236}">
                <a16:creationId xmlns:a16="http://schemas.microsoft.com/office/drawing/2014/main" id="{6D44CC22-54BC-4F7C-9F0F-2AD3B635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9">
            <a:extLst xmlns:a="http://schemas.openxmlformats.org/drawingml/2006/main">
              <a:ext uri="{FF2B5EF4-FFF2-40B4-BE49-F238E27FC236}">
                <a16:creationId xmlns:a16="http://schemas.microsoft.com/office/drawing/2014/main" id="{98EECD7B-2122-469B-AEB4-37884422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0">
            <a:extLst xmlns:a="http://schemas.openxmlformats.org/drawingml/2006/main">
              <a:ext uri="{FF2B5EF4-FFF2-40B4-BE49-F238E27FC236}">
                <a16:creationId xmlns:a16="http://schemas.microsoft.com/office/drawing/2014/main" id="{5875C8A0-3F14-41F1-84B4-AE77756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1">
            <a:extLst xmlns:a="http://schemas.openxmlformats.org/drawingml/2006/main">
              <a:ext uri="{FF2B5EF4-FFF2-40B4-BE49-F238E27FC236}">
                <a16:creationId xmlns:a16="http://schemas.microsoft.com/office/drawing/2014/main" id="{DF196DEE-5F4D-49FA-A6B3-86B4EB6A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2">
            <a:extLst xmlns:a="http://schemas.openxmlformats.org/drawingml/2006/main">
              <a:ext uri="{FF2B5EF4-FFF2-40B4-BE49-F238E27FC236}">
                <a16:creationId xmlns:a16="http://schemas.microsoft.com/office/drawing/2014/main" id="{10C4E326-F5E1-4DAC-BBC3-E063016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3">
            <a:extLst xmlns:a="http://schemas.openxmlformats.org/drawingml/2006/main">
              <a:ext uri="{FF2B5EF4-FFF2-40B4-BE49-F238E27FC236}">
                <a16:creationId xmlns:a16="http://schemas.microsoft.com/office/drawing/2014/main" id="{0DCD9E5B-86C3-47B1-86A5-25B30C9C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4">
            <a:extLst xmlns:a="http://schemas.openxmlformats.org/drawingml/2006/main">
              <a:ext uri="{FF2B5EF4-FFF2-40B4-BE49-F238E27FC236}">
                <a16:creationId xmlns:a16="http://schemas.microsoft.com/office/drawing/2014/main" id="{C1D770EB-6C9D-4964-9B29-11FB0F5C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6" name="profile-15">
            <a:extLst xmlns:a="http://schemas.openxmlformats.org/drawingml/2006/main">
              <a:ext uri="{FF2B5EF4-FFF2-40B4-BE49-F238E27FC236}">
                <a16:creationId xmlns:a16="http://schemas.microsoft.com/office/drawing/2014/main" id="{99135109-4061-425A-9F1F-C222DE69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133475"/>
            <a:ext cx="6143625" cy="513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CD551-1A6E-4A02-8ABF-CD493B8CD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df5aa180143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714500"/>
            <a:ext cx="6143625" cy="4048125"/>
          </a:xfrm>
          <a:prstGeom xmlns:a="http://schemas.openxmlformats.org/drawingml/2006/main" prst="rect">
            <a:avLst/>
          </a:prstGeom>
        </p:spPr>
      </p:pic>
      <p:sp>
        <p:nvSpPr>
          <p:cNvPr id="18" name="profile-16">
            <a:extLst xmlns:a="http://schemas.openxmlformats.org/drawingml/2006/main">
              <a:ext uri="{FF2B5EF4-FFF2-40B4-BE49-F238E27FC236}">
                <a16:creationId xmlns:a16="http://schemas.microsoft.com/office/drawing/2014/main" id="{CB9A6DAC-5699-4F04-99BD-E1F25D52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COMPANY PROFILE</a:t>
            </a:r>
          </a:p>
        </p:txBody>
      </p:sp>
      <p:sp>
        <p:nvSpPr>
          <p:cNvPr id="19" name="profile-17">
            <a:extLst xmlns:a="http://schemas.openxmlformats.org/drawingml/2006/main">
              <a:ext uri="{FF2B5EF4-FFF2-40B4-BE49-F238E27FC236}">
                <a16:creationId xmlns:a16="http://schemas.microsoft.com/office/drawing/2014/main" id="{FDB4FF9E-A424-414D-87C5-4EBE5884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One partner for</a:t>
            </a:r>
          </a:p>
        </p:txBody>
      </p:sp>
      <p:sp>
        <p:nvSpPr>
          <p:cNvPr id="20" name="profile-18">
            <a:extLst xmlns:a="http://schemas.openxmlformats.org/drawingml/2006/main">
              <a:ext uri="{FF2B5EF4-FFF2-40B4-BE49-F238E27FC236}">
                <a16:creationId xmlns:a16="http://schemas.microsoft.com/office/drawing/2014/main" id="{EDB0B5E4-4D41-4152-9F74-878D9BDC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your property</a:t>
            </a:r>
          </a:p>
        </p:txBody>
      </p:sp>
      <p:sp>
        <p:nvSpPr>
          <p:cNvPr id="21" name="profile-19">
            <a:extLst xmlns:a="http://schemas.openxmlformats.org/drawingml/2006/main">
              <a:ext uri="{FF2B5EF4-FFF2-40B4-BE49-F238E27FC236}">
                <a16:creationId xmlns:a16="http://schemas.microsoft.com/office/drawing/2014/main" id="{D04A5827-3613-4527-B025-587165D5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service needs</a:t>
            </a:r>
          </a:p>
        </p:txBody>
      </p:sp>
      <p:sp>
        <p:nvSpPr>
          <p:cNvPr id="22" name="profile-20">
            <a:extLst xmlns:a="http://schemas.openxmlformats.org/drawingml/2006/main">
              <a:ext uri="{FF2B5EF4-FFF2-40B4-BE49-F238E27FC236}">
                <a16:creationId xmlns:a16="http://schemas.microsoft.com/office/drawing/2014/main" id="{0BA39AB5-3C7E-4B4E-B71A-403CB9D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Plumbing. Septic services. Pest management.</a:t>
            </a:r>
          </a:p>
        </p:txBody>
      </p:sp>
      <p:sp>
        <p:nvSpPr>
          <p:cNvPr id="23" name="profile-21">
            <a:extLst xmlns:a="http://schemas.openxmlformats.org/drawingml/2006/main">
              <a:ext uri="{FF2B5EF4-FFF2-40B4-BE49-F238E27FC236}">
                <a16:creationId xmlns:a16="http://schemas.microsoft.com/office/drawing/2014/main" id="{9516797E-6730-4BAB-98E7-5845A8E8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57725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Cleaning. Renovation. Treatment systems.</a:t>
            </a:r>
          </a:p>
        </p:txBody>
      </p:sp>
      <p:sp>
        <p:nvSpPr>
          <p:cNvPr id="24" name="profile-22">
            <a:extLst xmlns:a="http://schemas.openxmlformats.org/drawingml/2006/main">
              <a:ext uri="{FF2B5EF4-FFF2-40B4-BE49-F238E27FC236}">
                <a16:creationId xmlns:a16="http://schemas.microsoft.com/office/drawing/2014/main" id="{44F2E832-643F-4B0B-91C3-D5149D8A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Commercial  /  Industrial  /  Residential</a:t>
            </a:r>
          </a:p>
        </p:txBody>
      </p:sp>
      <p:sp>
        <p:nvSpPr>
          <p:cNvPr id="25" name="profile-23">
            <a:extLst xmlns:a="http://schemas.openxmlformats.org/drawingml/2006/main">
              <a:ext uri="{FF2B5EF4-FFF2-40B4-BE49-F238E27FC236}">
                <a16:creationId xmlns:a16="http://schemas.microsoft.com/office/drawing/2014/main" id="{86B666F4-9D19-45CD-8257-D4388ED9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42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conceptual illustration; not a project or engineering design.</a:t>
            </a:r>
          </a:p>
        </p:txBody>
      </p:sp>
    </p:spTree>
    <p:extLst>
      <p:ext uri="{BB962C8B-B14F-4D97-AF65-F5344CB8AC3E}">
        <p14:creationId xmlns:p14="http://schemas.microsoft.com/office/powerpoint/2010/main" val="1508264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24">
            <a:extLst xmlns:a="http://schemas.openxmlformats.org/drawingml/2006/main">
              <a:ext uri="{FF2B5EF4-FFF2-40B4-BE49-F238E27FC236}">
                <a16:creationId xmlns:a16="http://schemas.microsoft.com/office/drawing/2014/main" id="{6F75018E-377E-47A9-8F32-60244822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5">
            <a:extLst xmlns:a="http://schemas.openxmlformats.org/drawingml/2006/main">
              <a:ext uri="{FF2B5EF4-FFF2-40B4-BE49-F238E27FC236}">
                <a16:creationId xmlns:a16="http://schemas.microsoft.com/office/drawing/2014/main" id="{9775F2B0-2DD6-494C-B9D3-DF9B0747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51B53-3EB3-44C4-AEFB-8D0DE34C1C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6939bae904f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26">
            <a:extLst xmlns:a="http://schemas.openxmlformats.org/drawingml/2006/main">
              <a:ext uri="{FF2B5EF4-FFF2-40B4-BE49-F238E27FC236}">
                <a16:creationId xmlns:a16="http://schemas.microsoft.com/office/drawing/2014/main" id="{4A6D0EF8-446C-4C46-A92D-20527B4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27">
            <a:extLst xmlns:a="http://schemas.openxmlformats.org/drawingml/2006/main">
              <a:ext uri="{FF2B5EF4-FFF2-40B4-BE49-F238E27FC236}">
                <a16:creationId xmlns:a16="http://schemas.microsoft.com/office/drawing/2014/main" id="{DA0836C5-6B2C-4330-AA10-9B0C6E9F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28">
            <a:extLst xmlns:a="http://schemas.openxmlformats.org/drawingml/2006/main">
              <a:ext uri="{FF2B5EF4-FFF2-40B4-BE49-F238E27FC236}">
                <a16:creationId xmlns:a16="http://schemas.microsoft.com/office/drawing/2014/main" id="{73CBDC4B-A8E4-438D-A97E-B2586EBD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29">
            <a:extLst xmlns:a="http://schemas.openxmlformats.org/drawingml/2006/main">
              <a:ext uri="{FF2B5EF4-FFF2-40B4-BE49-F238E27FC236}">
                <a16:creationId xmlns:a16="http://schemas.microsoft.com/office/drawing/2014/main" id="{3B3526EA-3DE5-4FEC-BE60-45F2F2D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30">
            <a:extLst xmlns:a="http://schemas.openxmlformats.org/drawingml/2006/main">
              <a:ext uri="{FF2B5EF4-FFF2-40B4-BE49-F238E27FC236}">
                <a16:creationId xmlns:a16="http://schemas.microsoft.com/office/drawing/2014/main" id="{BD3355F5-DDD9-4B70-8364-33BB6DB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31">
            <a:extLst xmlns:a="http://schemas.openxmlformats.org/drawingml/2006/main">
              <a:ext uri="{FF2B5EF4-FFF2-40B4-BE49-F238E27FC236}">
                <a16:creationId xmlns:a16="http://schemas.microsoft.com/office/drawing/2014/main" id="{EDBF4F30-F3F9-42CE-8554-DB833D2D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32">
            <a:extLst xmlns:a="http://schemas.openxmlformats.org/drawingml/2006/main">
              <a:ext uri="{FF2B5EF4-FFF2-40B4-BE49-F238E27FC236}">
                <a16:creationId xmlns:a16="http://schemas.microsoft.com/office/drawing/2014/main" id="{BABCCFB1-7A6C-4B6D-8F1E-016BBF12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33">
            <a:extLst xmlns:a="http://schemas.openxmlformats.org/drawingml/2006/main">
              <a:ext uri="{FF2B5EF4-FFF2-40B4-BE49-F238E27FC236}">
                <a16:creationId xmlns:a16="http://schemas.microsoft.com/office/drawing/2014/main" id="{FB98D298-C2C1-4333-B92D-86CD6499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34">
            <a:extLst xmlns:a="http://schemas.openxmlformats.org/drawingml/2006/main">
              <a:ext uri="{FF2B5EF4-FFF2-40B4-BE49-F238E27FC236}">
                <a16:creationId xmlns:a16="http://schemas.microsoft.com/office/drawing/2014/main" id="{2A867BD6-E276-44CF-9CA8-308E2146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35">
            <a:extLst xmlns:a="http://schemas.openxmlformats.org/drawingml/2006/main">
              <a:ext uri="{FF2B5EF4-FFF2-40B4-BE49-F238E27FC236}">
                <a16:creationId xmlns:a16="http://schemas.microsoft.com/office/drawing/2014/main" id="{41092AF7-8688-4EC4-8C92-12A9CA23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36">
            <a:extLst xmlns:a="http://schemas.openxmlformats.org/drawingml/2006/main">
              <a:ext uri="{FF2B5EF4-FFF2-40B4-BE49-F238E27FC236}">
                <a16:creationId xmlns:a16="http://schemas.microsoft.com/office/drawing/2014/main" id="{CFA7BA72-EF05-48C0-A867-B6EFB321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37">
            <a:extLst xmlns:a="http://schemas.openxmlformats.org/drawingml/2006/main">
              <a:ext uri="{FF2B5EF4-FFF2-40B4-BE49-F238E27FC236}">
                <a16:creationId xmlns:a16="http://schemas.microsoft.com/office/drawing/2014/main" id="{BBB8356C-4ADA-4964-A065-B97FA1D2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profile-38">
            <a:extLst xmlns:a="http://schemas.openxmlformats.org/drawingml/2006/main">
              <a:ext uri="{FF2B5EF4-FFF2-40B4-BE49-F238E27FC236}">
                <a16:creationId xmlns:a16="http://schemas.microsoft.com/office/drawing/2014/main" id="{6C3381B4-2EAE-4CBF-92DF-7BDB2959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Essential services, one point of contact</a:t>
            </a:r>
          </a:p>
        </p:txBody>
      </p:sp>
      <p:sp>
        <p:nvSpPr>
          <p:cNvPr id="17" name="profile-39">
            <a:extLst xmlns:a="http://schemas.openxmlformats.org/drawingml/2006/main">
              <a:ext uri="{FF2B5EF4-FFF2-40B4-BE49-F238E27FC236}">
                <a16:creationId xmlns:a16="http://schemas.microsoft.com/office/drawing/2014/main" id="{46FC8738-A1EF-4B8F-BC15-B56324D1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40">
            <a:extLst xmlns:a="http://schemas.openxmlformats.org/drawingml/2006/main">
              <a:ext uri="{FF2B5EF4-FFF2-40B4-BE49-F238E27FC236}">
                <a16:creationId xmlns:a16="http://schemas.microsoft.com/office/drawing/2014/main" id="{B2F98592-FD5A-4317-AC73-E0E72D7B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715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 brings plumbing, septic tank services, pest</a:t>
            </a:r>
          </a:p>
        </p:txBody>
      </p:sp>
      <p:sp>
        <p:nvSpPr>
          <p:cNvPr id="19" name="profile-41">
            <a:extLst xmlns:a="http://schemas.openxmlformats.org/drawingml/2006/main">
              <a:ext uri="{FF2B5EF4-FFF2-40B4-BE49-F238E27FC236}">
                <a16:creationId xmlns:a16="http://schemas.microsoft.com/office/drawing/2014/main" id="{EC31B4AC-CFBD-486F-878C-4404E95A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1275"/>
            <a:ext cx="6715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management, cleaning and property improvement</a:t>
            </a:r>
          </a:p>
        </p:txBody>
      </p:sp>
      <p:sp>
        <p:nvSpPr>
          <p:cNvPr id="20" name="profile-42">
            <a:extLst xmlns:a="http://schemas.openxmlformats.org/drawingml/2006/main">
              <a:ext uri="{FF2B5EF4-FFF2-40B4-BE49-F238E27FC236}">
                <a16:creationId xmlns:a16="http://schemas.microsoft.com/office/drawing/2014/main" id="{4AB4828D-DB49-45AE-8F22-EA184880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6715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together for commercial, industrial and residential</a:t>
            </a:r>
          </a:p>
        </p:txBody>
      </p:sp>
      <p:sp>
        <p:nvSpPr>
          <p:cNvPr id="21" name="profile-43">
            <a:extLst xmlns:a="http://schemas.openxmlformats.org/drawingml/2006/main">
              <a:ext uri="{FF2B5EF4-FFF2-40B4-BE49-F238E27FC236}">
                <a16:creationId xmlns:a16="http://schemas.microsoft.com/office/drawing/2014/main" id="{B5F67AA4-89D9-47F3-ABA8-EEA6DE28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6715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clients.</a:t>
            </a:r>
          </a:p>
        </p:txBody>
      </p:sp>
      <p:sp>
        <p:nvSpPr>
          <p:cNvPr id="22" name="profile-44">
            <a:extLst xmlns:a="http://schemas.openxmlformats.org/drawingml/2006/main">
              <a:ext uri="{FF2B5EF4-FFF2-40B4-BE49-F238E27FC236}">
                <a16:creationId xmlns:a16="http://schemas.microsoft.com/office/drawing/2014/main" id="{FA01B239-F09A-46ED-A725-084BB5D7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6715125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Our service relationships grew through recurring plumbing, septic</a:t>
            </a:r>
          </a:p>
        </p:txBody>
      </p:sp>
      <p:sp>
        <p:nvSpPr>
          <p:cNvPr id="23" name="profile-45">
            <a:extLst xmlns:a="http://schemas.openxmlformats.org/drawingml/2006/main">
              <a:ext uri="{FF2B5EF4-FFF2-40B4-BE49-F238E27FC236}">
                <a16:creationId xmlns:a16="http://schemas.microsoft.com/office/drawing/2014/main" id="{67A3A913-E593-4D13-A513-F0610202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0129"/>
            <a:ext cx="6715125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tank and grease tank work. We have expanded our offer under</a:t>
            </a:r>
          </a:p>
        </p:txBody>
      </p:sp>
      <p:sp>
        <p:nvSpPr>
          <p:cNvPr id="24" name="profile-46">
            <a:extLst xmlns:a="http://schemas.openxmlformats.org/drawingml/2006/main">
              <a:ext uri="{FF2B5EF4-FFF2-40B4-BE49-F238E27FC236}">
                <a16:creationId xmlns:a16="http://schemas.microsoft.com/office/drawing/2014/main" id="{51E12A2E-D1C1-449E-95EE-42F665AC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9308"/>
            <a:ext cx="6715125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Plumbing Siphoning &amp; Pest Management Services OPC.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EE844-8AF1-4F29-B5C0-E5F0A55829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c3d3f9d564fb1"/>
          <a:srcRect xmlns:a="http://schemas.openxmlformats.org/drawingml/2006/main" l="0" t="60" r="0" b="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2228850"/>
            <a:ext cx="4076700" cy="3067050"/>
          </a:xfrm>
          <a:prstGeom xmlns:a="http://schemas.openxmlformats.org/drawingml/2006/main" prst="rect">
            <a:avLst/>
          </a:prstGeom>
        </p:spPr>
      </p:pic>
      <p:sp>
        <p:nvSpPr>
          <p:cNvPr id="26" name="profile-47">
            <a:extLst xmlns:a="http://schemas.openxmlformats.org/drawingml/2006/main">
              <a:ext uri="{FF2B5EF4-FFF2-40B4-BE49-F238E27FC236}">
                <a16:creationId xmlns:a16="http://schemas.microsoft.com/office/drawing/2014/main" id="{AAC7F320-34EF-4B59-9A03-69BEEC88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10200"/>
            <a:ext cx="400050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Oceanides asset-library photograph</a:t>
            </a:r>
          </a:p>
        </p:txBody>
      </p:sp>
      <p:sp>
        <p:nvSpPr>
          <p:cNvPr id="27" name="profile-48">
            <a:extLst xmlns:a="http://schemas.openxmlformats.org/drawingml/2006/main">
              <a:ext uri="{FF2B5EF4-FFF2-40B4-BE49-F238E27FC236}">
                <a16:creationId xmlns:a16="http://schemas.microsoft.com/office/drawing/2014/main" id="{87D144D2-8417-4BEA-A695-011BC60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62575"/>
            <a:ext cx="704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Priority service in Metro Manila and nearby provinces.</a:t>
            </a:r>
          </a:p>
        </p:txBody>
      </p:sp>
      <p:sp>
        <p:nvSpPr>
          <p:cNvPr id="28" name="profile-49">
            <a:extLst xmlns:a="http://schemas.openxmlformats.org/drawingml/2006/main">
              <a:ext uri="{FF2B5EF4-FFF2-40B4-BE49-F238E27FC236}">
                <a16:creationId xmlns:a16="http://schemas.microsoft.com/office/drawing/2014/main" id="{498E20CE-1232-44C9-A0BA-BAE29876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704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Nationwide work by arrangement.</a:t>
            </a:r>
          </a:p>
        </p:txBody>
      </p:sp>
    </p:spTree>
    <p:extLst>
      <p:ext uri="{BB962C8B-B14F-4D97-AF65-F5344CB8AC3E}">
        <p14:creationId xmlns:p14="http://schemas.microsoft.com/office/powerpoint/2010/main" val="607979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rofile-50">
            <a:extLst xmlns:a="http://schemas.openxmlformats.org/drawingml/2006/main">
              <a:ext uri="{FF2B5EF4-FFF2-40B4-BE49-F238E27FC236}">
                <a16:creationId xmlns:a16="http://schemas.microsoft.com/office/drawing/2014/main" id="{547A1FB7-5507-4AC3-8837-87552D5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51">
            <a:extLst xmlns:a="http://schemas.openxmlformats.org/drawingml/2006/main">
              <a:ext uri="{FF2B5EF4-FFF2-40B4-BE49-F238E27FC236}">
                <a16:creationId xmlns:a16="http://schemas.microsoft.com/office/drawing/2014/main" id="{09BC5847-1B83-4D5E-A246-02513124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6302F-2ECE-40E6-A97C-AF4FA7CAD7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e3ea2777148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52">
            <a:extLst xmlns:a="http://schemas.openxmlformats.org/drawingml/2006/main">
              <a:ext uri="{FF2B5EF4-FFF2-40B4-BE49-F238E27FC236}">
                <a16:creationId xmlns:a16="http://schemas.microsoft.com/office/drawing/2014/main" id="{F767735C-CD8A-451E-8030-CB9B0BC8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53">
            <a:extLst xmlns:a="http://schemas.openxmlformats.org/drawingml/2006/main">
              <a:ext uri="{FF2B5EF4-FFF2-40B4-BE49-F238E27FC236}">
                <a16:creationId xmlns:a16="http://schemas.microsoft.com/office/drawing/2014/main" id="{5E51F379-1CE4-4DEF-B546-CEE6320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54">
            <a:extLst xmlns:a="http://schemas.openxmlformats.org/drawingml/2006/main">
              <a:ext uri="{FF2B5EF4-FFF2-40B4-BE49-F238E27FC236}">
                <a16:creationId xmlns:a16="http://schemas.microsoft.com/office/drawing/2014/main" id="{1ABCA9F4-7BEB-483D-8334-FCA4F027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55">
            <a:extLst xmlns:a="http://schemas.openxmlformats.org/drawingml/2006/main">
              <a:ext uri="{FF2B5EF4-FFF2-40B4-BE49-F238E27FC236}">
                <a16:creationId xmlns:a16="http://schemas.microsoft.com/office/drawing/2014/main" id="{6300A310-C2FB-44B6-80BE-607C525A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56">
            <a:extLst xmlns:a="http://schemas.openxmlformats.org/drawingml/2006/main">
              <a:ext uri="{FF2B5EF4-FFF2-40B4-BE49-F238E27FC236}">
                <a16:creationId xmlns:a16="http://schemas.microsoft.com/office/drawing/2014/main" id="{780046E2-B374-4E8A-AC2D-4DD0BCC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57">
            <a:extLst xmlns:a="http://schemas.openxmlformats.org/drawingml/2006/main">
              <a:ext uri="{FF2B5EF4-FFF2-40B4-BE49-F238E27FC236}">
                <a16:creationId xmlns:a16="http://schemas.microsoft.com/office/drawing/2014/main" id="{70292993-033C-4BE8-A227-7BF8618A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58">
            <a:extLst xmlns:a="http://schemas.openxmlformats.org/drawingml/2006/main">
              <a:ext uri="{FF2B5EF4-FFF2-40B4-BE49-F238E27FC236}">
                <a16:creationId xmlns:a16="http://schemas.microsoft.com/office/drawing/2014/main" id="{19667394-4FEC-4EA7-8264-AFE80F7F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59">
            <a:extLst xmlns:a="http://schemas.openxmlformats.org/drawingml/2006/main">
              <a:ext uri="{FF2B5EF4-FFF2-40B4-BE49-F238E27FC236}">
                <a16:creationId xmlns:a16="http://schemas.microsoft.com/office/drawing/2014/main" id="{1E2169F3-80FC-4615-800E-12A209B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60">
            <a:extLst xmlns:a="http://schemas.openxmlformats.org/drawingml/2006/main">
              <a:ext uri="{FF2B5EF4-FFF2-40B4-BE49-F238E27FC236}">
                <a16:creationId xmlns:a16="http://schemas.microsoft.com/office/drawing/2014/main" id="{EA01FDD1-5075-4C9A-9600-5DE71121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61">
            <a:extLst xmlns:a="http://schemas.openxmlformats.org/drawingml/2006/main">
              <a:ext uri="{FF2B5EF4-FFF2-40B4-BE49-F238E27FC236}">
                <a16:creationId xmlns:a16="http://schemas.microsoft.com/office/drawing/2014/main" id="{CF9FB508-C3ED-44E4-BCF4-9FA7DE16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62">
            <a:extLst xmlns:a="http://schemas.openxmlformats.org/drawingml/2006/main">
              <a:ext uri="{FF2B5EF4-FFF2-40B4-BE49-F238E27FC236}">
                <a16:creationId xmlns:a16="http://schemas.microsoft.com/office/drawing/2014/main" id="{EF6AC6F3-DF02-458D-B2B3-BD5D9299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63">
            <a:extLst xmlns:a="http://schemas.openxmlformats.org/drawingml/2006/main">
              <a:ext uri="{FF2B5EF4-FFF2-40B4-BE49-F238E27FC236}">
                <a16:creationId xmlns:a16="http://schemas.microsoft.com/office/drawing/2014/main" id="{BAF2B000-5F66-4F3E-956D-1DA8CFA4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profile-64">
            <a:extLst xmlns:a="http://schemas.openxmlformats.org/drawingml/2006/main">
              <a:ext uri="{FF2B5EF4-FFF2-40B4-BE49-F238E27FC236}">
                <a16:creationId xmlns:a16="http://schemas.microsoft.com/office/drawing/2014/main" id="{DB6D8B0F-D812-4C01-B6A2-7DD72C12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Our purpose and service values</a:t>
            </a:r>
          </a:p>
        </p:txBody>
      </p:sp>
      <p:sp>
        <p:nvSpPr>
          <p:cNvPr id="17" name="profile-65">
            <a:extLst xmlns:a="http://schemas.openxmlformats.org/drawingml/2006/main">
              <a:ext uri="{FF2B5EF4-FFF2-40B4-BE49-F238E27FC236}">
                <a16:creationId xmlns:a16="http://schemas.microsoft.com/office/drawing/2014/main" id="{E3099221-2B14-43AF-9E24-5C902400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66">
            <a:extLst xmlns:a="http://schemas.openxmlformats.org/drawingml/2006/main">
              <a:ext uri="{FF2B5EF4-FFF2-40B4-BE49-F238E27FC236}">
                <a16:creationId xmlns:a16="http://schemas.microsoft.com/office/drawing/2014/main" id="{2637FF44-0AF5-4E46-81C8-D4F9E97B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067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9" name="profile-67">
            <a:extLst xmlns:a="http://schemas.openxmlformats.org/drawingml/2006/main">
              <a:ext uri="{FF2B5EF4-FFF2-40B4-BE49-F238E27FC236}">
                <a16:creationId xmlns:a16="http://schemas.microsoft.com/office/drawing/2014/main" id="{B6663371-330E-44B1-86FB-7A10FFCD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OUR MISSION</a:t>
            </a:r>
          </a:p>
        </p:txBody>
      </p:sp>
      <p:sp>
        <p:nvSpPr>
          <p:cNvPr id="20" name="profile-68">
            <a:extLst xmlns:a="http://schemas.openxmlformats.org/drawingml/2006/main">
              <a:ext uri="{FF2B5EF4-FFF2-40B4-BE49-F238E27FC236}">
                <a16:creationId xmlns:a16="http://schemas.microsoft.com/office/drawing/2014/main" id="{E86D63FA-3987-4ED8-9A08-752B2231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443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Provide professional, reliable</a:t>
            </a:r>
          </a:p>
        </p:txBody>
      </p:sp>
      <p:sp>
        <p:nvSpPr>
          <p:cNvPr id="21" name="profile-69">
            <a:extLst xmlns:a="http://schemas.openxmlformats.org/drawingml/2006/main">
              <a:ext uri="{FF2B5EF4-FFF2-40B4-BE49-F238E27FC236}">
                <a16:creationId xmlns:a16="http://schemas.microsoft.com/office/drawing/2014/main" id="{D8EDD73E-7F8B-48F2-A7F5-1012BC66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443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property services with clear</a:t>
            </a:r>
          </a:p>
        </p:txBody>
      </p:sp>
      <p:sp>
        <p:nvSpPr>
          <p:cNvPr id="22" name="profile-70">
            <a:extLst xmlns:a="http://schemas.openxmlformats.org/drawingml/2006/main">
              <a:ext uri="{FF2B5EF4-FFF2-40B4-BE49-F238E27FC236}">
                <a16:creationId xmlns:a16="http://schemas.microsoft.com/office/drawing/2014/main" id="{6E87348F-A456-48A5-89AD-9FDC20D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43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scope, responsive coordination</a:t>
            </a:r>
          </a:p>
        </p:txBody>
      </p:sp>
      <p:sp>
        <p:nvSpPr>
          <p:cNvPr id="23" name="profile-71">
            <a:extLst xmlns:a="http://schemas.openxmlformats.org/drawingml/2006/main">
              <a:ext uri="{FF2B5EF4-FFF2-40B4-BE49-F238E27FC236}">
                <a16:creationId xmlns:a16="http://schemas.microsoft.com/office/drawing/2014/main" id="{DDBDF430-245C-4EC9-ACEB-EFB1B76E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443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 care for the client's site.</a:t>
            </a:r>
          </a:p>
        </p:txBody>
      </p:sp>
      <p:sp>
        <p:nvSpPr>
          <p:cNvPr id="24" name="profile-72">
            <a:extLst xmlns:a="http://schemas.openxmlformats.org/drawingml/2006/main">
              <a:ext uri="{FF2B5EF4-FFF2-40B4-BE49-F238E27FC236}">
                <a16:creationId xmlns:a16="http://schemas.microsoft.com/office/drawing/2014/main" id="{EACB560D-616D-4F41-9955-225E368B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OUR VISION</a:t>
            </a:r>
          </a:p>
        </p:txBody>
      </p:sp>
      <p:sp>
        <p:nvSpPr>
          <p:cNvPr id="25" name="profile-73">
            <a:extLst xmlns:a="http://schemas.openxmlformats.org/drawingml/2006/main">
              <a:ext uri="{FF2B5EF4-FFF2-40B4-BE49-F238E27FC236}">
                <a16:creationId xmlns:a16="http://schemas.microsoft.com/office/drawing/2014/main" id="{41A9E170-0F22-4E0E-8F3D-710A8B98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715000" cy="355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Be a long-term service partner that clients trust with</a:t>
            </a:r>
          </a:p>
        </p:txBody>
      </p:sp>
      <p:sp>
        <p:nvSpPr>
          <p:cNvPr id="26" name="profile-74">
            <a:extLst xmlns:a="http://schemas.openxmlformats.org/drawingml/2006/main">
              <a:ext uri="{FF2B5EF4-FFF2-40B4-BE49-F238E27FC236}">
                <a16:creationId xmlns:a16="http://schemas.microsoft.com/office/drawing/2014/main" id="{028D31F0-B2B3-40F7-A93B-8CE2AECA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51048"/>
            <a:ext cx="5715000" cy="355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their property maintenance and improvement</a:t>
            </a:r>
          </a:p>
        </p:txBody>
      </p:sp>
      <p:sp>
        <p:nvSpPr>
          <p:cNvPr id="27" name="profile-75">
            <a:extLst xmlns:a="http://schemas.openxmlformats.org/drawingml/2006/main">
              <a:ext uri="{FF2B5EF4-FFF2-40B4-BE49-F238E27FC236}">
                <a16:creationId xmlns:a16="http://schemas.microsoft.com/office/drawing/2014/main" id="{401E768B-635C-45E8-B857-5F856CA6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77946"/>
            <a:ext cx="5715000" cy="355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needs.</a:t>
            </a:r>
          </a:p>
        </p:txBody>
      </p:sp>
      <p:sp>
        <p:nvSpPr>
          <p:cNvPr id="28" name="profile-76">
            <a:extLst xmlns:a="http://schemas.openxmlformats.org/drawingml/2006/main">
              <a:ext uri="{FF2B5EF4-FFF2-40B4-BE49-F238E27FC236}">
                <a16:creationId xmlns:a16="http://schemas.microsoft.com/office/drawing/2014/main" id="{5D1CA0DE-1216-4942-92E8-4C0027EA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43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OUR VALUES</a:t>
            </a:r>
          </a:p>
        </p:txBody>
      </p:sp>
      <p:sp>
        <p:nvSpPr>
          <p:cNvPr id="29" name="profile-77">
            <a:extLst xmlns:a="http://schemas.openxmlformats.org/drawingml/2006/main">
              <a:ext uri="{FF2B5EF4-FFF2-40B4-BE49-F238E27FC236}">
                <a16:creationId xmlns:a16="http://schemas.microsoft.com/office/drawing/2014/main" id="{105864F0-53A1-491B-8F70-41DF38A7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720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Quality. Integrity. Respect.</a:t>
            </a:r>
          </a:p>
        </p:txBody>
      </p:sp>
      <p:sp>
        <p:nvSpPr>
          <p:cNvPr id="30" name="profile-78">
            <a:extLst xmlns:a="http://schemas.openxmlformats.org/drawingml/2006/main">
              <a:ext uri="{FF2B5EF4-FFF2-40B4-BE49-F238E27FC236}">
                <a16:creationId xmlns:a16="http://schemas.microsoft.com/office/drawing/2014/main" id="{8BC9EEE4-70C4-4E6B-8CF2-049A3666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434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Teamwork.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253429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profile-79">
            <a:extLst xmlns:a="http://schemas.openxmlformats.org/drawingml/2006/main">
              <a:ext uri="{FF2B5EF4-FFF2-40B4-BE49-F238E27FC236}">
                <a16:creationId xmlns:a16="http://schemas.microsoft.com/office/drawing/2014/main" id="{6F8CEB44-EBA7-4C39-AE49-375BBF7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80">
            <a:extLst xmlns:a="http://schemas.openxmlformats.org/drawingml/2006/main">
              <a:ext uri="{FF2B5EF4-FFF2-40B4-BE49-F238E27FC236}">
                <a16:creationId xmlns:a16="http://schemas.microsoft.com/office/drawing/2014/main" id="{D4714E9A-D5A8-49D5-875A-1884616B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1CCFF-C360-4B38-9073-AED9B977C3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2bc86470044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81">
            <a:extLst xmlns:a="http://schemas.openxmlformats.org/drawingml/2006/main">
              <a:ext uri="{FF2B5EF4-FFF2-40B4-BE49-F238E27FC236}">
                <a16:creationId xmlns:a16="http://schemas.microsoft.com/office/drawing/2014/main" id="{10E48280-F559-4477-BA5E-0C8D31E4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82">
            <a:extLst xmlns:a="http://schemas.openxmlformats.org/drawingml/2006/main">
              <a:ext uri="{FF2B5EF4-FFF2-40B4-BE49-F238E27FC236}">
                <a16:creationId xmlns:a16="http://schemas.microsoft.com/office/drawing/2014/main" id="{BEDAA3B9-901F-4087-BC9D-715A8F4D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83">
            <a:extLst xmlns:a="http://schemas.openxmlformats.org/drawingml/2006/main">
              <a:ext uri="{FF2B5EF4-FFF2-40B4-BE49-F238E27FC236}">
                <a16:creationId xmlns:a16="http://schemas.microsoft.com/office/drawing/2014/main" id="{41EA70BE-5DEC-471E-8B1E-56CB86BD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84">
            <a:extLst xmlns:a="http://schemas.openxmlformats.org/drawingml/2006/main">
              <a:ext uri="{FF2B5EF4-FFF2-40B4-BE49-F238E27FC236}">
                <a16:creationId xmlns:a16="http://schemas.microsoft.com/office/drawing/2014/main" id="{68B2C177-9030-4BDD-8D87-36EB1BB2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85">
            <a:extLst xmlns:a="http://schemas.openxmlformats.org/drawingml/2006/main">
              <a:ext uri="{FF2B5EF4-FFF2-40B4-BE49-F238E27FC236}">
                <a16:creationId xmlns:a16="http://schemas.microsoft.com/office/drawing/2014/main" id="{B79A964B-4572-46C8-8A2E-482044AA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86">
            <a:extLst xmlns:a="http://schemas.openxmlformats.org/drawingml/2006/main">
              <a:ext uri="{FF2B5EF4-FFF2-40B4-BE49-F238E27FC236}">
                <a16:creationId xmlns:a16="http://schemas.microsoft.com/office/drawing/2014/main" id="{2207D35F-74B7-4F73-8FF4-9CF176A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87">
            <a:extLst xmlns:a="http://schemas.openxmlformats.org/drawingml/2006/main">
              <a:ext uri="{FF2B5EF4-FFF2-40B4-BE49-F238E27FC236}">
                <a16:creationId xmlns:a16="http://schemas.microsoft.com/office/drawing/2014/main" id="{1101F197-8070-4357-B835-F2749397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88">
            <a:extLst xmlns:a="http://schemas.openxmlformats.org/drawingml/2006/main">
              <a:ext uri="{FF2B5EF4-FFF2-40B4-BE49-F238E27FC236}">
                <a16:creationId xmlns:a16="http://schemas.microsoft.com/office/drawing/2014/main" id="{B9CE96BE-9B4F-4776-9A62-E62302F6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89">
            <a:extLst xmlns:a="http://schemas.openxmlformats.org/drawingml/2006/main">
              <a:ext uri="{FF2B5EF4-FFF2-40B4-BE49-F238E27FC236}">
                <a16:creationId xmlns:a16="http://schemas.microsoft.com/office/drawing/2014/main" id="{A8279230-5845-4988-A56D-B7E99F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90">
            <a:extLst xmlns:a="http://schemas.openxmlformats.org/drawingml/2006/main">
              <a:ext uri="{FF2B5EF4-FFF2-40B4-BE49-F238E27FC236}">
                <a16:creationId xmlns:a16="http://schemas.microsoft.com/office/drawing/2014/main" id="{BCA44E5E-9F06-4754-A5D4-3CD56B47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91">
            <a:extLst xmlns:a="http://schemas.openxmlformats.org/drawingml/2006/main">
              <a:ext uri="{FF2B5EF4-FFF2-40B4-BE49-F238E27FC236}">
                <a16:creationId xmlns:a16="http://schemas.microsoft.com/office/drawing/2014/main" id="{C5A4C9D7-A2FD-408D-AB1C-05A80BDB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92">
            <a:extLst xmlns:a="http://schemas.openxmlformats.org/drawingml/2006/main">
              <a:ext uri="{FF2B5EF4-FFF2-40B4-BE49-F238E27FC236}">
                <a16:creationId xmlns:a16="http://schemas.microsoft.com/office/drawing/2014/main" id="{FAE9A980-276C-497E-B488-FF102EE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6" name="profile-93">
            <a:extLst xmlns:a="http://schemas.openxmlformats.org/drawingml/2006/main">
              <a:ext uri="{FF2B5EF4-FFF2-40B4-BE49-F238E27FC236}">
                <a16:creationId xmlns:a16="http://schemas.microsoft.com/office/drawing/2014/main" id="{B5CD3A47-4EE3-4499-9129-F33DFD63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 broader range of property services</a:t>
            </a:r>
          </a:p>
        </p:txBody>
      </p:sp>
      <p:sp>
        <p:nvSpPr>
          <p:cNvPr id="17" name="profile-94">
            <a:extLst xmlns:a="http://schemas.openxmlformats.org/drawingml/2006/main">
              <a:ext uri="{FF2B5EF4-FFF2-40B4-BE49-F238E27FC236}">
                <a16:creationId xmlns:a16="http://schemas.microsoft.com/office/drawing/2014/main" id="{F9569003-CE38-49A0-979D-0B460390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95">
            <a:extLst xmlns:a="http://schemas.openxmlformats.org/drawingml/2006/main">
              <a:ext uri="{FF2B5EF4-FFF2-40B4-BE49-F238E27FC236}">
                <a16:creationId xmlns:a16="http://schemas.microsoft.com/office/drawing/2014/main" id="{EBAFA581-A547-40C8-B5CF-62049A89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76475"/>
            <a:ext cx="3571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9" name="profile-96">
            <a:extLst xmlns:a="http://schemas.openxmlformats.org/drawingml/2006/main">
              <a:ext uri="{FF2B5EF4-FFF2-40B4-BE49-F238E27FC236}">
                <a16:creationId xmlns:a16="http://schemas.microsoft.com/office/drawing/2014/main" id="{F89AC3A4-FB4D-46E8-8A48-C81E34B1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347662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SEPTIC AND DRAINAGE</a:t>
            </a:r>
          </a:p>
        </p:txBody>
      </p:sp>
      <p:sp>
        <p:nvSpPr>
          <p:cNvPr id="20" name="profile-97">
            <a:extLst xmlns:a="http://schemas.openxmlformats.org/drawingml/2006/main">
              <a:ext uri="{FF2B5EF4-FFF2-40B4-BE49-F238E27FC236}">
                <a16:creationId xmlns:a16="http://schemas.microsoft.com/office/drawing/2014/main" id="{C17EBC21-D39B-4311-BDD4-F6EB4171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1" name="profile-98">
            <a:extLst xmlns:a="http://schemas.openxmlformats.org/drawingml/2006/main">
              <a:ext uri="{FF2B5EF4-FFF2-40B4-BE49-F238E27FC236}">
                <a16:creationId xmlns:a16="http://schemas.microsoft.com/office/drawing/2014/main" id="{2A2D670C-4DF1-4B38-A491-ED69D55F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38500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Septic tank siphoning</a:t>
            </a:r>
          </a:p>
        </p:txBody>
      </p:sp>
      <p:sp>
        <p:nvSpPr>
          <p:cNvPr id="22" name="profile-99">
            <a:extLst xmlns:a="http://schemas.openxmlformats.org/drawingml/2006/main">
              <a:ext uri="{FF2B5EF4-FFF2-40B4-BE49-F238E27FC236}">
                <a16:creationId xmlns:a16="http://schemas.microsoft.com/office/drawing/2014/main" id="{DB221C25-3600-439B-A908-947D4C2B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8179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3" name="profile-100">
            <a:extLst xmlns:a="http://schemas.openxmlformats.org/drawingml/2006/main">
              <a:ext uri="{FF2B5EF4-FFF2-40B4-BE49-F238E27FC236}">
                <a16:creationId xmlns:a16="http://schemas.microsoft.com/office/drawing/2014/main" id="{51161694-6F1B-4BD4-8283-D55AC31C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22929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Manual septic tank cleaning</a:t>
            </a:r>
          </a:p>
        </p:txBody>
      </p:sp>
      <p:sp>
        <p:nvSpPr>
          <p:cNvPr id="24" name="profile-101">
            <a:extLst xmlns:a="http://schemas.openxmlformats.org/drawingml/2006/main">
              <a:ext uri="{FF2B5EF4-FFF2-40B4-BE49-F238E27FC236}">
                <a16:creationId xmlns:a16="http://schemas.microsoft.com/office/drawing/2014/main" id="{16531D84-A3ED-4F6B-BF72-53DCF7D8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2608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5" name="profile-102">
            <a:extLst xmlns:a="http://schemas.openxmlformats.org/drawingml/2006/main">
              <a:ext uri="{FF2B5EF4-FFF2-40B4-BE49-F238E27FC236}">
                <a16:creationId xmlns:a16="http://schemas.microsoft.com/office/drawing/2014/main" id="{EC0CB785-C550-45FB-AAD3-F25511EB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07358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Drain and pipe declogging</a:t>
            </a:r>
          </a:p>
        </p:txBody>
      </p:sp>
      <p:sp>
        <p:nvSpPr>
          <p:cNvPr id="26" name="profile-103">
            <a:extLst xmlns:a="http://schemas.openxmlformats.org/drawingml/2006/main">
              <a:ext uri="{FF2B5EF4-FFF2-40B4-BE49-F238E27FC236}">
                <a16:creationId xmlns:a16="http://schemas.microsoft.com/office/drawing/2014/main" id="{7C5B5583-9A07-4624-9D01-5708A772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7037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7" name="profile-104">
            <a:extLst xmlns:a="http://schemas.openxmlformats.org/drawingml/2006/main">
              <a:ext uri="{FF2B5EF4-FFF2-40B4-BE49-F238E27FC236}">
                <a16:creationId xmlns:a16="http://schemas.microsoft.com/office/drawing/2014/main" id="{8477E800-2F78-4AD0-83C4-A7547848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91787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Grease tank and trap cleaning</a:t>
            </a:r>
          </a:p>
        </p:txBody>
      </p:sp>
      <p:sp>
        <p:nvSpPr>
          <p:cNvPr id="28" name="profile-105">
            <a:extLst xmlns:a="http://schemas.openxmlformats.org/drawingml/2006/main">
              <a:ext uri="{FF2B5EF4-FFF2-40B4-BE49-F238E27FC236}">
                <a16:creationId xmlns:a16="http://schemas.microsoft.com/office/drawing/2014/main" id="{7CAE15F5-6120-4D4D-B3DD-0531177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76475"/>
            <a:ext cx="3571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9" name="profile-106">
            <a:extLst xmlns:a="http://schemas.openxmlformats.org/drawingml/2006/main">
              <a:ext uri="{FF2B5EF4-FFF2-40B4-BE49-F238E27FC236}">
                <a16:creationId xmlns:a16="http://schemas.microsoft.com/office/drawing/2014/main" id="{E428F9B7-5999-4D91-9BD4-07998C19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33650"/>
            <a:ext cx="347662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REPAIRS AND PROPERTY CARE</a:t>
            </a:r>
          </a:p>
        </p:txBody>
      </p:sp>
      <p:sp>
        <p:nvSpPr>
          <p:cNvPr id="30" name="profile-107">
            <a:extLst xmlns:a="http://schemas.openxmlformats.org/drawingml/2006/main">
              <a:ext uri="{FF2B5EF4-FFF2-40B4-BE49-F238E27FC236}">
                <a16:creationId xmlns:a16="http://schemas.microsoft.com/office/drawing/2014/main" id="{2E5A71E4-3FFA-4C8F-9BA6-61CD2A3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1" name="profile-108">
            <a:extLst xmlns:a="http://schemas.openxmlformats.org/drawingml/2006/main">
              <a:ext uri="{FF2B5EF4-FFF2-40B4-BE49-F238E27FC236}">
                <a16:creationId xmlns:a16="http://schemas.microsoft.com/office/drawing/2014/main" id="{C58C9D49-6999-4E57-8F0D-EA11590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32" name="profile-109">
            <a:extLst xmlns:a="http://schemas.openxmlformats.org/drawingml/2006/main">
              <a:ext uri="{FF2B5EF4-FFF2-40B4-BE49-F238E27FC236}">
                <a16:creationId xmlns:a16="http://schemas.microsoft.com/office/drawing/2014/main" id="{C5991E26-0CDC-4CCA-858A-3D99D7DA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18179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3" name="profile-110">
            <a:extLst xmlns:a="http://schemas.openxmlformats.org/drawingml/2006/main">
              <a:ext uri="{FF2B5EF4-FFF2-40B4-BE49-F238E27FC236}">
                <a16:creationId xmlns:a16="http://schemas.microsoft.com/office/drawing/2014/main" id="{7255505C-1312-4CFE-82C7-2F1F779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22929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Excavation</a:t>
            </a:r>
          </a:p>
        </p:txBody>
      </p:sp>
      <p:sp>
        <p:nvSpPr>
          <p:cNvPr id="34" name="profile-111">
            <a:extLst xmlns:a="http://schemas.openxmlformats.org/drawingml/2006/main">
              <a:ext uri="{FF2B5EF4-FFF2-40B4-BE49-F238E27FC236}">
                <a16:creationId xmlns:a16="http://schemas.microsoft.com/office/drawing/2014/main" id="{00BB24F3-8FB5-44B4-8381-AF1F5262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02608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5" name="profile-112">
            <a:extLst xmlns:a="http://schemas.openxmlformats.org/drawingml/2006/main">
              <a:ext uri="{FF2B5EF4-FFF2-40B4-BE49-F238E27FC236}">
                <a16:creationId xmlns:a16="http://schemas.microsoft.com/office/drawing/2014/main" id="{7DD4A29D-9E7E-43B9-8FFC-8DB598B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7358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General cleaning</a:t>
            </a:r>
          </a:p>
        </p:txBody>
      </p:sp>
      <p:sp>
        <p:nvSpPr>
          <p:cNvPr id="36" name="profile-113">
            <a:extLst xmlns:a="http://schemas.openxmlformats.org/drawingml/2006/main">
              <a:ext uri="{FF2B5EF4-FFF2-40B4-BE49-F238E27FC236}">
                <a16:creationId xmlns:a16="http://schemas.microsoft.com/office/drawing/2014/main" id="{45B85AD2-A674-4DC3-A5E7-E08FB713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487037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7" name="profile-114">
            <a:extLst xmlns:a="http://schemas.openxmlformats.org/drawingml/2006/main">
              <a:ext uri="{FF2B5EF4-FFF2-40B4-BE49-F238E27FC236}">
                <a16:creationId xmlns:a16="http://schemas.microsoft.com/office/drawing/2014/main" id="{A1154B50-07FF-40A2-BEA6-201520DE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91787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Renovation, restoration and leak</a:t>
            </a:r>
          </a:p>
        </p:txBody>
      </p:sp>
      <p:sp>
        <p:nvSpPr>
          <p:cNvPr id="38" name="profile-115">
            <a:extLst xmlns:a="http://schemas.openxmlformats.org/drawingml/2006/main">
              <a:ext uri="{FF2B5EF4-FFF2-40B4-BE49-F238E27FC236}">
                <a16:creationId xmlns:a16="http://schemas.microsoft.com/office/drawing/2014/main" id="{389AE9F7-97E5-4C6E-9695-5B14F83D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0966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repairs</a:t>
            </a:r>
          </a:p>
        </p:txBody>
      </p:sp>
      <p:sp>
        <p:nvSpPr>
          <p:cNvPr id="39" name="profile-116">
            <a:extLst xmlns:a="http://schemas.openxmlformats.org/drawingml/2006/main">
              <a:ext uri="{FF2B5EF4-FFF2-40B4-BE49-F238E27FC236}">
                <a16:creationId xmlns:a16="http://schemas.microsoft.com/office/drawing/2014/main" id="{F79D7F24-65FD-479E-BEDC-07055D78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6064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117">
            <a:extLst xmlns:a="http://schemas.openxmlformats.org/drawingml/2006/main">
              <a:ext uri="{FF2B5EF4-FFF2-40B4-BE49-F238E27FC236}">
                <a16:creationId xmlns:a16="http://schemas.microsoft.com/office/drawing/2014/main" id="{B582E8CD-503B-4A00-B652-58728064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5395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Air-conditioning cleaning</a:t>
            </a:r>
          </a:p>
        </p:txBody>
      </p:sp>
      <p:sp>
        <p:nvSpPr>
          <p:cNvPr id="41" name="profile-118">
            <a:extLst xmlns:a="http://schemas.openxmlformats.org/drawingml/2006/main">
              <a:ext uri="{FF2B5EF4-FFF2-40B4-BE49-F238E27FC236}">
                <a16:creationId xmlns:a16="http://schemas.microsoft.com/office/drawing/2014/main" id="{3056093E-C705-43DF-98AB-2C9FC8B3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76475"/>
            <a:ext cx="3571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119">
            <a:extLst xmlns:a="http://schemas.openxmlformats.org/drawingml/2006/main">
              <a:ext uri="{FF2B5EF4-FFF2-40B4-BE49-F238E27FC236}">
                <a16:creationId xmlns:a16="http://schemas.microsoft.com/office/drawing/2014/main" id="{DB07EF34-C74F-49CE-A93C-BEBBF66C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347662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PEST AND TREATMENT SYSTEMS</a:t>
            </a:r>
          </a:p>
        </p:txBody>
      </p:sp>
      <p:sp>
        <p:nvSpPr>
          <p:cNvPr id="43" name="profile-120">
            <a:extLst xmlns:a="http://schemas.openxmlformats.org/drawingml/2006/main">
              <a:ext uri="{FF2B5EF4-FFF2-40B4-BE49-F238E27FC236}">
                <a16:creationId xmlns:a16="http://schemas.microsoft.com/office/drawing/2014/main" id="{A0001CCC-E39E-41D8-90EA-36269443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121">
            <a:extLst xmlns:a="http://schemas.openxmlformats.org/drawingml/2006/main">
              <a:ext uri="{FF2B5EF4-FFF2-40B4-BE49-F238E27FC236}">
                <a16:creationId xmlns:a16="http://schemas.microsoft.com/office/drawing/2014/main" id="{3B2D4D2C-5DA4-47EC-AC9A-9B96F82B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38500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Pest management</a:t>
            </a:r>
          </a:p>
        </p:txBody>
      </p:sp>
      <p:sp>
        <p:nvSpPr>
          <p:cNvPr id="45" name="profile-122">
            <a:extLst xmlns:a="http://schemas.openxmlformats.org/drawingml/2006/main">
              <a:ext uri="{FF2B5EF4-FFF2-40B4-BE49-F238E27FC236}">
                <a16:creationId xmlns:a16="http://schemas.microsoft.com/office/drawing/2014/main" id="{73D5C032-3D7C-48A6-97D7-AB202B56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8179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123">
            <a:extLst xmlns:a="http://schemas.openxmlformats.org/drawingml/2006/main">
              <a:ext uri="{FF2B5EF4-FFF2-40B4-BE49-F238E27FC236}">
                <a16:creationId xmlns:a16="http://schemas.microsoft.com/office/drawing/2014/main" id="{185CCCDC-443D-49D9-9A5D-361108C2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22929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Onsite wastewater treatment</a:t>
            </a:r>
          </a:p>
        </p:txBody>
      </p:sp>
      <p:sp>
        <p:nvSpPr>
          <p:cNvPr id="47" name="profile-124">
            <a:extLst xmlns:a="http://schemas.openxmlformats.org/drawingml/2006/main">
              <a:ext uri="{FF2B5EF4-FFF2-40B4-BE49-F238E27FC236}">
                <a16:creationId xmlns:a16="http://schemas.microsoft.com/office/drawing/2014/main" id="{32DD9F28-3CC6-4310-A721-1F7B2E1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12108"/>
            <a:ext cx="3276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systems</a:t>
            </a:r>
          </a:p>
        </p:txBody>
      </p:sp>
    </p:spTree>
    <p:extLst>
      <p:ext uri="{BB962C8B-B14F-4D97-AF65-F5344CB8AC3E}">
        <p14:creationId xmlns:p14="http://schemas.microsoft.com/office/powerpoint/2010/main" val="1655734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rofile-125">
            <a:extLst xmlns:a="http://schemas.openxmlformats.org/drawingml/2006/main">
              <a:ext uri="{FF2B5EF4-FFF2-40B4-BE49-F238E27FC236}">
                <a16:creationId xmlns:a16="http://schemas.microsoft.com/office/drawing/2014/main" id="{2D19783E-5B33-41BC-BBB3-18B4A338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26">
            <a:extLst xmlns:a="http://schemas.openxmlformats.org/drawingml/2006/main">
              <a:ext uri="{FF2B5EF4-FFF2-40B4-BE49-F238E27FC236}">
                <a16:creationId xmlns:a16="http://schemas.microsoft.com/office/drawing/2014/main" id="{435DBA76-6160-4A81-A40D-861BD094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FF3E8-9835-47C3-B8BC-0DF85C18A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4e2a2db9742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27">
            <a:extLst xmlns:a="http://schemas.openxmlformats.org/drawingml/2006/main">
              <a:ext uri="{FF2B5EF4-FFF2-40B4-BE49-F238E27FC236}">
                <a16:creationId xmlns:a16="http://schemas.microsoft.com/office/drawing/2014/main" id="{5BAEC241-ACD5-4149-B678-E6CC639D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28">
            <a:extLst xmlns:a="http://schemas.openxmlformats.org/drawingml/2006/main">
              <a:ext uri="{FF2B5EF4-FFF2-40B4-BE49-F238E27FC236}">
                <a16:creationId xmlns:a16="http://schemas.microsoft.com/office/drawing/2014/main" id="{8C3CCAB6-8574-4801-B724-EE601B0A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29">
            <a:extLst xmlns:a="http://schemas.openxmlformats.org/drawingml/2006/main">
              <a:ext uri="{FF2B5EF4-FFF2-40B4-BE49-F238E27FC236}">
                <a16:creationId xmlns:a16="http://schemas.microsoft.com/office/drawing/2014/main" id="{AB481BF1-340B-4F5B-B332-31B1ECD4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30">
            <a:extLst xmlns:a="http://schemas.openxmlformats.org/drawingml/2006/main">
              <a:ext uri="{FF2B5EF4-FFF2-40B4-BE49-F238E27FC236}">
                <a16:creationId xmlns:a16="http://schemas.microsoft.com/office/drawing/2014/main" id="{76D7A097-5D0D-4CC9-8859-91661D5E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31">
            <a:extLst xmlns:a="http://schemas.openxmlformats.org/drawingml/2006/main">
              <a:ext uri="{FF2B5EF4-FFF2-40B4-BE49-F238E27FC236}">
                <a16:creationId xmlns:a16="http://schemas.microsoft.com/office/drawing/2014/main" id="{D16A8983-6A8B-4BAE-9BB0-EC4B386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32">
            <a:extLst xmlns:a="http://schemas.openxmlformats.org/drawingml/2006/main">
              <a:ext uri="{FF2B5EF4-FFF2-40B4-BE49-F238E27FC236}">
                <a16:creationId xmlns:a16="http://schemas.microsoft.com/office/drawing/2014/main" id="{0F5CDCBA-DEB1-4332-8F04-528F9942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33">
            <a:extLst xmlns:a="http://schemas.openxmlformats.org/drawingml/2006/main">
              <a:ext uri="{FF2B5EF4-FFF2-40B4-BE49-F238E27FC236}">
                <a16:creationId xmlns:a16="http://schemas.microsoft.com/office/drawing/2014/main" id="{4CBF5133-2004-4FEB-87C4-926CC525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34">
            <a:extLst xmlns:a="http://schemas.openxmlformats.org/drawingml/2006/main">
              <a:ext uri="{FF2B5EF4-FFF2-40B4-BE49-F238E27FC236}">
                <a16:creationId xmlns:a16="http://schemas.microsoft.com/office/drawing/2014/main" id="{71B9BB6D-196B-4E10-A2A7-0F868076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35">
            <a:extLst xmlns:a="http://schemas.openxmlformats.org/drawingml/2006/main">
              <a:ext uri="{FF2B5EF4-FFF2-40B4-BE49-F238E27FC236}">
                <a16:creationId xmlns:a16="http://schemas.microsoft.com/office/drawing/2014/main" id="{A4EACBE9-B8AF-4129-ACE1-F9D35A4C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36">
            <a:extLst xmlns:a="http://schemas.openxmlformats.org/drawingml/2006/main">
              <a:ext uri="{FF2B5EF4-FFF2-40B4-BE49-F238E27FC236}">
                <a16:creationId xmlns:a16="http://schemas.microsoft.com/office/drawing/2014/main" id="{D96E954C-A1E0-469E-8879-AF85CA90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37">
            <a:extLst xmlns:a="http://schemas.openxmlformats.org/drawingml/2006/main">
              <a:ext uri="{FF2B5EF4-FFF2-40B4-BE49-F238E27FC236}">
                <a16:creationId xmlns:a16="http://schemas.microsoft.com/office/drawing/2014/main" id="{83437D72-5449-4B4F-AF5C-9E5194C4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38">
            <a:extLst xmlns:a="http://schemas.openxmlformats.org/drawingml/2006/main">
              <a:ext uri="{FF2B5EF4-FFF2-40B4-BE49-F238E27FC236}">
                <a16:creationId xmlns:a16="http://schemas.microsoft.com/office/drawing/2014/main" id="{D625CABE-F2EC-4021-B920-94A596AE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6" name="profile-139">
            <a:extLst xmlns:a="http://schemas.openxmlformats.org/drawingml/2006/main">
              <a:ext uri="{FF2B5EF4-FFF2-40B4-BE49-F238E27FC236}">
                <a16:creationId xmlns:a16="http://schemas.microsoft.com/office/drawing/2014/main" id="{5C0C35BF-0426-4E63-91B0-45E9F78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Selected clients and service experience</a:t>
            </a:r>
          </a:p>
        </p:txBody>
      </p:sp>
      <p:sp>
        <p:nvSpPr>
          <p:cNvPr id="17" name="profile-140">
            <a:extLst xmlns:a="http://schemas.openxmlformats.org/drawingml/2006/main">
              <a:ext uri="{FF2B5EF4-FFF2-40B4-BE49-F238E27FC236}">
                <a16:creationId xmlns:a16="http://schemas.microsoft.com/office/drawing/2014/main" id="{4027A0D6-AF01-41DC-AAF1-6007A82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41">
            <a:extLst xmlns:a="http://schemas.openxmlformats.org/drawingml/2006/main">
              <a:ext uri="{FF2B5EF4-FFF2-40B4-BE49-F238E27FC236}">
                <a16:creationId xmlns:a16="http://schemas.microsoft.com/office/drawing/2014/main" id="{3F68B500-B09E-475B-BF6C-C3A4F7D9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Property, industrial and business clients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D4805-840E-428F-A187-A62669C784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4e38084194b63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57175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20" name="profile-142">
            <a:extLst xmlns:a="http://schemas.openxmlformats.org/drawingml/2006/main">
              <a:ext uri="{FF2B5EF4-FFF2-40B4-BE49-F238E27FC236}">
                <a16:creationId xmlns:a16="http://schemas.microsoft.com/office/drawing/2014/main" id="{F69A02E0-308D-4BDB-942C-FA73A416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Ayala Land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2915E-B1A9-46FB-B321-671211F684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2ca15a1a14dfa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257175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22" name="profile-143">
            <a:extLst xmlns:a="http://schemas.openxmlformats.org/drawingml/2006/main">
              <a:ext uri="{FF2B5EF4-FFF2-40B4-BE49-F238E27FC236}">
                <a16:creationId xmlns:a16="http://schemas.microsoft.com/office/drawing/2014/main" id="{90DF7D0B-F2CC-4DF6-9B26-A32E246D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Avida Land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08313-4D5C-4797-9CBC-EE6E0B697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f5a214f6947f3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57175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24" name="profile-144">
            <a:extLst xmlns:a="http://schemas.openxmlformats.org/drawingml/2006/main">
              <a:ext uri="{FF2B5EF4-FFF2-40B4-BE49-F238E27FC236}">
                <a16:creationId xmlns:a16="http://schemas.microsoft.com/office/drawing/2014/main" id="{9BBFD200-D1F8-432E-A958-6F25E19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Toyota</a:t>
            </a:r>
          </a:p>
        </p:txBody>
      </p:sp>
      <p:sp>
        <p:nvSpPr>
          <p:cNvPr id="25" name="profile-145">
            <a:extLst xmlns:a="http://schemas.openxmlformats.org/drawingml/2006/main">
              <a:ext uri="{FF2B5EF4-FFF2-40B4-BE49-F238E27FC236}">
                <a16:creationId xmlns:a16="http://schemas.microsoft.com/office/drawing/2014/main" id="{B91D6069-0C63-4B53-A49F-A0C5CB50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6CADC0-980F-42C6-87AF-2FB3B72D4B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ffe27920a428c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667125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27" name="profile-146">
            <a:extLst xmlns:a="http://schemas.openxmlformats.org/drawingml/2006/main">
              <a:ext uri="{FF2B5EF4-FFF2-40B4-BE49-F238E27FC236}">
                <a16:creationId xmlns:a16="http://schemas.microsoft.com/office/drawing/2014/main" id="{31EA2B16-D7C6-4EF9-BA96-2D6A668B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Eagle Cement</a:t>
            </a:r>
          </a:p>
        </p:txBody>
      </p:sp>
      <p:sp>
        <p:nvSpPr>
          <p:cNvPr id="28" name="profile-147">
            <a:extLst xmlns:a="http://schemas.openxmlformats.org/drawingml/2006/main">
              <a:ext uri="{FF2B5EF4-FFF2-40B4-BE49-F238E27FC236}">
                <a16:creationId xmlns:a16="http://schemas.microsoft.com/office/drawing/2014/main" id="{39FA3A57-47FF-41C3-B760-C807E9E8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5282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32E2A5-AF29-442A-AE7F-375AC0D91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f69e8b8d34f3c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3667125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30" name="profile-148">
            <a:extLst xmlns:a="http://schemas.openxmlformats.org/drawingml/2006/main">
              <a:ext uri="{FF2B5EF4-FFF2-40B4-BE49-F238E27FC236}">
                <a16:creationId xmlns:a16="http://schemas.microsoft.com/office/drawing/2014/main" id="{FBC7AF0C-FA6D-41D1-A363-46DB6A4B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91025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UNIQLO</a:t>
            </a:r>
          </a:p>
        </p:txBody>
      </p:sp>
      <p:sp>
        <p:nvSpPr>
          <p:cNvPr id="31" name="profile-149">
            <a:extLst xmlns:a="http://schemas.openxmlformats.org/drawingml/2006/main">
              <a:ext uri="{FF2B5EF4-FFF2-40B4-BE49-F238E27FC236}">
                <a16:creationId xmlns:a16="http://schemas.microsoft.com/office/drawing/2014/main" id="{8D8A5EE7-7902-445F-9692-76BFC885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5282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E2726E-1855-453D-B8AC-DB2E06090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d3c1716864bd6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3667125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33" name="profile-150">
            <a:extLst xmlns:a="http://schemas.openxmlformats.org/drawingml/2006/main">
              <a:ext uri="{FF2B5EF4-FFF2-40B4-BE49-F238E27FC236}">
                <a16:creationId xmlns:a16="http://schemas.microsoft.com/office/drawing/2014/main" id="{2593FA00-A78F-466A-B36A-3172B3C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Starmall</a:t>
            </a:r>
          </a:p>
        </p:txBody>
      </p:sp>
      <p:sp>
        <p:nvSpPr>
          <p:cNvPr id="34" name="profile-151">
            <a:extLst xmlns:a="http://schemas.openxmlformats.org/drawingml/2006/main">
              <a:ext uri="{FF2B5EF4-FFF2-40B4-BE49-F238E27FC236}">
                <a16:creationId xmlns:a16="http://schemas.microsoft.com/office/drawing/2014/main" id="{18117A1B-E919-4984-A3A3-EA1F2239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E28B25-307E-4A88-A1BF-54CDC973B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9d0737f774c29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76250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36" name="profile-152">
            <a:extLst xmlns:a="http://schemas.openxmlformats.org/drawingml/2006/main">
              <a:ext uri="{FF2B5EF4-FFF2-40B4-BE49-F238E27FC236}">
                <a16:creationId xmlns:a16="http://schemas.microsoft.com/office/drawing/2014/main" id="{FEBEB01A-382E-413A-81B5-7DB53078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Hotel Sogo</a:t>
            </a:r>
          </a:p>
        </p:txBody>
      </p:sp>
      <p:sp>
        <p:nvSpPr>
          <p:cNvPr id="37" name="profile-153">
            <a:extLst xmlns:a="http://schemas.openxmlformats.org/drawingml/2006/main">
              <a:ext uri="{FF2B5EF4-FFF2-40B4-BE49-F238E27FC236}">
                <a16:creationId xmlns:a16="http://schemas.microsoft.com/office/drawing/2014/main" id="{486E3448-52C5-4EA0-9438-75DAD3FF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4820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sp>
        <p:nvSpPr>
          <p:cNvPr id="38" name="profile-154">
            <a:extLst xmlns:a="http://schemas.openxmlformats.org/drawingml/2006/main">
              <a:ext uri="{FF2B5EF4-FFF2-40B4-BE49-F238E27FC236}">
                <a16:creationId xmlns:a16="http://schemas.microsoft.com/office/drawing/2014/main" id="{CB47A9F1-B0E0-418D-93ED-07C788BA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482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San Miguel Beer</a:t>
            </a:r>
          </a:p>
        </p:txBody>
      </p:sp>
      <p:sp>
        <p:nvSpPr>
          <p:cNvPr id="39" name="profile-155">
            <a:extLst xmlns:a="http://schemas.openxmlformats.org/drawingml/2006/main">
              <a:ext uri="{FF2B5EF4-FFF2-40B4-BE49-F238E27FC236}">
                <a16:creationId xmlns:a16="http://schemas.microsoft.com/office/drawing/2014/main" id="{46D3D870-FBA2-4CBD-BF4F-BA67D945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093953-B495-4CB1-A226-3A4BDB26DD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91fae582741e1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476250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41" name="profile-156">
            <a:extLst xmlns:a="http://schemas.openxmlformats.org/drawingml/2006/main">
              <a:ext uri="{FF2B5EF4-FFF2-40B4-BE49-F238E27FC236}">
                <a16:creationId xmlns:a16="http://schemas.microsoft.com/office/drawing/2014/main" id="{38F943D4-6DD4-4C98-A584-64E3ED27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San Miguel Properties</a:t>
            </a:r>
          </a:p>
        </p:txBody>
      </p:sp>
      <p:sp>
        <p:nvSpPr>
          <p:cNvPr id="42" name="profile-157">
            <a:extLst xmlns:a="http://schemas.openxmlformats.org/drawingml/2006/main">
              <a:ext uri="{FF2B5EF4-FFF2-40B4-BE49-F238E27FC236}">
                <a16:creationId xmlns:a16="http://schemas.microsoft.com/office/drawing/2014/main" id="{9CEEC17F-6D89-4FD1-B056-0A3F457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Company-supplied service history. Engagements relate to individual sites and service scopes; no endorsement is implied.</a:t>
            </a:r>
          </a:p>
        </p:txBody>
      </p:sp>
    </p:spTree>
    <p:extLst>
      <p:ext uri="{BB962C8B-B14F-4D97-AF65-F5344CB8AC3E}">
        <p14:creationId xmlns:p14="http://schemas.microsoft.com/office/powerpoint/2010/main" val="2101089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rofile-158">
            <a:extLst xmlns:a="http://schemas.openxmlformats.org/drawingml/2006/main">
              <a:ext uri="{FF2B5EF4-FFF2-40B4-BE49-F238E27FC236}">
                <a16:creationId xmlns:a16="http://schemas.microsoft.com/office/drawing/2014/main" id="{18C3A6FF-0A49-4E63-BA54-CCDBD0A0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59">
            <a:extLst xmlns:a="http://schemas.openxmlformats.org/drawingml/2006/main">
              <a:ext uri="{FF2B5EF4-FFF2-40B4-BE49-F238E27FC236}">
                <a16:creationId xmlns:a16="http://schemas.microsoft.com/office/drawing/2014/main" id="{594FC05B-0974-4A0F-97F7-A092CDED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6CAA4-873E-4409-B23F-F7EB76185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da027b16f47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60">
            <a:extLst xmlns:a="http://schemas.openxmlformats.org/drawingml/2006/main">
              <a:ext uri="{FF2B5EF4-FFF2-40B4-BE49-F238E27FC236}">
                <a16:creationId xmlns:a16="http://schemas.microsoft.com/office/drawing/2014/main" id="{806275A5-806D-40C2-A56E-466751EB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61">
            <a:extLst xmlns:a="http://schemas.openxmlformats.org/drawingml/2006/main">
              <a:ext uri="{FF2B5EF4-FFF2-40B4-BE49-F238E27FC236}">
                <a16:creationId xmlns:a16="http://schemas.microsoft.com/office/drawing/2014/main" id="{B748ACA6-A08D-4BC0-8520-3C445DC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62">
            <a:extLst xmlns:a="http://schemas.openxmlformats.org/drawingml/2006/main">
              <a:ext uri="{FF2B5EF4-FFF2-40B4-BE49-F238E27FC236}">
                <a16:creationId xmlns:a16="http://schemas.microsoft.com/office/drawing/2014/main" id="{FE8B3E18-F081-4332-A0A7-9F2E621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63">
            <a:extLst xmlns:a="http://schemas.openxmlformats.org/drawingml/2006/main">
              <a:ext uri="{FF2B5EF4-FFF2-40B4-BE49-F238E27FC236}">
                <a16:creationId xmlns:a16="http://schemas.microsoft.com/office/drawing/2014/main" id="{C901DE35-E392-4194-A874-AB93132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64">
            <a:extLst xmlns:a="http://schemas.openxmlformats.org/drawingml/2006/main">
              <a:ext uri="{FF2B5EF4-FFF2-40B4-BE49-F238E27FC236}">
                <a16:creationId xmlns:a16="http://schemas.microsoft.com/office/drawing/2014/main" id="{7D120768-586E-48C8-9F39-B79EC3DD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65">
            <a:extLst xmlns:a="http://schemas.openxmlformats.org/drawingml/2006/main">
              <a:ext uri="{FF2B5EF4-FFF2-40B4-BE49-F238E27FC236}">
                <a16:creationId xmlns:a16="http://schemas.microsoft.com/office/drawing/2014/main" id="{CD6A3186-0C5F-4809-A1AF-767BE21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66">
            <a:extLst xmlns:a="http://schemas.openxmlformats.org/drawingml/2006/main">
              <a:ext uri="{FF2B5EF4-FFF2-40B4-BE49-F238E27FC236}">
                <a16:creationId xmlns:a16="http://schemas.microsoft.com/office/drawing/2014/main" id="{B0C2D879-C79C-42F3-BB7E-896B1C6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67">
            <a:extLst xmlns:a="http://schemas.openxmlformats.org/drawingml/2006/main">
              <a:ext uri="{FF2B5EF4-FFF2-40B4-BE49-F238E27FC236}">
                <a16:creationId xmlns:a16="http://schemas.microsoft.com/office/drawing/2014/main" id="{3E6C6FF8-3842-4B3F-B8CB-842D0C1F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68">
            <a:extLst xmlns:a="http://schemas.openxmlformats.org/drawingml/2006/main">
              <a:ext uri="{FF2B5EF4-FFF2-40B4-BE49-F238E27FC236}">
                <a16:creationId xmlns:a16="http://schemas.microsoft.com/office/drawing/2014/main" id="{3CE93E95-504E-4B60-AF1C-3EA22D74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69">
            <a:extLst xmlns:a="http://schemas.openxmlformats.org/drawingml/2006/main">
              <a:ext uri="{FF2B5EF4-FFF2-40B4-BE49-F238E27FC236}">
                <a16:creationId xmlns:a16="http://schemas.microsoft.com/office/drawing/2014/main" id="{8E8072FD-9DC8-4B63-96EF-55894385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70">
            <a:extLst xmlns:a="http://schemas.openxmlformats.org/drawingml/2006/main">
              <a:ext uri="{FF2B5EF4-FFF2-40B4-BE49-F238E27FC236}">
                <a16:creationId xmlns:a16="http://schemas.microsoft.com/office/drawing/2014/main" id="{C56686D9-B65D-4DD2-88FA-D457269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71">
            <a:extLst xmlns:a="http://schemas.openxmlformats.org/drawingml/2006/main">
              <a:ext uri="{FF2B5EF4-FFF2-40B4-BE49-F238E27FC236}">
                <a16:creationId xmlns:a16="http://schemas.microsoft.com/office/drawing/2014/main" id="{909F0194-6443-49E3-B78E-F872BF80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6" name="profile-172">
            <a:extLst xmlns:a="http://schemas.openxmlformats.org/drawingml/2006/main">
              <a:ext uri="{FF2B5EF4-FFF2-40B4-BE49-F238E27FC236}">
                <a16:creationId xmlns:a16="http://schemas.microsoft.com/office/drawing/2014/main" id="{30237F62-879B-4051-A37D-BB73EC4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Selected clients and service experience</a:t>
            </a:r>
          </a:p>
        </p:txBody>
      </p:sp>
      <p:sp>
        <p:nvSpPr>
          <p:cNvPr id="17" name="profile-173">
            <a:extLst xmlns:a="http://schemas.openxmlformats.org/drawingml/2006/main">
              <a:ext uri="{FF2B5EF4-FFF2-40B4-BE49-F238E27FC236}">
                <a16:creationId xmlns:a16="http://schemas.microsoft.com/office/drawing/2014/main" id="{EE1F1BA0-8612-4C48-BBAF-717B98CC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74">
            <a:extLst xmlns:a="http://schemas.openxmlformats.org/drawingml/2006/main">
              <a:ext uri="{FF2B5EF4-FFF2-40B4-BE49-F238E27FC236}">
                <a16:creationId xmlns:a16="http://schemas.microsoft.com/office/drawing/2014/main" id="{5DD63FCC-DD42-4334-87F4-EBF1EC7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Food-service and other client experience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C558B-91FD-4EA9-A17A-D1EEA13D1E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70097db4d4736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57175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20" name="profile-175">
            <a:extLst xmlns:a="http://schemas.openxmlformats.org/drawingml/2006/main">
              <a:ext uri="{FF2B5EF4-FFF2-40B4-BE49-F238E27FC236}">
                <a16:creationId xmlns:a16="http://schemas.microsoft.com/office/drawing/2014/main" id="{EF0AA0F7-7806-40FC-97D2-BF386D31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Jollibee Foods Corporation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A65FD-DF3B-41CA-BBAB-E848B6546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f318f41404cc2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257175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22" name="profile-176">
            <a:extLst xmlns:a="http://schemas.openxmlformats.org/drawingml/2006/main">
              <a:ext uri="{FF2B5EF4-FFF2-40B4-BE49-F238E27FC236}">
                <a16:creationId xmlns:a16="http://schemas.microsoft.com/office/drawing/2014/main" id="{5EE59405-8952-458E-8A12-82931F11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Mang Inasal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03A7D-DEFA-4117-8DB7-E75AE039AB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2835204794a24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57175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24" name="profile-177">
            <a:extLst xmlns:a="http://schemas.openxmlformats.org/drawingml/2006/main">
              <a:ext uri="{FF2B5EF4-FFF2-40B4-BE49-F238E27FC236}">
                <a16:creationId xmlns:a16="http://schemas.microsoft.com/office/drawing/2014/main" id="{6ABDBFEF-2A8F-4E05-82BB-E9B1C8E0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KFC</a:t>
            </a:r>
          </a:p>
        </p:txBody>
      </p:sp>
      <p:sp>
        <p:nvSpPr>
          <p:cNvPr id="25" name="profile-178">
            <a:extLst xmlns:a="http://schemas.openxmlformats.org/drawingml/2006/main">
              <a:ext uri="{FF2B5EF4-FFF2-40B4-BE49-F238E27FC236}">
                <a16:creationId xmlns:a16="http://schemas.microsoft.com/office/drawing/2014/main" id="{4157847B-3435-4D67-AAE2-4055397F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1D26A-D480-4E03-95D7-3559507E6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c8b691a334541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667125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27" name="profile-179">
            <a:extLst xmlns:a="http://schemas.openxmlformats.org/drawingml/2006/main">
              <a:ext uri="{FF2B5EF4-FFF2-40B4-BE49-F238E27FC236}">
                <a16:creationId xmlns:a16="http://schemas.microsoft.com/office/drawing/2014/main" id="{1772FCE3-DDC1-48FC-80EE-58BAFC3E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Kenny Rogers Roasters</a:t>
            </a:r>
          </a:p>
        </p:txBody>
      </p:sp>
      <p:sp>
        <p:nvSpPr>
          <p:cNvPr id="28" name="profile-180">
            <a:extLst xmlns:a="http://schemas.openxmlformats.org/drawingml/2006/main">
              <a:ext uri="{FF2B5EF4-FFF2-40B4-BE49-F238E27FC236}">
                <a16:creationId xmlns:a16="http://schemas.microsoft.com/office/drawing/2014/main" id="{C4A1B8E8-68F0-4CA5-9AE3-712F07A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5282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6072BE-0C77-494E-945F-FC7BC25F23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ff9cadd7a4b53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3667125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30" name="profile-181">
            <a:extLst xmlns:a="http://schemas.openxmlformats.org/drawingml/2006/main">
              <a:ext uri="{FF2B5EF4-FFF2-40B4-BE49-F238E27FC236}">
                <a16:creationId xmlns:a16="http://schemas.microsoft.com/office/drawing/2014/main" id="{A39F72D7-1E0F-48AA-B62D-91BB714E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91025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Papa Johns</a:t>
            </a:r>
          </a:p>
        </p:txBody>
      </p:sp>
      <p:sp>
        <p:nvSpPr>
          <p:cNvPr id="31" name="profile-182">
            <a:extLst xmlns:a="http://schemas.openxmlformats.org/drawingml/2006/main">
              <a:ext uri="{FF2B5EF4-FFF2-40B4-BE49-F238E27FC236}">
                <a16:creationId xmlns:a16="http://schemas.microsoft.com/office/drawing/2014/main" id="{BEEA7650-EA07-4D64-8291-94525FF2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5282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F76FB9-9132-4B58-8F83-D10A4DEB2E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6634c0ad841a6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3667125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33" name="profile-183">
            <a:extLst xmlns:a="http://schemas.openxmlformats.org/drawingml/2006/main">
              <a:ext uri="{FF2B5EF4-FFF2-40B4-BE49-F238E27FC236}">
                <a16:creationId xmlns:a16="http://schemas.microsoft.com/office/drawing/2014/main" id="{0DB9FF97-A533-4B3E-A6CB-9C26231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Yellow Cab Pizza Co.</a:t>
            </a:r>
          </a:p>
        </p:txBody>
      </p:sp>
      <p:sp>
        <p:nvSpPr>
          <p:cNvPr id="34" name="profile-184">
            <a:extLst xmlns:a="http://schemas.openxmlformats.org/drawingml/2006/main">
              <a:ext uri="{FF2B5EF4-FFF2-40B4-BE49-F238E27FC236}">
                <a16:creationId xmlns:a16="http://schemas.microsoft.com/office/drawing/2014/main" id="{06198ED4-19AF-47F9-8998-50A8EEBA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123390-6903-4D7F-84E0-9B7C62856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f9a16fe8a4a73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76250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36" name="profile-185">
            <a:extLst xmlns:a="http://schemas.openxmlformats.org/drawingml/2006/main">
              <a:ext uri="{FF2B5EF4-FFF2-40B4-BE49-F238E27FC236}">
                <a16:creationId xmlns:a16="http://schemas.microsoft.com/office/drawing/2014/main" id="{D3FB8AD8-659D-477D-AF50-7652761E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Siomai King</a:t>
            </a:r>
          </a:p>
        </p:txBody>
      </p:sp>
      <p:sp>
        <p:nvSpPr>
          <p:cNvPr id="37" name="profile-186">
            <a:extLst xmlns:a="http://schemas.openxmlformats.org/drawingml/2006/main">
              <a:ext uri="{FF2B5EF4-FFF2-40B4-BE49-F238E27FC236}">
                <a16:creationId xmlns:a16="http://schemas.microsoft.com/office/drawing/2014/main" id="{81AE6574-8F35-4B0F-BB6F-DAF507DB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4820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E67870-29F0-4F4F-BD73-F82C9C808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ea08c943f492c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476250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39" name="profile-187">
            <a:extLst xmlns:a="http://schemas.openxmlformats.org/drawingml/2006/main">
              <a:ext uri="{FF2B5EF4-FFF2-40B4-BE49-F238E27FC236}">
                <a16:creationId xmlns:a16="http://schemas.microsoft.com/office/drawing/2014/main" id="{EBA50F57-DAFE-450E-A03F-ACC5896F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8640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GH Greenhills</a:t>
            </a:r>
          </a:p>
        </p:txBody>
      </p:sp>
      <p:sp>
        <p:nvSpPr>
          <p:cNvPr id="40" name="profile-188">
            <a:extLst xmlns:a="http://schemas.openxmlformats.org/drawingml/2006/main">
              <a:ext uri="{FF2B5EF4-FFF2-40B4-BE49-F238E27FC236}">
                <a16:creationId xmlns:a16="http://schemas.microsoft.com/office/drawing/2014/main" id="{E7CA148A-9B52-42E2-943D-D967D26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9303A2-5560-423C-A92F-81722CCF99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b7e0119dd4206"/>
          <a:srcRect xmlns:a="http://schemas.openxmlformats.org/drawingml/2006/main" l="0" t="148" r="0" b="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4762500"/>
            <a:ext cx="3105150" cy="638175"/>
          </a:xfrm>
          <a:prstGeom xmlns:a="http://schemas.openxmlformats.org/drawingml/2006/main" prst="rect">
            <a:avLst/>
          </a:prstGeom>
        </p:spPr>
      </p:pic>
      <p:sp>
        <p:nvSpPr>
          <p:cNvPr id="42" name="profile-189">
            <a:extLst xmlns:a="http://schemas.openxmlformats.org/drawingml/2006/main">
              <a:ext uri="{FF2B5EF4-FFF2-40B4-BE49-F238E27FC236}">
                <a16:creationId xmlns:a16="http://schemas.microsoft.com/office/drawing/2014/main" id="{4D430EE2-FAED-4985-8F84-0A124CCD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3295650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Brenton (BVMIC)</a:t>
            </a:r>
          </a:p>
        </p:txBody>
      </p:sp>
      <p:sp>
        <p:nvSpPr>
          <p:cNvPr id="43" name="profile-190">
            <a:extLst xmlns:a="http://schemas.openxmlformats.org/drawingml/2006/main">
              <a:ext uri="{FF2B5EF4-FFF2-40B4-BE49-F238E27FC236}">
                <a16:creationId xmlns:a16="http://schemas.microsoft.com/office/drawing/2014/main" id="{CB76D4AA-0A29-497B-96F9-FE3FA71B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Company-supplied service history. Engagements relate to individual sites and service scopes; no endorsement is implied.</a:t>
            </a:r>
          </a:p>
        </p:txBody>
      </p:sp>
    </p:spTree>
    <p:extLst>
      <p:ext uri="{BB962C8B-B14F-4D97-AF65-F5344CB8AC3E}">
        <p14:creationId xmlns:p14="http://schemas.microsoft.com/office/powerpoint/2010/main" val="655850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file-191">
            <a:extLst xmlns:a="http://schemas.openxmlformats.org/drawingml/2006/main">
              <a:ext uri="{FF2B5EF4-FFF2-40B4-BE49-F238E27FC236}">
                <a16:creationId xmlns:a16="http://schemas.microsoft.com/office/drawing/2014/main" id="{3F8D5C5E-4FFC-4F05-8D9E-F06E99DD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92">
            <a:extLst xmlns:a="http://schemas.openxmlformats.org/drawingml/2006/main">
              <a:ext uri="{FF2B5EF4-FFF2-40B4-BE49-F238E27FC236}">
                <a16:creationId xmlns:a16="http://schemas.microsoft.com/office/drawing/2014/main" id="{5550EB30-20C1-4C3B-9883-DFB3C5CD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4AA6-0B1C-4033-8D29-63B8F7A56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ef4318a7245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93">
            <a:extLst xmlns:a="http://schemas.openxmlformats.org/drawingml/2006/main">
              <a:ext uri="{FF2B5EF4-FFF2-40B4-BE49-F238E27FC236}">
                <a16:creationId xmlns:a16="http://schemas.microsoft.com/office/drawing/2014/main" id="{E25BE076-CE66-455F-B59A-931DFB4E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94">
            <a:extLst xmlns:a="http://schemas.openxmlformats.org/drawingml/2006/main">
              <a:ext uri="{FF2B5EF4-FFF2-40B4-BE49-F238E27FC236}">
                <a16:creationId xmlns:a16="http://schemas.microsoft.com/office/drawing/2014/main" id="{5352EBEF-E722-41CC-83EE-C6134E5E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95">
            <a:extLst xmlns:a="http://schemas.openxmlformats.org/drawingml/2006/main">
              <a:ext uri="{FF2B5EF4-FFF2-40B4-BE49-F238E27FC236}">
                <a16:creationId xmlns:a16="http://schemas.microsoft.com/office/drawing/2014/main" id="{5A72E6AE-B8C7-4891-9186-DB4FD6A0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96">
            <a:extLst xmlns:a="http://schemas.openxmlformats.org/drawingml/2006/main">
              <a:ext uri="{FF2B5EF4-FFF2-40B4-BE49-F238E27FC236}">
                <a16:creationId xmlns:a16="http://schemas.microsoft.com/office/drawing/2014/main" id="{01A1E8F5-2187-4217-927D-3A0EE02F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97">
            <a:extLst xmlns:a="http://schemas.openxmlformats.org/drawingml/2006/main">
              <a:ext uri="{FF2B5EF4-FFF2-40B4-BE49-F238E27FC236}">
                <a16:creationId xmlns:a16="http://schemas.microsoft.com/office/drawing/2014/main" id="{FDDBAB41-78BD-4FB7-AE65-29E20298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98">
            <a:extLst xmlns:a="http://schemas.openxmlformats.org/drawingml/2006/main">
              <a:ext uri="{FF2B5EF4-FFF2-40B4-BE49-F238E27FC236}">
                <a16:creationId xmlns:a16="http://schemas.microsoft.com/office/drawing/2014/main" id="{566E3F4C-227F-4D8B-8A1C-1672D449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99">
            <a:extLst xmlns:a="http://schemas.openxmlformats.org/drawingml/2006/main">
              <a:ext uri="{FF2B5EF4-FFF2-40B4-BE49-F238E27FC236}">
                <a16:creationId xmlns:a16="http://schemas.microsoft.com/office/drawing/2014/main" id="{81CB2946-A6B0-4589-B287-E66DF9CC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200">
            <a:extLst xmlns:a="http://schemas.openxmlformats.org/drawingml/2006/main">
              <a:ext uri="{FF2B5EF4-FFF2-40B4-BE49-F238E27FC236}">
                <a16:creationId xmlns:a16="http://schemas.microsoft.com/office/drawing/2014/main" id="{A3A2C1E9-7ACA-4CD9-BEDB-8F5050C5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201">
            <a:extLst xmlns:a="http://schemas.openxmlformats.org/drawingml/2006/main">
              <a:ext uri="{FF2B5EF4-FFF2-40B4-BE49-F238E27FC236}">
                <a16:creationId xmlns:a16="http://schemas.microsoft.com/office/drawing/2014/main" id="{89118B32-8080-4E2C-AB6A-0C602425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02">
            <a:extLst xmlns:a="http://schemas.openxmlformats.org/drawingml/2006/main">
              <a:ext uri="{FF2B5EF4-FFF2-40B4-BE49-F238E27FC236}">
                <a16:creationId xmlns:a16="http://schemas.microsoft.com/office/drawing/2014/main" id="{1BC449A3-41FB-454E-A09F-67B7362B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03">
            <a:extLst xmlns:a="http://schemas.openxmlformats.org/drawingml/2006/main">
              <a:ext uri="{FF2B5EF4-FFF2-40B4-BE49-F238E27FC236}">
                <a16:creationId xmlns:a16="http://schemas.microsoft.com/office/drawing/2014/main" id="{D5C88072-8424-4E18-94E8-A63012CE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04">
            <a:extLst xmlns:a="http://schemas.openxmlformats.org/drawingml/2006/main">
              <a:ext uri="{FF2B5EF4-FFF2-40B4-BE49-F238E27FC236}">
                <a16:creationId xmlns:a16="http://schemas.microsoft.com/office/drawing/2014/main" id="{3E6AB7AD-2B93-4691-8002-2ED91075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16" name="profile-205">
            <a:extLst xmlns:a="http://schemas.openxmlformats.org/drawingml/2006/main">
              <a:ext uri="{FF2B5EF4-FFF2-40B4-BE49-F238E27FC236}">
                <a16:creationId xmlns:a16="http://schemas.microsoft.com/office/drawing/2014/main" id="{C4574869-718F-4022-84B8-EC7898E6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Cleaning work: before and after</a:t>
            </a:r>
          </a:p>
        </p:txBody>
      </p:sp>
      <p:sp>
        <p:nvSpPr>
          <p:cNvPr id="17" name="profile-206">
            <a:extLst xmlns:a="http://schemas.openxmlformats.org/drawingml/2006/main">
              <a:ext uri="{FF2B5EF4-FFF2-40B4-BE49-F238E27FC236}">
                <a16:creationId xmlns:a16="http://schemas.microsoft.com/office/drawing/2014/main" id="{F2E65CAD-8E83-4E19-94C1-89A737D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4B7FB-61B1-4685-B5E8-4E5F91F007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1a9a6f0364d7d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266950"/>
            <a:ext cx="5562600" cy="2838450"/>
          </a:xfrm>
          <a:prstGeom xmlns:a="http://schemas.openxmlformats.org/drawingml/2006/main" prst="rect">
            <a:avLst/>
          </a:prstGeom>
        </p:spPr>
      </p:pic>
      <p:sp>
        <p:nvSpPr>
          <p:cNvPr id="19" name="profile-207">
            <a:extLst xmlns:a="http://schemas.openxmlformats.org/drawingml/2006/main">
              <a:ext uri="{FF2B5EF4-FFF2-40B4-BE49-F238E27FC236}">
                <a16:creationId xmlns:a16="http://schemas.microsoft.com/office/drawing/2014/main" id="{56D35E6A-83B2-4450-8613-D50ED9AA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82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BEFORE CLEANING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376D3-62A1-47AD-AF8D-4251DC6C37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66d122b934742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2266950"/>
            <a:ext cx="5562600" cy="2838450"/>
          </a:xfrm>
          <a:prstGeom xmlns:a="http://schemas.openxmlformats.org/drawingml/2006/main" prst="rect">
            <a:avLst/>
          </a:prstGeom>
        </p:spPr>
      </p:pic>
      <p:sp>
        <p:nvSpPr>
          <p:cNvPr id="21" name="profile-208">
            <a:extLst xmlns:a="http://schemas.openxmlformats.org/drawingml/2006/main">
              <a:ext uri="{FF2B5EF4-FFF2-40B4-BE49-F238E27FC236}">
                <a16:creationId xmlns:a16="http://schemas.microsoft.com/office/drawing/2014/main" id="{F603BA2D-4731-4817-8E28-4628DE1A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AFTER CLEANING</a:t>
            </a:r>
          </a:p>
        </p:txBody>
      </p:sp>
      <p:sp>
        <p:nvSpPr>
          <p:cNvPr id="22" name="profile-209">
            <a:extLst xmlns:a="http://schemas.openxmlformats.org/drawingml/2006/main">
              <a:ext uri="{FF2B5EF4-FFF2-40B4-BE49-F238E27FC236}">
                <a16:creationId xmlns:a16="http://schemas.microsoft.com/office/drawing/2014/main" id="{5076805E-F951-4E5B-8E4A-BBE4CE4E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2395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Actual Oceanides photographs show the chamber condition before and after cleaning.</a:t>
            </a:r>
          </a:p>
        </p:txBody>
      </p:sp>
      <p:sp>
        <p:nvSpPr>
          <p:cNvPr id="23" name="profile-210">
            <a:extLst xmlns:a="http://schemas.openxmlformats.org/drawingml/2006/main">
              <a:ext uri="{FF2B5EF4-FFF2-40B4-BE49-F238E27FC236}">
                <a16:creationId xmlns:a16="http://schemas.microsoft.com/office/drawing/2014/main" id="{04459E96-7A9E-4C6F-979A-66B0947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191875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The specific project site, service date and approved case-study details are still to be added.</a:t>
            </a:r>
          </a:p>
        </p:txBody>
      </p:sp>
    </p:spTree>
    <p:extLst>
      <p:ext uri="{BB962C8B-B14F-4D97-AF65-F5344CB8AC3E}">
        <p14:creationId xmlns:p14="http://schemas.microsoft.com/office/powerpoint/2010/main" val="19608669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rofile-211">
            <a:extLst xmlns:a="http://schemas.openxmlformats.org/drawingml/2006/main">
              <a:ext uri="{FF2B5EF4-FFF2-40B4-BE49-F238E27FC236}">
                <a16:creationId xmlns:a16="http://schemas.microsoft.com/office/drawing/2014/main" id="{3646938B-7D3E-48E3-8607-6799A450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12">
            <a:extLst xmlns:a="http://schemas.openxmlformats.org/drawingml/2006/main">
              <a:ext uri="{FF2B5EF4-FFF2-40B4-BE49-F238E27FC236}">
                <a16:creationId xmlns:a16="http://schemas.microsoft.com/office/drawing/2014/main" id="{7785F634-8D3D-4005-958B-42A4CF43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B1F5A-A3F7-4EE9-99E4-C757B4378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a4313678f47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213">
            <a:extLst xmlns:a="http://schemas.openxmlformats.org/drawingml/2006/main">
              <a:ext uri="{FF2B5EF4-FFF2-40B4-BE49-F238E27FC236}">
                <a16:creationId xmlns:a16="http://schemas.microsoft.com/office/drawing/2014/main" id="{ED6E511D-F8D5-434B-9E74-1BC52308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214">
            <a:extLst xmlns:a="http://schemas.openxmlformats.org/drawingml/2006/main">
              <a:ext uri="{FF2B5EF4-FFF2-40B4-BE49-F238E27FC236}">
                <a16:creationId xmlns:a16="http://schemas.microsoft.com/office/drawing/2014/main" id="{89E807EE-6EE3-4CFB-8D36-70EDA4D4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215">
            <a:extLst xmlns:a="http://schemas.openxmlformats.org/drawingml/2006/main">
              <a:ext uri="{FF2B5EF4-FFF2-40B4-BE49-F238E27FC236}">
                <a16:creationId xmlns:a16="http://schemas.microsoft.com/office/drawing/2014/main" id="{4D7A382F-0331-4A96-9DC5-EA6E206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216">
            <a:extLst xmlns:a="http://schemas.openxmlformats.org/drawingml/2006/main">
              <a:ext uri="{FF2B5EF4-FFF2-40B4-BE49-F238E27FC236}">
                <a16:creationId xmlns:a16="http://schemas.microsoft.com/office/drawing/2014/main" id="{5874DBDA-A4AA-4C7A-9F6D-06E00827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217">
            <a:extLst xmlns:a="http://schemas.openxmlformats.org/drawingml/2006/main">
              <a:ext uri="{FF2B5EF4-FFF2-40B4-BE49-F238E27FC236}">
                <a16:creationId xmlns:a16="http://schemas.microsoft.com/office/drawing/2014/main" id="{865F0ED0-BABA-4428-A1F9-71DFC502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218">
            <a:extLst xmlns:a="http://schemas.openxmlformats.org/drawingml/2006/main">
              <a:ext uri="{FF2B5EF4-FFF2-40B4-BE49-F238E27FC236}">
                <a16:creationId xmlns:a16="http://schemas.microsoft.com/office/drawing/2014/main" id="{5DFB8765-8644-4546-8DA8-AC6B0AE7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219">
            <a:extLst xmlns:a="http://schemas.openxmlformats.org/drawingml/2006/main">
              <a:ext uri="{FF2B5EF4-FFF2-40B4-BE49-F238E27FC236}">
                <a16:creationId xmlns:a16="http://schemas.microsoft.com/office/drawing/2014/main" id="{5F61798E-EB06-409B-9EC1-73A2181B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220">
            <a:extLst xmlns:a="http://schemas.openxmlformats.org/drawingml/2006/main">
              <a:ext uri="{FF2B5EF4-FFF2-40B4-BE49-F238E27FC236}">
                <a16:creationId xmlns:a16="http://schemas.microsoft.com/office/drawing/2014/main" id="{A598A21F-F65A-4C36-BEFB-736313E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221">
            <a:extLst xmlns:a="http://schemas.openxmlformats.org/drawingml/2006/main">
              <a:ext uri="{FF2B5EF4-FFF2-40B4-BE49-F238E27FC236}">
                <a16:creationId xmlns:a16="http://schemas.microsoft.com/office/drawing/2014/main" id="{4EF709E6-E09D-4D58-AEBC-10ABE29C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22">
            <a:extLst xmlns:a="http://schemas.openxmlformats.org/drawingml/2006/main">
              <a:ext uri="{FF2B5EF4-FFF2-40B4-BE49-F238E27FC236}">
                <a16:creationId xmlns:a16="http://schemas.microsoft.com/office/drawing/2014/main" id="{D9311337-129C-48A2-A470-4A7B1BE7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23">
            <a:extLst xmlns:a="http://schemas.openxmlformats.org/drawingml/2006/main">
              <a:ext uri="{FF2B5EF4-FFF2-40B4-BE49-F238E27FC236}">
                <a16:creationId xmlns:a16="http://schemas.microsoft.com/office/drawing/2014/main" id="{BC3F4AE7-96E8-46F3-A7A4-C4587D19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24">
            <a:extLst xmlns:a="http://schemas.openxmlformats.org/drawingml/2006/main">
              <a:ext uri="{FF2B5EF4-FFF2-40B4-BE49-F238E27FC236}">
                <a16:creationId xmlns:a16="http://schemas.microsoft.com/office/drawing/2014/main" id="{ED750D09-2E41-4732-B185-9F7B3E21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16" name="profile-225">
            <a:extLst xmlns:a="http://schemas.openxmlformats.org/drawingml/2006/main">
              <a:ext uri="{FF2B5EF4-FFF2-40B4-BE49-F238E27FC236}">
                <a16:creationId xmlns:a16="http://schemas.microsoft.com/office/drawing/2014/main" id="{01BB8910-9E42-48E4-8E03-89764DA6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Septic Tank Siphoning</a:t>
            </a:r>
          </a:p>
        </p:txBody>
      </p:sp>
      <p:sp>
        <p:nvSpPr>
          <p:cNvPr id="17" name="profile-226">
            <a:extLst xmlns:a="http://schemas.openxmlformats.org/drawingml/2006/main">
              <a:ext uri="{FF2B5EF4-FFF2-40B4-BE49-F238E27FC236}">
                <a16:creationId xmlns:a16="http://schemas.microsoft.com/office/drawing/2014/main" id="{1841D8DA-F3CA-4E19-BCC6-5CCA3A7F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227">
            <a:extLst xmlns:a="http://schemas.openxmlformats.org/drawingml/2006/main">
              <a:ext uri="{FF2B5EF4-FFF2-40B4-BE49-F238E27FC236}">
                <a16:creationId xmlns:a16="http://schemas.microsoft.com/office/drawing/2014/main" id="{DE0A7C73-C78E-48EA-93F3-1037E08C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219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Plan septic tank servicing before an overflow</a:t>
            </a:r>
          </a:p>
        </p:txBody>
      </p:sp>
      <p:sp>
        <p:nvSpPr>
          <p:cNvPr id="19" name="profile-228">
            <a:extLst xmlns:a="http://schemas.openxmlformats.org/drawingml/2006/main">
              <a:ext uri="{FF2B5EF4-FFF2-40B4-BE49-F238E27FC236}">
                <a16:creationId xmlns:a16="http://schemas.microsoft.com/office/drawing/2014/main" id="{55671123-A898-4108-AF6E-89EDC207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6219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disrupts your property.</a:t>
            </a:r>
          </a:p>
        </p:txBody>
      </p:sp>
      <p:sp>
        <p:nvSpPr>
          <p:cNvPr id="20" name="profile-229">
            <a:extLst xmlns:a="http://schemas.openxmlformats.org/drawingml/2006/main">
              <a:ext uri="{FF2B5EF4-FFF2-40B4-BE49-F238E27FC236}">
                <a16:creationId xmlns:a16="http://schemas.microsoft.com/office/drawing/2014/main" id="{B09AA249-93B0-4216-BD50-DD152226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provides septic tank siphoning for commercial, industrial,</a:t>
            </a:r>
          </a:p>
        </p:txBody>
      </p:sp>
      <p:sp>
        <p:nvSpPr>
          <p:cNvPr id="21" name="profile-230">
            <a:extLst xmlns:a="http://schemas.openxmlformats.org/drawingml/2006/main">
              <a:ext uri="{FF2B5EF4-FFF2-40B4-BE49-F238E27FC236}">
                <a16:creationId xmlns:a16="http://schemas.microsoft.com/office/drawing/2014/main" id="{9EC7C562-4A09-4959-8690-F5B4E71D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and residential properties. We coordinate access, the work area, and the</a:t>
            </a:r>
          </a:p>
        </p:txBody>
      </p:sp>
      <p:sp>
        <p:nvSpPr>
          <p:cNvPr id="22" name="profile-231">
            <a:extLst xmlns:a="http://schemas.openxmlformats.org/drawingml/2006/main">
              <a:ext uri="{FF2B5EF4-FFF2-40B4-BE49-F238E27FC236}">
                <a16:creationId xmlns:a16="http://schemas.microsoft.com/office/drawing/2014/main" id="{9851F770-8E9E-4552-964D-B96B0799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agreed service schedule with your site representative.</a:t>
            </a:r>
          </a:p>
        </p:txBody>
      </p:sp>
      <p:sp>
        <p:nvSpPr>
          <p:cNvPr id="23" name="profile-232">
            <a:extLst xmlns:a="http://schemas.openxmlformats.org/drawingml/2006/main">
              <a:ext uri="{FF2B5EF4-FFF2-40B4-BE49-F238E27FC236}">
                <a16:creationId xmlns:a16="http://schemas.microsoft.com/office/drawing/2014/main" id="{F0211900-9605-400E-A4C4-BC3E0EA3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233">
            <a:extLst xmlns:a="http://schemas.openxmlformats.org/drawingml/2006/main">
              <a:ext uri="{FF2B5EF4-FFF2-40B4-BE49-F238E27FC236}">
                <a16:creationId xmlns:a16="http://schemas.microsoft.com/office/drawing/2014/main" id="{7399EA43-F763-4DBF-8EC8-F72B647C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62400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Review of tank access and service requirements</a:t>
            </a:r>
          </a:p>
        </p:txBody>
      </p:sp>
      <p:sp>
        <p:nvSpPr>
          <p:cNvPr id="25" name="profile-234">
            <a:extLst xmlns:a="http://schemas.openxmlformats.org/drawingml/2006/main">
              <a:ext uri="{FF2B5EF4-FFF2-40B4-BE49-F238E27FC236}">
                <a16:creationId xmlns:a16="http://schemas.microsoft.com/office/drawing/2014/main" id="{2663418D-A3A5-4BF9-A93C-73082C8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787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235">
            <a:extLst xmlns:a="http://schemas.openxmlformats.org/drawingml/2006/main">
              <a:ext uri="{FF2B5EF4-FFF2-40B4-BE49-F238E27FC236}">
                <a16:creationId xmlns:a16="http://schemas.microsoft.com/office/drawing/2014/main" id="{4906BCEA-292F-4667-A5B7-E09DBE7A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96537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Removal of accumulated septic contents within the agreed scope</a:t>
            </a:r>
          </a:p>
        </p:txBody>
      </p:sp>
      <p:sp>
        <p:nvSpPr>
          <p:cNvPr id="27" name="profile-236">
            <a:extLst xmlns:a="http://schemas.openxmlformats.org/drawingml/2006/main">
              <a:ext uri="{FF2B5EF4-FFF2-40B4-BE49-F238E27FC236}">
                <a16:creationId xmlns:a16="http://schemas.microsoft.com/office/drawing/2014/main" id="{57F79DCE-744B-48FA-B427-FA05F478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592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237">
            <a:extLst xmlns:a="http://schemas.openxmlformats.org/drawingml/2006/main">
              <a:ext uri="{FF2B5EF4-FFF2-40B4-BE49-F238E27FC236}">
                <a16:creationId xmlns:a16="http://schemas.microsoft.com/office/drawing/2014/main" id="{A1D29A5F-0D89-40DF-B528-57E95278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30674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Coordination with site personnel during the work</a:t>
            </a:r>
          </a:p>
        </p:txBody>
      </p:sp>
      <p:sp>
        <p:nvSpPr>
          <p:cNvPr id="29" name="profile-238">
            <a:extLst xmlns:a="http://schemas.openxmlformats.org/drawingml/2006/main">
              <a:ext uri="{FF2B5EF4-FFF2-40B4-BE49-F238E27FC236}">
                <a16:creationId xmlns:a16="http://schemas.microsoft.com/office/drawing/2014/main" id="{E2134B74-A418-4C1A-9CC5-5125F2E5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0061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239">
            <a:extLst xmlns:a="http://schemas.openxmlformats.org/drawingml/2006/main">
              <a:ext uri="{FF2B5EF4-FFF2-40B4-BE49-F238E27FC236}">
                <a16:creationId xmlns:a16="http://schemas.microsoft.com/office/drawing/2014/main" id="{4B321878-F749-4FE7-A979-6B5E5B4B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64811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Recommendations for the next service based on site conditions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CB0D4B-C01C-46DB-AE37-F3A4E1EA3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17ca3385f4600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2266950"/>
            <a:ext cx="4667250" cy="2781300"/>
          </a:xfrm>
          <a:prstGeom xmlns:a="http://schemas.openxmlformats.org/drawingml/2006/main" prst="rect">
            <a:avLst/>
          </a:prstGeom>
        </p:spPr>
      </p:pic>
      <p:sp>
        <p:nvSpPr>
          <p:cNvPr id="32" name="profile-240">
            <a:extLst xmlns:a="http://schemas.openxmlformats.org/drawingml/2006/main">
              <a:ext uri="{FF2B5EF4-FFF2-40B4-BE49-F238E27FC236}">
                <a16:creationId xmlns:a16="http://schemas.microsoft.com/office/drawing/2014/main" id="{EF3DA071-FF1E-403A-962C-1B5BF575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4667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AI-generated service illustration</a:t>
            </a:r>
          </a:p>
        </p:txBody>
      </p:sp>
      <p:sp>
        <p:nvSpPr>
          <p:cNvPr id="33" name="profile-241">
            <a:extLst xmlns:a="http://schemas.openxmlformats.org/drawingml/2006/main">
              <a:ext uri="{FF2B5EF4-FFF2-40B4-BE49-F238E27FC236}">
                <a16:creationId xmlns:a16="http://schemas.microsoft.com/office/drawing/2014/main" id="{41068426-F60A-4D8D-A921-345FEF45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95925"/>
            <a:ext cx="466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4" name="profile-242">
            <a:extLst xmlns:a="http://schemas.openxmlformats.org/drawingml/2006/main">
              <a:ext uri="{FF2B5EF4-FFF2-40B4-BE49-F238E27FC236}">
                <a16:creationId xmlns:a16="http://schemas.microsoft.com/office/drawing/2014/main" id="{F48BD533-7FC0-4194-BBD1-0C8DAFEA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6007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Plan servicing around your operations and reduce</a:t>
            </a:r>
          </a:p>
        </p:txBody>
      </p:sp>
      <p:sp>
        <p:nvSpPr>
          <p:cNvPr id="35" name="profile-243">
            <a:extLst xmlns:a="http://schemas.openxmlformats.org/drawingml/2006/main">
              <a:ext uri="{FF2B5EF4-FFF2-40B4-BE49-F238E27FC236}">
                <a16:creationId xmlns:a16="http://schemas.microsoft.com/office/drawing/2014/main" id="{A9AA1C63-D60E-4F35-BA73-401ADC95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293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avoidable tank-related disruption.</a:t>
            </a:r>
          </a:p>
        </p:txBody>
      </p:sp>
    </p:spTree>
    <p:extLst>
      <p:ext uri="{BB962C8B-B14F-4D97-AF65-F5344CB8AC3E}">
        <p14:creationId xmlns:p14="http://schemas.microsoft.com/office/powerpoint/2010/main" val="19169144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rofile-244">
            <a:extLst xmlns:a="http://schemas.openxmlformats.org/drawingml/2006/main">
              <a:ext uri="{FF2B5EF4-FFF2-40B4-BE49-F238E27FC236}">
                <a16:creationId xmlns:a16="http://schemas.microsoft.com/office/drawing/2014/main" id="{C14D606A-46AF-48D0-B26A-69F4F29C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45">
            <a:extLst xmlns:a="http://schemas.openxmlformats.org/drawingml/2006/main">
              <a:ext uri="{FF2B5EF4-FFF2-40B4-BE49-F238E27FC236}">
                <a16:creationId xmlns:a16="http://schemas.microsoft.com/office/drawing/2014/main" id="{1BCB56F9-E6D7-41AA-A3F6-82104C3A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354BD-2DA3-4FAF-8E62-081A52CD51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52b231bf446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246">
            <a:extLst xmlns:a="http://schemas.openxmlformats.org/drawingml/2006/main">
              <a:ext uri="{FF2B5EF4-FFF2-40B4-BE49-F238E27FC236}">
                <a16:creationId xmlns:a16="http://schemas.microsoft.com/office/drawing/2014/main" id="{2096446F-6719-41D9-8523-9B7F7141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247">
            <a:extLst xmlns:a="http://schemas.openxmlformats.org/drawingml/2006/main">
              <a:ext uri="{FF2B5EF4-FFF2-40B4-BE49-F238E27FC236}">
                <a16:creationId xmlns:a16="http://schemas.microsoft.com/office/drawing/2014/main" id="{B9AEEFD3-4843-4A6B-9FB1-B3C920E9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248">
            <a:extLst xmlns:a="http://schemas.openxmlformats.org/drawingml/2006/main">
              <a:ext uri="{FF2B5EF4-FFF2-40B4-BE49-F238E27FC236}">
                <a16:creationId xmlns:a16="http://schemas.microsoft.com/office/drawing/2014/main" id="{9886611B-E39A-44F9-96A9-77FB7E21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249">
            <a:extLst xmlns:a="http://schemas.openxmlformats.org/drawingml/2006/main">
              <a:ext uri="{FF2B5EF4-FFF2-40B4-BE49-F238E27FC236}">
                <a16:creationId xmlns:a16="http://schemas.microsoft.com/office/drawing/2014/main" id="{72A9C1CA-1828-43A3-ABE8-3C21334D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250">
            <a:extLst xmlns:a="http://schemas.openxmlformats.org/drawingml/2006/main">
              <a:ext uri="{FF2B5EF4-FFF2-40B4-BE49-F238E27FC236}">
                <a16:creationId xmlns:a16="http://schemas.microsoft.com/office/drawing/2014/main" id="{9898D873-40CA-45FA-8143-52D3C31E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251">
            <a:extLst xmlns:a="http://schemas.openxmlformats.org/drawingml/2006/main">
              <a:ext uri="{FF2B5EF4-FFF2-40B4-BE49-F238E27FC236}">
                <a16:creationId xmlns:a16="http://schemas.microsoft.com/office/drawing/2014/main" id="{36E163B0-1CED-429A-AF90-6BBE4363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252">
            <a:extLst xmlns:a="http://schemas.openxmlformats.org/drawingml/2006/main">
              <a:ext uri="{FF2B5EF4-FFF2-40B4-BE49-F238E27FC236}">
                <a16:creationId xmlns:a16="http://schemas.microsoft.com/office/drawing/2014/main" id="{9E950611-7981-43AE-B27F-6C8EF0F2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253">
            <a:extLst xmlns:a="http://schemas.openxmlformats.org/drawingml/2006/main">
              <a:ext uri="{FF2B5EF4-FFF2-40B4-BE49-F238E27FC236}">
                <a16:creationId xmlns:a16="http://schemas.microsoft.com/office/drawing/2014/main" id="{43E80ABD-10EE-48F8-B9FC-9D15A128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254">
            <a:extLst xmlns:a="http://schemas.openxmlformats.org/drawingml/2006/main">
              <a:ext uri="{FF2B5EF4-FFF2-40B4-BE49-F238E27FC236}">
                <a16:creationId xmlns:a16="http://schemas.microsoft.com/office/drawing/2014/main" id="{5EC40E6A-F4B5-4835-A109-601F3689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55">
            <a:extLst xmlns:a="http://schemas.openxmlformats.org/drawingml/2006/main">
              <a:ext uri="{FF2B5EF4-FFF2-40B4-BE49-F238E27FC236}">
                <a16:creationId xmlns:a16="http://schemas.microsoft.com/office/drawing/2014/main" id="{4200CDF4-FC29-4253-A76A-829AC392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56">
            <a:extLst xmlns:a="http://schemas.openxmlformats.org/drawingml/2006/main">
              <a:ext uri="{FF2B5EF4-FFF2-40B4-BE49-F238E27FC236}">
                <a16:creationId xmlns:a16="http://schemas.microsoft.com/office/drawing/2014/main" id="{5D9FDDD4-DA5E-47B1-96F7-1F10D9AE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57">
            <a:extLst xmlns:a="http://schemas.openxmlformats.org/drawingml/2006/main">
              <a:ext uri="{FF2B5EF4-FFF2-40B4-BE49-F238E27FC236}">
                <a16:creationId xmlns:a16="http://schemas.microsoft.com/office/drawing/2014/main" id="{C31E2F7F-A81A-49C3-A525-C186BA87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16" name="profile-258">
            <a:extLst xmlns:a="http://schemas.openxmlformats.org/drawingml/2006/main">
              <a:ext uri="{FF2B5EF4-FFF2-40B4-BE49-F238E27FC236}">
                <a16:creationId xmlns:a16="http://schemas.microsoft.com/office/drawing/2014/main" id="{75C4405C-7ECE-42C0-8345-2EB1CA6A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Manual Septic Tank Cleaning</a:t>
            </a:r>
          </a:p>
        </p:txBody>
      </p:sp>
      <p:sp>
        <p:nvSpPr>
          <p:cNvPr id="17" name="profile-259">
            <a:extLst xmlns:a="http://schemas.openxmlformats.org/drawingml/2006/main">
              <a:ext uri="{FF2B5EF4-FFF2-40B4-BE49-F238E27FC236}">
                <a16:creationId xmlns:a16="http://schemas.microsoft.com/office/drawing/2014/main" id="{6B6EDD24-5638-4484-A86E-4B03171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260">
            <a:extLst xmlns:a="http://schemas.openxmlformats.org/drawingml/2006/main">
              <a:ext uri="{FF2B5EF4-FFF2-40B4-BE49-F238E27FC236}">
                <a16:creationId xmlns:a16="http://schemas.microsoft.com/office/drawing/2014/main" id="{BF993C61-AEC5-4FEF-96B5-6F701A0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Address deposits and buildup that require more</a:t>
            </a:r>
          </a:p>
        </p:txBody>
      </p:sp>
      <p:sp>
        <p:nvSpPr>
          <p:cNvPr id="19" name="profile-261">
            <a:extLst xmlns:a="http://schemas.openxmlformats.org/drawingml/2006/main">
              <a:ext uri="{FF2B5EF4-FFF2-40B4-BE49-F238E27FC236}">
                <a16:creationId xmlns:a16="http://schemas.microsoft.com/office/drawing/2014/main" id="{6F4735C5-326A-48B6-85AD-814482E3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6222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detailed cleaning.</a:t>
            </a:r>
          </a:p>
        </p:txBody>
      </p:sp>
      <p:sp>
        <p:nvSpPr>
          <p:cNvPr id="20" name="profile-262">
            <a:extLst xmlns:a="http://schemas.openxmlformats.org/drawingml/2006/main">
              <a:ext uri="{FF2B5EF4-FFF2-40B4-BE49-F238E27FC236}">
                <a16:creationId xmlns:a16="http://schemas.microsoft.com/office/drawing/2014/main" id="{FFC9591C-F979-46F3-AD38-55A5D9C1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384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assesses deposits that need detailed cleaning beyond</a:t>
            </a:r>
          </a:p>
        </p:txBody>
      </p:sp>
      <p:sp>
        <p:nvSpPr>
          <p:cNvPr id="21" name="profile-263">
            <a:extLst xmlns:a="http://schemas.openxmlformats.org/drawingml/2006/main">
              <a:ext uri="{FF2B5EF4-FFF2-40B4-BE49-F238E27FC236}">
                <a16:creationId xmlns:a16="http://schemas.microsoft.com/office/drawing/2014/main" id="{776286F8-E807-42B9-9685-585E9546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siphoning. The method follows tank condition and access. Any</a:t>
            </a:r>
          </a:p>
        </p:txBody>
      </p:sp>
      <p:sp>
        <p:nvSpPr>
          <p:cNvPr id="22" name="profile-264">
            <a:extLst xmlns:a="http://schemas.openxmlformats.org/drawingml/2006/main">
              <a:ext uri="{FF2B5EF4-FFF2-40B4-BE49-F238E27FC236}">
                <a16:creationId xmlns:a16="http://schemas.microsoft.com/office/drawing/2014/main" id="{0BBEE21D-FD2C-4B93-BD65-4AAF078C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52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confined-space entry requires qualified personnel, suitable</a:t>
            </a:r>
          </a:p>
        </p:txBody>
      </p:sp>
      <p:sp>
        <p:nvSpPr>
          <p:cNvPr id="23" name="profile-265">
            <a:extLst xmlns:a="http://schemas.openxmlformats.org/drawingml/2006/main">
              <a:ext uri="{FF2B5EF4-FFF2-40B4-BE49-F238E27FC236}">
                <a16:creationId xmlns:a16="http://schemas.microsoft.com/office/drawing/2014/main" id="{49522F9F-01A6-4A22-96B7-D62F75E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equipment, and applicable safety procedures.</a:t>
            </a:r>
          </a:p>
        </p:txBody>
      </p:sp>
      <p:sp>
        <p:nvSpPr>
          <p:cNvPr id="24" name="profile-266">
            <a:extLst xmlns:a="http://schemas.openxmlformats.org/drawingml/2006/main">
              <a:ext uri="{FF2B5EF4-FFF2-40B4-BE49-F238E27FC236}">
                <a16:creationId xmlns:a16="http://schemas.microsoft.com/office/drawing/2014/main" id="{0F354E1B-AA0E-43BA-99D1-48D23487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14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5" name="profile-267">
            <a:extLst xmlns:a="http://schemas.openxmlformats.org/drawingml/2006/main">
              <a:ext uri="{FF2B5EF4-FFF2-40B4-BE49-F238E27FC236}">
                <a16:creationId xmlns:a16="http://schemas.microsoft.com/office/drawing/2014/main" id="{FD0A4E46-1382-437F-B177-0A69721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19575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Assessment of remaining sludge and solid deposits</a:t>
            </a:r>
          </a:p>
        </p:txBody>
      </p:sp>
      <p:sp>
        <p:nvSpPr>
          <p:cNvPr id="26" name="profile-268">
            <a:extLst xmlns:a="http://schemas.openxmlformats.org/drawingml/2006/main">
              <a:ext uri="{FF2B5EF4-FFF2-40B4-BE49-F238E27FC236}">
                <a16:creationId xmlns:a16="http://schemas.microsoft.com/office/drawing/2014/main" id="{34D05A99-5C59-43A0-AE35-0DDA9317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962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7" name="profile-269">
            <a:extLst xmlns:a="http://schemas.openxmlformats.org/drawingml/2006/main">
              <a:ext uri="{FF2B5EF4-FFF2-40B4-BE49-F238E27FC236}">
                <a16:creationId xmlns:a16="http://schemas.microsoft.com/office/drawing/2014/main" id="{363A38E1-0F7B-45CC-9147-CA6AF6B9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53712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Selection of a suitable cleaning method</a:t>
            </a:r>
          </a:p>
        </p:txBody>
      </p:sp>
      <p:sp>
        <p:nvSpPr>
          <p:cNvPr id="28" name="profile-270">
            <a:extLst xmlns:a="http://schemas.openxmlformats.org/drawingml/2006/main">
              <a:ext uri="{FF2B5EF4-FFF2-40B4-BE49-F238E27FC236}">
                <a16:creationId xmlns:a16="http://schemas.microsoft.com/office/drawing/2014/main" id="{5E573E3E-44DE-4BF3-8191-7BC7040D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83099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9" name="profile-271">
            <a:extLst xmlns:a="http://schemas.openxmlformats.org/drawingml/2006/main">
              <a:ext uri="{FF2B5EF4-FFF2-40B4-BE49-F238E27FC236}">
                <a16:creationId xmlns:a16="http://schemas.microsoft.com/office/drawing/2014/main" id="{693519A0-23D4-4F55-92E5-BD02C15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87849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Detailed cleaning within the agreed work area</a:t>
            </a:r>
          </a:p>
        </p:txBody>
      </p:sp>
      <p:sp>
        <p:nvSpPr>
          <p:cNvPr id="30" name="profile-272">
            <a:extLst xmlns:a="http://schemas.openxmlformats.org/drawingml/2006/main">
              <a:ext uri="{FF2B5EF4-FFF2-40B4-BE49-F238E27FC236}">
                <a16:creationId xmlns:a16="http://schemas.microsoft.com/office/drawing/2014/main" id="{91B2FF15-8994-4BAA-B1BA-704D5FE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17236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1" name="profile-273">
            <a:extLst xmlns:a="http://schemas.openxmlformats.org/drawingml/2006/main">
              <a:ext uri="{FF2B5EF4-FFF2-40B4-BE49-F238E27FC236}">
                <a16:creationId xmlns:a16="http://schemas.microsoft.com/office/drawing/2014/main" id="{6290FA5C-95CE-48BD-B4A1-0AECB041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221986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Site turnover and maintenance observations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EFDA28-574C-45F8-B9EF-31AFDD5F55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3723de50c4101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266950"/>
            <a:ext cx="5191125" cy="2781300"/>
          </a:xfrm>
          <a:prstGeom xmlns:a="http://schemas.openxmlformats.org/drawingml/2006/main" prst="rect">
            <a:avLst/>
          </a:prstGeom>
        </p:spPr>
      </p:pic>
      <p:sp>
        <p:nvSpPr>
          <p:cNvPr id="33" name="profile-274">
            <a:extLst xmlns:a="http://schemas.openxmlformats.org/drawingml/2006/main">
              <a:ext uri="{FF2B5EF4-FFF2-40B4-BE49-F238E27FC236}">
                <a16:creationId xmlns:a16="http://schemas.microsoft.com/office/drawing/2014/main" id="{FCEF36B2-89D2-4669-BFBD-F1A75EE8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191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AI-generated service illustration</a:t>
            </a:r>
          </a:p>
        </p:txBody>
      </p:sp>
      <p:sp>
        <p:nvSpPr>
          <p:cNvPr id="34" name="profile-275">
            <a:extLst xmlns:a="http://schemas.openxmlformats.org/drawingml/2006/main">
              <a:ext uri="{FF2B5EF4-FFF2-40B4-BE49-F238E27FC236}">
                <a16:creationId xmlns:a16="http://schemas.microsoft.com/office/drawing/2014/main" id="{FFC7B3D1-AEE4-46D9-A52F-CA9DF08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5191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5" name="profile-276">
            <a:extLst xmlns:a="http://schemas.openxmlformats.org/drawingml/2006/main">
              <a:ext uri="{FF2B5EF4-FFF2-40B4-BE49-F238E27FC236}">
                <a16:creationId xmlns:a16="http://schemas.microsoft.com/office/drawing/2014/main" id="{ABA624B7-4122-4F17-8656-05ACBEB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Choose a cleaning plan that matches tank conditions, access</a:t>
            </a:r>
          </a:p>
        </p:txBody>
      </p:sp>
      <p:sp>
        <p:nvSpPr>
          <p:cNvPr id="36" name="profile-277">
            <a:extLst xmlns:a="http://schemas.openxmlformats.org/drawingml/2006/main">
              <a:ext uri="{FF2B5EF4-FFF2-40B4-BE49-F238E27FC236}">
                <a16:creationId xmlns:a16="http://schemas.microsoft.com/office/drawing/2014/main" id="{A1CC45EF-94DC-420A-893F-41E599DD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829300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and safety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1508401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rofile-278">
            <a:extLst xmlns:a="http://schemas.openxmlformats.org/drawingml/2006/main">
              <a:ext uri="{FF2B5EF4-FFF2-40B4-BE49-F238E27FC236}">
                <a16:creationId xmlns:a16="http://schemas.microsoft.com/office/drawing/2014/main" id="{1C493A60-CC10-4BC1-9891-58E62E2D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79">
            <a:extLst xmlns:a="http://schemas.openxmlformats.org/drawingml/2006/main">
              <a:ext uri="{FF2B5EF4-FFF2-40B4-BE49-F238E27FC236}">
                <a16:creationId xmlns:a16="http://schemas.microsoft.com/office/drawing/2014/main" id="{815A8858-67C8-483C-BE7D-B5100BF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CAC77-9F58-4F24-AFB0-278084D84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f3f52518440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280">
            <a:extLst xmlns:a="http://schemas.openxmlformats.org/drawingml/2006/main">
              <a:ext uri="{FF2B5EF4-FFF2-40B4-BE49-F238E27FC236}">
                <a16:creationId xmlns:a16="http://schemas.microsoft.com/office/drawing/2014/main" id="{37C2A2C8-0B84-48C8-8534-2826D9AC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281">
            <a:extLst xmlns:a="http://schemas.openxmlformats.org/drawingml/2006/main">
              <a:ext uri="{FF2B5EF4-FFF2-40B4-BE49-F238E27FC236}">
                <a16:creationId xmlns:a16="http://schemas.microsoft.com/office/drawing/2014/main" id="{C632B4EA-6EC7-4BBD-9CB4-B2DE37F4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282">
            <a:extLst xmlns:a="http://schemas.openxmlformats.org/drawingml/2006/main">
              <a:ext uri="{FF2B5EF4-FFF2-40B4-BE49-F238E27FC236}">
                <a16:creationId xmlns:a16="http://schemas.microsoft.com/office/drawing/2014/main" id="{A1D2C88B-0BDF-4F58-BC8B-60A7A1AB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283">
            <a:extLst xmlns:a="http://schemas.openxmlformats.org/drawingml/2006/main">
              <a:ext uri="{FF2B5EF4-FFF2-40B4-BE49-F238E27FC236}">
                <a16:creationId xmlns:a16="http://schemas.microsoft.com/office/drawing/2014/main" id="{1552A1CF-2654-4B83-9B6A-4327863F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284">
            <a:extLst xmlns:a="http://schemas.openxmlformats.org/drawingml/2006/main">
              <a:ext uri="{FF2B5EF4-FFF2-40B4-BE49-F238E27FC236}">
                <a16:creationId xmlns:a16="http://schemas.microsoft.com/office/drawing/2014/main" id="{0C35A2F7-1F4A-4F55-8B40-A208274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285">
            <a:extLst xmlns:a="http://schemas.openxmlformats.org/drawingml/2006/main">
              <a:ext uri="{FF2B5EF4-FFF2-40B4-BE49-F238E27FC236}">
                <a16:creationId xmlns:a16="http://schemas.microsoft.com/office/drawing/2014/main" id="{8C490237-5D43-4CBA-BFF3-F3568153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286">
            <a:extLst xmlns:a="http://schemas.openxmlformats.org/drawingml/2006/main">
              <a:ext uri="{FF2B5EF4-FFF2-40B4-BE49-F238E27FC236}">
                <a16:creationId xmlns:a16="http://schemas.microsoft.com/office/drawing/2014/main" id="{03F6BDC4-0473-4657-9EAE-7D7B8074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287">
            <a:extLst xmlns:a="http://schemas.openxmlformats.org/drawingml/2006/main">
              <a:ext uri="{FF2B5EF4-FFF2-40B4-BE49-F238E27FC236}">
                <a16:creationId xmlns:a16="http://schemas.microsoft.com/office/drawing/2014/main" id="{DA83907B-DDF5-48B6-85A1-56897787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288">
            <a:extLst xmlns:a="http://schemas.openxmlformats.org/drawingml/2006/main">
              <a:ext uri="{FF2B5EF4-FFF2-40B4-BE49-F238E27FC236}">
                <a16:creationId xmlns:a16="http://schemas.microsoft.com/office/drawing/2014/main" id="{7E707983-5DD2-4A85-BF29-653E0294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89">
            <a:extLst xmlns:a="http://schemas.openxmlformats.org/drawingml/2006/main">
              <a:ext uri="{FF2B5EF4-FFF2-40B4-BE49-F238E27FC236}">
                <a16:creationId xmlns:a16="http://schemas.microsoft.com/office/drawing/2014/main" id="{B8513B26-3C3E-411D-9D71-CD6511F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90">
            <a:extLst xmlns:a="http://schemas.openxmlformats.org/drawingml/2006/main">
              <a:ext uri="{FF2B5EF4-FFF2-40B4-BE49-F238E27FC236}">
                <a16:creationId xmlns:a16="http://schemas.microsoft.com/office/drawing/2014/main" id="{336E3B68-20F0-4FF0-9B4F-7C992F5F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91">
            <a:extLst xmlns:a="http://schemas.openxmlformats.org/drawingml/2006/main">
              <a:ext uri="{FF2B5EF4-FFF2-40B4-BE49-F238E27FC236}">
                <a16:creationId xmlns:a16="http://schemas.microsoft.com/office/drawing/2014/main" id="{54E65AD0-D00C-4AAA-A4BF-7CF4519F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16" name="profile-292">
            <a:extLst xmlns:a="http://schemas.openxmlformats.org/drawingml/2006/main">
              <a:ext uri="{FF2B5EF4-FFF2-40B4-BE49-F238E27FC236}">
                <a16:creationId xmlns:a16="http://schemas.microsoft.com/office/drawing/2014/main" id="{6D106613-23B1-481F-AA8C-8830EFE8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Plumbing Services</a:t>
            </a:r>
          </a:p>
        </p:txBody>
      </p:sp>
      <p:sp>
        <p:nvSpPr>
          <p:cNvPr id="17" name="profile-293">
            <a:extLst xmlns:a="http://schemas.openxmlformats.org/drawingml/2006/main">
              <a:ext uri="{FF2B5EF4-FFF2-40B4-BE49-F238E27FC236}">
                <a16:creationId xmlns:a16="http://schemas.microsoft.com/office/drawing/2014/main" id="{817C71AF-FB52-4D8E-BA25-FD7353A9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C41F7-128C-478E-B5DA-3C8AF15F97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ce01a5c9d443b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238375"/>
            <a:ext cx="4229100" cy="3238500"/>
          </a:xfrm>
          <a:prstGeom xmlns:a="http://schemas.openxmlformats.org/drawingml/2006/main" prst="rect">
            <a:avLst/>
          </a:prstGeom>
        </p:spPr>
      </p:pic>
      <p:sp>
        <p:nvSpPr>
          <p:cNvPr id="19" name="profile-294">
            <a:extLst xmlns:a="http://schemas.openxmlformats.org/drawingml/2006/main">
              <a:ext uri="{FF2B5EF4-FFF2-40B4-BE49-F238E27FC236}">
                <a16:creationId xmlns:a16="http://schemas.microsoft.com/office/drawing/2014/main" id="{51E0EB1D-AC89-42FA-9193-1048573C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4191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AI-generated service illustration</a:t>
            </a:r>
          </a:p>
        </p:txBody>
      </p:sp>
      <p:sp>
        <p:nvSpPr>
          <p:cNvPr id="20" name="profile-295">
            <a:extLst xmlns:a="http://schemas.openxmlformats.org/drawingml/2006/main">
              <a:ext uri="{FF2B5EF4-FFF2-40B4-BE49-F238E27FC236}">
                <a16:creationId xmlns:a16="http://schemas.microsoft.com/office/drawing/2014/main" id="{DA91DC42-2ADB-4F8D-B9F9-4E7C0BE0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38375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Keep your property's water supply and drainage</a:t>
            </a:r>
          </a:p>
        </p:txBody>
      </p:sp>
      <p:sp>
        <p:nvSpPr>
          <p:cNvPr id="21" name="profile-296">
            <a:extLst xmlns:a="http://schemas.openxmlformats.org/drawingml/2006/main">
              <a:ext uri="{FF2B5EF4-FFF2-40B4-BE49-F238E27FC236}">
                <a16:creationId xmlns:a16="http://schemas.microsoft.com/office/drawing/2014/main" id="{F37D9FFF-AB48-44DE-94DA-57B2224E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working.</a:t>
            </a:r>
          </a:p>
        </p:txBody>
      </p:sp>
      <p:sp>
        <p:nvSpPr>
          <p:cNvPr id="22" name="profile-297">
            <a:extLst xmlns:a="http://schemas.openxmlformats.org/drawingml/2006/main">
              <a:ext uri="{FF2B5EF4-FFF2-40B4-BE49-F238E27FC236}">
                <a16:creationId xmlns:a16="http://schemas.microsoft.com/office/drawing/2014/main" id="{C9E060A1-798A-4E2D-B79F-7F20BD9B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765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handles plumbing assessment, repairs, and installation work for</a:t>
            </a:r>
          </a:p>
        </p:txBody>
      </p:sp>
      <p:sp>
        <p:nvSpPr>
          <p:cNvPr id="23" name="profile-298">
            <a:extLst xmlns:a="http://schemas.openxmlformats.org/drawingml/2006/main">
              <a:ext uri="{FF2B5EF4-FFF2-40B4-BE49-F238E27FC236}">
                <a16:creationId xmlns:a16="http://schemas.microsoft.com/office/drawing/2014/main" id="{9BBD8DD7-9B8F-4857-B6C0-083ECCE4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432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existing properties and renovation projects. We identify the affected area</a:t>
            </a:r>
          </a:p>
        </p:txBody>
      </p:sp>
      <p:sp>
        <p:nvSpPr>
          <p:cNvPr id="24" name="profile-299">
            <a:extLst xmlns:a="http://schemas.openxmlformats.org/drawingml/2006/main">
              <a:ext uri="{FF2B5EF4-FFF2-40B4-BE49-F238E27FC236}">
                <a16:creationId xmlns:a16="http://schemas.microsoft.com/office/drawing/2014/main" id="{5CD61D83-6064-43C4-8A52-F635E02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99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and explain the proposed work before implementation.</a:t>
            </a:r>
          </a:p>
        </p:txBody>
      </p:sp>
      <p:sp>
        <p:nvSpPr>
          <p:cNvPr id="25" name="profile-300">
            <a:extLst xmlns:a="http://schemas.openxmlformats.org/drawingml/2006/main">
              <a:ext uri="{FF2B5EF4-FFF2-40B4-BE49-F238E27FC236}">
                <a16:creationId xmlns:a16="http://schemas.microsoft.com/office/drawing/2014/main" id="{BAAAB894-F60A-4544-A234-916FB1CF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301">
            <a:extLst xmlns:a="http://schemas.openxmlformats.org/drawingml/2006/main">
              <a:ext uri="{FF2B5EF4-FFF2-40B4-BE49-F238E27FC236}">
                <a16:creationId xmlns:a16="http://schemas.microsoft.com/office/drawing/2014/main" id="{D525976B-F4F3-481E-8F8C-0746E859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01002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Water supply and drainage assessment</a:t>
            </a:r>
          </a:p>
        </p:txBody>
      </p:sp>
      <p:sp>
        <p:nvSpPr>
          <p:cNvPr id="27" name="profile-302">
            <a:extLst xmlns:a="http://schemas.openxmlformats.org/drawingml/2006/main">
              <a:ext uri="{FF2B5EF4-FFF2-40B4-BE49-F238E27FC236}">
                <a16:creationId xmlns:a16="http://schemas.microsoft.com/office/drawing/2014/main" id="{A7E956E1-CF74-4342-BD09-F201F58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5198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303">
            <a:extLst xmlns:a="http://schemas.openxmlformats.org/drawingml/2006/main">
              <a:ext uri="{FF2B5EF4-FFF2-40B4-BE49-F238E27FC236}">
                <a16:creationId xmlns:a16="http://schemas.microsoft.com/office/drawing/2014/main" id="{00291AEE-CCB5-4DEC-A9B0-70BB67D8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35673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Pipe and fixture repair or replacement</a:t>
            </a:r>
          </a:p>
        </p:txBody>
      </p:sp>
      <p:sp>
        <p:nvSpPr>
          <p:cNvPr id="29" name="profile-304">
            <a:extLst xmlns:a="http://schemas.openxmlformats.org/drawingml/2006/main">
              <a:ext uri="{FF2B5EF4-FFF2-40B4-BE49-F238E27FC236}">
                <a16:creationId xmlns:a16="http://schemas.microsoft.com/office/drawing/2014/main" id="{29C1E9C1-C93C-4A1B-ABE6-E7CAD147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9869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305">
            <a:extLst xmlns:a="http://schemas.openxmlformats.org/drawingml/2006/main">
              <a:ext uri="{FF2B5EF4-FFF2-40B4-BE49-F238E27FC236}">
                <a16:creationId xmlns:a16="http://schemas.microsoft.com/office/drawing/2014/main" id="{84400E1B-08E2-4DB1-A4D6-EBFDDD62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0344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Installation and alteration within the approved scope</a:t>
            </a:r>
          </a:p>
        </p:txBody>
      </p:sp>
      <p:sp>
        <p:nvSpPr>
          <p:cNvPr id="31" name="profile-306">
            <a:extLst xmlns:a="http://schemas.openxmlformats.org/drawingml/2006/main">
              <a:ext uri="{FF2B5EF4-FFF2-40B4-BE49-F238E27FC236}">
                <a16:creationId xmlns:a16="http://schemas.microsoft.com/office/drawing/2014/main" id="{F6A63BB8-D3D0-49BA-BCCB-EB17A21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4540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307">
            <a:extLst xmlns:a="http://schemas.openxmlformats.org/drawingml/2006/main">
              <a:ext uri="{FF2B5EF4-FFF2-40B4-BE49-F238E27FC236}">
                <a16:creationId xmlns:a16="http://schemas.microsoft.com/office/drawing/2014/main" id="{BF0D6A7E-4D50-49E4-990F-F1A63D7D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05015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Functional checks and site turnover</a:t>
            </a:r>
          </a:p>
        </p:txBody>
      </p:sp>
      <p:sp>
        <p:nvSpPr>
          <p:cNvPr id="33" name="profile-308">
            <a:extLst xmlns:a="http://schemas.openxmlformats.org/drawingml/2006/main">
              <a:ext uri="{FF2B5EF4-FFF2-40B4-BE49-F238E27FC236}">
                <a16:creationId xmlns:a16="http://schemas.microsoft.com/office/drawing/2014/main" id="{CF721C28-D45F-4271-88A4-709F5689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81650"/>
            <a:ext cx="674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4" name="profile-309">
            <a:extLst xmlns:a="http://schemas.openxmlformats.org/drawingml/2006/main">
              <a:ext uri="{FF2B5EF4-FFF2-40B4-BE49-F238E27FC236}">
                <a16:creationId xmlns:a16="http://schemas.microsoft.com/office/drawing/2014/main" id="{820CCFC6-4535-4365-9788-3E60AAF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657850"/>
            <a:ext cx="642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Coordinate repair and maintenance concerns through one point of contact.</a:t>
            </a:r>
          </a:p>
        </p:txBody>
      </p:sp>
    </p:spTree>
    <p:extLst>
      <p:ext uri="{BB962C8B-B14F-4D97-AF65-F5344CB8AC3E}">
        <p14:creationId xmlns:p14="http://schemas.microsoft.com/office/powerpoint/2010/main" val="1089119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rofile-310">
            <a:extLst xmlns:a="http://schemas.openxmlformats.org/drawingml/2006/main">
              <a:ext uri="{FF2B5EF4-FFF2-40B4-BE49-F238E27FC236}">
                <a16:creationId xmlns:a16="http://schemas.microsoft.com/office/drawing/2014/main" id="{07559143-CE84-42D5-BC68-68AC7214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311">
            <a:extLst xmlns:a="http://schemas.openxmlformats.org/drawingml/2006/main">
              <a:ext uri="{FF2B5EF4-FFF2-40B4-BE49-F238E27FC236}">
                <a16:creationId xmlns:a16="http://schemas.microsoft.com/office/drawing/2014/main" id="{894F70A9-9437-4FC5-8D57-4D6CDBD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90478-92FF-41FA-9BEA-66B8EAB076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ab5a6ca8145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312">
            <a:extLst xmlns:a="http://schemas.openxmlformats.org/drawingml/2006/main">
              <a:ext uri="{FF2B5EF4-FFF2-40B4-BE49-F238E27FC236}">
                <a16:creationId xmlns:a16="http://schemas.microsoft.com/office/drawing/2014/main" id="{19C5C5DB-0E2A-488B-9623-BCDC7C3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313">
            <a:extLst xmlns:a="http://schemas.openxmlformats.org/drawingml/2006/main">
              <a:ext uri="{FF2B5EF4-FFF2-40B4-BE49-F238E27FC236}">
                <a16:creationId xmlns:a16="http://schemas.microsoft.com/office/drawing/2014/main" id="{A4BF1615-DEBE-4F75-BF35-F9A6DFFA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314">
            <a:extLst xmlns:a="http://schemas.openxmlformats.org/drawingml/2006/main">
              <a:ext uri="{FF2B5EF4-FFF2-40B4-BE49-F238E27FC236}">
                <a16:creationId xmlns:a16="http://schemas.microsoft.com/office/drawing/2014/main" id="{9878E7E7-EDD8-4F14-B3D0-95A603B0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315">
            <a:extLst xmlns:a="http://schemas.openxmlformats.org/drawingml/2006/main">
              <a:ext uri="{FF2B5EF4-FFF2-40B4-BE49-F238E27FC236}">
                <a16:creationId xmlns:a16="http://schemas.microsoft.com/office/drawing/2014/main" id="{620E15AE-BF3E-47C8-A9AA-1FDA52D6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316">
            <a:extLst xmlns:a="http://schemas.openxmlformats.org/drawingml/2006/main">
              <a:ext uri="{FF2B5EF4-FFF2-40B4-BE49-F238E27FC236}">
                <a16:creationId xmlns:a16="http://schemas.microsoft.com/office/drawing/2014/main" id="{56B622DF-647D-415A-A269-F8E3B2E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317">
            <a:extLst xmlns:a="http://schemas.openxmlformats.org/drawingml/2006/main">
              <a:ext uri="{FF2B5EF4-FFF2-40B4-BE49-F238E27FC236}">
                <a16:creationId xmlns:a16="http://schemas.microsoft.com/office/drawing/2014/main" id="{87896754-D6FF-4956-A359-11839F94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318">
            <a:extLst xmlns:a="http://schemas.openxmlformats.org/drawingml/2006/main">
              <a:ext uri="{FF2B5EF4-FFF2-40B4-BE49-F238E27FC236}">
                <a16:creationId xmlns:a16="http://schemas.microsoft.com/office/drawing/2014/main" id="{845D3A3E-E2E0-4AAC-9DCB-324F177B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319">
            <a:extLst xmlns:a="http://schemas.openxmlformats.org/drawingml/2006/main">
              <a:ext uri="{FF2B5EF4-FFF2-40B4-BE49-F238E27FC236}">
                <a16:creationId xmlns:a16="http://schemas.microsoft.com/office/drawing/2014/main" id="{2AAFC099-5F6D-45E2-9733-A9BD23B8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320">
            <a:extLst xmlns:a="http://schemas.openxmlformats.org/drawingml/2006/main">
              <a:ext uri="{FF2B5EF4-FFF2-40B4-BE49-F238E27FC236}">
                <a16:creationId xmlns:a16="http://schemas.microsoft.com/office/drawing/2014/main" id="{E370ABE3-1092-44EB-B3CD-D53B60DE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321">
            <a:extLst xmlns:a="http://schemas.openxmlformats.org/drawingml/2006/main">
              <a:ext uri="{FF2B5EF4-FFF2-40B4-BE49-F238E27FC236}">
                <a16:creationId xmlns:a16="http://schemas.microsoft.com/office/drawing/2014/main" id="{1C9BFE74-488A-4DF9-AF89-CCFDBA0B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322">
            <a:extLst xmlns:a="http://schemas.openxmlformats.org/drawingml/2006/main">
              <a:ext uri="{FF2B5EF4-FFF2-40B4-BE49-F238E27FC236}">
                <a16:creationId xmlns:a16="http://schemas.microsoft.com/office/drawing/2014/main" id="{8C9643E3-D14B-4D68-B956-73543BD2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323">
            <a:extLst xmlns:a="http://schemas.openxmlformats.org/drawingml/2006/main">
              <a:ext uri="{FF2B5EF4-FFF2-40B4-BE49-F238E27FC236}">
                <a16:creationId xmlns:a16="http://schemas.microsoft.com/office/drawing/2014/main" id="{6E6C773A-5203-47C6-861F-D4CAC6A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16" name="profile-324">
            <a:extLst xmlns:a="http://schemas.openxmlformats.org/drawingml/2006/main">
              <a:ext uri="{FF2B5EF4-FFF2-40B4-BE49-F238E27FC236}">
                <a16:creationId xmlns:a16="http://schemas.microsoft.com/office/drawing/2014/main" id="{0FC4CFF9-6076-48F5-90CC-90B3F0AE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Excavation Services</a:t>
            </a:r>
          </a:p>
        </p:txBody>
      </p:sp>
      <p:sp>
        <p:nvSpPr>
          <p:cNvPr id="17" name="profile-325">
            <a:extLst xmlns:a="http://schemas.openxmlformats.org/drawingml/2006/main">
              <a:ext uri="{FF2B5EF4-FFF2-40B4-BE49-F238E27FC236}">
                <a16:creationId xmlns:a16="http://schemas.microsoft.com/office/drawing/2014/main" id="{9F573714-6419-4552-912E-495E8A0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326">
            <a:extLst xmlns:a="http://schemas.openxmlformats.org/drawingml/2006/main">
              <a:ext uri="{FF2B5EF4-FFF2-40B4-BE49-F238E27FC236}">
                <a16:creationId xmlns:a16="http://schemas.microsoft.com/office/drawing/2014/main" id="{3B83B5A8-3E26-4CB6-AAD4-F92220D3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219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Create access for the underground work your</a:t>
            </a:r>
          </a:p>
        </p:txBody>
      </p:sp>
      <p:sp>
        <p:nvSpPr>
          <p:cNvPr id="19" name="profile-327">
            <a:extLst xmlns:a="http://schemas.openxmlformats.org/drawingml/2006/main">
              <a:ext uri="{FF2B5EF4-FFF2-40B4-BE49-F238E27FC236}">
                <a16:creationId xmlns:a16="http://schemas.microsoft.com/office/drawing/2014/main" id="{6737B3E4-A253-4DC5-99DB-CE3111F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6219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property needs.</a:t>
            </a:r>
          </a:p>
        </p:txBody>
      </p:sp>
      <p:sp>
        <p:nvSpPr>
          <p:cNvPr id="20" name="profile-328">
            <a:extLst xmlns:a="http://schemas.openxmlformats.org/drawingml/2006/main">
              <a:ext uri="{FF2B5EF4-FFF2-40B4-BE49-F238E27FC236}">
                <a16:creationId xmlns:a16="http://schemas.microsoft.com/office/drawing/2014/main" id="{93AEE43D-8004-435E-AF59-2C6EB6AD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provides excavation support for plumbing, drainage, septic</a:t>
            </a:r>
          </a:p>
        </p:txBody>
      </p:sp>
      <p:sp>
        <p:nvSpPr>
          <p:cNvPr id="21" name="profile-329">
            <a:extLst xmlns:a="http://schemas.openxmlformats.org/drawingml/2006/main">
              <a:ext uri="{FF2B5EF4-FFF2-40B4-BE49-F238E27FC236}">
                <a16:creationId xmlns:a16="http://schemas.microsoft.com/office/drawing/2014/main" id="{7E82F522-B25E-464A-B80E-BFAFBBB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tank, and related property works. The method and boundaries follow a</a:t>
            </a:r>
          </a:p>
        </p:txBody>
      </p:sp>
      <p:sp>
        <p:nvSpPr>
          <p:cNvPr id="22" name="profile-330">
            <a:extLst xmlns:a="http://schemas.openxmlformats.org/drawingml/2006/main">
              <a:ext uri="{FF2B5EF4-FFF2-40B4-BE49-F238E27FC236}">
                <a16:creationId xmlns:a16="http://schemas.microsoft.com/office/drawing/2014/main" id="{6C44425D-B4C8-4C90-896A-2E588804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site review, utility coordination, and the approved work scope.</a:t>
            </a:r>
          </a:p>
        </p:txBody>
      </p:sp>
      <p:sp>
        <p:nvSpPr>
          <p:cNvPr id="23" name="profile-331">
            <a:extLst xmlns:a="http://schemas.openxmlformats.org/drawingml/2006/main">
              <a:ext uri="{FF2B5EF4-FFF2-40B4-BE49-F238E27FC236}">
                <a16:creationId xmlns:a16="http://schemas.microsoft.com/office/drawing/2014/main" id="{0D627CC7-F688-437C-84DB-370AE6E7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332">
            <a:extLst xmlns:a="http://schemas.openxmlformats.org/drawingml/2006/main">
              <a:ext uri="{FF2B5EF4-FFF2-40B4-BE49-F238E27FC236}">
                <a16:creationId xmlns:a16="http://schemas.microsoft.com/office/drawing/2014/main" id="{976781A2-0060-4DCB-9ED9-1D234B6D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62400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Site access and excavation scope review</a:t>
            </a:r>
          </a:p>
        </p:txBody>
      </p:sp>
      <p:sp>
        <p:nvSpPr>
          <p:cNvPr id="25" name="profile-333">
            <a:extLst xmlns:a="http://schemas.openxmlformats.org/drawingml/2006/main">
              <a:ext uri="{FF2B5EF4-FFF2-40B4-BE49-F238E27FC236}">
                <a16:creationId xmlns:a16="http://schemas.microsoft.com/office/drawing/2014/main" id="{E79BC277-7686-4D61-A872-EFC35E29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787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334">
            <a:extLst xmlns:a="http://schemas.openxmlformats.org/drawingml/2006/main">
              <a:ext uri="{FF2B5EF4-FFF2-40B4-BE49-F238E27FC236}">
                <a16:creationId xmlns:a16="http://schemas.microsoft.com/office/drawing/2014/main" id="{19EDE80F-DACA-4862-871F-23BAD2CD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96537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Coordination of known utilities and work boundaries</a:t>
            </a:r>
          </a:p>
        </p:txBody>
      </p:sp>
      <p:sp>
        <p:nvSpPr>
          <p:cNvPr id="27" name="profile-335">
            <a:extLst xmlns:a="http://schemas.openxmlformats.org/drawingml/2006/main">
              <a:ext uri="{FF2B5EF4-FFF2-40B4-BE49-F238E27FC236}">
                <a16:creationId xmlns:a16="http://schemas.microsoft.com/office/drawing/2014/main" id="{D05621B6-0EAA-4988-822F-1257ED0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592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336">
            <a:extLst xmlns:a="http://schemas.openxmlformats.org/drawingml/2006/main">
              <a:ext uri="{FF2B5EF4-FFF2-40B4-BE49-F238E27FC236}">
                <a16:creationId xmlns:a16="http://schemas.microsoft.com/office/drawing/2014/main" id="{B1B12108-6233-4211-B96B-3A8933CF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30674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Excavation for agreed plumbing or drainage works</a:t>
            </a:r>
          </a:p>
        </p:txBody>
      </p:sp>
      <p:sp>
        <p:nvSpPr>
          <p:cNvPr id="29" name="profile-337">
            <a:extLst xmlns:a="http://schemas.openxmlformats.org/drawingml/2006/main">
              <a:ext uri="{FF2B5EF4-FFF2-40B4-BE49-F238E27FC236}">
                <a16:creationId xmlns:a16="http://schemas.microsoft.com/office/drawing/2014/main" id="{C337EA59-F555-40E2-88DE-DCF38215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0061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338">
            <a:extLst xmlns:a="http://schemas.openxmlformats.org/drawingml/2006/main">
              <a:ext uri="{FF2B5EF4-FFF2-40B4-BE49-F238E27FC236}">
                <a16:creationId xmlns:a16="http://schemas.microsoft.com/office/drawing/2014/main" id="{97FE8E17-C623-44E2-99AB-12E629F9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64811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Backfilling and surface reinstatement where included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FFC8F-F401-4019-821D-8A31FF4FA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75f96db6445df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2266950"/>
            <a:ext cx="4667250" cy="2781300"/>
          </a:xfrm>
          <a:prstGeom xmlns:a="http://schemas.openxmlformats.org/drawingml/2006/main" prst="rect">
            <a:avLst/>
          </a:prstGeom>
        </p:spPr>
      </p:pic>
      <p:sp>
        <p:nvSpPr>
          <p:cNvPr id="32" name="profile-339">
            <a:extLst xmlns:a="http://schemas.openxmlformats.org/drawingml/2006/main">
              <a:ext uri="{FF2B5EF4-FFF2-40B4-BE49-F238E27FC236}">
                <a16:creationId xmlns:a16="http://schemas.microsoft.com/office/drawing/2014/main" id="{76510871-7FCE-4C5A-AE69-F7774A52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4667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Stock: IntangibleArts / Wikimedia Commons, CC BY 2.0; cropped</a:t>
            </a:r>
          </a:p>
        </p:txBody>
      </p:sp>
      <p:sp>
        <p:nvSpPr>
          <p:cNvPr id="33" name="profile-340">
            <a:extLst xmlns:a="http://schemas.openxmlformats.org/drawingml/2006/main">
              <a:ext uri="{FF2B5EF4-FFF2-40B4-BE49-F238E27FC236}">
                <a16:creationId xmlns:a16="http://schemas.microsoft.com/office/drawing/2014/main" id="{03F51A65-3DA4-4CA2-B62D-EDF8991B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95925"/>
            <a:ext cx="466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4" name="profile-341">
            <a:extLst xmlns:a="http://schemas.openxmlformats.org/drawingml/2006/main">
              <a:ext uri="{FF2B5EF4-FFF2-40B4-BE49-F238E27FC236}">
                <a16:creationId xmlns:a16="http://schemas.microsoft.com/office/drawing/2014/main" id="{4F40A0E2-28DE-45DA-AE55-B7B5C5A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6007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Coordinate excavation, repairs and reinstatement</a:t>
            </a:r>
          </a:p>
        </p:txBody>
      </p:sp>
      <p:sp>
        <p:nvSpPr>
          <p:cNvPr id="35" name="profile-342">
            <a:extLst xmlns:a="http://schemas.openxmlformats.org/drawingml/2006/main">
              <a:ext uri="{FF2B5EF4-FFF2-40B4-BE49-F238E27FC236}">
                <a16:creationId xmlns:a16="http://schemas.microsoft.com/office/drawing/2014/main" id="{1E1C6C60-8AB9-46F8-A5B3-63687D06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293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through one agreed work scope.</a:t>
            </a:r>
          </a:p>
        </p:txBody>
      </p:sp>
    </p:spTree>
    <p:extLst>
      <p:ext uri="{BB962C8B-B14F-4D97-AF65-F5344CB8AC3E}">
        <p14:creationId xmlns:p14="http://schemas.microsoft.com/office/powerpoint/2010/main" val="3262072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rofile-343">
            <a:extLst xmlns:a="http://schemas.openxmlformats.org/drawingml/2006/main">
              <a:ext uri="{FF2B5EF4-FFF2-40B4-BE49-F238E27FC236}">
                <a16:creationId xmlns:a16="http://schemas.microsoft.com/office/drawing/2014/main" id="{26551AE6-5EBD-4223-9194-474B9A02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344">
            <a:extLst xmlns:a="http://schemas.openxmlformats.org/drawingml/2006/main">
              <a:ext uri="{FF2B5EF4-FFF2-40B4-BE49-F238E27FC236}">
                <a16:creationId xmlns:a16="http://schemas.microsoft.com/office/drawing/2014/main" id="{91E646E1-DE45-4A2E-BB1C-846D47D6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F101A-8676-41FD-929B-662E304CE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ff97fe02042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345">
            <a:extLst xmlns:a="http://schemas.openxmlformats.org/drawingml/2006/main">
              <a:ext uri="{FF2B5EF4-FFF2-40B4-BE49-F238E27FC236}">
                <a16:creationId xmlns:a16="http://schemas.microsoft.com/office/drawing/2014/main" id="{5E89E524-72DA-40EF-9DCE-CA1E6521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346">
            <a:extLst xmlns:a="http://schemas.openxmlformats.org/drawingml/2006/main">
              <a:ext uri="{FF2B5EF4-FFF2-40B4-BE49-F238E27FC236}">
                <a16:creationId xmlns:a16="http://schemas.microsoft.com/office/drawing/2014/main" id="{1B577A2F-B921-4757-9FA6-1B8D021D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347">
            <a:extLst xmlns:a="http://schemas.openxmlformats.org/drawingml/2006/main">
              <a:ext uri="{FF2B5EF4-FFF2-40B4-BE49-F238E27FC236}">
                <a16:creationId xmlns:a16="http://schemas.microsoft.com/office/drawing/2014/main" id="{D351AE2F-0FA3-47C4-A474-18C61B8F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348">
            <a:extLst xmlns:a="http://schemas.openxmlformats.org/drawingml/2006/main">
              <a:ext uri="{FF2B5EF4-FFF2-40B4-BE49-F238E27FC236}">
                <a16:creationId xmlns:a16="http://schemas.microsoft.com/office/drawing/2014/main" id="{39831CCF-E10B-4728-A24F-F5992BD5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349">
            <a:extLst xmlns:a="http://schemas.openxmlformats.org/drawingml/2006/main">
              <a:ext uri="{FF2B5EF4-FFF2-40B4-BE49-F238E27FC236}">
                <a16:creationId xmlns:a16="http://schemas.microsoft.com/office/drawing/2014/main" id="{DF9EC7A9-8E97-4A2D-9648-717AA8D8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350">
            <a:extLst xmlns:a="http://schemas.openxmlformats.org/drawingml/2006/main">
              <a:ext uri="{FF2B5EF4-FFF2-40B4-BE49-F238E27FC236}">
                <a16:creationId xmlns:a16="http://schemas.microsoft.com/office/drawing/2014/main" id="{18751E66-37BA-44FC-80FE-46BE0BAF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351">
            <a:extLst xmlns:a="http://schemas.openxmlformats.org/drawingml/2006/main">
              <a:ext uri="{FF2B5EF4-FFF2-40B4-BE49-F238E27FC236}">
                <a16:creationId xmlns:a16="http://schemas.microsoft.com/office/drawing/2014/main" id="{802A32AA-1D48-4137-AE1D-307D60D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352">
            <a:extLst xmlns:a="http://schemas.openxmlformats.org/drawingml/2006/main">
              <a:ext uri="{FF2B5EF4-FFF2-40B4-BE49-F238E27FC236}">
                <a16:creationId xmlns:a16="http://schemas.microsoft.com/office/drawing/2014/main" id="{1AA8EBC4-A091-4A9F-88DF-24E15632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353">
            <a:extLst xmlns:a="http://schemas.openxmlformats.org/drawingml/2006/main">
              <a:ext uri="{FF2B5EF4-FFF2-40B4-BE49-F238E27FC236}">
                <a16:creationId xmlns:a16="http://schemas.microsoft.com/office/drawing/2014/main" id="{C5939715-0FFD-4B4B-8052-495CC78F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354">
            <a:extLst xmlns:a="http://schemas.openxmlformats.org/drawingml/2006/main">
              <a:ext uri="{FF2B5EF4-FFF2-40B4-BE49-F238E27FC236}">
                <a16:creationId xmlns:a16="http://schemas.microsoft.com/office/drawing/2014/main" id="{9B5BCFFF-470A-4293-B9B5-FC3D9BDC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355">
            <a:extLst xmlns:a="http://schemas.openxmlformats.org/drawingml/2006/main">
              <a:ext uri="{FF2B5EF4-FFF2-40B4-BE49-F238E27FC236}">
                <a16:creationId xmlns:a16="http://schemas.microsoft.com/office/drawing/2014/main" id="{43285910-73FD-4D1F-838F-64E905A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356">
            <a:extLst xmlns:a="http://schemas.openxmlformats.org/drawingml/2006/main">
              <a:ext uri="{FF2B5EF4-FFF2-40B4-BE49-F238E27FC236}">
                <a16:creationId xmlns:a16="http://schemas.microsoft.com/office/drawing/2014/main" id="{257E079E-F61D-4A03-8FED-3EB32A0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6" name="profile-357">
            <a:extLst xmlns:a="http://schemas.openxmlformats.org/drawingml/2006/main">
              <a:ext uri="{FF2B5EF4-FFF2-40B4-BE49-F238E27FC236}">
                <a16:creationId xmlns:a16="http://schemas.microsoft.com/office/drawing/2014/main" id="{FB13392F-C6EA-4927-BD9D-287DE225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Drain and Pipe Declogging</a:t>
            </a:r>
          </a:p>
        </p:txBody>
      </p:sp>
      <p:sp>
        <p:nvSpPr>
          <p:cNvPr id="17" name="profile-358">
            <a:extLst xmlns:a="http://schemas.openxmlformats.org/drawingml/2006/main">
              <a:ext uri="{FF2B5EF4-FFF2-40B4-BE49-F238E27FC236}">
                <a16:creationId xmlns:a16="http://schemas.microsoft.com/office/drawing/2014/main" id="{D0E41D78-C2CE-4780-9C84-C14FF833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359">
            <a:extLst xmlns:a="http://schemas.openxmlformats.org/drawingml/2006/main">
              <a:ext uri="{FF2B5EF4-FFF2-40B4-BE49-F238E27FC236}">
                <a16:creationId xmlns:a16="http://schemas.microsoft.com/office/drawing/2014/main" id="{949BC84C-F1F1-4369-9829-17CBBFDC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Address slow drains and blocked lines before</a:t>
            </a:r>
          </a:p>
        </p:txBody>
      </p:sp>
      <p:sp>
        <p:nvSpPr>
          <p:cNvPr id="19" name="profile-360">
            <a:extLst xmlns:a="http://schemas.openxmlformats.org/drawingml/2006/main">
              <a:ext uri="{FF2B5EF4-FFF2-40B4-BE49-F238E27FC236}">
                <a16:creationId xmlns:a16="http://schemas.microsoft.com/office/drawing/2014/main" id="{154B1779-2688-4B95-90A9-70109807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6222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problems spread.</a:t>
            </a:r>
          </a:p>
        </p:txBody>
      </p:sp>
      <p:sp>
        <p:nvSpPr>
          <p:cNvPr id="20" name="profile-361">
            <a:extLst xmlns:a="http://schemas.openxmlformats.org/drawingml/2006/main">
              <a:ext uri="{FF2B5EF4-FFF2-40B4-BE49-F238E27FC236}">
                <a16:creationId xmlns:a16="http://schemas.microsoft.com/office/drawing/2014/main" id="{C905AD80-A5B9-4C2F-808B-EA43EE84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384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assesses drainage blockages and applies a suitable</a:t>
            </a:r>
          </a:p>
        </p:txBody>
      </p:sp>
      <p:sp>
        <p:nvSpPr>
          <p:cNvPr id="21" name="profile-362">
            <a:extLst xmlns:a="http://schemas.openxmlformats.org/drawingml/2006/main">
              <a:ext uri="{FF2B5EF4-FFF2-40B4-BE49-F238E27FC236}">
                <a16:creationId xmlns:a16="http://schemas.microsoft.com/office/drawing/2014/main" id="{723EC578-FD80-402E-99C5-32E6F55C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clearing method based on pipe condition, access, and the likely</a:t>
            </a:r>
          </a:p>
        </p:txBody>
      </p:sp>
      <p:sp>
        <p:nvSpPr>
          <p:cNvPr id="22" name="profile-363">
            <a:extLst xmlns:a="http://schemas.openxmlformats.org/drawingml/2006/main">
              <a:ext uri="{FF2B5EF4-FFF2-40B4-BE49-F238E27FC236}">
                <a16:creationId xmlns:a16="http://schemas.microsoft.com/office/drawing/2014/main" id="{CC85B396-46E5-4CD1-BE37-416DFFE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52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cause. Recurring blockages may require a separate repair or</a:t>
            </a:r>
          </a:p>
        </p:txBody>
      </p:sp>
      <p:sp>
        <p:nvSpPr>
          <p:cNvPr id="23" name="profile-364">
            <a:extLst xmlns:a="http://schemas.openxmlformats.org/drawingml/2006/main">
              <a:ext uri="{FF2B5EF4-FFF2-40B4-BE49-F238E27FC236}">
                <a16:creationId xmlns:a16="http://schemas.microsoft.com/office/drawing/2014/main" id="{E6B7F68A-D460-4E41-9402-63B30D87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further inspection.</a:t>
            </a:r>
          </a:p>
        </p:txBody>
      </p:sp>
      <p:sp>
        <p:nvSpPr>
          <p:cNvPr id="24" name="profile-365">
            <a:extLst xmlns:a="http://schemas.openxmlformats.org/drawingml/2006/main">
              <a:ext uri="{FF2B5EF4-FFF2-40B4-BE49-F238E27FC236}">
                <a16:creationId xmlns:a16="http://schemas.microsoft.com/office/drawing/2014/main" id="{0E6157B3-56BB-4323-A434-887D944E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14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5" name="profile-366">
            <a:extLst xmlns:a="http://schemas.openxmlformats.org/drawingml/2006/main">
              <a:ext uri="{FF2B5EF4-FFF2-40B4-BE49-F238E27FC236}">
                <a16:creationId xmlns:a16="http://schemas.microsoft.com/office/drawing/2014/main" id="{721F66DD-6B76-47F4-9377-7367E29C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19575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Review of the affected drainage line</a:t>
            </a:r>
          </a:p>
        </p:txBody>
      </p:sp>
      <p:sp>
        <p:nvSpPr>
          <p:cNvPr id="26" name="profile-367">
            <a:extLst xmlns:a="http://schemas.openxmlformats.org/drawingml/2006/main">
              <a:ext uri="{FF2B5EF4-FFF2-40B4-BE49-F238E27FC236}">
                <a16:creationId xmlns:a16="http://schemas.microsoft.com/office/drawing/2014/main" id="{CD2D31D0-ED21-4FD4-B872-354EB698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962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7" name="profile-368">
            <a:extLst xmlns:a="http://schemas.openxmlformats.org/drawingml/2006/main">
              <a:ext uri="{FF2B5EF4-FFF2-40B4-BE49-F238E27FC236}">
                <a16:creationId xmlns:a16="http://schemas.microsoft.com/office/drawing/2014/main" id="{A4AB6927-5D83-41DE-862E-0E44F965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53712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Clearing of accessible blockages within scope</a:t>
            </a:r>
          </a:p>
        </p:txBody>
      </p:sp>
      <p:sp>
        <p:nvSpPr>
          <p:cNvPr id="28" name="profile-369">
            <a:extLst xmlns:a="http://schemas.openxmlformats.org/drawingml/2006/main">
              <a:ext uri="{FF2B5EF4-FFF2-40B4-BE49-F238E27FC236}">
                <a16:creationId xmlns:a16="http://schemas.microsoft.com/office/drawing/2014/main" id="{87D25AEA-8D46-4864-B93A-DACEF1A3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83099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9" name="profile-370">
            <a:extLst xmlns:a="http://schemas.openxmlformats.org/drawingml/2006/main">
              <a:ext uri="{FF2B5EF4-FFF2-40B4-BE49-F238E27FC236}">
                <a16:creationId xmlns:a16="http://schemas.microsoft.com/office/drawing/2014/main" id="{C91971EE-FFF1-4C5A-9FA3-02AA8A3C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87849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Water-flow checks after the work</a:t>
            </a:r>
          </a:p>
        </p:txBody>
      </p:sp>
      <p:sp>
        <p:nvSpPr>
          <p:cNvPr id="30" name="profile-371">
            <a:extLst xmlns:a="http://schemas.openxmlformats.org/drawingml/2006/main">
              <a:ext uri="{FF2B5EF4-FFF2-40B4-BE49-F238E27FC236}">
                <a16:creationId xmlns:a16="http://schemas.microsoft.com/office/drawing/2014/main" id="{09A2F4D9-52FC-4E50-B971-66D492DC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17236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1" name="profile-372">
            <a:extLst xmlns:a="http://schemas.openxmlformats.org/drawingml/2006/main">
              <a:ext uri="{FF2B5EF4-FFF2-40B4-BE49-F238E27FC236}">
                <a16:creationId xmlns:a16="http://schemas.microsoft.com/office/drawing/2014/main" id="{92FFE5B7-E80F-49E7-9A04-2D306B26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221986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Advice on recurring issues and further repairs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B2B6EC-ACCC-4FDF-85E4-BC0DF18EF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74f11ddbf4f55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266950"/>
            <a:ext cx="5191125" cy="2781300"/>
          </a:xfrm>
          <a:prstGeom xmlns:a="http://schemas.openxmlformats.org/drawingml/2006/main" prst="rect">
            <a:avLst/>
          </a:prstGeom>
        </p:spPr>
      </p:pic>
      <p:sp>
        <p:nvSpPr>
          <p:cNvPr id="33" name="profile-373">
            <a:extLst xmlns:a="http://schemas.openxmlformats.org/drawingml/2006/main">
              <a:ext uri="{FF2B5EF4-FFF2-40B4-BE49-F238E27FC236}">
                <a16:creationId xmlns:a16="http://schemas.microsoft.com/office/drawing/2014/main" id="{90718658-B1D5-41C3-B920-B02053FE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191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AI-generated drainage illustration</a:t>
            </a:r>
          </a:p>
        </p:txBody>
      </p:sp>
      <p:sp>
        <p:nvSpPr>
          <p:cNvPr id="34" name="profile-374">
            <a:extLst xmlns:a="http://schemas.openxmlformats.org/drawingml/2006/main">
              <a:ext uri="{FF2B5EF4-FFF2-40B4-BE49-F238E27FC236}">
                <a16:creationId xmlns:a16="http://schemas.microsoft.com/office/drawing/2014/main" id="{B790F10E-01D5-4DE0-B11E-03262333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5191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5" name="profile-375">
            <a:extLst xmlns:a="http://schemas.openxmlformats.org/drawingml/2006/main">
              <a:ext uri="{FF2B5EF4-FFF2-40B4-BE49-F238E27FC236}">
                <a16:creationId xmlns:a16="http://schemas.microsoft.com/office/drawing/2014/main" id="{DD0F5C55-6BC8-49DB-A684-F79C45A6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Understand whether a recurring problem needs cleaning,</a:t>
            </a:r>
          </a:p>
        </p:txBody>
      </p:sp>
      <p:sp>
        <p:nvSpPr>
          <p:cNvPr id="36" name="profile-376">
            <a:extLst xmlns:a="http://schemas.openxmlformats.org/drawingml/2006/main">
              <a:ext uri="{FF2B5EF4-FFF2-40B4-BE49-F238E27FC236}">
                <a16:creationId xmlns:a16="http://schemas.microsoft.com/office/drawing/2014/main" id="{6A9F5ABF-A27B-4B8F-8827-9B93DC36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829300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inspection or repair.</a:t>
            </a:r>
          </a:p>
        </p:txBody>
      </p:sp>
    </p:spTree>
    <p:extLst>
      <p:ext uri="{BB962C8B-B14F-4D97-AF65-F5344CB8AC3E}">
        <p14:creationId xmlns:p14="http://schemas.microsoft.com/office/powerpoint/2010/main" val="1596460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rofile-377">
            <a:extLst xmlns:a="http://schemas.openxmlformats.org/drawingml/2006/main">
              <a:ext uri="{FF2B5EF4-FFF2-40B4-BE49-F238E27FC236}">
                <a16:creationId xmlns:a16="http://schemas.microsoft.com/office/drawing/2014/main" id="{D8D5D97D-601D-44A6-8B5E-3A4A2785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378">
            <a:extLst xmlns:a="http://schemas.openxmlformats.org/drawingml/2006/main">
              <a:ext uri="{FF2B5EF4-FFF2-40B4-BE49-F238E27FC236}">
                <a16:creationId xmlns:a16="http://schemas.microsoft.com/office/drawing/2014/main" id="{9FE4DDC3-F104-4F4B-89EF-4A2FAC99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CE475-B595-4D46-98AC-F20D0CB7ED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852d5e2e241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379">
            <a:extLst xmlns:a="http://schemas.openxmlformats.org/drawingml/2006/main">
              <a:ext uri="{FF2B5EF4-FFF2-40B4-BE49-F238E27FC236}">
                <a16:creationId xmlns:a16="http://schemas.microsoft.com/office/drawing/2014/main" id="{3A57A997-7080-4D5C-BB46-D6EE6D7A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380">
            <a:extLst xmlns:a="http://schemas.openxmlformats.org/drawingml/2006/main">
              <a:ext uri="{FF2B5EF4-FFF2-40B4-BE49-F238E27FC236}">
                <a16:creationId xmlns:a16="http://schemas.microsoft.com/office/drawing/2014/main" id="{1EB46289-2943-489E-BC09-7DB1AAC6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381">
            <a:extLst xmlns:a="http://schemas.openxmlformats.org/drawingml/2006/main">
              <a:ext uri="{FF2B5EF4-FFF2-40B4-BE49-F238E27FC236}">
                <a16:creationId xmlns:a16="http://schemas.microsoft.com/office/drawing/2014/main" id="{546FB5EC-399C-4503-82D2-5B9FE89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382">
            <a:extLst xmlns:a="http://schemas.openxmlformats.org/drawingml/2006/main">
              <a:ext uri="{FF2B5EF4-FFF2-40B4-BE49-F238E27FC236}">
                <a16:creationId xmlns:a16="http://schemas.microsoft.com/office/drawing/2014/main" id="{5ACD3F70-8E2F-4A07-9B9F-67293DB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383">
            <a:extLst xmlns:a="http://schemas.openxmlformats.org/drawingml/2006/main">
              <a:ext uri="{FF2B5EF4-FFF2-40B4-BE49-F238E27FC236}">
                <a16:creationId xmlns:a16="http://schemas.microsoft.com/office/drawing/2014/main" id="{96A8AA45-B399-453F-89CA-DE6067E3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384">
            <a:extLst xmlns:a="http://schemas.openxmlformats.org/drawingml/2006/main">
              <a:ext uri="{FF2B5EF4-FFF2-40B4-BE49-F238E27FC236}">
                <a16:creationId xmlns:a16="http://schemas.microsoft.com/office/drawing/2014/main" id="{CDABA63C-CE27-4265-B11D-49DF809A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385">
            <a:extLst xmlns:a="http://schemas.openxmlformats.org/drawingml/2006/main">
              <a:ext uri="{FF2B5EF4-FFF2-40B4-BE49-F238E27FC236}">
                <a16:creationId xmlns:a16="http://schemas.microsoft.com/office/drawing/2014/main" id="{4A4975C1-FFF7-4CE3-80D6-C3019DD4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386">
            <a:extLst xmlns:a="http://schemas.openxmlformats.org/drawingml/2006/main">
              <a:ext uri="{FF2B5EF4-FFF2-40B4-BE49-F238E27FC236}">
                <a16:creationId xmlns:a16="http://schemas.microsoft.com/office/drawing/2014/main" id="{59111552-8DC1-4B22-BA97-DAE7A69C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387">
            <a:extLst xmlns:a="http://schemas.openxmlformats.org/drawingml/2006/main">
              <a:ext uri="{FF2B5EF4-FFF2-40B4-BE49-F238E27FC236}">
                <a16:creationId xmlns:a16="http://schemas.microsoft.com/office/drawing/2014/main" id="{0EF36B61-F261-421A-BBF6-522DA3F2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388">
            <a:extLst xmlns:a="http://schemas.openxmlformats.org/drawingml/2006/main">
              <a:ext uri="{FF2B5EF4-FFF2-40B4-BE49-F238E27FC236}">
                <a16:creationId xmlns:a16="http://schemas.microsoft.com/office/drawing/2014/main" id="{9931F81C-DF29-45E0-8B20-6A72F9DC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389">
            <a:extLst xmlns:a="http://schemas.openxmlformats.org/drawingml/2006/main">
              <a:ext uri="{FF2B5EF4-FFF2-40B4-BE49-F238E27FC236}">
                <a16:creationId xmlns:a16="http://schemas.microsoft.com/office/drawing/2014/main" id="{A573A5AB-4EFE-4B98-A433-CFEBA15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390">
            <a:extLst xmlns:a="http://schemas.openxmlformats.org/drawingml/2006/main">
              <a:ext uri="{FF2B5EF4-FFF2-40B4-BE49-F238E27FC236}">
                <a16:creationId xmlns:a16="http://schemas.microsoft.com/office/drawing/2014/main" id="{88C2C28B-9480-4640-AADF-10BF9DC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16" name="profile-391">
            <a:extLst xmlns:a="http://schemas.openxmlformats.org/drawingml/2006/main">
              <a:ext uri="{FF2B5EF4-FFF2-40B4-BE49-F238E27FC236}">
                <a16:creationId xmlns:a16="http://schemas.microsoft.com/office/drawing/2014/main" id="{1962A0E9-D4C9-43B7-A8E6-3B6474D5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Grease tank and trap cleaning</a:t>
            </a:r>
          </a:p>
        </p:txBody>
      </p:sp>
      <p:sp>
        <p:nvSpPr>
          <p:cNvPr id="17" name="profile-392">
            <a:extLst xmlns:a="http://schemas.openxmlformats.org/drawingml/2006/main">
              <a:ext uri="{FF2B5EF4-FFF2-40B4-BE49-F238E27FC236}">
                <a16:creationId xmlns:a16="http://schemas.microsoft.com/office/drawing/2014/main" id="{2FAFC72A-327C-4490-B699-C7C11D77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198A2-E5D1-4D79-A3C3-112F62C923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e8dae7b024c0d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238375"/>
            <a:ext cx="4229100" cy="3238500"/>
          </a:xfrm>
          <a:prstGeom xmlns:a="http://schemas.openxmlformats.org/drawingml/2006/main" prst="rect">
            <a:avLst/>
          </a:prstGeom>
        </p:spPr>
      </p:pic>
      <p:sp>
        <p:nvSpPr>
          <p:cNvPr id="19" name="profile-393">
            <a:extLst xmlns:a="http://schemas.openxmlformats.org/drawingml/2006/main">
              <a:ext uri="{FF2B5EF4-FFF2-40B4-BE49-F238E27FC236}">
                <a16:creationId xmlns:a16="http://schemas.microsoft.com/office/drawing/2014/main" id="{051B1060-16C4-4DD4-96ED-03E4CF73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4191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Oceanides asset-library photograph; client/site not specified</a:t>
            </a:r>
          </a:p>
        </p:txBody>
      </p:sp>
      <p:sp>
        <p:nvSpPr>
          <p:cNvPr id="20" name="profile-394">
            <a:extLst xmlns:a="http://schemas.openxmlformats.org/drawingml/2006/main">
              <a:ext uri="{FF2B5EF4-FFF2-40B4-BE49-F238E27FC236}">
                <a16:creationId xmlns:a16="http://schemas.microsoft.com/office/drawing/2014/main" id="{419AEE33-C4A7-4392-B469-D5815965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38375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Keep grease buildup from becoming a recurring</a:t>
            </a:r>
          </a:p>
        </p:txBody>
      </p:sp>
      <p:sp>
        <p:nvSpPr>
          <p:cNvPr id="21" name="profile-395">
            <a:extLst xmlns:a="http://schemas.openxmlformats.org/drawingml/2006/main">
              <a:ext uri="{FF2B5EF4-FFF2-40B4-BE49-F238E27FC236}">
                <a16:creationId xmlns:a16="http://schemas.microsoft.com/office/drawing/2014/main" id="{D4A8A056-F77C-4422-8BA0-4B74484E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kitchen drainage problem.</a:t>
            </a:r>
          </a:p>
        </p:txBody>
      </p:sp>
      <p:sp>
        <p:nvSpPr>
          <p:cNvPr id="22" name="profile-396">
            <a:extLst xmlns:a="http://schemas.openxmlformats.org/drawingml/2006/main">
              <a:ext uri="{FF2B5EF4-FFF2-40B4-BE49-F238E27FC236}">
                <a16:creationId xmlns:a16="http://schemas.microsoft.com/office/drawing/2014/main" id="{8AEAF98B-A2D8-4BDD-A87E-B8C53F35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765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provides grease tank and grease trap cleaning for food-service</a:t>
            </a:r>
          </a:p>
        </p:txBody>
      </p:sp>
      <p:sp>
        <p:nvSpPr>
          <p:cNvPr id="23" name="profile-397">
            <a:extLst xmlns:a="http://schemas.openxmlformats.org/drawingml/2006/main">
              <a:ext uri="{FF2B5EF4-FFF2-40B4-BE49-F238E27FC236}">
                <a16:creationId xmlns:a16="http://schemas.microsoft.com/office/drawing/2014/main" id="{7507B526-7097-4118-9418-E67B81AB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432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properties and other sites with grease-management needs. Work is</a:t>
            </a:r>
          </a:p>
        </p:txBody>
      </p:sp>
      <p:sp>
        <p:nvSpPr>
          <p:cNvPr id="24" name="profile-398">
            <a:extLst xmlns:a="http://schemas.openxmlformats.org/drawingml/2006/main">
              <a:ext uri="{FF2B5EF4-FFF2-40B4-BE49-F238E27FC236}">
                <a16:creationId xmlns:a16="http://schemas.microsoft.com/office/drawing/2014/main" id="{0DF105C0-7624-4546-B87E-7993BF54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99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coordinated around access and your operating schedule.</a:t>
            </a:r>
          </a:p>
        </p:txBody>
      </p:sp>
      <p:sp>
        <p:nvSpPr>
          <p:cNvPr id="25" name="profile-399">
            <a:extLst xmlns:a="http://schemas.openxmlformats.org/drawingml/2006/main">
              <a:ext uri="{FF2B5EF4-FFF2-40B4-BE49-F238E27FC236}">
                <a16:creationId xmlns:a16="http://schemas.microsoft.com/office/drawing/2014/main" id="{58B27BD1-7242-4E08-9E1E-763418FF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400">
            <a:extLst xmlns:a="http://schemas.openxmlformats.org/drawingml/2006/main">
              <a:ext uri="{FF2B5EF4-FFF2-40B4-BE49-F238E27FC236}">
                <a16:creationId xmlns:a16="http://schemas.microsoft.com/office/drawing/2014/main" id="{CB53BD4E-FD65-48FD-974C-3FF1016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01002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Assessment of grease tank or trap access</a:t>
            </a:r>
          </a:p>
        </p:txBody>
      </p:sp>
      <p:sp>
        <p:nvSpPr>
          <p:cNvPr id="27" name="profile-401">
            <a:extLst xmlns:a="http://schemas.openxmlformats.org/drawingml/2006/main">
              <a:ext uri="{FF2B5EF4-FFF2-40B4-BE49-F238E27FC236}">
                <a16:creationId xmlns:a16="http://schemas.microsoft.com/office/drawing/2014/main" id="{AC9AE997-CE2B-4048-89FF-C06FD2F1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5198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402">
            <a:extLst xmlns:a="http://schemas.openxmlformats.org/drawingml/2006/main">
              <a:ext uri="{FF2B5EF4-FFF2-40B4-BE49-F238E27FC236}">
                <a16:creationId xmlns:a16="http://schemas.microsoft.com/office/drawing/2014/main" id="{5B185731-C0B0-4F5B-ADDA-ECFBE91E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35673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Removal of accumulated grease and settled waste</a:t>
            </a:r>
          </a:p>
        </p:txBody>
      </p:sp>
      <p:sp>
        <p:nvSpPr>
          <p:cNvPr id="29" name="profile-403">
            <a:extLst xmlns:a="http://schemas.openxmlformats.org/drawingml/2006/main">
              <a:ext uri="{FF2B5EF4-FFF2-40B4-BE49-F238E27FC236}">
                <a16:creationId xmlns:a16="http://schemas.microsoft.com/office/drawing/2014/main" id="{5757E302-8AE7-4286-AAF1-F65D7B8A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9869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404">
            <a:extLst xmlns:a="http://schemas.openxmlformats.org/drawingml/2006/main">
              <a:ext uri="{FF2B5EF4-FFF2-40B4-BE49-F238E27FC236}">
                <a16:creationId xmlns:a16="http://schemas.microsoft.com/office/drawing/2014/main" id="{6B418C6B-5A97-4B59-A9BB-43807C7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0344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Cleaning of accessible internal areas within scope</a:t>
            </a:r>
          </a:p>
        </p:txBody>
      </p:sp>
      <p:sp>
        <p:nvSpPr>
          <p:cNvPr id="31" name="profile-405">
            <a:extLst xmlns:a="http://schemas.openxmlformats.org/drawingml/2006/main">
              <a:ext uri="{FF2B5EF4-FFF2-40B4-BE49-F238E27FC236}">
                <a16:creationId xmlns:a16="http://schemas.microsoft.com/office/drawing/2014/main" id="{9351D7EA-985B-459A-BDC3-D569D0E6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4540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406">
            <a:extLst xmlns:a="http://schemas.openxmlformats.org/drawingml/2006/main">
              <a:ext uri="{FF2B5EF4-FFF2-40B4-BE49-F238E27FC236}">
                <a16:creationId xmlns:a16="http://schemas.microsoft.com/office/drawing/2014/main" id="{D481C618-88D3-4CBB-AE72-22EC28CC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05015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Recommendations for a practical cleaning schedule</a:t>
            </a:r>
          </a:p>
        </p:txBody>
      </p:sp>
      <p:sp>
        <p:nvSpPr>
          <p:cNvPr id="33" name="profile-407">
            <a:extLst xmlns:a="http://schemas.openxmlformats.org/drawingml/2006/main">
              <a:ext uri="{FF2B5EF4-FFF2-40B4-BE49-F238E27FC236}">
                <a16:creationId xmlns:a16="http://schemas.microsoft.com/office/drawing/2014/main" id="{E7A4003F-9A13-4E99-9E26-F08487EE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81650"/>
            <a:ext cx="674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4" name="profile-408">
            <a:extLst xmlns:a="http://schemas.openxmlformats.org/drawingml/2006/main">
              <a:ext uri="{FF2B5EF4-FFF2-40B4-BE49-F238E27FC236}">
                <a16:creationId xmlns:a16="http://schemas.microsoft.com/office/drawing/2014/main" id="{75D594B0-1694-4BE2-8CD0-80CAB50F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657850"/>
            <a:ext cx="642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Manage grease buildup with a cleaning schedule suited to your kitchen.</a:t>
            </a:r>
          </a:p>
        </p:txBody>
      </p:sp>
    </p:spTree>
    <p:extLst>
      <p:ext uri="{BB962C8B-B14F-4D97-AF65-F5344CB8AC3E}">
        <p14:creationId xmlns:p14="http://schemas.microsoft.com/office/powerpoint/2010/main" val="9894640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rofile-409">
            <a:extLst xmlns:a="http://schemas.openxmlformats.org/drawingml/2006/main">
              <a:ext uri="{FF2B5EF4-FFF2-40B4-BE49-F238E27FC236}">
                <a16:creationId xmlns:a16="http://schemas.microsoft.com/office/drawing/2014/main" id="{B006644C-6DB7-4DDC-BDA6-EEF9B11D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410">
            <a:extLst xmlns:a="http://schemas.openxmlformats.org/drawingml/2006/main">
              <a:ext uri="{FF2B5EF4-FFF2-40B4-BE49-F238E27FC236}">
                <a16:creationId xmlns:a16="http://schemas.microsoft.com/office/drawing/2014/main" id="{06B4CA95-2BD1-48A8-B8DA-EA9B43DC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1A131-A039-48D6-8C5A-2DE5CE56C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f5273c5fa48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411">
            <a:extLst xmlns:a="http://schemas.openxmlformats.org/drawingml/2006/main">
              <a:ext uri="{FF2B5EF4-FFF2-40B4-BE49-F238E27FC236}">
                <a16:creationId xmlns:a16="http://schemas.microsoft.com/office/drawing/2014/main" id="{A967AEDF-513A-4081-9394-A7EB1F4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412">
            <a:extLst xmlns:a="http://schemas.openxmlformats.org/drawingml/2006/main">
              <a:ext uri="{FF2B5EF4-FFF2-40B4-BE49-F238E27FC236}">
                <a16:creationId xmlns:a16="http://schemas.microsoft.com/office/drawing/2014/main" id="{9A5CD6D4-7685-440C-B5BE-B304F43D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413">
            <a:extLst xmlns:a="http://schemas.openxmlformats.org/drawingml/2006/main">
              <a:ext uri="{FF2B5EF4-FFF2-40B4-BE49-F238E27FC236}">
                <a16:creationId xmlns:a16="http://schemas.microsoft.com/office/drawing/2014/main" id="{5600E6AB-020B-44F5-8DA9-33AEDDF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414">
            <a:extLst xmlns:a="http://schemas.openxmlformats.org/drawingml/2006/main">
              <a:ext uri="{FF2B5EF4-FFF2-40B4-BE49-F238E27FC236}">
                <a16:creationId xmlns:a16="http://schemas.microsoft.com/office/drawing/2014/main" id="{62364DC1-BBFF-4078-84D9-F6E260EF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415">
            <a:extLst xmlns:a="http://schemas.openxmlformats.org/drawingml/2006/main">
              <a:ext uri="{FF2B5EF4-FFF2-40B4-BE49-F238E27FC236}">
                <a16:creationId xmlns:a16="http://schemas.microsoft.com/office/drawing/2014/main" id="{27ED1997-B87F-4CD9-85BE-F7B8C5D2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416">
            <a:extLst xmlns:a="http://schemas.openxmlformats.org/drawingml/2006/main">
              <a:ext uri="{FF2B5EF4-FFF2-40B4-BE49-F238E27FC236}">
                <a16:creationId xmlns:a16="http://schemas.microsoft.com/office/drawing/2014/main" id="{39D8C20F-CC06-4820-82EB-D38DA32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417">
            <a:extLst xmlns:a="http://schemas.openxmlformats.org/drawingml/2006/main">
              <a:ext uri="{FF2B5EF4-FFF2-40B4-BE49-F238E27FC236}">
                <a16:creationId xmlns:a16="http://schemas.microsoft.com/office/drawing/2014/main" id="{544653D4-82A4-420A-ACC1-6AEFBB22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418">
            <a:extLst xmlns:a="http://schemas.openxmlformats.org/drawingml/2006/main">
              <a:ext uri="{FF2B5EF4-FFF2-40B4-BE49-F238E27FC236}">
                <a16:creationId xmlns:a16="http://schemas.microsoft.com/office/drawing/2014/main" id="{76FB6DDA-A73D-427C-84AF-2939B8CD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419">
            <a:extLst xmlns:a="http://schemas.openxmlformats.org/drawingml/2006/main">
              <a:ext uri="{FF2B5EF4-FFF2-40B4-BE49-F238E27FC236}">
                <a16:creationId xmlns:a16="http://schemas.microsoft.com/office/drawing/2014/main" id="{0D17CBAC-5D1E-4EF8-BCEC-107E8EA2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420">
            <a:extLst xmlns:a="http://schemas.openxmlformats.org/drawingml/2006/main">
              <a:ext uri="{FF2B5EF4-FFF2-40B4-BE49-F238E27FC236}">
                <a16:creationId xmlns:a16="http://schemas.microsoft.com/office/drawing/2014/main" id="{D2BC4888-DA0E-4A6E-A7B6-66D31EC8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421">
            <a:extLst xmlns:a="http://schemas.openxmlformats.org/drawingml/2006/main">
              <a:ext uri="{FF2B5EF4-FFF2-40B4-BE49-F238E27FC236}">
                <a16:creationId xmlns:a16="http://schemas.microsoft.com/office/drawing/2014/main" id="{7ABBD902-6ADF-44E7-8D87-382DA9CA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422">
            <a:extLst xmlns:a="http://schemas.openxmlformats.org/drawingml/2006/main">
              <a:ext uri="{FF2B5EF4-FFF2-40B4-BE49-F238E27FC236}">
                <a16:creationId xmlns:a16="http://schemas.microsoft.com/office/drawing/2014/main" id="{89B91A14-B381-4DB2-B849-D0527A01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16" name="profile-423">
            <a:extLst xmlns:a="http://schemas.openxmlformats.org/drawingml/2006/main">
              <a:ext uri="{FF2B5EF4-FFF2-40B4-BE49-F238E27FC236}">
                <a16:creationId xmlns:a16="http://schemas.microsoft.com/office/drawing/2014/main" id="{AD22BB6B-620E-4C0B-878A-A263BEF5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Pest Management Services</a:t>
            </a:r>
          </a:p>
        </p:txBody>
      </p:sp>
      <p:sp>
        <p:nvSpPr>
          <p:cNvPr id="17" name="profile-424">
            <a:extLst xmlns:a="http://schemas.openxmlformats.org/drawingml/2006/main">
              <a:ext uri="{FF2B5EF4-FFF2-40B4-BE49-F238E27FC236}">
                <a16:creationId xmlns:a16="http://schemas.microsoft.com/office/drawing/2014/main" id="{7FBA15F8-CC54-4390-81D6-14E6A99F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425">
            <a:extLst xmlns:a="http://schemas.openxmlformats.org/drawingml/2006/main">
              <a:ext uri="{FF2B5EF4-FFF2-40B4-BE49-F238E27FC236}">
                <a16:creationId xmlns:a16="http://schemas.microsoft.com/office/drawing/2014/main" id="{960B5538-3D51-4099-9F30-91A2B4C5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219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Protect the spaces where people work, stay, and</a:t>
            </a:r>
          </a:p>
        </p:txBody>
      </p:sp>
      <p:sp>
        <p:nvSpPr>
          <p:cNvPr id="19" name="profile-426">
            <a:extLst xmlns:a="http://schemas.openxmlformats.org/drawingml/2006/main">
              <a:ext uri="{FF2B5EF4-FFF2-40B4-BE49-F238E27FC236}">
                <a16:creationId xmlns:a16="http://schemas.microsoft.com/office/drawing/2014/main" id="{AFA50CB8-BDB9-48DB-ADDA-7DEE9FE2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6219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dine.</a:t>
            </a:r>
          </a:p>
        </p:txBody>
      </p:sp>
      <p:sp>
        <p:nvSpPr>
          <p:cNvPr id="20" name="profile-427">
            <a:extLst xmlns:a="http://schemas.openxmlformats.org/drawingml/2006/main">
              <a:ext uri="{FF2B5EF4-FFF2-40B4-BE49-F238E27FC236}">
                <a16:creationId xmlns:a16="http://schemas.microsoft.com/office/drawing/2014/main" id="{D6849BC7-0175-4B57-9F8C-3E6D29C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develops a pest-management scope around the pest</a:t>
            </a:r>
          </a:p>
        </p:txBody>
      </p:sp>
      <p:sp>
        <p:nvSpPr>
          <p:cNvPr id="21" name="profile-428">
            <a:extLst xmlns:a="http://schemas.openxmlformats.org/drawingml/2006/main">
              <a:ext uri="{FF2B5EF4-FFF2-40B4-BE49-F238E27FC236}">
                <a16:creationId xmlns:a16="http://schemas.microsoft.com/office/drawing/2014/main" id="{3784E48D-AECD-42AC-A887-2466CC7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concern, property use, and site findings. Programs can support</a:t>
            </a:r>
          </a:p>
        </p:txBody>
      </p:sp>
      <p:sp>
        <p:nvSpPr>
          <p:cNvPr id="22" name="profile-429">
            <a:extLst xmlns:a="http://schemas.openxmlformats.org/drawingml/2006/main">
              <a:ext uri="{FF2B5EF4-FFF2-40B4-BE49-F238E27FC236}">
                <a16:creationId xmlns:a16="http://schemas.microsoft.com/office/drawing/2014/main" id="{F1B1E0CE-D83D-428C-8266-8A672687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restaurants, hotels, condominiums, offices, warehouses, and residential</a:t>
            </a:r>
          </a:p>
        </p:txBody>
      </p:sp>
      <p:sp>
        <p:nvSpPr>
          <p:cNvPr id="23" name="profile-430">
            <a:extLst xmlns:a="http://schemas.openxmlformats.org/drawingml/2006/main">
              <a:ext uri="{FF2B5EF4-FFF2-40B4-BE49-F238E27FC236}">
                <a16:creationId xmlns:a16="http://schemas.microsoft.com/office/drawing/2014/main" id="{40D922EA-DAB8-4B86-BBBD-BE187105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properties.</a:t>
            </a:r>
          </a:p>
        </p:txBody>
      </p:sp>
      <p:sp>
        <p:nvSpPr>
          <p:cNvPr id="24" name="profile-431">
            <a:extLst xmlns:a="http://schemas.openxmlformats.org/drawingml/2006/main">
              <a:ext uri="{FF2B5EF4-FFF2-40B4-BE49-F238E27FC236}">
                <a16:creationId xmlns:a16="http://schemas.microsoft.com/office/drawing/2014/main" id="{8908463F-9EF3-4CAA-883C-570300FD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4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5" name="profile-432">
            <a:extLst xmlns:a="http://schemas.openxmlformats.org/drawingml/2006/main">
              <a:ext uri="{FF2B5EF4-FFF2-40B4-BE49-F238E27FC236}">
                <a16:creationId xmlns:a16="http://schemas.microsoft.com/office/drawing/2014/main" id="{DBA7A3D9-8C1E-4D27-8694-A7F5D0E8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19575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Site inspection and pest concern assessment</a:t>
            </a:r>
          </a:p>
        </p:txBody>
      </p:sp>
      <p:sp>
        <p:nvSpPr>
          <p:cNvPr id="26" name="profile-433">
            <a:extLst xmlns:a="http://schemas.openxmlformats.org/drawingml/2006/main">
              <a:ext uri="{FF2B5EF4-FFF2-40B4-BE49-F238E27FC236}">
                <a16:creationId xmlns:a16="http://schemas.microsoft.com/office/drawing/2014/main" id="{4D5E6A4D-455E-402F-87B4-CAE2BD9D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962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7" name="profile-434">
            <a:extLst xmlns:a="http://schemas.openxmlformats.org/drawingml/2006/main">
              <a:ext uri="{FF2B5EF4-FFF2-40B4-BE49-F238E27FC236}">
                <a16:creationId xmlns:a16="http://schemas.microsoft.com/office/drawing/2014/main" id="{8FC68225-B2E9-4E6C-9E3C-83B3B6F1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53712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 plan for the identified concern</a:t>
            </a:r>
          </a:p>
        </p:txBody>
      </p:sp>
      <p:sp>
        <p:nvSpPr>
          <p:cNvPr id="28" name="profile-435">
            <a:extLst xmlns:a="http://schemas.openxmlformats.org/drawingml/2006/main">
              <a:ext uri="{FF2B5EF4-FFF2-40B4-BE49-F238E27FC236}">
                <a16:creationId xmlns:a16="http://schemas.microsoft.com/office/drawing/2014/main" id="{FD039833-D5CC-4B37-B326-CCD0CFAA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3099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9" name="profile-436">
            <a:extLst xmlns:a="http://schemas.openxmlformats.org/drawingml/2006/main">
              <a:ext uri="{FF2B5EF4-FFF2-40B4-BE49-F238E27FC236}">
                <a16:creationId xmlns:a16="http://schemas.microsoft.com/office/drawing/2014/main" id="{DE3F5359-6788-4FB4-B0CE-07C71B38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87849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Coordination of preparation and re-entry instructions</a:t>
            </a:r>
          </a:p>
        </p:txBody>
      </p:sp>
      <p:sp>
        <p:nvSpPr>
          <p:cNvPr id="30" name="profile-437">
            <a:extLst xmlns:a="http://schemas.openxmlformats.org/drawingml/2006/main">
              <a:ext uri="{FF2B5EF4-FFF2-40B4-BE49-F238E27FC236}">
                <a16:creationId xmlns:a16="http://schemas.microsoft.com/office/drawing/2014/main" id="{7C55A219-02BE-4BD2-868E-80D3C092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7236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1" name="profile-438">
            <a:extLst xmlns:a="http://schemas.openxmlformats.org/drawingml/2006/main">
              <a:ext uri="{FF2B5EF4-FFF2-40B4-BE49-F238E27FC236}">
                <a16:creationId xmlns:a16="http://schemas.microsoft.com/office/drawing/2014/main" id="{2C608556-C487-4475-99C8-0D1F23D7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21986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Follow-up and prevention advice within the agreed program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8AF10-5AB5-4252-8CFB-C1D2B6835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2073abe2b46ca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2266950"/>
            <a:ext cx="4667250" cy="2781300"/>
          </a:xfrm>
          <a:prstGeom xmlns:a="http://schemas.openxmlformats.org/drawingml/2006/main" prst="rect">
            <a:avLst/>
          </a:prstGeom>
        </p:spPr>
      </p:pic>
      <p:sp>
        <p:nvSpPr>
          <p:cNvPr id="33" name="profile-439">
            <a:extLst xmlns:a="http://schemas.openxmlformats.org/drawingml/2006/main">
              <a:ext uri="{FF2B5EF4-FFF2-40B4-BE49-F238E27FC236}">
                <a16:creationId xmlns:a16="http://schemas.microsoft.com/office/drawing/2014/main" id="{7E31A6B7-DEA3-4EB6-984A-EEEC242E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4667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AI-generated service illustration</a:t>
            </a:r>
          </a:p>
        </p:txBody>
      </p:sp>
      <p:sp>
        <p:nvSpPr>
          <p:cNvPr id="34" name="profile-440">
            <a:extLst xmlns:a="http://schemas.openxmlformats.org/drawingml/2006/main">
              <a:ext uri="{FF2B5EF4-FFF2-40B4-BE49-F238E27FC236}">
                <a16:creationId xmlns:a16="http://schemas.microsoft.com/office/drawing/2014/main" id="{5DCDFF18-2A9A-445A-A21C-6455A213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95925"/>
            <a:ext cx="466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5" name="profile-441">
            <a:extLst xmlns:a="http://schemas.openxmlformats.org/drawingml/2006/main">
              <a:ext uri="{FF2B5EF4-FFF2-40B4-BE49-F238E27FC236}">
                <a16:creationId xmlns:a16="http://schemas.microsoft.com/office/drawing/2014/main" id="{6F814AD6-D351-4681-8183-1ED55D4C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6007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Combine treatment, prevention advice and follow-up</a:t>
            </a:r>
          </a:p>
        </p:txBody>
      </p:sp>
      <p:sp>
        <p:nvSpPr>
          <p:cNvPr id="36" name="profile-442">
            <a:extLst xmlns:a="http://schemas.openxmlformats.org/drawingml/2006/main">
              <a:ext uri="{FF2B5EF4-FFF2-40B4-BE49-F238E27FC236}">
                <a16:creationId xmlns:a16="http://schemas.microsoft.com/office/drawing/2014/main" id="{9654EA8C-8A98-444D-B4C0-28ADD347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293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in one agreed program.</a:t>
            </a:r>
          </a:p>
        </p:txBody>
      </p:sp>
    </p:spTree>
    <p:extLst>
      <p:ext uri="{BB962C8B-B14F-4D97-AF65-F5344CB8AC3E}">
        <p14:creationId xmlns:p14="http://schemas.microsoft.com/office/powerpoint/2010/main" val="9940215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rofile-443">
            <a:extLst xmlns:a="http://schemas.openxmlformats.org/drawingml/2006/main">
              <a:ext uri="{FF2B5EF4-FFF2-40B4-BE49-F238E27FC236}">
                <a16:creationId xmlns:a16="http://schemas.microsoft.com/office/drawing/2014/main" id="{255B311D-0CB8-4547-A9A4-3800EDA6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444">
            <a:extLst xmlns:a="http://schemas.openxmlformats.org/drawingml/2006/main">
              <a:ext uri="{FF2B5EF4-FFF2-40B4-BE49-F238E27FC236}">
                <a16:creationId xmlns:a16="http://schemas.microsoft.com/office/drawing/2014/main" id="{B29931B4-A398-4BAE-A7DD-22195F29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783DC-6DF6-4C4F-B018-36ED33E29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e08a6772547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445">
            <a:extLst xmlns:a="http://schemas.openxmlformats.org/drawingml/2006/main">
              <a:ext uri="{FF2B5EF4-FFF2-40B4-BE49-F238E27FC236}">
                <a16:creationId xmlns:a16="http://schemas.microsoft.com/office/drawing/2014/main" id="{724F00AA-A7DF-45F4-BE34-0E91CD2D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446">
            <a:extLst xmlns:a="http://schemas.openxmlformats.org/drawingml/2006/main">
              <a:ext uri="{FF2B5EF4-FFF2-40B4-BE49-F238E27FC236}">
                <a16:creationId xmlns:a16="http://schemas.microsoft.com/office/drawing/2014/main" id="{9F2F9D7F-CD8D-488E-A838-537CF5DD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447">
            <a:extLst xmlns:a="http://schemas.openxmlformats.org/drawingml/2006/main">
              <a:ext uri="{FF2B5EF4-FFF2-40B4-BE49-F238E27FC236}">
                <a16:creationId xmlns:a16="http://schemas.microsoft.com/office/drawing/2014/main" id="{FDF893FE-5287-48FD-B7C7-9D98BD58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448">
            <a:extLst xmlns:a="http://schemas.openxmlformats.org/drawingml/2006/main">
              <a:ext uri="{FF2B5EF4-FFF2-40B4-BE49-F238E27FC236}">
                <a16:creationId xmlns:a16="http://schemas.microsoft.com/office/drawing/2014/main" id="{C0267D08-6DC7-451C-A625-0F35027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449">
            <a:extLst xmlns:a="http://schemas.openxmlformats.org/drawingml/2006/main">
              <a:ext uri="{FF2B5EF4-FFF2-40B4-BE49-F238E27FC236}">
                <a16:creationId xmlns:a16="http://schemas.microsoft.com/office/drawing/2014/main" id="{1F5FFB1A-1BBF-46B2-9BBA-7BA9C58B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450">
            <a:extLst xmlns:a="http://schemas.openxmlformats.org/drawingml/2006/main">
              <a:ext uri="{FF2B5EF4-FFF2-40B4-BE49-F238E27FC236}">
                <a16:creationId xmlns:a16="http://schemas.microsoft.com/office/drawing/2014/main" id="{542A86F5-1AA6-406F-98A3-F9A3F4D6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451">
            <a:extLst xmlns:a="http://schemas.openxmlformats.org/drawingml/2006/main">
              <a:ext uri="{FF2B5EF4-FFF2-40B4-BE49-F238E27FC236}">
                <a16:creationId xmlns:a16="http://schemas.microsoft.com/office/drawing/2014/main" id="{D2572A24-B6F6-4849-8722-A70A15F8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452">
            <a:extLst xmlns:a="http://schemas.openxmlformats.org/drawingml/2006/main">
              <a:ext uri="{FF2B5EF4-FFF2-40B4-BE49-F238E27FC236}">
                <a16:creationId xmlns:a16="http://schemas.microsoft.com/office/drawing/2014/main" id="{4B7EF5E1-7A58-4465-A85F-A076B3B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453">
            <a:extLst xmlns:a="http://schemas.openxmlformats.org/drawingml/2006/main">
              <a:ext uri="{FF2B5EF4-FFF2-40B4-BE49-F238E27FC236}">
                <a16:creationId xmlns:a16="http://schemas.microsoft.com/office/drawing/2014/main" id="{4CD89313-0590-4CD0-8E39-AE88161C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454">
            <a:extLst xmlns:a="http://schemas.openxmlformats.org/drawingml/2006/main">
              <a:ext uri="{FF2B5EF4-FFF2-40B4-BE49-F238E27FC236}">
                <a16:creationId xmlns:a16="http://schemas.microsoft.com/office/drawing/2014/main" id="{E22DD975-23D7-4C54-9D2A-8AFB717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455">
            <a:extLst xmlns:a="http://schemas.openxmlformats.org/drawingml/2006/main">
              <a:ext uri="{FF2B5EF4-FFF2-40B4-BE49-F238E27FC236}">
                <a16:creationId xmlns:a16="http://schemas.microsoft.com/office/drawing/2014/main" id="{68488B0F-1677-4D67-8747-F503E575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456">
            <a:extLst xmlns:a="http://schemas.openxmlformats.org/drawingml/2006/main">
              <a:ext uri="{FF2B5EF4-FFF2-40B4-BE49-F238E27FC236}">
                <a16:creationId xmlns:a16="http://schemas.microsoft.com/office/drawing/2014/main" id="{056254E4-6C8B-43F1-8737-FF180540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16" name="profile-457">
            <a:extLst xmlns:a="http://schemas.openxmlformats.org/drawingml/2006/main">
              <a:ext uri="{FF2B5EF4-FFF2-40B4-BE49-F238E27FC236}">
                <a16:creationId xmlns:a16="http://schemas.microsoft.com/office/drawing/2014/main" id="{46A91ACB-9B43-421A-A7AC-930A77B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General Cleaning Services</a:t>
            </a:r>
          </a:p>
        </p:txBody>
      </p:sp>
      <p:sp>
        <p:nvSpPr>
          <p:cNvPr id="17" name="profile-458">
            <a:extLst xmlns:a="http://schemas.openxmlformats.org/drawingml/2006/main">
              <a:ext uri="{FF2B5EF4-FFF2-40B4-BE49-F238E27FC236}">
                <a16:creationId xmlns:a16="http://schemas.microsoft.com/office/drawing/2014/main" id="{02F3E66E-0E40-41C3-BD4C-ACB4DAF1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459">
            <a:extLst xmlns:a="http://schemas.openxmlformats.org/drawingml/2006/main">
              <a:ext uri="{FF2B5EF4-FFF2-40B4-BE49-F238E27FC236}">
                <a16:creationId xmlns:a16="http://schemas.microsoft.com/office/drawing/2014/main" id="{186FB7CE-79E2-4915-9811-E0D7FEB5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Present a cleaner, better-cared-for space to</a:t>
            </a:r>
          </a:p>
        </p:txBody>
      </p:sp>
      <p:sp>
        <p:nvSpPr>
          <p:cNvPr id="19" name="profile-460">
            <a:extLst xmlns:a="http://schemas.openxmlformats.org/drawingml/2006/main">
              <a:ext uri="{FF2B5EF4-FFF2-40B4-BE49-F238E27FC236}">
                <a16:creationId xmlns:a16="http://schemas.microsoft.com/office/drawing/2014/main" id="{E8670A07-8B48-42C5-9DCE-3E9E8DDD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6222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everyone who enters.</a:t>
            </a:r>
          </a:p>
        </p:txBody>
      </p:sp>
      <p:sp>
        <p:nvSpPr>
          <p:cNvPr id="20" name="profile-461">
            <a:extLst xmlns:a="http://schemas.openxmlformats.org/drawingml/2006/main">
              <a:ext uri="{FF2B5EF4-FFF2-40B4-BE49-F238E27FC236}">
                <a16:creationId xmlns:a16="http://schemas.microsoft.com/office/drawing/2014/main" id="{1684923C-08D6-475D-A5AE-CBA8063A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384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provides cleaning support for commercial and</a:t>
            </a:r>
          </a:p>
        </p:txBody>
      </p:sp>
      <p:sp>
        <p:nvSpPr>
          <p:cNvPr id="21" name="profile-462">
            <a:extLst xmlns:a="http://schemas.openxmlformats.org/drawingml/2006/main">
              <a:ext uri="{FF2B5EF4-FFF2-40B4-BE49-F238E27FC236}">
                <a16:creationId xmlns:a16="http://schemas.microsoft.com/office/drawing/2014/main" id="{F42CD8BD-6D5D-4914-B06D-DC629739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residential properties. Cleaning areas, frequency, materials, and</a:t>
            </a:r>
          </a:p>
        </p:txBody>
      </p:sp>
      <p:sp>
        <p:nvSpPr>
          <p:cNvPr id="22" name="profile-463">
            <a:extLst xmlns:a="http://schemas.openxmlformats.org/drawingml/2006/main">
              <a:ext uri="{FF2B5EF4-FFF2-40B4-BE49-F238E27FC236}">
                <a16:creationId xmlns:a16="http://schemas.microsoft.com/office/drawing/2014/main" id="{DE9A3000-4D0D-4A51-B091-260EC0C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52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exclusions are defined with the client before work starts.</a:t>
            </a:r>
          </a:p>
        </p:txBody>
      </p:sp>
      <p:sp>
        <p:nvSpPr>
          <p:cNvPr id="23" name="profile-464">
            <a:extLst xmlns:a="http://schemas.openxmlformats.org/drawingml/2006/main">
              <a:ext uri="{FF2B5EF4-FFF2-40B4-BE49-F238E27FC236}">
                <a16:creationId xmlns:a16="http://schemas.microsoft.com/office/drawing/2014/main" id="{375363C4-22FC-4BDB-95D6-1F9A18C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465">
            <a:extLst xmlns:a="http://schemas.openxmlformats.org/drawingml/2006/main">
              <a:ext uri="{FF2B5EF4-FFF2-40B4-BE49-F238E27FC236}">
                <a16:creationId xmlns:a16="http://schemas.microsoft.com/office/drawing/2014/main" id="{D99800EE-E66B-41E5-9E5C-CD46C2B4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62400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Site walkthrough and cleaning checklist</a:t>
            </a:r>
          </a:p>
        </p:txBody>
      </p:sp>
      <p:sp>
        <p:nvSpPr>
          <p:cNvPr id="25" name="profile-466">
            <a:extLst xmlns:a="http://schemas.openxmlformats.org/drawingml/2006/main">
              <a:ext uri="{FF2B5EF4-FFF2-40B4-BE49-F238E27FC236}">
                <a16:creationId xmlns:a16="http://schemas.microsoft.com/office/drawing/2014/main" id="{C00EBFB5-FD8F-4287-B95B-E0D2C80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91787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467">
            <a:extLst xmlns:a="http://schemas.openxmlformats.org/drawingml/2006/main">
              <a:ext uri="{FF2B5EF4-FFF2-40B4-BE49-F238E27FC236}">
                <a16:creationId xmlns:a16="http://schemas.microsoft.com/office/drawing/2014/main" id="{3DB86114-8293-4914-AFB7-689692F4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96537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Cleaning of agreed rooms and common areas</a:t>
            </a:r>
          </a:p>
        </p:txBody>
      </p:sp>
      <p:sp>
        <p:nvSpPr>
          <p:cNvPr id="27" name="profile-468">
            <a:extLst xmlns:a="http://schemas.openxmlformats.org/drawingml/2006/main">
              <a:ext uri="{FF2B5EF4-FFF2-40B4-BE49-F238E27FC236}">
                <a16:creationId xmlns:a16="http://schemas.microsoft.com/office/drawing/2014/main" id="{6F3558F2-16B9-44BF-9F0C-6B18602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592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469">
            <a:extLst xmlns:a="http://schemas.openxmlformats.org/drawingml/2006/main">
              <a:ext uri="{FF2B5EF4-FFF2-40B4-BE49-F238E27FC236}">
                <a16:creationId xmlns:a16="http://schemas.microsoft.com/office/drawing/2014/main" id="{6D6D4579-11A4-42DB-8B10-1D8718B2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30674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Coordination around occupancy and site access</a:t>
            </a:r>
          </a:p>
        </p:txBody>
      </p:sp>
      <p:sp>
        <p:nvSpPr>
          <p:cNvPr id="29" name="profile-470">
            <a:extLst xmlns:a="http://schemas.openxmlformats.org/drawingml/2006/main">
              <a:ext uri="{FF2B5EF4-FFF2-40B4-BE49-F238E27FC236}">
                <a16:creationId xmlns:a16="http://schemas.microsoft.com/office/drawing/2014/main" id="{C2701F6C-F3A3-46EA-BDDD-1912B70B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0061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471">
            <a:extLst xmlns:a="http://schemas.openxmlformats.org/drawingml/2006/main">
              <a:ext uri="{FF2B5EF4-FFF2-40B4-BE49-F238E27FC236}">
                <a16:creationId xmlns:a16="http://schemas.microsoft.com/office/drawing/2014/main" id="{CCE2F604-5BE6-4E40-B6DC-71236B91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64811"/>
            <a:ext cx="5514975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Completion review with the client representative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A1BC2A-2777-4737-BDA1-79153C806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11d600bda4d5d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266950"/>
            <a:ext cx="5191125" cy="2781300"/>
          </a:xfrm>
          <a:prstGeom xmlns:a="http://schemas.openxmlformats.org/drawingml/2006/main" prst="rect">
            <a:avLst/>
          </a:prstGeom>
        </p:spPr>
      </p:pic>
      <p:sp>
        <p:nvSpPr>
          <p:cNvPr id="32" name="profile-472">
            <a:extLst xmlns:a="http://schemas.openxmlformats.org/drawingml/2006/main">
              <a:ext uri="{FF2B5EF4-FFF2-40B4-BE49-F238E27FC236}">
                <a16:creationId xmlns:a16="http://schemas.microsoft.com/office/drawing/2014/main" id="{E18662F3-53CA-4105-8637-B5EADFCA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19112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Representative stock photograph; not an Oceanides project</a:t>
            </a:r>
          </a:p>
        </p:txBody>
      </p:sp>
      <p:sp>
        <p:nvSpPr>
          <p:cNvPr id="33" name="profile-473">
            <a:extLst xmlns:a="http://schemas.openxmlformats.org/drawingml/2006/main">
              <a:ext uri="{FF2B5EF4-FFF2-40B4-BE49-F238E27FC236}">
                <a16:creationId xmlns:a16="http://schemas.microsoft.com/office/drawing/2014/main" id="{E09116C3-E597-412D-ACA6-FFD5359B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5191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4" name="profile-474">
            <a:extLst xmlns:a="http://schemas.openxmlformats.org/drawingml/2006/main">
              <a:ext uri="{FF2B5EF4-FFF2-40B4-BE49-F238E27FC236}">
                <a16:creationId xmlns:a16="http://schemas.microsoft.com/office/drawing/2014/main" id="{F6EED755-7A18-4601-BFDB-A95D4B0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Use a clear checklist to coordinate cleaning and review</a:t>
            </a:r>
          </a:p>
        </p:txBody>
      </p:sp>
      <p:sp>
        <p:nvSpPr>
          <p:cNvPr id="35" name="profile-475">
            <a:extLst xmlns:a="http://schemas.openxmlformats.org/drawingml/2006/main">
              <a:ext uri="{FF2B5EF4-FFF2-40B4-BE49-F238E27FC236}">
                <a16:creationId xmlns:a16="http://schemas.microsoft.com/office/drawing/2014/main" id="{59030783-6CE8-426A-B4D1-1E045195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829300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completion.</a:t>
            </a:r>
          </a:p>
        </p:txBody>
      </p:sp>
    </p:spTree>
    <p:extLst>
      <p:ext uri="{BB962C8B-B14F-4D97-AF65-F5344CB8AC3E}">
        <p14:creationId xmlns:p14="http://schemas.microsoft.com/office/powerpoint/2010/main" val="16233297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rofile-476">
            <a:extLst xmlns:a="http://schemas.openxmlformats.org/drawingml/2006/main">
              <a:ext uri="{FF2B5EF4-FFF2-40B4-BE49-F238E27FC236}">
                <a16:creationId xmlns:a16="http://schemas.microsoft.com/office/drawing/2014/main" id="{4A1B16E5-519E-496B-BC0B-252CF3E5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477">
            <a:extLst xmlns:a="http://schemas.openxmlformats.org/drawingml/2006/main">
              <a:ext uri="{FF2B5EF4-FFF2-40B4-BE49-F238E27FC236}">
                <a16:creationId xmlns:a16="http://schemas.microsoft.com/office/drawing/2014/main" id="{0C1C6CB2-BA0F-4669-A40D-84A52308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FE0DB-9A2B-4D48-BA03-61E145C022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8500fc3294c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478">
            <a:extLst xmlns:a="http://schemas.openxmlformats.org/drawingml/2006/main">
              <a:ext uri="{FF2B5EF4-FFF2-40B4-BE49-F238E27FC236}">
                <a16:creationId xmlns:a16="http://schemas.microsoft.com/office/drawing/2014/main" id="{2FC58ED3-A236-4EF1-83D1-DE88F9CB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479">
            <a:extLst xmlns:a="http://schemas.openxmlformats.org/drawingml/2006/main">
              <a:ext uri="{FF2B5EF4-FFF2-40B4-BE49-F238E27FC236}">
                <a16:creationId xmlns:a16="http://schemas.microsoft.com/office/drawing/2014/main" id="{CD926003-AE7E-4265-8F86-E9C61ED1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480">
            <a:extLst xmlns:a="http://schemas.openxmlformats.org/drawingml/2006/main">
              <a:ext uri="{FF2B5EF4-FFF2-40B4-BE49-F238E27FC236}">
                <a16:creationId xmlns:a16="http://schemas.microsoft.com/office/drawing/2014/main" id="{90FF72BC-C210-4728-95CB-47090E8B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481">
            <a:extLst xmlns:a="http://schemas.openxmlformats.org/drawingml/2006/main">
              <a:ext uri="{FF2B5EF4-FFF2-40B4-BE49-F238E27FC236}">
                <a16:creationId xmlns:a16="http://schemas.microsoft.com/office/drawing/2014/main" id="{C7741D2F-922E-4306-85BA-8CBF8AF7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482">
            <a:extLst xmlns:a="http://schemas.openxmlformats.org/drawingml/2006/main">
              <a:ext uri="{FF2B5EF4-FFF2-40B4-BE49-F238E27FC236}">
                <a16:creationId xmlns:a16="http://schemas.microsoft.com/office/drawing/2014/main" id="{72EE7415-7B54-4780-BB6C-C8935771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483">
            <a:extLst xmlns:a="http://schemas.openxmlformats.org/drawingml/2006/main">
              <a:ext uri="{FF2B5EF4-FFF2-40B4-BE49-F238E27FC236}">
                <a16:creationId xmlns:a16="http://schemas.microsoft.com/office/drawing/2014/main" id="{73882D58-B611-40C9-A735-7F369BE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484">
            <a:extLst xmlns:a="http://schemas.openxmlformats.org/drawingml/2006/main">
              <a:ext uri="{FF2B5EF4-FFF2-40B4-BE49-F238E27FC236}">
                <a16:creationId xmlns:a16="http://schemas.microsoft.com/office/drawing/2014/main" id="{6AC08BAE-8CE7-4639-94F7-AEA0772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485">
            <a:extLst xmlns:a="http://schemas.openxmlformats.org/drawingml/2006/main">
              <a:ext uri="{FF2B5EF4-FFF2-40B4-BE49-F238E27FC236}">
                <a16:creationId xmlns:a16="http://schemas.microsoft.com/office/drawing/2014/main" id="{CAC662DD-285A-45C9-820A-8E120C1F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486">
            <a:extLst xmlns:a="http://schemas.openxmlformats.org/drawingml/2006/main">
              <a:ext uri="{FF2B5EF4-FFF2-40B4-BE49-F238E27FC236}">
                <a16:creationId xmlns:a16="http://schemas.microsoft.com/office/drawing/2014/main" id="{E514FADC-8453-4700-AEEA-A97574A7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487">
            <a:extLst xmlns:a="http://schemas.openxmlformats.org/drawingml/2006/main">
              <a:ext uri="{FF2B5EF4-FFF2-40B4-BE49-F238E27FC236}">
                <a16:creationId xmlns:a16="http://schemas.microsoft.com/office/drawing/2014/main" id="{F4051995-43B4-42CA-A938-6E5CC3E8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488">
            <a:extLst xmlns:a="http://schemas.openxmlformats.org/drawingml/2006/main">
              <a:ext uri="{FF2B5EF4-FFF2-40B4-BE49-F238E27FC236}">
                <a16:creationId xmlns:a16="http://schemas.microsoft.com/office/drawing/2014/main" id="{205CC879-FDFE-465E-ABD3-C7D6F874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489">
            <a:extLst xmlns:a="http://schemas.openxmlformats.org/drawingml/2006/main">
              <a:ext uri="{FF2B5EF4-FFF2-40B4-BE49-F238E27FC236}">
                <a16:creationId xmlns:a16="http://schemas.microsoft.com/office/drawing/2014/main" id="{54429351-3726-450D-BF63-1A7BEE0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16" name="profile-490">
            <a:extLst xmlns:a="http://schemas.openxmlformats.org/drawingml/2006/main">
              <a:ext uri="{FF2B5EF4-FFF2-40B4-BE49-F238E27FC236}">
                <a16:creationId xmlns:a16="http://schemas.microsoft.com/office/drawing/2014/main" id="{859179A7-7FC0-4180-B00A-18BA8A0E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Renovation, restoration and leak repairs</a:t>
            </a:r>
          </a:p>
        </p:txBody>
      </p:sp>
      <p:sp>
        <p:nvSpPr>
          <p:cNvPr id="17" name="profile-491">
            <a:extLst xmlns:a="http://schemas.openxmlformats.org/drawingml/2006/main">
              <a:ext uri="{FF2B5EF4-FFF2-40B4-BE49-F238E27FC236}">
                <a16:creationId xmlns:a16="http://schemas.microsoft.com/office/drawing/2014/main" id="{BDCBAE42-C51E-477B-A9D1-DCB08BEA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7AF8A-5878-4ED8-BB99-DD0268A9E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205b3acd84692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238375"/>
            <a:ext cx="4229100" cy="3238500"/>
          </a:xfrm>
          <a:prstGeom xmlns:a="http://schemas.openxmlformats.org/drawingml/2006/main" prst="rect">
            <a:avLst/>
          </a:prstGeom>
        </p:spPr>
      </p:pic>
      <p:sp>
        <p:nvSpPr>
          <p:cNvPr id="19" name="profile-492">
            <a:extLst xmlns:a="http://schemas.openxmlformats.org/drawingml/2006/main">
              <a:ext uri="{FF2B5EF4-FFF2-40B4-BE49-F238E27FC236}">
                <a16:creationId xmlns:a16="http://schemas.microsoft.com/office/drawing/2014/main" id="{4E4C10B2-0B6E-4D10-A27D-AF7B95F7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419100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AI-generated service illustration</a:t>
            </a:r>
          </a:p>
        </p:txBody>
      </p:sp>
      <p:sp>
        <p:nvSpPr>
          <p:cNvPr id="20" name="profile-493">
            <a:extLst xmlns:a="http://schemas.openxmlformats.org/drawingml/2006/main">
              <a:ext uri="{FF2B5EF4-FFF2-40B4-BE49-F238E27FC236}">
                <a16:creationId xmlns:a16="http://schemas.microsoft.com/office/drawing/2014/main" id="{887E36C1-6537-459B-88FE-97C35F58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38375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Repair damaged spaces and plan improvements with a</a:t>
            </a:r>
          </a:p>
        </p:txBody>
      </p:sp>
      <p:sp>
        <p:nvSpPr>
          <p:cNvPr id="21" name="profile-494">
            <a:extLst xmlns:a="http://schemas.openxmlformats.org/drawingml/2006/main">
              <a:ext uri="{FF2B5EF4-FFF2-40B4-BE49-F238E27FC236}">
                <a16:creationId xmlns:a16="http://schemas.microsoft.com/office/drawing/2014/main" id="{7E674FD3-E716-45CA-A2A9-4B0583BD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defined scope.</a:t>
            </a:r>
          </a:p>
        </p:txBody>
      </p:sp>
      <p:sp>
        <p:nvSpPr>
          <p:cNvPr id="22" name="profile-495">
            <a:extLst xmlns:a="http://schemas.openxmlformats.org/drawingml/2006/main">
              <a:ext uri="{FF2B5EF4-FFF2-40B4-BE49-F238E27FC236}">
                <a16:creationId xmlns:a16="http://schemas.microsoft.com/office/drawing/2014/main" id="{56D81528-C4EA-4D3F-872D-FE01F634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765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accepts renovation and restoration work for homes,</a:t>
            </a:r>
          </a:p>
        </p:txBody>
      </p:sp>
      <p:sp>
        <p:nvSpPr>
          <p:cNvPr id="23" name="profile-496">
            <a:extLst xmlns:a="http://schemas.openxmlformats.org/drawingml/2006/main">
              <a:ext uri="{FF2B5EF4-FFF2-40B4-BE49-F238E27FC236}">
                <a16:creationId xmlns:a16="http://schemas.microsoft.com/office/drawing/2014/main" id="{04FF1DB3-1069-4D18-B79D-151DA49B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432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condominiums, and commercial properties, including ceiling repairs and</a:t>
            </a:r>
          </a:p>
        </p:txBody>
      </p:sp>
      <p:sp>
        <p:nvSpPr>
          <p:cNvPr id="24" name="profile-497">
            <a:extLst xmlns:a="http://schemas.openxmlformats.org/drawingml/2006/main">
              <a:ext uri="{FF2B5EF4-FFF2-40B4-BE49-F238E27FC236}">
                <a16:creationId xmlns:a16="http://schemas.microsoft.com/office/drawing/2014/main" id="{1107F935-50B0-4BF9-A5DF-8F4BB9B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99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water-leak concerns. The proposed work follows a site assessment, with</a:t>
            </a:r>
          </a:p>
        </p:txBody>
      </p:sp>
      <p:sp>
        <p:nvSpPr>
          <p:cNvPr id="25" name="profile-498">
            <a:extLst xmlns:a="http://schemas.openxmlformats.org/drawingml/2006/main">
              <a:ext uri="{FF2B5EF4-FFF2-40B4-BE49-F238E27FC236}">
                <a16:creationId xmlns:a16="http://schemas.microsoft.com/office/drawing/2014/main" id="{0ABAD343-647F-4D57-8DEA-638A13C4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766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specialist involvement where the project requires it.</a:t>
            </a:r>
          </a:p>
        </p:txBody>
      </p:sp>
      <p:sp>
        <p:nvSpPr>
          <p:cNvPr id="26" name="profile-499">
            <a:extLst xmlns:a="http://schemas.openxmlformats.org/drawingml/2006/main">
              <a:ext uri="{FF2B5EF4-FFF2-40B4-BE49-F238E27FC236}">
                <a16:creationId xmlns:a16="http://schemas.microsoft.com/office/drawing/2014/main" id="{98001C53-845E-470B-985A-725B7834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7" name="profile-500">
            <a:extLst xmlns:a="http://schemas.openxmlformats.org/drawingml/2006/main">
              <a:ext uri="{FF2B5EF4-FFF2-40B4-BE49-F238E27FC236}">
                <a16:creationId xmlns:a16="http://schemas.microsoft.com/office/drawing/2014/main" id="{2894B358-8122-4666-A362-CC6B2893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27672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Site assessment of damage and requested improvements</a:t>
            </a:r>
          </a:p>
        </p:txBody>
      </p:sp>
      <p:sp>
        <p:nvSpPr>
          <p:cNvPr id="28" name="profile-501">
            <a:extLst xmlns:a="http://schemas.openxmlformats.org/drawingml/2006/main">
              <a:ext uri="{FF2B5EF4-FFF2-40B4-BE49-F238E27FC236}">
                <a16:creationId xmlns:a16="http://schemas.microsoft.com/office/drawing/2014/main" id="{7B6E385C-ED05-4EBD-BC06-62BB44C2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1868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9" name="profile-502">
            <a:extLst xmlns:a="http://schemas.openxmlformats.org/drawingml/2006/main">
              <a:ext uri="{FF2B5EF4-FFF2-40B4-BE49-F238E27FC236}">
                <a16:creationId xmlns:a16="http://schemas.microsoft.com/office/drawing/2014/main" id="{DF487066-2840-4EE2-B017-786FE06E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62343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Ceiling repair and restoration within scope</a:t>
            </a:r>
          </a:p>
        </p:txBody>
      </p:sp>
      <p:sp>
        <p:nvSpPr>
          <p:cNvPr id="30" name="profile-503">
            <a:extLst xmlns:a="http://schemas.openxmlformats.org/drawingml/2006/main">
              <a:ext uri="{FF2B5EF4-FFF2-40B4-BE49-F238E27FC236}">
                <a16:creationId xmlns:a16="http://schemas.microsoft.com/office/drawing/2014/main" id="{6C725D55-4186-4F56-88FD-8ECA979C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6539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1" name="profile-504">
            <a:extLst xmlns:a="http://schemas.openxmlformats.org/drawingml/2006/main">
              <a:ext uri="{FF2B5EF4-FFF2-40B4-BE49-F238E27FC236}">
                <a16:creationId xmlns:a16="http://schemas.microsoft.com/office/drawing/2014/main" id="{AE90ECF2-D87E-47BD-8A64-DAF66AFC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97014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Water-leak investigation and proposed corrective work</a:t>
            </a:r>
          </a:p>
        </p:txBody>
      </p:sp>
      <p:sp>
        <p:nvSpPr>
          <p:cNvPr id="32" name="profile-505">
            <a:extLst xmlns:a="http://schemas.openxmlformats.org/drawingml/2006/main">
              <a:ext uri="{FF2B5EF4-FFF2-40B4-BE49-F238E27FC236}">
                <a16:creationId xmlns:a16="http://schemas.microsoft.com/office/drawing/2014/main" id="{0D9CD2BD-1346-4CD8-94A9-E6FBE45B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1210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3" name="profile-506">
            <a:extLst xmlns:a="http://schemas.openxmlformats.org/drawingml/2006/main">
              <a:ext uri="{FF2B5EF4-FFF2-40B4-BE49-F238E27FC236}">
                <a16:creationId xmlns:a16="http://schemas.microsoft.com/office/drawing/2014/main" id="{344FDD3F-F2D6-4DE8-B94A-85EAE761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316855"/>
            <a:ext cx="65436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Renovation coordination and agreed finish review</a:t>
            </a:r>
          </a:p>
        </p:txBody>
      </p:sp>
      <p:sp>
        <p:nvSpPr>
          <p:cNvPr id="34" name="profile-507">
            <a:extLst xmlns:a="http://schemas.openxmlformats.org/drawingml/2006/main">
              <a:ext uri="{FF2B5EF4-FFF2-40B4-BE49-F238E27FC236}">
                <a16:creationId xmlns:a16="http://schemas.microsoft.com/office/drawing/2014/main" id="{E7145B8F-6718-4E65-8C5C-F1BF73CB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81650"/>
            <a:ext cx="674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5" name="profile-508">
            <a:extLst xmlns:a="http://schemas.openxmlformats.org/drawingml/2006/main">
              <a:ext uri="{FF2B5EF4-FFF2-40B4-BE49-F238E27FC236}">
                <a16:creationId xmlns:a16="http://schemas.microsoft.com/office/drawing/2014/main" id="{953FE9CF-6200-4FB9-AC51-F48C4CB5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657850"/>
            <a:ext cx="642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Coordinate related repairs, access, schedules and turnover in one scope.</a:t>
            </a:r>
          </a:p>
        </p:txBody>
      </p:sp>
    </p:spTree>
    <p:extLst>
      <p:ext uri="{BB962C8B-B14F-4D97-AF65-F5344CB8AC3E}">
        <p14:creationId xmlns:p14="http://schemas.microsoft.com/office/powerpoint/2010/main" val="1664095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rofile-509">
            <a:extLst xmlns:a="http://schemas.openxmlformats.org/drawingml/2006/main">
              <a:ext uri="{FF2B5EF4-FFF2-40B4-BE49-F238E27FC236}">
                <a16:creationId xmlns:a16="http://schemas.microsoft.com/office/drawing/2014/main" id="{D64B6A3D-6E0B-4BCE-A128-5C3463EB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510">
            <a:extLst xmlns:a="http://schemas.openxmlformats.org/drawingml/2006/main">
              <a:ext uri="{FF2B5EF4-FFF2-40B4-BE49-F238E27FC236}">
                <a16:creationId xmlns:a16="http://schemas.microsoft.com/office/drawing/2014/main" id="{A92EC8B3-4E50-4B00-B20A-0EC58DB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D9AA5-CF74-447F-94C5-5B7CB8828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14d4310334b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511">
            <a:extLst xmlns:a="http://schemas.openxmlformats.org/drawingml/2006/main">
              <a:ext uri="{FF2B5EF4-FFF2-40B4-BE49-F238E27FC236}">
                <a16:creationId xmlns:a16="http://schemas.microsoft.com/office/drawing/2014/main" id="{A14DC583-7FA5-4564-8011-7A525793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512">
            <a:extLst xmlns:a="http://schemas.openxmlformats.org/drawingml/2006/main">
              <a:ext uri="{FF2B5EF4-FFF2-40B4-BE49-F238E27FC236}">
                <a16:creationId xmlns:a16="http://schemas.microsoft.com/office/drawing/2014/main" id="{523B85A6-5991-48C3-ADBF-73C8C9DA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513">
            <a:extLst xmlns:a="http://schemas.openxmlformats.org/drawingml/2006/main">
              <a:ext uri="{FF2B5EF4-FFF2-40B4-BE49-F238E27FC236}">
                <a16:creationId xmlns:a16="http://schemas.microsoft.com/office/drawing/2014/main" id="{8D56583D-F69F-4E8B-AAD6-FFB4CC1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514">
            <a:extLst xmlns:a="http://schemas.openxmlformats.org/drawingml/2006/main">
              <a:ext uri="{FF2B5EF4-FFF2-40B4-BE49-F238E27FC236}">
                <a16:creationId xmlns:a16="http://schemas.microsoft.com/office/drawing/2014/main" id="{23D8C332-66B6-4EF2-BBC4-A47C295C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515">
            <a:extLst xmlns:a="http://schemas.openxmlformats.org/drawingml/2006/main">
              <a:ext uri="{FF2B5EF4-FFF2-40B4-BE49-F238E27FC236}">
                <a16:creationId xmlns:a16="http://schemas.microsoft.com/office/drawing/2014/main" id="{7A552031-31ED-4882-824D-E6E5C89E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516">
            <a:extLst xmlns:a="http://schemas.openxmlformats.org/drawingml/2006/main">
              <a:ext uri="{FF2B5EF4-FFF2-40B4-BE49-F238E27FC236}">
                <a16:creationId xmlns:a16="http://schemas.microsoft.com/office/drawing/2014/main" id="{2B03BE6C-E0CF-41B2-82AC-97C45A45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517">
            <a:extLst xmlns:a="http://schemas.openxmlformats.org/drawingml/2006/main">
              <a:ext uri="{FF2B5EF4-FFF2-40B4-BE49-F238E27FC236}">
                <a16:creationId xmlns:a16="http://schemas.microsoft.com/office/drawing/2014/main" id="{625D58D9-F506-426D-988F-8080DAF6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518">
            <a:extLst xmlns:a="http://schemas.openxmlformats.org/drawingml/2006/main">
              <a:ext uri="{FF2B5EF4-FFF2-40B4-BE49-F238E27FC236}">
                <a16:creationId xmlns:a16="http://schemas.microsoft.com/office/drawing/2014/main" id="{C5BDEF4C-1698-49B1-8CB8-27E64CF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519">
            <a:extLst xmlns:a="http://schemas.openxmlformats.org/drawingml/2006/main">
              <a:ext uri="{FF2B5EF4-FFF2-40B4-BE49-F238E27FC236}">
                <a16:creationId xmlns:a16="http://schemas.microsoft.com/office/drawing/2014/main" id="{CAD080AB-F65F-4915-98E9-2225A1DD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520">
            <a:extLst xmlns:a="http://schemas.openxmlformats.org/drawingml/2006/main">
              <a:ext uri="{FF2B5EF4-FFF2-40B4-BE49-F238E27FC236}">
                <a16:creationId xmlns:a16="http://schemas.microsoft.com/office/drawing/2014/main" id="{5A6A8560-1764-49B4-AA87-6FD52C6D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521">
            <a:extLst xmlns:a="http://schemas.openxmlformats.org/drawingml/2006/main">
              <a:ext uri="{FF2B5EF4-FFF2-40B4-BE49-F238E27FC236}">
                <a16:creationId xmlns:a16="http://schemas.microsoft.com/office/drawing/2014/main" id="{4862004C-8D35-4180-BBC7-46B432D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522">
            <a:extLst xmlns:a="http://schemas.openxmlformats.org/drawingml/2006/main">
              <a:ext uri="{FF2B5EF4-FFF2-40B4-BE49-F238E27FC236}">
                <a16:creationId xmlns:a16="http://schemas.microsoft.com/office/drawing/2014/main" id="{2B774076-EADB-4B16-A389-A017A655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16" name="profile-523">
            <a:extLst xmlns:a="http://schemas.openxmlformats.org/drawingml/2006/main">
              <a:ext uri="{FF2B5EF4-FFF2-40B4-BE49-F238E27FC236}">
                <a16:creationId xmlns:a16="http://schemas.microsoft.com/office/drawing/2014/main" id="{9A931D78-2E1E-476C-A19E-E52D8BC9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Air-Conditioning Cleaning</a:t>
            </a:r>
          </a:p>
        </p:txBody>
      </p:sp>
      <p:sp>
        <p:nvSpPr>
          <p:cNvPr id="17" name="profile-524">
            <a:extLst xmlns:a="http://schemas.openxmlformats.org/drawingml/2006/main">
              <a:ext uri="{FF2B5EF4-FFF2-40B4-BE49-F238E27FC236}">
                <a16:creationId xmlns:a16="http://schemas.microsoft.com/office/drawing/2014/main" id="{6080DEDF-592D-4A4D-A763-2351676B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525">
            <a:extLst xmlns:a="http://schemas.openxmlformats.org/drawingml/2006/main">
              <a:ext uri="{FF2B5EF4-FFF2-40B4-BE49-F238E27FC236}">
                <a16:creationId xmlns:a16="http://schemas.microsoft.com/office/drawing/2014/main" id="{900214C8-9455-4E8C-BF3E-725C3555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219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Include your air-conditioning units in your property</a:t>
            </a:r>
          </a:p>
        </p:txBody>
      </p:sp>
      <p:sp>
        <p:nvSpPr>
          <p:cNvPr id="19" name="profile-526">
            <a:extLst xmlns:a="http://schemas.openxmlformats.org/drawingml/2006/main">
              <a:ext uri="{FF2B5EF4-FFF2-40B4-BE49-F238E27FC236}">
                <a16:creationId xmlns:a16="http://schemas.microsoft.com/office/drawing/2014/main" id="{EA849595-AE97-42A1-8B8F-A639E56B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6219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maintenance plan.</a:t>
            </a:r>
          </a:p>
        </p:txBody>
      </p:sp>
      <p:sp>
        <p:nvSpPr>
          <p:cNvPr id="20" name="profile-527">
            <a:extLst xmlns:a="http://schemas.openxmlformats.org/drawingml/2006/main">
              <a:ext uri="{FF2B5EF4-FFF2-40B4-BE49-F238E27FC236}">
                <a16:creationId xmlns:a16="http://schemas.microsoft.com/office/drawing/2014/main" id="{1E2157D0-5244-4042-875C-86ED42B4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provides air-conditioning cleaning based on unit type,</a:t>
            </a:r>
          </a:p>
        </p:txBody>
      </p:sp>
      <p:sp>
        <p:nvSpPr>
          <p:cNvPr id="21" name="profile-528">
            <a:extLst xmlns:a="http://schemas.openxmlformats.org/drawingml/2006/main">
              <a:ext uri="{FF2B5EF4-FFF2-40B4-BE49-F238E27FC236}">
                <a16:creationId xmlns:a16="http://schemas.microsoft.com/office/drawing/2014/main" id="{4F8FDB06-D41E-4762-B91A-2922D14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access, and condition. Cleaning findings that require repair or further</a:t>
            </a:r>
          </a:p>
        </p:txBody>
      </p:sp>
      <p:sp>
        <p:nvSpPr>
          <p:cNvPr id="22" name="profile-529">
            <a:extLst xmlns:a="http://schemas.openxmlformats.org/drawingml/2006/main">
              <a:ext uri="{FF2B5EF4-FFF2-40B4-BE49-F238E27FC236}">
                <a16:creationId xmlns:a16="http://schemas.microsoft.com/office/drawing/2014/main" id="{451B58E1-A44B-4F49-83EA-E021A844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621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technical work are discussed separately with the client.</a:t>
            </a:r>
          </a:p>
        </p:txBody>
      </p:sp>
      <p:sp>
        <p:nvSpPr>
          <p:cNvPr id="23" name="profile-530">
            <a:extLst xmlns:a="http://schemas.openxmlformats.org/drawingml/2006/main">
              <a:ext uri="{FF2B5EF4-FFF2-40B4-BE49-F238E27FC236}">
                <a16:creationId xmlns:a16="http://schemas.microsoft.com/office/drawing/2014/main" id="{A2B37F42-6BF9-409B-90F6-22A544D7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531">
            <a:extLst xmlns:a="http://schemas.openxmlformats.org/drawingml/2006/main">
              <a:ext uri="{FF2B5EF4-FFF2-40B4-BE49-F238E27FC236}">
                <a16:creationId xmlns:a16="http://schemas.microsoft.com/office/drawing/2014/main" id="{2D0B2837-2921-448D-B922-E1581AE6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62400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Review of unit type and service access</a:t>
            </a:r>
          </a:p>
        </p:txBody>
      </p:sp>
      <p:sp>
        <p:nvSpPr>
          <p:cNvPr id="25" name="profile-532">
            <a:extLst xmlns:a="http://schemas.openxmlformats.org/drawingml/2006/main">
              <a:ext uri="{FF2B5EF4-FFF2-40B4-BE49-F238E27FC236}">
                <a16:creationId xmlns:a16="http://schemas.microsoft.com/office/drawing/2014/main" id="{F40E4981-3693-4AE2-BCC9-F28A2175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787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533">
            <a:extLst xmlns:a="http://schemas.openxmlformats.org/drawingml/2006/main">
              <a:ext uri="{FF2B5EF4-FFF2-40B4-BE49-F238E27FC236}">
                <a16:creationId xmlns:a16="http://schemas.microsoft.com/office/drawing/2014/main" id="{B9BBD673-9476-4C17-83BB-E03D77AF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96537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Cleaning of agreed accessible components</a:t>
            </a:r>
          </a:p>
        </p:txBody>
      </p:sp>
      <p:sp>
        <p:nvSpPr>
          <p:cNvPr id="27" name="profile-534">
            <a:extLst xmlns:a="http://schemas.openxmlformats.org/drawingml/2006/main">
              <a:ext uri="{FF2B5EF4-FFF2-40B4-BE49-F238E27FC236}">
                <a16:creationId xmlns:a16="http://schemas.microsoft.com/office/drawing/2014/main" id="{14CA0B80-0A68-40D3-9795-D56CABD5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592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535">
            <a:extLst xmlns:a="http://schemas.openxmlformats.org/drawingml/2006/main">
              <a:ext uri="{FF2B5EF4-FFF2-40B4-BE49-F238E27FC236}">
                <a16:creationId xmlns:a16="http://schemas.microsoft.com/office/drawing/2014/main" id="{4AEA868C-EBF4-4F17-877A-5E91532A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30674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Drainage and visible-condition observations</a:t>
            </a:r>
          </a:p>
        </p:txBody>
      </p:sp>
      <p:sp>
        <p:nvSpPr>
          <p:cNvPr id="29" name="profile-536">
            <a:extLst xmlns:a="http://schemas.openxmlformats.org/drawingml/2006/main">
              <a:ext uri="{FF2B5EF4-FFF2-40B4-BE49-F238E27FC236}">
                <a16:creationId xmlns:a16="http://schemas.microsoft.com/office/drawing/2014/main" id="{47BADA7C-0A16-4F37-910C-E2AFA917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0061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537">
            <a:extLst xmlns:a="http://schemas.openxmlformats.org/drawingml/2006/main">
              <a:ext uri="{FF2B5EF4-FFF2-40B4-BE49-F238E27FC236}">
                <a16:creationId xmlns:a16="http://schemas.microsoft.com/office/drawing/2014/main" id="{072EC6A5-46D2-446F-B3B4-7D34227E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64811"/>
            <a:ext cx="601980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Basic operation check after cleaning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AF3374-0D86-4053-88CE-8702D1588D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fd24225bc48cd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2266950"/>
            <a:ext cx="4667250" cy="2781300"/>
          </a:xfrm>
          <a:prstGeom xmlns:a="http://schemas.openxmlformats.org/drawingml/2006/main" prst="rect">
            <a:avLst/>
          </a:prstGeom>
        </p:spPr>
      </p:pic>
      <p:sp>
        <p:nvSpPr>
          <p:cNvPr id="32" name="profile-538">
            <a:extLst xmlns:a="http://schemas.openxmlformats.org/drawingml/2006/main">
              <a:ext uri="{FF2B5EF4-FFF2-40B4-BE49-F238E27FC236}">
                <a16:creationId xmlns:a16="http://schemas.microsoft.com/office/drawing/2014/main" id="{D0C548DB-C4F8-494F-BCAA-C0AEF79E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4667250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Stock air-conditioning maintenance photo; not an Oceanides project</a:t>
            </a:r>
          </a:p>
        </p:txBody>
      </p:sp>
      <p:sp>
        <p:nvSpPr>
          <p:cNvPr id="33" name="profile-539">
            <a:extLst xmlns:a="http://schemas.openxmlformats.org/drawingml/2006/main">
              <a:ext uri="{FF2B5EF4-FFF2-40B4-BE49-F238E27FC236}">
                <a16:creationId xmlns:a16="http://schemas.microsoft.com/office/drawing/2014/main" id="{F91C1571-83CE-42E9-AB40-67B44D63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95925"/>
            <a:ext cx="466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4" name="profile-540">
            <a:extLst xmlns:a="http://schemas.openxmlformats.org/drawingml/2006/main">
              <a:ext uri="{FF2B5EF4-FFF2-40B4-BE49-F238E27FC236}">
                <a16:creationId xmlns:a16="http://schemas.microsoft.com/office/drawing/2014/main" id="{35139194-BDD9-4964-BBCA-F9D5B71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6007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Plan unit upkeep and identify issues that need</a:t>
            </a:r>
          </a:p>
        </p:txBody>
      </p:sp>
      <p:sp>
        <p:nvSpPr>
          <p:cNvPr id="35" name="profile-541">
            <a:extLst xmlns:a="http://schemas.openxmlformats.org/drawingml/2006/main">
              <a:ext uri="{FF2B5EF4-FFF2-40B4-BE49-F238E27FC236}">
                <a16:creationId xmlns:a16="http://schemas.microsoft.com/office/drawing/2014/main" id="{69E0BBB6-1D24-4C2D-9DF4-37312F00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293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technical attention.</a:t>
            </a:r>
          </a:p>
        </p:txBody>
      </p:sp>
    </p:spTree>
    <p:extLst>
      <p:ext uri="{BB962C8B-B14F-4D97-AF65-F5344CB8AC3E}">
        <p14:creationId xmlns:p14="http://schemas.microsoft.com/office/powerpoint/2010/main" val="3448083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rofile-542">
            <a:extLst xmlns:a="http://schemas.openxmlformats.org/drawingml/2006/main">
              <a:ext uri="{FF2B5EF4-FFF2-40B4-BE49-F238E27FC236}">
                <a16:creationId xmlns:a16="http://schemas.microsoft.com/office/drawing/2014/main" id="{C35C4824-E80E-4B3E-885A-417CD9A2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543">
            <a:extLst xmlns:a="http://schemas.openxmlformats.org/drawingml/2006/main">
              <a:ext uri="{FF2B5EF4-FFF2-40B4-BE49-F238E27FC236}">
                <a16:creationId xmlns:a16="http://schemas.microsoft.com/office/drawing/2014/main" id="{1936AD7E-3993-4CC0-8EFE-9FB8A580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BE171-8189-4DDF-8FD1-66C87CE335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9d1bae0e24c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544">
            <a:extLst xmlns:a="http://schemas.openxmlformats.org/drawingml/2006/main">
              <a:ext uri="{FF2B5EF4-FFF2-40B4-BE49-F238E27FC236}">
                <a16:creationId xmlns:a16="http://schemas.microsoft.com/office/drawing/2014/main" id="{5D045952-A83C-413A-A971-E8393F1E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545">
            <a:extLst xmlns:a="http://schemas.openxmlformats.org/drawingml/2006/main">
              <a:ext uri="{FF2B5EF4-FFF2-40B4-BE49-F238E27FC236}">
                <a16:creationId xmlns:a16="http://schemas.microsoft.com/office/drawing/2014/main" id="{4A3C9A34-FDAB-44A5-917D-27A4E8F5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546">
            <a:extLst xmlns:a="http://schemas.openxmlformats.org/drawingml/2006/main">
              <a:ext uri="{FF2B5EF4-FFF2-40B4-BE49-F238E27FC236}">
                <a16:creationId xmlns:a16="http://schemas.microsoft.com/office/drawing/2014/main" id="{0C8D37B4-743E-49F6-82C7-74BC118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547">
            <a:extLst xmlns:a="http://schemas.openxmlformats.org/drawingml/2006/main">
              <a:ext uri="{FF2B5EF4-FFF2-40B4-BE49-F238E27FC236}">
                <a16:creationId xmlns:a16="http://schemas.microsoft.com/office/drawing/2014/main" id="{507824BF-CDFF-4DB4-9B23-F554C37D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548">
            <a:extLst xmlns:a="http://schemas.openxmlformats.org/drawingml/2006/main">
              <a:ext uri="{FF2B5EF4-FFF2-40B4-BE49-F238E27FC236}">
                <a16:creationId xmlns:a16="http://schemas.microsoft.com/office/drawing/2014/main" id="{77D5CD77-5C91-44F3-B6BA-6184D0A3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549">
            <a:extLst xmlns:a="http://schemas.openxmlformats.org/drawingml/2006/main">
              <a:ext uri="{FF2B5EF4-FFF2-40B4-BE49-F238E27FC236}">
                <a16:creationId xmlns:a16="http://schemas.microsoft.com/office/drawing/2014/main" id="{E5896F87-2049-4B2D-852A-DAB12381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550">
            <a:extLst xmlns:a="http://schemas.openxmlformats.org/drawingml/2006/main">
              <a:ext uri="{FF2B5EF4-FFF2-40B4-BE49-F238E27FC236}">
                <a16:creationId xmlns:a16="http://schemas.microsoft.com/office/drawing/2014/main" id="{12524057-AF4C-41F8-95E3-410C9A7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551">
            <a:extLst xmlns:a="http://schemas.openxmlformats.org/drawingml/2006/main">
              <a:ext uri="{FF2B5EF4-FFF2-40B4-BE49-F238E27FC236}">
                <a16:creationId xmlns:a16="http://schemas.microsoft.com/office/drawing/2014/main" id="{E56D9A0F-441C-417B-9A8E-5DC95F99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552">
            <a:extLst xmlns:a="http://schemas.openxmlformats.org/drawingml/2006/main">
              <a:ext uri="{FF2B5EF4-FFF2-40B4-BE49-F238E27FC236}">
                <a16:creationId xmlns:a16="http://schemas.microsoft.com/office/drawing/2014/main" id="{68E4763D-14A7-4349-900E-3FD5014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553">
            <a:extLst xmlns:a="http://schemas.openxmlformats.org/drawingml/2006/main">
              <a:ext uri="{FF2B5EF4-FFF2-40B4-BE49-F238E27FC236}">
                <a16:creationId xmlns:a16="http://schemas.microsoft.com/office/drawing/2014/main" id="{560F5802-35D1-4EDA-A1F6-5D9E1C6A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554">
            <a:extLst xmlns:a="http://schemas.openxmlformats.org/drawingml/2006/main">
              <a:ext uri="{FF2B5EF4-FFF2-40B4-BE49-F238E27FC236}">
                <a16:creationId xmlns:a16="http://schemas.microsoft.com/office/drawing/2014/main" id="{3D30C226-6C22-4B41-9980-C87EC7B6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555">
            <a:extLst xmlns:a="http://schemas.openxmlformats.org/drawingml/2006/main">
              <a:ext uri="{FF2B5EF4-FFF2-40B4-BE49-F238E27FC236}">
                <a16:creationId xmlns:a16="http://schemas.microsoft.com/office/drawing/2014/main" id="{7011E8B2-FB98-494F-9477-D27B899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16" name="profile-556">
            <a:extLst xmlns:a="http://schemas.openxmlformats.org/drawingml/2006/main">
              <a:ext uri="{FF2B5EF4-FFF2-40B4-BE49-F238E27FC236}">
                <a16:creationId xmlns:a16="http://schemas.microsoft.com/office/drawing/2014/main" id="{CAF7C055-AA44-4338-A123-D423890E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Onsite wastewater treatment systems</a:t>
            </a:r>
          </a:p>
        </p:txBody>
      </p:sp>
      <p:sp>
        <p:nvSpPr>
          <p:cNvPr id="17" name="profile-557">
            <a:extLst xmlns:a="http://schemas.openxmlformats.org/drawingml/2006/main">
              <a:ext uri="{FF2B5EF4-FFF2-40B4-BE49-F238E27FC236}">
                <a16:creationId xmlns:a16="http://schemas.microsoft.com/office/drawing/2014/main" id="{E98879A4-EF27-46C8-97BC-1CE8BD93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558">
            <a:extLst xmlns:a="http://schemas.openxmlformats.org/drawingml/2006/main">
              <a:ext uri="{FF2B5EF4-FFF2-40B4-BE49-F238E27FC236}">
                <a16:creationId xmlns:a16="http://schemas.microsoft.com/office/drawing/2014/main" id="{167F4028-5234-4FB1-B41B-11BFB52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128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 treatment system at your property, backed by agreed operating support.</a:t>
            </a:r>
          </a:p>
        </p:txBody>
      </p:sp>
      <p:sp>
        <p:nvSpPr>
          <p:cNvPr id="19" name="profile-559">
            <a:extLst xmlns:a="http://schemas.openxmlformats.org/drawingml/2006/main">
              <a:ext uri="{FF2B5EF4-FFF2-40B4-BE49-F238E27FC236}">
                <a16:creationId xmlns:a16="http://schemas.microsoft.com/office/drawing/2014/main" id="{EB24AC90-BCA1-4F76-A0A3-7741FEFF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19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Begin with a site assessment to define a suitable treatment approach and a complete operating plan.</a:t>
            </a:r>
          </a:p>
        </p:txBody>
      </p:sp>
      <p:sp>
        <p:nvSpPr>
          <p:cNvPr id="20" name="profile-560">
            <a:extLst xmlns:a="http://schemas.openxmlformats.org/drawingml/2006/main">
              <a:ext uri="{FF2B5EF4-FFF2-40B4-BE49-F238E27FC236}">
                <a16:creationId xmlns:a16="http://schemas.microsoft.com/office/drawing/2014/main" id="{D21834B6-A794-45DC-8A84-0203262E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35718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1" name="profile-561">
            <a:extLst xmlns:a="http://schemas.openxmlformats.org/drawingml/2006/main">
              <a:ext uri="{FF2B5EF4-FFF2-40B4-BE49-F238E27FC236}">
                <a16:creationId xmlns:a16="http://schemas.microsoft.com/office/drawing/2014/main" id="{952F6FE9-3A35-4CA6-BC60-1A92A8A2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7672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Your property</a:t>
            </a:r>
          </a:p>
        </p:txBody>
      </p:sp>
      <p:sp>
        <p:nvSpPr>
          <p:cNvPr id="22" name="profile-562">
            <a:extLst xmlns:a="http://schemas.openxmlformats.org/drawingml/2006/main">
              <a:ext uri="{FF2B5EF4-FFF2-40B4-BE49-F238E27FC236}">
                <a16:creationId xmlns:a16="http://schemas.microsoft.com/office/drawing/2014/main" id="{6533D9F6-818F-4D64-9E89-1C83A57E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958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Wastewater flows, tanks, space and</a:t>
            </a:r>
          </a:p>
        </p:txBody>
      </p:sp>
      <p:sp>
        <p:nvSpPr>
          <p:cNvPr id="23" name="profile-563">
            <a:extLst xmlns:a="http://schemas.openxmlformats.org/drawingml/2006/main">
              <a:ext uri="{FF2B5EF4-FFF2-40B4-BE49-F238E27FC236}">
                <a16:creationId xmlns:a16="http://schemas.microsoft.com/office/drawing/2014/main" id="{15D27DD7-62AD-485D-8BE2-96E03745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33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maintenance records</a:t>
            </a:r>
          </a:p>
        </p:txBody>
      </p:sp>
      <p:sp>
        <p:nvSpPr>
          <p:cNvPr id="24" name="profile-564">
            <a:extLst xmlns:a="http://schemas.openxmlformats.org/drawingml/2006/main">
              <a:ext uri="{FF2B5EF4-FFF2-40B4-BE49-F238E27FC236}">
                <a16:creationId xmlns:a16="http://schemas.microsoft.com/office/drawing/2014/main" id="{DF0B9C5B-C958-44C5-B0A8-ED9DDEBC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5772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5" name="profile-565">
            <a:extLst xmlns:a="http://schemas.openxmlformats.org/drawingml/2006/main">
              <a:ext uri="{FF2B5EF4-FFF2-40B4-BE49-F238E27FC236}">
                <a16:creationId xmlns:a16="http://schemas.microsoft.com/office/drawing/2014/main" id="{D8E3956B-5CB0-46F6-91C4-3F2D0173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43375"/>
            <a:ext cx="35718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26" name="profile-566">
            <a:extLst xmlns:a="http://schemas.openxmlformats.org/drawingml/2006/main">
              <a:ext uri="{FF2B5EF4-FFF2-40B4-BE49-F238E27FC236}">
                <a16:creationId xmlns:a16="http://schemas.microsoft.com/office/drawing/2014/main" id="{F75FD9C4-1658-4822-8939-71DD6ED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7672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Technical assessment</a:t>
            </a:r>
          </a:p>
        </p:txBody>
      </p:sp>
      <p:sp>
        <p:nvSpPr>
          <p:cNvPr id="27" name="profile-567">
            <a:extLst xmlns:a="http://schemas.openxmlformats.org/drawingml/2006/main">
              <a:ext uri="{FF2B5EF4-FFF2-40B4-BE49-F238E27FC236}">
                <a16:creationId xmlns:a16="http://schemas.microsoft.com/office/drawing/2014/main" id="{E4D5E514-949B-4A8A-A22D-39EEFD1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958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Treatment approach, capacity,</a:t>
            </a:r>
          </a:p>
        </p:txBody>
      </p:sp>
      <p:sp>
        <p:nvSpPr>
          <p:cNvPr id="28" name="profile-568">
            <a:extLst xmlns:a="http://schemas.openxmlformats.org/drawingml/2006/main">
              <a:ext uri="{FF2B5EF4-FFF2-40B4-BE49-F238E27FC236}">
                <a16:creationId xmlns:a16="http://schemas.microsoft.com/office/drawing/2014/main" id="{738647C8-7DF7-4AE3-B839-612D0BD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33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installation and costs</a:t>
            </a:r>
          </a:p>
        </p:txBody>
      </p:sp>
      <p:sp>
        <p:nvSpPr>
          <p:cNvPr id="29" name="profile-569">
            <a:extLst xmlns:a="http://schemas.openxmlformats.org/drawingml/2006/main">
              <a:ext uri="{FF2B5EF4-FFF2-40B4-BE49-F238E27FC236}">
                <a16:creationId xmlns:a16="http://schemas.microsoft.com/office/drawing/2014/main" id="{A0E86C81-9788-441C-BE9D-D83E12CF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5772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570">
            <a:extLst xmlns:a="http://schemas.openxmlformats.org/drawingml/2006/main">
              <a:ext uri="{FF2B5EF4-FFF2-40B4-BE49-F238E27FC236}">
                <a16:creationId xmlns:a16="http://schemas.microsoft.com/office/drawing/2014/main" id="{C05FF0AD-DC77-44CF-B94E-16C471C0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35718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1" name="profile-571">
            <a:extLst xmlns:a="http://schemas.openxmlformats.org/drawingml/2006/main">
              <a:ext uri="{FF2B5EF4-FFF2-40B4-BE49-F238E27FC236}">
                <a16:creationId xmlns:a16="http://schemas.microsoft.com/office/drawing/2014/main" id="{12CDA23F-C8F4-42FC-93DE-24BF7A24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7672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Operating plan</a:t>
            </a:r>
          </a:p>
        </p:txBody>
      </p:sp>
      <p:sp>
        <p:nvSpPr>
          <p:cNvPr id="32" name="profile-572">
            <a:extLst xmlns:a="http://schemas.openxmlformats.org/drawingml/2006/main">
              <a:ext uri="{FF2B5EF4-FFF2-40B4-BE49-F238E27FC236}">
                <a16:creationId xmlns:a16="http://schemas.microsoft.com/office/drawing/2014/main" id="{8619E49B-89E7-4842-9B5E-1FDF4B12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6958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Maintenance, monitoring, sludge</a:t>
            </a:r>
          </a:p>
        </p:txBody>
      </p:sp>
      <p:sp>
        <p:nvSpPr>
          <p:cNvPr id="33" name="profile-573">
            <a:extLst xmlns:a="http://schemas.openxmlformats.org/drawingml/2006/main">
              <a:ext uri="{FF2B5EF4-FFF2-40B4-BE49-F238E27FC236}">
                <a16:creationId xmlns:a16="http://schemas.microsoft.com/office/drawing/2014/main" id="{333375FD-F256-4126-80FB-04DDDCEC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933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removal and agreed support</a:t>
            </a:r>
          </a:p>
        </p:txBody>
      </p:sp>
      <p:sp>
        <p:nvSpPr>
          <p:cNvPr id="34" name="profile-574">
            <a:extLst xmlns:a="http://schemas.openxmlformats.org/drawingml/2006/main">
              <a:ext uri="{FF2B5EF4-FFF2-40B4-BE49-F238E27FC236}">
                <a16:creationId xmlns:a16="http://schemas.microsoft.com/office/drawing/2014/main" id="{E1F1C623-54B8-46E0-987C-EBFDB65D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05475"/>
            <a:ext cx="11191875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Compare the proposed system with your current maintenance pattern before deciding.</a:t>
            </a:r>
          </a:p>
        </p:txBody>
      </p:sp>
    </p:spTree>
    <p:extLst>
      <p:ext uri="{BB962C8B-B14F-4D97-AF65-F5344CB8AC3E}">
        <p14:creationId xmlns:p14="http://schemas.microsoft.com/office/powerpoint/2010/main" val="12974854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rofile-575">
            <a:extLst xmlns:a="http://schemas.openxmlformats.org/drawingml/2006/main">
              <a:ext uri="{FF2B5EF4-FFF2-40B4-BE49-F238E27FC236}">
                <a16:creationId xmlns:a16="http://schemas.microsoft.com/office/drawing/2014/main" id="{B696B4B1-17BA-4B8C-8F8F-366713DE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576">
            <a:extLst xmlns:a="http://schemas.openxmlformats.org/drawingml/2006/main">
              <a:ext uri="{FF2B5EF4-FFF2-40B4-BE49-F238E27FC236}">
                <a16:creationId xmlns:a16="http://schemas.microsoft.com/office/drawing/2014/main" id="{BDBE636A-C033-4BCB-9FCB-2A26390E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1FAAD-6EFF-477D-A72F-1C367523B1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b354b85094f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577">
            <a:extLst xmlns:a="http://schemas.openxmlformats.org/drawingml/2006/main">
              <a:ext uri="{FF2B5EF4-FFF2-40B4-BE49-F238E27FC236}">
                <a16:creationId xmlns:a16="http://schemas.microsoft.com/office/drawing/2014/main" id="{731A1AA7-083E-4B7B-92CE-9A3FC781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578">
            <a:extLst xmlns:a="http://schemas.openxmlformats.org/drawingml/2006/main">
              <a:ext uri="{FF2B5EF4-FFF2-40B4-BE49-F238E27FC236}">
                <a16:creationId xmlns:a16="http://schemas.microsoft.com/office/drawing/2014/main" id="{378F1859-A130-43DB-9AEB-8B8B1958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579">
            <a:extLst xmlns:a="http://schemas.openxmlformats.org/drawingml/2006/main">
              <a:ext uri="{FF2B5EF4-FFF2-40B4-BE49-F238E27FC236}">
                <a16:creationId xmlns:a16="http://schemas.microsoft.com/office/drawing/2014/main" id="{C198228F-63A0-4F66-B1F9-D050BF86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580">
            <a:extLst xmlns:a="http://schemas.openxmlformats.org/drawingml/2006/main">
              <a:ext uri="{FF2B5EF4-FFF2-40B4-BE49-F238E27FC236}">
                <a16:creationId xmlns:a16="http://schemas.microsoft.com/office/drawing/2014/main" id="{19A2F0BB-F2EF-4291-9187-3F97C048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581">
            <a:extLst xmlns:a="http://schemas.openxmlformats.org/drawingml/2006/main">
              <a:ext uri="{FF2B5EF4-FFF2-40B4-BE49-F238E27FC236}">
                <a16:creationId xmlns:a16="http://schemas.microsoft.com/office/drawing/2014/main" id="{2B5A5572-9CE9-4445-B03D-B711D72A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582">
            <a:extLst xmlns:a="http://schemas.openxmlformats.org/drawingml/2006/main">
              <a:ext uri="{FF2B5EF4-FFF2-40B4-BE49-F238E27FC236}">
                <a16:creationId xmlns:a16="http://schemas.microsoft.com/office/drawing/2014/main" id="{C5C71788-C2C4-49EB-969D-715CD22C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583">
            <a:extLst xmlns:a="http://schemas.openxmlformats.org/drawingml/2006/main">
              <a:ext uri="{FF2B5EF4-FFF2-40B4-BE49-F238E27FC236}">
                <a16:creationId xmlns:a16="http://schemas.microsoft.com/office/drawing/2014/main" id="{DF099365-0915-42AF-AC59-6F213C77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584">
            <a:extLst xmlns:a="http://schemas.openxmlformats.org/drawingml/2006/main">
              <a:ext uri="{FF2B5EF4-FFF2-40B4-BE49-F238E27FC236}">
                <a16:creationId xmlns:a16="http://schemas.microsoft.com/office/drawing/2014/main" id="{C220A62F-5A29-4FA9-AFD0-8C366141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585">
            <a:extLst xmlns:a="http://schemas.openxmlformats.org/drawingml/2006/main">
              <a:ext uri="{FF2B5EF4-FFF2-40B4-BE49-F238E27FC236}">
                <a16:creationId xmlns:a16="http://schemas.microsoft.com/office/drawing/2014/main" id="{0E24BBEC-49A2-4046-AA85-599F5684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586">
            <a:extLst xmlns:a="http://schemas.openxmlformats.org/drawingml/2006/main">
              <a:ext uri="{FF2B5EF4-FFF2-40B4-BE49-F238E27FC236}">
                <a16:creationId xmlns:a16="http://schemas.microsoft.com/office/drawing/2014/main" id="{7D2DB26E-2515-41A5-8271-2CCF48CB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587">
            <a:extLst xmlns:a="http://schemas.openxmlformats.org/drawingml/2006/main">
              <a:ext uri="{FF2B5EF4-FFF2-40B4-BE49-F238E27FC236}">
                <a16:creationId xmlns:a16="http://schemas.microsoft.com/office/drawing/2014/main" id="{ED2E26B4-C7BA-4075-9D9B-A25577BF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588">
            <a:extLst xmlns:a="http://schemas.openxmlformats.org/drawingml/2006/main">
              <a:ext uri="{FF2B5EF4-FFF2-40B4-BE49-F238E27FC236}">
                <a16:creationId xmlns:a16="http://schemas.microsoft.com/office/drawing/2014/main" id="{E264821C-9D17-41E2-AB72-F73DBA28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16" name="profile-589">
            <a:extLst xmlns:a="http://schemas.openxmlformats.org/drawingml/2006/main">
              <a:ext uri="{FF2B5EF4-FFF2-40B4-BE49-F238E27FC236}">
                <a16:creationId xmlns:a16="http://schemas.microsoft.com/office/drawing/2014/main" id="{9B085E11-BD08-45CB-866B-596CD7D8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What changes with a treatment system?</a:t>
            </a:r>
          </a:p>
        </p:txBody>
      </p:sp>
      <p:sp>
        <p:nvSpPr>
          <p:cNvPr id="17" name="profile-590">
            <a:extLst xmlns:a="http://schemas.openxmlformats.org/drawingml/2006/main">
              <a:ext uri="{FF2B5EF4-FFF2-40B4-BE49-F238E27FC236}">
                <a16:creationId xmlns:a16="http://schemas.microsoft.com/office/drawing/2014/main" id="{B97DE9CA-96BA-4719-90A4-3310D1D7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591">
            <a:extLst xmlns:a="http://schemas.openxmlformats.org/drawingml/2006/main">
              <a:ext uri="{FF2B5EF4-FFF2-40B4-BE49-F238E27FC236}">
                <a16:creationId xmlns:a16="http://schemas.microsoft.com/office/drawing/2014/main" id="{445E7AF4-8B2A-4FC9-A6CA-2A8D7074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19" name="profile-592">
            <a:extLst xmlns:a="http://schemas.openxmlformats.org/drawingml/2006/main">
              <a:ext uri="{FF2B5EF4-FFF2-40B4-BE49-F238E27FC236}">
                <a16:creationId xmlns:a16="http://schemas.microsoft.com/office/drawing/2014/main" id="{5482CECE-DB24-45F6-B9CC-ACE82EEE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Your current service pattern</a:t>
            </a:r>
          </a:p>
        </p:txBody>
      </p:sp>
      <p:sp>
        <p:nvSpPr>
          <p:cNvPr id="20" name="profile-593">
            <a:extLst xmlns:a="http://schemas.openxmlformats.org/drawingml/2006/main">
              <a:ext uri="{FF2B5EF4-FFF2-40B4-BE49-F238E27FC236}">
                <a16:creationId xmlns:a16="http://schemas.microsoft.com/office/drawing/2014/main" id="{A5045135-EE5F-4D6F-8F58-0DB4B09B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5381625" cy="330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Start with the property's actual operating records.</a:t>
            </a:r>
          </a:p>
        </p:txBody>
      </p:sp>
      <p:sp>
        <p:nvSpPr>
          <p:cNvPr id="21" name="profile-594">
            <a:extLst xmlns:a="http://schemas.openxmlformats.org/drawingml/2006/main">
              <a:ext uri="{FF2B5EF4-FFF2-40B4-BE49-F238E27FC236}">
                <a16:creationId xmlns:a16="http://schemas.microsoft.com/office/drawing/2014/main" id="{E9F00454-7880-43A1-96E6-4F940984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595">
            <a:extLst xmlns:a="http://schemas.openxmlformats.org/drawingml/2006/main">
              <a:ext uri="{FF2B5EF4-FFF2-40B4-BE49-F238E27FC236}">
                <a16:creationId xmlns:a16="http://schemas.microsoft.com/office/drawing/2014/main" id="{3EBBA019-1998-4732-9A48-9DE04BB4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10025"/>
            <a:ext cx="5181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Tank condition and available space</a:t>
            </a:r>
          </a:p>
        </p:txBody>
      </p:sp>
      <p:sp>
        <p:nvSpPr>
          <p:cNvPr id="23" name="profile-596">
            <a:extLst xmlns:a="http://schemas.openxmlformats.org/drawingml/2006/main">
              <a:ext uri="{FF2B5EF4-FFF2-40B4-BE49-F238E27FC236}">
                <a16:creationId xmlns:a16="http://schemas.microsoft.com/office/drawing/2014/main" id="{29C074A2-B100-4AC9-8281-5CC69082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970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597">
            <a:extLst xmlns:a="http://schemas.openxmlformats.org/drawingml/2006/main">
              <a:ext uri="{FF2B5EF4-FFF2-40B4-BE49-F238E27FC236}">
                <a16:creationId xmlns:a16="http://schemas.microsoft.com/office/drawing/2014/main" id="{C9F8629C-F8D0-4353-9283-20E78847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94454"/>
            <a:ext cx="5181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Siphoning and cleaning frequency</a:t>
            </a:r>
          </a:p>
        </p:txBody>
      </p:sp>
      <p:sp>
        <p:nvSpPr>
          <p:cNvPr id="25" name="profile-598">
            <a:extLst xmlns:a="http://schemas.openxmlformats.org/drawingml/2006/main">
              <a:ext uri="{FF2B5EF4-FFF2-40B4-BE49-F238E27FC236}">
                <a16:creationId xmlns:a16="http://schemas.microsoft.com/office/drawing/2014/main" id="{EA8BFAA2-1350-415C-A7C9-5A79D34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4133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599">
            <a:extLst xmlns:a="http://schemas.openxmlformats.org/drawingml/2006/main">
              <a:ext uri="{FF2B5EF4-FFF2-40B4-BE49-F238E27FC236}">
                <a16:creationId xmlns:a16="http://schemas.microsoft.com/office/drawing/2014/main" id="{38AFDA26-E427-4935-9B1A-C8C116A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78883"/>
            <a:ext cx="5181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Disruption, access and service cost</a:t>
            </a:r>
          </a:p>
        </p:txBody>
      </p:sp>
      <p:sp>
        <p:nvSpPr>
          <p:cNvPr id="27" name="profile-600">
            <a:extLst xmlns:a="http://schemas.openxmlformats.org/drawingml/2006/main">
              <a:ext uri="{FF2B5EF4-FFF2-40B4-BE49-F238E27FC236}">
                <a16:creationId xmlns:a16="http://schemas.microsoft.com/office/drawing/2014/main" id="{61E3E3CE-75A0-437C-A624-4B73AB99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57425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8" name="profile-601">
            <a:extLst xmlns:a="http://schemas.openxmlformats.org/drawingml/2006/main">
              <a:ext uri="{FF2B5EF4-FFF2-40B4-BE49-F238E27FC236}">
                <a16:creationId xmlns:a16="http://schemas.microsoft.com/office/drawing/2014/main" id="{B0D27456-6E5D-495A-B2F3-F4AC2C1D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98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 proposed treatment plan</a:t>
            </a:r>
          </a:p>
        </p:txBody>
      </p:sp>
      <p:sp>
        <p:nvSpPr>
          <p:cNvPr id="29" name="profile-602">
            <a:extLst xmlns:a="http://schemas.openxmlformats.org/drawingml/2006/main">
              <a:ext uri="{FF2B5EF4-FFF2-40B4-BE49-F238E27FC236}">
                <a16:creationId xmlns:a16="http://schemas.microsoft.com/office/drawing/2014/main" id="{6B5EF608-DCE6-45F5-B3C7-35F237E3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33725"/>
            <a:ext cx="5381625" cy="330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Assess the complete operating requirements.</a:t>
            </a:r>
          </a:p>
        </p:txBody>
      </p:sp>
      <p:sp>
        <p:nvSpPr>
          <p:cNvPr id="30" name="profile-603">
            <a:extLst xmlns:a="http://schemas.openxmlformats.org/drawingml/2006/main">
              <a:ext uri="{FF2B5EF4-FFF2-40B4-BE49-F238E27FC236}">
                <a16:creationId xmlns:a16="http://schemas.microsoft.com/office/drawing/2014/main" id="{F7D4E9F3-56D8-4707-9390-B790E6B2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1" name="profile-604">
            <a:extLst xmlns:a="http://schemas.openxmlformats.org/drawingml/2006/main">
              <a:ext uri="{FF2B5EF4-FFF2-40B4-BE49-F238E27FC236}">
                <a16:creationId xmlns:a16="http://schemas.microsoft.com/office/drawing/2014/main" id="{5B6400E6-2DFB-4A16-A1F8-C7420FB3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10025"/>
            <a:ext cx="5181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System capacity and installation works</a:t>
            </a:r>
          </a:p>
        </p:txBody>
      </p:sp>
      <p:sp>
        <p:nvSpPr>
          <p:cNvPr id="32" name="profile-605">
            <a:extLst xmlns:a="http://schemas.openxmlformats.org/drawingml/2006/main">
              <a:ext uri="{FF2B5EF4-FFF2-40B4-BE49-F238E27FC236}">
                <a16:creationId xmlns:a16="http://schemas.microsoft.com/office/drawing/2014/main" id="{0E278DA8-13D5-485C-9704-0049B984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8970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3" name="profile-606">
            <a:extLst xmlns:a="http://schemas.openxmlformats.org/drawingml/2006/main">
              <a:ext uri="{FF2B5EF4-FFF2-40B4-BE49-F238E27FC236}">
                <a16:creationId xmlns:a16="http://schemas.microsoft.com/office/drawing/2014/main" id="{987460F3-9DD8-4A40-B25D-254FDA2E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394454"/>
            <a:ext cx="5181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Energy, monitoring and sludge removal</a:t>
            </a:r>
          </a:p>
        </p:txBody>
      </p:sp>
      <p:sp>
        <p:nvSpPr>
          <p:cNvPr id="34" name="profile-607">
            <a:extLst xmlns:a="http://schemas.openxmlformats.org/drawingml/2006/main">
              <a:ext uri="{FF2B5EF4-FFF2-40B4-BE49-F238E27FC236}">
                <a16:creationId xmlns:a16="http://schemas.microsoft.com/office/drawing/2014/main" id="{3E008B0B-B38E-4E9E-AAA4-B349F22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74133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5" name="profile-608">
            <a:extLst xmlns:a="http://schemas.openxmlformats.org/drawingml/2006/main">
              <a:ext uri="{FF2B5EF4-FFF2-40B4-BE49-F238E27FC236}">
                <a16:creationId xmlns:a16="http://schemas.microsoft.com/office/drawing/2014/main" id="{C3990B87-9B75-40A5-9B1E-6F940FD7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78883"/>
            <a:ext cx="51816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Maintenance, support fees and responsibilities</a:t>
            </a:r>
          </a:p>
        </p:txBody>
      </p:sp>
      <p:sp>
        <p:nvSpPr>
          <p:cNvPr id="36" name="profile-609">
            <a:extLst xmlns:a="http://schemas.openxmlformats.org/drawingml/2006/main">
              <a:ext uri="{FF2B5EF4-FFF2-40B4-BE49-F238E27FC236}">
                <a16:creationId xmlns:a16="http://schemas.microsoft.com/office/drawing/2014/main" id="{C32C2E98-7156-4497-8957-F4D8E8CD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23950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Any reduction in cost or service frequency must be supported by a site-specific assessment.</a:t>
            </a:r>
          </a:p>
        </p:txBody>
      </p:sp>
    </p:spTree>
    <p:extLst>
      <p:ext uri="{BB962C8B-B14F-4D97-AF65-F5344CB8AC3E}">
        <p14:creationId xmlns:p14="http://schemas.microsoft.com/office/powerpoint/2010/main" val="21114092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rofile-610">
            <a:extLst xmlns:a="http://schemas.openxmlformats.org/drawingml/2006/main">
              <a:ext uri="{FF2B5EF4-FFF2-40B4-BE49-F238E27FC236}">
                <a16:creationId xmlns:a16="http://schemas.microsoft.com/office/drawing/2014/main" id="{AF53E655-575A-4031-AF85-52E99BB6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611">
            <a:extLst xmlns:a="http://schemas.openxmlformats.org/drawingml/2006/main">
              <a:ext uri="{FF2B5EF4-FFF2-40B4-BE49-F238E27FC236}">
                <a16:creationId xmlns:a16="http://schemas.microsoft.com/office/drawing/2014/main" id="{A763EEAA-BA54-44E5-AA64-D4FF1156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16C6A-9769-409B-9547-FE9AB1250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f9bace88a47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612">
            <a:extLst xmlns:a="http://schemas.openxmlformats.org/drawingml/2006/main">
              <a:ext uri="{FF2B5EF4-FFF2-40B4-BE49-F238E27FC236}">
                <a16:creationId xmlns:a16="http://schemas.microsoft.com/office/drawing/2014/main" id="{C344AE7B-117B-4892-818A-E820194F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613">
            <a:extLst xmlns:a="http://schemas.openxmlformats.org/drawingml/2006/main">
              <a:ext uri="{FF2B5EF4-FFF2-40B4-BE49-F238E27FC236}">
                <a16:creationId xmlns:a16="http://schemas.microsoft.com/office/drawing/2014/main" id="{A49871FE-749D-4D01-B80A-C337DF6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614">
            <a:extLst xmlns:a="http://schemas.openxmlformats.org/drawingml/2006/main">
              <a:ext uri="{FF2B5EF4-FFF2-40B4-BE49-F238E27FC236}">
                <a16:creationId xmlns:a16="http://schemas.microsoft.com/office/drawing/2014/main" id="{7796FA75-40F4-463D-B0D3-281A2159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615">
            <a:extLst xmlns:a="http://schemas.openxmlformats.org/drawingml/2006/main">
              <a:ext uri="{FF2B5EF4-FFF2-40B4-BE49-F238E27FC236}">
                <a16:creationId xmlns:a16="http://schemas.microsoft.com/office/drawing/2014/main" id="{F1F65554-2857-4226-9624-7BC7497A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616">
            <a:extLst xmlns:a="http://schemas.openxmlformats.org/drawingml/2006/main">
              <a:ext uri="{FF2B5EF4-FFF2-40B4-BE49-F238E27FC236}">
                <a16:creationId xmlns:a16="http://schemas.microsoft.com/office/drawing/2014/main" id="{84B8EACD-CF25-4AF7-A6C7-157CEB1D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617">
            <a:extLst xmlns:a="http://schemas.openxmlformats.org/drawingml/2006/main">
              <a:ext uri="{FF2B5EF4-FFF2-40B4-BE49-F238E27FC236}">
                <a16:creationId xmlns:a16="http://schemas.microsoft.com/office/drawing/2014/main" id="{60ECACCF-C59E-4359-B915-18006441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618">
            <a:extLst xmlns:a="http://schemas.openxmlformats.org/drawingml/2006/main">
              <a:ext uri="{FF2B5EF4-FFF2-40B4-BE49-F238E27FC236}">
                <a16:creationId xmlns:a16="http://schemas.microsoft.com/office/drawing/2014/main" id="{3057AFAC-202C-474F-9879-EB32CAC7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619">
            <a:extLst xmlns:a="http://schemas.openxmlformats.org/drawingml/2006/main">
              <a:ext uri="{FF2B5EF4-FFF2-40B4-BE49-F238E27FC236}">
                <a16:creationId xmlns:a16="http://schemas.microsoft.com/office/drawing/2014/main" id="{E848861F-F9BA-47AF-93E9-31EDF8D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620">
            <a:extLst xmlns:a="http://schemas.openxmlformats.org/drawingml/2006/main">
              <a:ext uri="{FF2B5EF4-FFF2-40B4-BE49-F238E27FC236}">
                <a16:creationId xmlns:a16="http://schemas.microsoft.com/office/drawing/2014/main" id="{5A3E2F2A-C818-4778-A427-B623A116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621">
            <a:extLst xmlns:a="http://schemas.openxmlformats.org/drawingml/2006/main">
              <a:ext uri="{FF2B5EF4-FFF2-40B4-BE49-F238E27FC236}">
                <a16:creationId xmlns:a16="http://schemas.microsoft.com/office/drawing/2014/main" id="{787921C6-4357-40D1-AAF0-0A00FC1B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622">
            <a:extLst xmlns:a="http://schemas.openxmlformats.org/drawingml/2006/main">
              <a:ext uri="{FF2B5EF4-FFF2-40B4-BE49-F238E27FC236}">
                <a16:creationId xmlns:a16="http://schemas.microsoft.com/office/drawing/2014/main" id="{5AD7AB23-128E-4FF0-9BE2-EBF4C0C6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623">
            <a:extLst xmlns:a="http://schemas.openxmlformats.org/drawingml/2006/main">
              <a:ext uri="{FF2B5EF4-FFF2-40B4-BE49-F238E27FC236}">
                <a16:creationId xmlns:a16="http://schemas.microsoft.com/office/drawing/2014/main" id="{EE0D7C75-4F6B-4DE8-90DB-B046F26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16" name="profile-624">
            <a:extLst xmlns:a="http://schemas.openxmlformats.org/drawingml/2006/main">
              <a:ext uri="{FF2B5EF4-FFF2-40B4-BE49-F238E27FC236}">
                <a16:creationId xmlns:a16="http://schemas.microsoft.com/office/drawing/2014/main" id="{09C4D0FC-859B-411F-AAEF-B53213C1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Installation is the start of ongoing support</a:t>
            </a:r>
          </a:p>
        </p:txBody>
      </p:sp>
      <p:sp>
        <p:nvSpPr>
          <p:cNvPr id="17" name="profile-625">
            <a:extLst xmlns:a="http://schemas.openxmlformats.org/drawingml/2006/main">
              <a:ext uri="{FF2B5EF4-FFF2-40B4-BE49-F238E27FC236}">
                <a16:creationId xmlns:a16="http://schemas.microsoft.com/office/drawing/2014/main" id="{D4F18F39-4E78-46B4-8D74-7560AB12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626">
            <a:extLst xmlns:a="http://schemas.openxmlformats.org/drawingml/2006/main">
              <a:ext uri="{FF2B5EF4-FFF2-40B4-BE49-F238E27FC236}">
                <a16:creationId xmlns:a16="http://schemas.microsoft.com/office/drawing/2014/main" id="{FD07048E-6D44-4B57-B884-C832D8DD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479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9" name="profile-627">
            <a:extLst xmlns:a="http://schemas.openxmlformats.org/drawingml/2006/main">
              <a:ext uri="{FF2B5EF4-FFF2-40B4-BE49-F238E27FC236}">
                <a16:creationId xmlns:a16="http://schemas.microsoft.com/office/drawing/2014/main" id="{15427505-87F0-4F12-A707-8AFE1CCC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59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628">
            <a:extLst xmlns:a="http://schemas.openxmlformats.org/drawingml/2006/main">
              <a:ext uri="{FF2B5EF4-FFF2-40B4-BE49-F238E27FC236}">
                <a16:creationId xmlns:a16="http://schemas.microsoft.com/office/drawing/2014/main" id="{EA0E8E41-D7EB-4D42-8212-8C4E541D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Assess</a:t>
            </a:r>
          </a:p>
        </p:txBody>
      </p:sp>
      <p:sp>
        <p:nvSpPr>
          <p:cNvPr id="21" name="profile-629">
            <a:extLst xmlns:a="http://schemas.openxmlformats.org/drawingml/2006/main">
              <a:ext uri="{FF2B5EF4-FFF2-40B4-BE49-F238E27FC236}">
                <a16:creationId xmlns:a16="http://schemas.microsoft.com/office/drawing/2014/main" id="{10D41F23-A336-4198-9122-D4C9B1A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Review flows, tanks,</a:t>
            </a:r>
          </a:p>
        </p:txBody>
      </p:sp>
      <p:sp>
        <p:nvSpPr>
          <p:cNvPr id="22" name="profile-630">
            <a:extLst xmlns:a="http://schemas.openxmlformats.org/drawingml/2006/main">
              <a:ext uri="{FF2B5EF4-FFF2-40B4-BE49-F238E27FC236}">
                <a16:creationId xmlns:a16="http://schemas.microsoft.com/office/drawing/2014/main" id="{8B9CC345-35D0-4FC0-A10F-4D62B08E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access and operating</a:t>
            </a:r>
          </a:p>
        </p:txBody>
      </p:sp>
      <p:sp>
        <p:nvSpPr>
          <p:cNvPr id="23" name="profile-631">
            <a:extLst xmlns:a="http://schemas.openxmlformats.org/drawingml/2006/main">
              <a:ext uri="{FF2B5EF4-FFF2-40B4-BE49-F238E27FC236}">
                <a16:creationId xmlns:a16="http://schemas.microsoft.com/office/drawing/2014/main" id="{4B661587-9820-458E-B2E9-E74B2FD8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202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needs.</a:t>
            </a:r>
          </a:p>
        </p:txBody>
      </p:sp>
      <p:sp>
        <p:nvSpPr>
          <p:cNvPr id="24" name="profile-632">
            <a:extLst xmlns:a="http://schemas.openxmlformats.org/drawingml/2006/main">
              <a:ext uri="{FF2B5EF4-FFF2-40B4-BE49-F238E27FC236}">
                <a16:creationId xmlns:a16="http://schemas.microsoft.com/office/drawing/2014/main" id="{A3D4BA7A-115E-47A7-8157-9C02B410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479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5" name="profile-633">
            <a:extLst xmlns:a="http://schemas.openxmlformats.org/drawingml/2006/main">
              <a:ext uri="{FF2B5EF4-FFF2-40B4-BE49-F238E27FC236}">
                <a16:creationId xmlns:a16="http://schemas.microsoft.com/office/drawing/2014/main" id="{C1C3CA0C-2C84-43E9-82EC-121A3A51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259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634">
            <a:extLst xmlns:a="http://schemas.openxmlformats.org/drawingml/2006/main">
              <a:ext uri="{FF2B5EF4-FFF2-40B4-BE49-F238E27FC236}">
                <a16:creationId xmlns:a16="http://schemas.microsoft.com/office/drawing/2014/main" id="{61926536-5C94-4932-BB14-0AFA8B5B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718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Propose</a:t>
            </a:r>
          </a:p>
        </p:txBody>
      </p:sp>
      <p:sp>
        <p:nvSpPr>
          <p:cNvPr id="27" name="profile-635">
            <a:extLst xmlns:a="http://schemas.openxmlformats.org/drawingml/2006/main">
              <a:ext uri="{FF2B5EF4-FFF2-40B4-BE49-F238E27FC236}">
                <a16:creationId xmlns:a16="http://schemas.microsoft.com/office/drawing/2014/main" id="{382CFCE6-71F4-44C3-9A6F-98D546DB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433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Define technology,</a:t>
            </a:r>
          </a:p>
        </p:txBody>
      </p:sp>
      <p:sp>
        <p:nvSpPr>
          <p:cNvPr id="28" name="profile-636">
            <a:extLst xmlns:a="http://schemas.openxmlformats.org/drawingml/2006/main">
              <a:ext uri="{FF2B5EF4-FFF2-40B4-BE49-F238E27FC236}">
                <a16:creationId xmlns:a16="http://schemas.microsoft.com/office/drawing/2014/main" id="{19AFF195-88A1-4116-9D27-B7B77C89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capacity, scope and costs.</a:t>
            </a:r>
          </a:p>
        </p:txBody>
      </p:sp>
      <p:sp>
        <p:nvSpPr>
          <p:cNvPr id="29" name="profile-637">
            <a:extLst xmlns:a="http://schemas.openxmlformats.org/drawingml/2006/main">
              <a:ext uri="{FF2B5EF4-FFF2-40B4-BE49-F238E27FC236}">
                <a16:creationId xmlns:a16="http://schemas.microsoft.com/office/drawing/2014/main" id="{56C7CD20-E88F-48C8-86E0-C1080C91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479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profile-638">
            <a:extLst xmlns:a="http://schemas.openxmlformats.org/drawingml/2006/main">
              <a:ext uri="{FF2B5EF4-FFF2-40B4-BE49-F238E27FC236}">
                <a16:creationId xmlns:a16="http://schemas.microsoft.com/office/drawing/2014/main" id="{7FC75208-E99F-4EE1-A943-388459A2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259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1" name="profile-639">
            <a:extLst xmlns:a="http://schemas.openxmlformats.org/drawingml/2006/main">
              <a:ext uri="{FF2B5EF4-FFF2-40B4-BE49-F238E27FC236}">
                <a16:creationId xmlns:a16="http://schemas.microsoft.com/office/drawing/2014/main" id="{BD563F8E-9F59-4631-9A63-52219AF0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718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Install</a:t>
            </a:r>
          </a:p>
        </p:txBody>
      </p:sp>
      <p:sp>
        <p:nvSpPr>
          <p:cNvPr id="32" name="profile-640">
            <a:extLst xmlns:a="http://schemas.openxmlformats.org/drawingml/2006/main">
              <a:ext uri="{FF2B5EF4-FFF2-40B4-BE49-F238E27FC236}">
                <a16:creationId xmlns:a16="http://schemas.microsoft.com/office/drawing/2014/main" id="{9A0704C4-9456-4774-A070-0A21F97E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433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Coordinate delivery,</a:t>
            </a:r>
          </a:p>
        </p:txBody>
      </p:sp>
      <p:sp>
        <p:nvSpPr>
          <p:cNvPr id="33" name="profile-641">
            <a:extLst xmlns:a="http://schemas.openxmlformats.org/drawingml/2006/main">
              <a:ext uri="{FF2B5EF4-FFF2-40B4-BE49-F238E27FC236}">
                <a16:creationId xmlns:a16="http://schemas.microsoft.com/office/drawing/2014/main" id="{2CFB941A-6EBC-480C-98B9-B92041CF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checks and handover.</a:t>
            </a:r>
          </a:p>
        </p:txBody>
      </p:sp>
      <p:sp>
        <p:nvSpPr>
          <p:cNvPr id="34" name="profile-642">
            <a:extLst xmlns:a="http://schemas.openxmlformats.org/drawingml/2006/main">
              <a:ext uri="{FF2B5EF4-FFF2-40B4-BE49-F238E27FC236}">
                <a16:creationId xmlns:a16="http://schemas.microsoft.com/office/drawing/2014/main" id="{7DCF9345-B97A-41BA-8AFC-CCCED5C4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479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5" name="profile-643">
            <a:extLst xmlns:a="http://schemas.openxmlformats.org/drawingml/2006/main">
              <a:ext uri="{FF2B5EF4-FFF2-40B4-BE49-F238E27FC236}">
                <a16:creationId xmlns:a16="http://schemas.microsoft.com/office/drawing/2014/main" id="{F00D5957-45ED-48E4-A9F9-B5342659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259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644">
            <a:extLst xmlns:a="http://schemas.openxmlformats.org/drawingml/2006/main">
              <a:ext uri="{FF2B5EF4-FFF2-40B4-BE49-F238E27FC236}">
                <a16:creationId xmlns:a16="http://schemas.microsoft.com/office/drawing/2014/main" id="{33F9A189-98B7-4622-AEB8-DD32A7DD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Support</a:t>
            </a:r>
          </a:p>
        </p:txBody>
      </p:sp>
      <p:sp>
        <p:nvSpPr>
          <p:cNvPr id="37" name="profile-645">
            <a:extLst xmlns:a="http://schemas.openxmlformats.org/drawingml/2006/main">
              <a:ext uri="{FF2B5EF4-FFF2-40B4-BE49-F238E27FC236}">
                <a16:creationId xmlns:a16="http://schemas.microsoft.com/office/drawing/2014/main" id="{7E87195D-8E8C-4A3B-BC1A-89FA1655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433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Agree servicing, guidance</a:t>
            </a:r>
          </a:p>
        </p:txBody>
      </p:sp>
      <p:sp>
        <p:nvSpPr>
          <p:cNvPr id="38" name="profile-646">
            <a:extLst xmlns:a="http://schemas.openxmlformats.org/drawingml/2006/main">
              <a:ext uri="{FF2B5EF4-FFF2-40B4-BE49-F238E27FC236}">
                <a16:creationId xmlns:a16="http://schemas.microsoft.com/office/drawing/2014/main" id="{0D1CD03B-AF92-4FDC-BDD3-42E0D894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and document</a:t>
            </a:r>
          </a:p>
        </p:txBody>
      </p:sp>
      <p:sp>
        <p:nvSpPr>
          <p:cNvPr id="39" name="profile-647">
            <a:extLst xmlns:a="http://schemas.openxmlformats.org/drawingml/2006/main">
              <a:ext uri="{FF2B5EF4-FFF2-40B4-BE49-F238E27FC236}">
                <a16:creationId xmlns:a16="http://schemas.microsoft.com/office/drawing/2014/main" id="{30989822-D6CD-4122-A971-4D847468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7202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assistance.</a:t>
            </a:r>
          </a:p>
        </p:txBody>
      </p:sp>
      <p:sp>
        <p:nvSpPr>
          <p:cNvPr id="40" name="profile-648">
            <a:extLst xmlns:a="http://schemas.openxmlformats.org/drawingml/2006/main">
              <a:ext uri="{FF2B5EF4-FFF2-40B4-BE49-F238E27FC236}">
                <a16:creationId xmlns:a16="http://schemas.microsoft.com/office/drawing/2014/main" id="{064B5820-2839-476B-B26A-83AAB847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13919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41" name="profile-649">
            <a:extLst xmlns:a="http://schemas.openxmlformats.org/drawingml/2006/main">
              <a:ext uri="{FF2B5EF4-FFF2-40B4-BE49-F238E27FC236}">
                <a16:creationId xmlns:a16="http://schemas.microsoft.com/office/drawing/2014/main" id="{7134E8BF-710F-41A4-A36F-16973E1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0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Support terms and permit-document responsibilities are agreed in writing. Regulatory decisions remain with the</a:t>
            </a:r>
          </a:p>
        </p:txBody>
      </p:sp>
      <p:sp>
        <p:nvSpPr>
          <p:cNvPr id="42" name="profile-650">
            <a:extLst xmlns:a="http://schemas.openxmlformats.org/drawingml/2006/main">
              <a:ext uri="{FF2B5EF4-FFF2-40B4-BE49-F238E27FC236}">
                <a16:creationId xmlns:a16="http://schemas.microsoft.com/office/drawing/2014/main" id="{D9C8E890-D017-4934-853C-CC1807B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100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relevant authority.</a:t>
            </a:r>
          </a:p>
        </p:txBody>
      </p:sp>
    </p:spTree>
    <p:extLst>
      <p:ext uri="{BB962C8B-B14F-4D97-AF65-F5344CB8AC3E}">
        <p14:creationId xmlns:p14="http://schemas.microsoft.com/office/powerpoint/2010/main" val="11754777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rofile-651">
            <a:extLst xmlns:a="http://schemas.openxmlformats.org/drawingml/2006/main">
              <a:ext uri="{FF2B5EF4-FFF2-40B4-BE49-F238E27FC236}">
                <a16:creationId xmlns:a16="http://schemas.microsoft.com/office/drawing/2014/main" id="{02EE4622-3702-4E3E-8029-1F30D725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652">
            <a:extLst xmlns:a="http://schemas.openxmlformats.org/drawingml/2006/main">
              <a:ext uri="{FF2B5EF4-FFF2-40B4-BE49-F238E27FC236}">
                <a16:creationId xmlns:a16="http://schemas.microsoft.com/office/drawing/2014/main" id="{335CF504-9DBF-4A22-AA36-EB841346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7768E-7384-4375-B49F-CBDCA8B6D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ac8be7ea749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653">
            <a:extLst xmlns:a="http://schemas.openxmlformats.org/drawingml/2006/main">
              <a:ext uri="{FF2B5EF4-FFF2-40B4-BE49-F238E27FC236}">
                <a16:creationId xmlns:a16="http://schemas.microsoft.com/office/drawing/2014/main" id="{8E2DD0DC-D402-404E-8BF9-C32A971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654">
            <a:extLst xmlns:a="http://schemas.openxmlformats.org/drawingml/2006/main">
              <a:ext uri="{FF2B5EF4-FFF2-40B4-BE49-F238E27FC236}">
                <a16:creationId xmlns:a16="http://schemas.microsoft.com/office/drawing/2014/main" id="{76BA8150-4FAB-4A6E-9FAC-6145466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655">
            <a:extLst xmlns:a="http://schemas.openxmlformats.org/drawingml/2006/main">
              <a:ext uri="{FF2B5EF4-FFF2-40B4-BE49-F238E27FC236}">
                <a16:creationId xmlns:a16="http://schemas.microsoft.com/office/drawing/2014/main" id="{C2D51C5F-6858-4B60-9D88-0CE1BBF0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656">
            <a:extLst xmlns:a="http://schemas.openxmlformats.org/drawingml/2006/main">
              <a:ext uri="{FF2B5EF4-FFF2-40B4-BE49-F238E27FC236}">
                <a16:creationId xmlns:a16="http://schemas.microsoft.com/office/drawing/2014/main" id="{B54FFC7D-5C3E-48D2-A1C7-37423D8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657">
            <a:extLst xmlns:a="http://schemas.openxmlformats.org/drawingml/2006/main">
              <a:ext uri="{FF2B5EF4-FFF2-40B4-BE49-F238E27FC236}">
                <a16:creationId xmlns:a16="http://schemas.microsoft.com/office/drawing/2014/main" id="{5B1969BF-12E3-46F1-A4AE-B6391276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658">
            <a:extLst xmlns:a="http://schemas.openxmlformats.org/drawingml/2006/main">
              <a:ext uri="{FF2B5EF4-FFF2-40B4-BE49-F238E27FC236}">
                <a16:creationId xmlns:a16="http://schemas.microsoft.com/office/drawing/2014/main" id="{1E7DF328-47CF-4CBE-97C7-06E1A471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659">
            <a:extLst xmlns:a="http://schemas.openxmlformats.org/drawingml/2006/main">
              <a:ext uri="{FF2B5EF4-FFF2-40B4-BE49-F238E27FC236}">
                <a16:creationId xmlns:a16="http://schemas.microsoft.com/office/drawing/2014/main" id="{9A88BFB5-DAC4-4AB0-BCD7-FF9E8E98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660">
            <a:extLst xmlns:a="http://schemas.openxmlformats.org/drawingml/2006/main">
              <a:ext uri="{FF2B5EF4-FFF2-40B4-BE49-F238E27FC236}">
                <a16:creationId xmlns:a16="http://schemas.microsoft.com/office/drawing/2014/main" id="{38A7614D-54F7-4895-BF07-BA2F29BF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661">
            <a:extLst xmlns:a="http://schemas.openxmlformats.org/drawingml/2006/main">
              <a:ext uri="{FF2B5EF4-FFF2-40B4-BE49-F238E27FC236}">
                <a16:creationId xmlns:a16="http://schemas.microsoft.com/office/drawing/2014/main" id="{3E802E3E-C2F6-42D6-9BCE-F82A4818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662">
            <a:extLst xmlns:a="http://schemas.openxmlformats.org/drawingml/2006/main">
              <a:ext uri="{FF2B5EF4-FFF2-40B4-BE49-F238E27FC236}">
                <a16:creationId xmlns:a16="http://schemas.microsoft.com/office/drawing/2014/main" id="{2C7CF5A2-B6E2-40AD-A642-39D70532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663">
            <a:extLst xmlns:a="http://schemas.openxmlformats.org/drawingml/2006/main">
              <a:ext uri="{FF2B5EF4-FFF2-40B4-BE49-F238E27FC236}">
                <a16:creationId xmlns:a16="http://schemas.microsoft.com/office/drawing/2014/main" id="{9534EC41-FC4F-4344-8CA5-4265A87C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664">
            <a:extLst xmlns:a="http://schemas.openxmlformats.org/drawingml/2006/main">
              <a:ext uri="{FF2B5EF4-FFF2-40B4-BE49-F238E27FC236}">
                <a16:creationId xmlns:a16="http://schemas.microsoft.com/office/drawing/2014/main" id="{FAA0F137-0578-41C4-8743-9A44168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6" name="profile-665">
            <a:extLst xmlns:a="http://schemas.openxmlformats.org/drawingml/2006/main">
              <a:ext uri="{FF2B5EF4-FFF2-40B4-BE49-F238E27FC236}">
                <a16:creationId xmlns:a16="http://schemas.microsoft.com/office/drawing/2014/main" id="{4F7061E9-38B4-4341-832D-18EF5467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Organizational structure</a:t>
            </a:r>
          </a:p>
        </p:txBody>
      </p:sp>
      <p:sp>
        <p:nvSpPr>
          <p:cNvPr id="17" name="profile-666">
            <a:extLst xmlns:a="http://schemas.openxmlformats.org/drawingml/2006/main">
              <a:ext uri="{FF2B5EF4-FFF2-40B4-BE49-F238E27FC236}">
                <a16:creationId xmlns:a16="http://schemas.microsoft.com/office/drawing/2014/main" id="{407602BF-B944-489B-A897-2421F207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667">
            <a:extLst xmlns:a="http://schemas.openxmlformats.org/drawingml/2006/main">
              <a:ext uri="{FF2B5EF4-FFF2-40B4-BE49-F238E27FC236}">
                <a16:creationId xmlns:a16="http://schemas.microsoft.com/office/drawing/2014/main" id="{B2472808-523C-4EE5-8372-5CB8976E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90750"/>
            <a:ext cx="37528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9" name="profile-668">
            <a:extLst xmlns:a="http://schemas.openxmlformats.org/drawingml/2006/main">
              <a:ext uri="{FF2B5EF4-FFF2-40B4-BE49-F238E27FC236}">
                <a16:creationId xmlns:a16="http://schemas.microsoft.com/office/drawing/2014/main" id="{DB430184-B3D1-4318-9A27-0EC907C2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Agosto Cepriano</a:t>
            </a:r>
          </a:p>
        </p:txBody>
      </p:sp>
      <p:sp>
        <p:nvSpPr>
          <p:cNvPr id="20" name="profile-669">
            <a:extLst xmlns:a="http://schemas.openxmlformats.org/drawingml/2006/main">
              <a:ext uri="{FF2B5EF4-FFF2-40B4-BE49-F238E27FC236}">
                <a16:creationId xmlns:a16="http://schemas.microsoft.com/office/drawing/2014/main" id="{51C64372-622E-4858-BAD2-F8C14DC5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765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CEO / Founder</a:t>
            </a:r>
          </a:p>
        </p:txBody>
      </p:sp>
      <p:sp>
        <p:nvSpPr>
          <p:cNvPr id="21" name="profile-670">
            <a:extLst xmlns:a="http://schemas.openxmlformats.org/drawingml/2006/main">
              <a:ext uri="{FF2B5EF4-FFF2-40B4-BE49-F238E27FC236}">
                <a16:creationId xmlns:a16="http://schemas.microsoft.com/office/drawing/2014/main" id="{72B9EF0A-9222-4E31-99C4-54D4DF91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6227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671">
            <a:extLst xmlns:a="http://schemas.openxmlformats.org/drawingml/2006/main">
              <a:ext uri="{FF2B5EF4-FFF2-40B4-BE49-F238E27FC236}">
                <a16:creationId xmlns:a16="http://schemas.microsoft.com/office/drawing/2014/main" id="{FA1C911F-CBA9-48E5-B38D-93ADDC05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57550"/>
            <a:ext cx="813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3" name="profile-672">
            <a:extLst xmlns:a="http://schemas.openxmlformats.org/drawingml/2006/main">
              <a:ext uri="{FF2B5EF4-FFF2-40B4-BE49-F238E27FC236}">
                <a16:creationId xmlns:a16="http://schemas.microsoft.com/office/drawing/2014/main" id="{954BD6E3-80D6-4629-A72B-2952C7E1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7660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673">
            <a:extLst xmlns:a="http://schemas.openxmlformats.org/drawingml/2006/main">
              <a:ext uri="{FF2B5EF4-FFF2-40B4-BE49-F238E27FC236}">
                <a16:creationId xmlns:a16="http://schemas.microsoft.com/office/drawing/2014/main" id="{DA0A2827-BF0B-4440-992F-746CC0D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3638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5" name="profile-674">
            <a:extLst xmlns:a="http://schemas.openxmlformats.org/drawingml/2006/main">
              <a:ext uri="{FF2B5EF4-FFF2-40B4-BE49-F238E27FC236}">
                <a16:creationId xmlns:a16="http://schemas.microsoft.com/office/drawing/2014/main" id="{09BE61D0-B79B-4EA4-9943-E6C2754F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Allan</a:t>
            </a:r>
          </a:p>
        </p:txBody>
      </p:sp>
      <p:sp>
        <p:nvSpPr>
          <p:cNvPr id="26" name="profile-675">
            <a:extLst xmlns:a="http://schemas.openxmlformats.org/drawingml/2006/main">
              <a:ext uri="{FF2B5EF4-FFF2-40B4-BE49-F238E27FC236}">
                <a16:creationId xmlns:a16="http://schemas.microsoft.com/office/drawing/2014/main" id="{4E436BC8-D4F5-4127-95ED-34870A6C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Finance / HR Manager</a:t>
            </a:r>
          </a:p>
        </p:txBody>
      </p:sp>
      <p:sp>
        <p:nvSpPr>
          <p:cNvPr id="27" name="profile-676">
            <a:extLst xmlns:a="http://schemas.openxmlformats.org/drawingml/2006/main">
              <a:ext uri="{FF2B5EF4-FFF2-40B4-BE49-F238E27FC236}">
                <a16:creationId xmlns:a16="http://schemas.microsoft.com/office/drawing/2014/main" id="{1F6DCE67-9CE0-472C-975B-F848486D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Finance and accounting</a:t>
            </a:r>
          </a:p>
        </p:txBody>
      </p:sp>
      <p:sp>
        <p:nvSpPr>
          <p:cNvPr id="28" name="profile-677">
            <a:extLst xmlns:a="http://schemas.openxmlformats.org/drawingml/2006/main">
              <a:ext uri="{FF2B5EF4-FFF2-40B4-BE49-F238E27FC236}">
                <a16:creationId xmlns:a16="http://schemas.microsoft.com/office/drawing/2014/main" id="{047B5067-5F79-4AEC-BED6-4F69769C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HR and administration</a:t>
            </a:r>
          </a:p>
        </p:txBody>
      </p:sp>
      <p:sp>
        <p:nvSpPr>
          <p:cNvPr id="29" name="profile-678">
            <a:extLst xmlns:a="http://schemas.openxmlformats.org/drawingml/2006/main">
              <a:ext uri="{FF2B5EF4-FFF2-40B4-BE49-F238E27FC236}">
                <a16:creationId xmlns:a16="http://schemas.microsoft.com/office/drawing/2014/main" id="{E63A4424-20ED-4DB1-9679-43AEA55B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679">
            <a:extLst xmlns:a="http://schemas.openxmlformats.org/drawingml/2006/main">
              <a:ext uri="{FF2B5EF4-FFF2-40B4-BE49-F238E27FC236}">
                <a16:creationId xmlns:a16="http://schemas.microsoft.com/office/drawing/2014/main" id="{C8F97AC7-62BB-4695-BE89-799C1D25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514725"/>
            <a:ext cx="3638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1" name="profile-680">
            <a:extLst xmlns:a="http://schemas.openxmlformats.org/drawingml/2006/main">
              <a:ext uri="{FF2B5EF4-FFF2-40B4-BE49-F238E27FC236}">
                <a16:creationId xmlns:a16="http://schemas.microsoft.com/office/drawing/2014/main" id="{7B7E93A8-E67C-4381-831D-6D346004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385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Operations</a:t>
            </a:r>
          </a:p>
        </p:txBody>
      </p:sp>
      <p:sp>
        <p:nvSpPr>
          <p:cNvPr id="32" name="profile-681">
            <a:extLst xmlns:a="http://schemas.openxmlformats.org/drawingml/2006/main">
              <a:ext uri="{FF2B5EF4-FFF2-40B4-BE49-F238E27FC236}">
                <a16:creationId xmlns:a16="http://schemas.microsoft.com/office/drawing/2014/main" id="{7F2D6F72-41C3-4CB3-8FED-8B985A08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0050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Supervisor / Team Leader</a:t>
            </a:r>
          </a:p>
        </p:txBody>
      </p:sp>
      <p:sp>
        <p:nvSpPr>
          <p:cNvPr id="33" name="profile-682">
            <a:extLst xmlns:a="http://schemas.openxmlformats.org/drawingml/2006/main">
              <a:ext uri="{FF2B5EF4-FFF2-40B4-BE49-F238E27FC236}">
                <a16:creationId xmlns:a16="http://schemas.microsoft.com/office/drawing/2014/main" id="{189CE4C7-1A21-47F1-A203-E667ED6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00575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Drivers, servicers and helpers</a:t>
            </a:r>
          </a:p>
        </p:txBody>
      </p:sp>
      <p:sp>
        <p:nvSpPr>
          <p:cNvPr id="34" name="profile-683">
            <a:extLst xmlns:a="http://schemas.openxmlformats.org/drawingml/2006/main">
              <a:ext uri="{FF2B5EF4-FFF2-40B4-BE49-F238E27FC236}">
                <a16:creationId xmlns:a16="http://schemas.microsoft.com/office/drawing/2014/main" id="{DF2D7142-5C96-4801-A086-A46E91F2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768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Onsite service coordination</a:t>
            </a:r>
          </a:p>
        </p:txBody>
      </p:sp>
      <p:sp>
        <p:nvSpPr>
          <p:cNvPr id="35" name="profile-684">
            <a:extLst xmlns:a="http://schemas.openxmlformats.org/drawingml/2006/main">
              <a:ext uri="{FF2B5EF4-FFF2-40B4-BE49-F238E27FC236}">
                <a16:creationId xmlns:a16="http://schemas.microsoft.com/office/drawing/2014/main" id="{ED02F7F2-C875-4CA8-8299-1A4680A6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27660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685">
            <a:extLst xmlns:a="http://schemas.openxmlformats.org/drawingml/2006/main">
              <a:ext uri="{FF2B5EF4-FFF2-40B4-BE49-F238E27FC236}">
                <a16:creationId xmlns:a16="http://schemas.microsoft.com/office/drawing/2014/main" id="{E8B706D5-A0EA-4539-B2E3-60A594E4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14725"/>
            <a:ext cx="3638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37" name="profile-686">
            <a:extLst xmlns:a="http://schemas.openxmlformats.org/drawingml/2006/main">
              <a:ext uri="{FF2B5EF4-FFF2-40B4-BE49-F238E27FC236}">
                <a16:creationId xmlns:a16="http://schemas.microsoft.com/office/drawing/2014/main" id="{5691AF84-752C-49F9-8FF3-845539AE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385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38" name="profile-687">
            <a:extLst xmlns:a="http://schemas.openxmlformats.org/drawingml/2006/main">
              <a:ext uri="{FF2B5EF4-FFF2-40B4-BE49-F238E27FC236}">
                <a16:creationId xmlns:a16="http://schemas.microsoft.com/office/drawing/2014/main" id="{D958F4A5-D866-4BB6-80D9-BD0FE3E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 Head</a:t>
            </a:r>
          </a:p>
        </p:txBody>
      </p:sp>
      <p:sp>
        <p:nvSpPr>
          <p:cNvPr id="39" name="profile-688">
            <a:extLst xmlns:a="http://schemas.openxmlformats.org/drawingml/2006/main">
              <a:ext uri="{FF2B5EF4-FFF2-40B4-BE49-F238E27FC236}">
                <a16:creationId xmlns:a16="http://schemas.microsoft.com/office/drawing/2014/main" id="{18A04EC4-FBFB-45E7-9A6C-28855AE5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00575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Digital marketing</a:t>
            </a:r>
          </a:p>
        </p:txBody>
      </p:sp>
      <p:sp>
        <p:nvSpPr>
          <p:cNvPr id="40" name="profile-689">
            <a:extLst xmlns:a="http://schemas.openxmlformats.org/drawingml/2006/main">
              <a:ext uri="{FF2B5EF4-FFF2-40B4-BE49-F238E27FC236}">
                <a16:creationId xmlns:a16="http://schemas.microsoft.com/office/drawing/2014/main" id="{BE80E0F5-6C8A-4A38-BB45-59077BD1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768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Sales and inquiry coordination</a:t>
            </a:r>
          </a:p>
        </p:txBody>
      </p:sp>
      <p:sp>
        <p:nvSpPr>
          <p:cNvPr id="41" name="profile-690">
            <a:extLst xmlns:a="http://schemas.openxmlformats.org/drawingml/2006/main">
              <a:ext uri="{FF2B5EF4-FFF2-40B4-BE49-F238E27FC236}">
                <a16:creationId xmlns:a16="http://schemas.microsoft.com/office/drawing/2014/main" id="{D2D985BD-835F-47DA-A5BC-29362B99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287125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Client support: Floreza | Digital marketing: Queenie and Aubrey</a:t>
            </a:r>
          </a:p>
        </p:txBody>
      </p:sp>
      <p:sp>
        <p:nvSpPr>
          <p:cNvPr id="42" name="profile-691">
            <a:extLst xmlns:a="http://schemas.openxmlformats.org/drawingml/2006/main">
              <a:ext uri="{FF2B5EF4-FFF2-40B4-BE49-F238E27FC236}">
                <a16:creationId xmlns:a16="http://schemas.microsoft.com/office/drawing/2014/main" id="{D3F4DD05-6DA9-4940-AC64-7D931F0C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34075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Current names and roles confirmed. Reporting lines remain for management confirmation.</a:t>
            </a:r>
          </a:p>
        </p:txBody>
      </p:sp>
    </p:spTree>
    <p:extLst>
      <p:ext uri="{BB962C8B-B14F-4D97-AF65-F5344CB8AC3E}">
        <p14:creationId xmlns:p14="http://schemas.microsoft.com/office/powerpoint/2010/main" val="8202488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rofile-692">
            <a:extLst xmlns:a="http://schemas.openxmlformats.org/drawingml/2006/main">
              <a:ext uri="{FF2B5EF4-FFF2-40B4-BE49-F238E27FC236}">
                <a16:creationId xmlns:a16="http://schemas.microsoft.com/office/drawing/2014/main" id="{0CFDA36E-446E-4731-99A9-8C2EE6AD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693">
            <a:extLst xmlns:a="http://schemas.openxmlformats.org/drawingml/2006/main">
              <a:ext uri="{FF2B5EF4-FFF2-40B4-BE49-F238E27FC236}">
                <a16:creationId xmlns:a16="http://schemas.microsoft.com/office/drawing/2014/main" id="{F3F2E810-4DF5-4811-875F-1AB09DC7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1F5F8-7C09-4413-B24E-43C464080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c6aa718ab4e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694">
            <a:extLst xmlns:a="http://schemas.openxmlformats.org/drawingml/2006/main">
              <a:ext uri="{FF2B5EF4-FFF2-40B4-BE49-F238E27FC236}">
                <a16:creationId xmlns:a16="http://schemas.microsoft.com/office/drawing/2014/main" id="{46815BF0-0A97-4CEA-9FE2-B6618D6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695">
            <a:extLst xmlns:a="http://schemas.openxmlformats.org/drawingml/2006/main">
              <a:ext uri="{FF2B5EF4-FFF2-40B4-BE49-F238E27FC236}">
                <a16:creationId xmlns:a16="http://schemas.microsoft.com/office/drawing/2014/main" id="{B20AA6DC-482B-4E4C-A1AF-3281E8E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696">
            <a:extLst xmlns:a="http://schemas.openxmlformats.org/drawingml/2006/main">
              <a:ext uri="{FF2B5EF4-FFF2-40B4-BE49-F238E27FC236}">
                <a16:creationId xmlns:a16="http://schemas.microsoft.com/office/drawing/2014/main" id="{E45A63F5-EA8C-4E3A-98C7-A8BF6AF0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697">
            <a:extLst xmlns:a="http://schemas.openxmlformats.org/drawingml/2006/main">
              <a:ext uri="{FF2B5EF4-FFF2-40B4-BE49-F238E27FC236}">
                <a16:creationId xmlns:a16="http://schemas.microsoft.com/office/drawing/2014/main" id="{D4D85864-C624-47D6-9086-79BABF33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698">
            <a:extLst xmlns:a="http://schemas.openxmlformats.org/drawingml/2006/main">
              <a:ext uri="{FF2B5EF4-FFF2-40B4-BE49-F238E27FC236}">
                <a16:creationId xmlns:a16="http://schemas.microsoft.com/office/drawing/2014/main" id="{54464477-C882-492E-A966-C3C12B20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699">
            <a:extLst xmlns:a="http://schemas.openxmlformats.org/drawingml/2006/main">
              <a:ext uri="{FF2B5EF4-FFF2-40B4-BE49-F238E27FC236}">
                <a16:creationId xmlns:a16="http://schemas.microsoft.com/office/drawing/2014/main" id="{73F964D9-BA8C-4084-A2AB-451CD5CB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700">
            <a:extLst xmlns:a="http://schemas.openxmlformats.org/drawingml/2006/main">
              <a:ext uri="{FF2B5EF4-FFF2-40B4-BE49-F238E27FC236}">
                <a16:creationId xmlns:a16="http://schemas.microsoft.com/office/drawing/2014/main" id="{1E43B290-81CA-489C-A12B-91BE06A2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701">
            <a:extLst xmlns:a="http://schemas.openxmlformats.org/drawingml/2006/main">
              <a:ext uri="{FF2B5EF4-FFF2-40B4-BE49-F238E27FC236}">
                <a16:creationId xmlns:a16="http://schemas.microsoft.com/office/drawing/2014/main" id="{3FA332FE-23F5-4BFC-880E-72FFD917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702">
            <a:extLst xmlns:a="http://schemas.openxmlformats.org/drawingml/2006/main">
              <a:ext uri="{FF2B5EF4-FFF2-40B4-BE49-F238E27FC236}">
                <a16:creationId xmlns:a16="http://schemas.microsoft.com/office/drawing/2014/main" id="{A3B90CBD-229A-469F-A263-0E97BFE8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703">
            <a:extLst xmlns:a="http://schemas.openxmlformats.org/drawingml/2006/main">
              <a:ext uri="{FF2B5EF4-FFF2-40B4-BE49-F238E27FC236}">
                <a16:creationId xmlns:a16="http://schemas.microsoft.com/office/drawing/2014/main" id="{4356CE16-D118-471D-A65D-84C6021A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704">
            <a:extLst xmlns:a="http://schemas.openxmlformats.org/drawingml/2006/main">
              <a:ext uri="{FF2B5EF4-FFF2-40B4-BE49-F238E27FC236}">
                <a16:creationId xmlns:a16="http://schemas.microsoft.com/office/drawing/2014/main" id="{3261EB85-F09F-43B5-A24A-F0958E7D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705">
            <a:extLst xmlns:a="http://schemas.openxmlformats.org/drawingml/2006/main">
              <a:ext uri="{FF2B5EF4-FFF2-40B4-BE49-F238E27FC236}">
                <a16:creationId xmlns:a16="http://schemas.microsoft.com/office/drawing/2014/main" id="{A41BFAD2-5E5F-4040-B4FA-B24E3696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16" name="profile-706">
            <a:extLst xmlns:a="http://schemas.openxmlformats.org/drawingml/2006/main">
              <a:ext uri="{FF2B5EF4-FFF2-40B4-BE49-F238E27FC236}">
                <a16:creationId xmlns:a16="http://schemas.microsoft.com/office/drawing/2014/main" id="{ED56556D-86A8-4FDC-AA9F-F537D0C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Leadership and management</a:t>
            </a:r>
          </a:p>
        </p:txBody>
      </p:sp>
      <p:sp>
        <p:nvSpPr>
          <p:cNvPr id="17" name="profile-707">
            <a:extLst xmlns:a="http://schemas.openxmlformats.org/drawingml/2006/main">
              <a:ext uri="{FF2B5EF4-FFF2-40B4-BE49-F238E27FC236}">
                <a16:creationId xmlns:a16="http://schemas.microsoft.com/office/drawing/2014/main" id="{D73F042A-9F96-487E-86D4-F3BD4A79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DFB77-B56B-456A-B7D5-0F241626F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c12f9b6e343b7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2228850"/>
            <a:ext cx="2209800" cy="2190750"/>
          </a:xfrm>
          <a:prstGeom xmlns:a="http://schemas.openxmlformats.org/drawingml/2006/main" prst="rect">
            <a:avLst/>
          </a:prstGeom>
        </p:spPr>
      </p:pic>
      <p:sp>
        <p:nvSpPr>
          <p:cNvPr id="19" name="profile-708">
            <a:extLst xmlns:a="http://schemas.openxmlformats.org/drawingml/2006/main">
              <a:ext uri="{FF2B5EF4-FFF2-40B4-BE49-F238E27FC236}">
                <a16:creationId xmlns:a16="http://schemas.microsoft.com/office/drawing/2014/main" id="{B7FDB791-C5AA-48F8-96DD-7378C0E2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Agosto Cepriano</a:t>
            </a:r>
          </a:p>
        </p:txBody>
      </p:sp>
      <p:sp>
        <p:nvSpPr>
          <p:cNvPr id="20" name="profile-709">
            <a:extLst xmlns:a="http://schemas.openxmlformats.org/drawingml/2006/main">
              <a:ext uri="{FF2B5EF4-FFF2-40B4-BE49-F238E27FC236}">
                <a16:creationId xmlns:a16="http://schemas.microsoft.com/office/drawing/2014/main" id="{6D19ECCB-446C-435D-B66B-859E351C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CEO / Founder</a:t>
            </a:r>
          </a:p>
        </p:txBody>
      </p:sp>
      <p:sp>
        <p:nvSpPr>
          <p:cNvPr id="21" name="profile-710">
            <a:extLst xmlns:a="http://schemas.openxmlformats.org/drawingml/2006/main">
              <a:ext uri="{FF2B5EF4-FFF2-40B4-BE49-F238E27FC236}">
                <a16:creationId xmlns:a16="http://schemas.microsoft.com/office/drawing/2014/main" id="{77EC4C52-2BCF-45D2-9CFA-56F8E617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Company leadership and strategic</a:t>
            </a:r>
          </a:p>
        </p:txBody>
      </p:sp>
      <p:sp>
        <p:nvSpPr>
          <p:cNvPr id="22" name="profile-711">
            <a:extLst xmlns:a="http://schemas.openxmlformats.org/drawingml/2006/main">
              <a:ext uri="{FF2B5EF4-FFF2-40B4-BE49-F238E27FC236}">
                <a16:creationId xmlns:a16="http://schemas.microsoft.com/office/drawing/2014/main" id="{2D36ACC4-BC3A-45E3-9379-12D9DFBF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direction.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1F103-E47C-44A9-98B7-7BB9AD85A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03dcd5728490f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2525" y="2228850"/>
            <a:ext cx="2209800" cy="2190750"/>
          </a:xfrm>
          <a:prstGeom xmlns:a="http://schemas.openxmlformats.org/drawingml/2006/main" prst="rect">
            <a:avLst/>
          </a:prstGeom>
        </p:spPr>
      </p:pic>
      <p:sp>
        <p:nvSpPr>
          <p:cNvPr id="24" name="profile-712">
            <a:extLst xmlns:a="http://schemas.openxmlformats.org/drawingml/2006/main">
              <a:ext uri="{FF2B5EF4-FFF2-40B4-BE49-F238E27FC236}">
                <a16:creationId xmlns:a16="http://schemas.microsoft.com/office/drawing/2014/main" id="{2508B16C-2A52-4F42-867F-66268AF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101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Allan</a:t>
            </a:r>
          </a:p>
        </p:txBody>
      </p:sp>
      <p:sp>
        <p:nvSpPr>
          <p:cNvPr id="25" name="profile-713">
            <a:extLst xmlns:a="http://schemas.openxmlformats.org/drawingml/2006/main">
              <a:ext uri="{FF2B5EF4-FFF2-40B4-BE49-F238E27FC236}">
                <a16:creationId xmlns:a16="http://schemas.microsoft.com/office/drawing/2014/main" id="{8BD0612B-9202-473E-9EB8-7A44BEE2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006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Finance / HR Manager</a:t>
            </a:r>
          </a:p>
        </p:txBody>
      </p:sp>
      <p:sp>
        <p:nvSpPr>
          <p:cNvPr id="26" name="profile-714">
            <a:extLst xmlns:a="http://schemas.openxmlformats.org/drawingml/2006/main">
              <a:ext uri="{FF2B5EF4-FFF2-40B4-BE49-F238E27FC236}">
                <a16:creationId xmlns:a16="http://schemas.microsoft.com/office/drawing/2014/main" id="{F1B19FE4-FA64-4297-A45B-A10C4779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00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Finance, people and administrative</a:t>
            </a:r>
          </a:p>
        </p:txBody>
      </p:sp>
      <p:sp>
        <p:nvSpPr>
          <p:cNvPr id="27" name="profile-715">
            <a:extLst xmlns:a="http://schemas.openxmlformats.org/drawingml/2006/main">
              <a:ext uri="{FF2B5EF4-FFF2-40B4-BE49-F238E27FC236}">
                <a16:creationId xmlns:a16="http://schemas.microsoft.com/office/drawing/2014/main" id="{553E25C0-F26D-46D0-9D44-AFD0CB17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8578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coordination.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29E2E1-9735-4D4D-AC19-1E9CCFCBE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a173062124676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228850"/>
            <a:ext cx="2209800" cy="2190750"/>
          </a:xfrm>
          <a:prstGeom xmlns:a="http://schemas.openxmlformats.org/drawingml/2006/main" prst="rect">
            <a:avLst/>
          </a:prstGeom>
        </p:spPr>
      </p:pic>
      <p:sp>
        <p:nvSpPr>
          <p:cNvPr id="29" name="profile-716">
            <a:extLst xmlns:a="http://schemas.openxmlformats.org/drawingml/2006/main">
              <a:ext uri="{FF2B5EF4-FFF2-40B4-BE49-F238E27FC236}">
                <a16:creationId xmlns:a16="http://schemas.microsoft.com/office/drawing/2014/main" id="{0F9B407E-F94C-489C-B5C3-F7D2522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01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Neil</a:t>
            </a:r>
          </a:p>
        </p:txBody>
      </p:sp>
      <p:sp>
        <p:nvSpPr>
          <p:cNvPr id="30" name="profile-717">
            <a:extLst xmlns:a="http://schemas.openxmlformats.org/drawingml/2006/main">
              <a:ext uri="{FF2B5EF4-FFF2-40B4-BE49-F238E27FC236}">
                <a16:creationId xmlns:a16="http://schemas.microsoft.com/office/drawing/2014/main" id="{4B4AAFBE-E3AB-4326-8315-722BE21C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006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Marketing Head</a:t>
            </a:r>
          </a:p>
        </p:txBody>
      </p:sp>
      <p:sp>
        <p:nvSpPr>
          <p:cNvPr id="31" name="profile-718">
            <a:extLst xmlns:a="http://schemas.openxmlformats.org/drawingml/2006/main">
              <a:ext uri="{FF2B5EF4-FFF2-40B4-BE49-F238E27FC236}">
                <a16:creationId xmlns:a16="http://schemas.microsoft.com/office/drawing/2014/main" id="{2DEBF2BA-D111-4073-8FBA-ADC04993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00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Marketing direction and client acquisition.</a:t>
            </a:r>
          </a:p>
        </p:txBody>
      </p:sp>
    </p:spTree>
    <p:extLst>
      <p:ext uri="{BB962C8B-B14F-4D97-AF65-F5344CB8AC3E}">
        <p14:creationId xmlns:p14="http://schemas.microsoft.com/office/powerpoint/2010/main" val="18092396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rofile-719">
            <a:extLst xmlns:a="http://schemas.openxmlformats.org/drawingml/2006/main">
              <a:ext uri="{FF2B5EF4-FFF2-40B4-BE49-F238E27FC236}">
                <a16:creationId xmlns:a16="http://schemas.microsoft.com/office/drawing/2014/main" id="{EAF180BB-E996-4FF9-BBF2-37AF807A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720">
            <a:extLst xmlns:a="http://schemas.openxmlformats.org/drawingml/2006/main">
              <a:ext uri="{FF2B5EF4-FFF2-40B4-BE49-F238E27FC236}">
                <a16:creationId xmlns:a16="http://schemas.microsoft.com/office/drawing/2014/main" id="{1D993101-5A5C-46AB-9CA3-E3F46842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9F395-54BC-461B-9AF7-E22E44BDA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1df0fee034e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721">
            <a:extLst xmlns:a="http://schemas.openxmlformats.org/drawingml/2006/main">
              <a:ext uri="{FF2B5EF4-FFF2-40B4-BE49-F238E27FC236}">
                <a16:creationId xmlns:a16="http://schemas.microsoft.com/office/drawing/2014/main" id="{35610B8C-4E57-45A2-BD7E-0575BC66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722">
            <a:extLst xmlns:a="http://schemas.openxmlformats.org/drawingml/2006/main">
              <a:ext uri="{FF2B5EF4-FFF2-40B4-BE49-F238E27FC236}">
                <a16:creationId xmlns:a16="http://schemas.microsoft.com/office/drawing/2014/main" id="{54BDCC8D-D2E2-4FFD-8E87-247AA0BF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723">
            <a:extLst xmlns:a="http://schemas.openxmlformats.org/drawingml/2006/main">
              <a:ext uri="{FF2B5EF4-FFF2-40B4-BE49-F238E27FC236}">
                <a16:creationId xmlns:a16="http://schemas.microsoft.com/office/drawing/2014/main" id="{9A893C9D-B2A9-40EA-AB9F-230B9DA1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724">
            <a:extLst xmlns:a="http://schemas.openxmlformats.org/drawingml/2006/main">
              <a:ext uri="{FF2B5EF4-FFF2-40B4-BE49-F238E27FC236}">
                <a16:creationId xmlns:a16="http://schemas.microsoft.com/office/drawing/2014/main" id="{B3EE18BA-02DB-46E8-BC93-840DA773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725">
            <a:extLst xmlns:a="http://schemas.openxmlformats.org/drawingml/2006/main">
              <a:ext uri="{FF2B5EF4-FFF2-40B4-BE49-F238E27FC236}">
                <a16:creationId xmlns:a16="http://schemas.microsoft.com/office/drawing/2014/main" id="{2C2235F5-0EC4-40C6-A80D-BD101F76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726">
            <a:extLst xmlns:a="http://schemas.openxmlformats.org/drawingml/2006/main">
              <a:ext uri="{FF2B5EF4-FFF2-40B4-BE49-F238E27FC236}">
                <a16:creationId xmlns:a16="http://schemas.microsoft.com/office/drawing/2014/main" id="{F89825C0-90FC-4AAD-8609-43093E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727">
            <a:extLst xmlns:a="http://schemas.openxmlformats.org/drawingml/2006/main">
              <a:ext uri="{FF2B5EF4-FFF2-40B4-BE49-F238E27FC236}">
                <a16:creationId xmlns:a16="http://schemas.microsoft.com/office/drawing/2014/main" id="{CB8A4A89-0C49-476B-A726-4CA9379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728">
            <a:extLst xmlns:a="http://schemas.openxmlformats.org/drawingml/2006/main">
              <a:ext uri="{FF2B5EF4-FFF2-40B4-BE49-F238E27FC236}">
                <a16:creationId xmlns:a16="http://schemas.microsoft.com/office/drawing/2014/main" id="{B7032AE5-D324-449C-9DDD-ACF8F63C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729">
            <a:extLst xmlns:a="http://schemas.openxmlformats.org/drawingml/2006/main">
              <a:ext uri="{FF2B5EF4-FFF2-40B4-BE49-F238E27FC236}">
                <a16:creationId xmlns:a16="http://schemas.microsoft.com/office/drawing/2014/main" id="{6A0EEA5C-7FB3-4E29-950B-4D1E2851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730">
            <a:extLst xmlns:a="http://schemas.openxmlformats.org/drawingml/2006/main">
              <a:ext uri="{FF2B5EF4-FFF2-40B4-BE49-F238E27FC236}">
                <a16:creationId xmlns:a16="http://schemas.microsoft.com/office/drawing/2014/main" id="{CBA0C682-3802-4F94-868E-5D41E9CD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731">
            <a:extLst xmlns:a="http://schemas.openxmlformats.org/drawingml/2006/main">
              <a:ext uri="{FF2B5EF4-FFF2-40B4-BE49-F238E27FC236}">
                <a16:creationId xmlns:a16="http://schemas.microsoft.com/office/drawing/2014/main" id="{F6F290F5-DB82-4984-9DA8-900EC73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732">
            <a:extLst xmlns:a="http://schemas.openxmlformats.org/drawingml/2006/main">
              <a:ext uri="{FF2B5EF4-FFF2-40B4-BE49-F238E27FC236}">
                <a16:creationId xmlns:a16="http://schemas.microsoft.com/office/drawing/2014/main" id="{25620CFF-994E-458A-AA91-3EF94172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16" name="profile-733">
            <a:extLst xmlns:a="http://schemas.openxmlformats.org/drawingml/2006/main">
              <a:ext uri="{FF2B5EF4-FFF2-40B4-BE49-F238E27FC236}">
                <a16:creationId xmlns:a16="http://schemas.microsoft.com/office/drawing/2014/main" id="{2ECEF942-EADE-4AB8-BBD0-74FD7B48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Marketing and client support</a:t>
            </a:r>
          </a:p>
        </p:txBody>
      </p:sp>
      <p:sp>
        <p:nvSpPr>
          <p:cNvPr id="17" name="profile-734">
            <a:extLst xmlns:a="http://schemas.openxmlformats.org/drawingml/2006/main">
              <a:ext uri="{FF2B5EF4-FFF2-40B4-BE49-F238E27FC236}">
                <a16:creationId xmlns:a16="http://schemas.microsoft.com/office/drawing/2014/main" id="{5C4724D9-1E2C-4213-B314-25807144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220B9-FFB7-4C95-8579-296F8976F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8b9a61a6848c0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2228850"/>
            <a:ext cx="2209800" cy="2190750"/>
          </a:xfrm>
          <a:prstGeom xmlns:a="http://schemas.openxmlformats.org/drawingml/2006/main" prst="rect">
            <a:avLst/>
          </a:prstGeom>
        </p:spPr>
      </p:pic>
      <p:sp>
        <p:nvSpPr>
          <p:cNvPr id="19" name="profile-735">
            <a:extLst xmlns:a="http://schemas.openxmlformats.org/drawingml/2006/main">
              <a:ext uri="{FF2B5EF4-FFF2-40B4-BE49-F238E27FC236}">
                <a16:creationId xmlns:a16="http://schemas.microsoft.com/office/drawing/2014/main" id="{63AAF46B-0051-45E7-B7AF-DE1A2B9E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Queenie</a:t>
            </a:r>
          </a:p>
        </p:txBody>
      </p:sp>
      <p:sp>
        <p:nvSpPr>
          <p:cNvPr id="20" name="profile-736">
            <a:extLst xmlns:a="http://schemas.openxmlformats.org/drawingml/2006/main">
              <a:ext uri="{FF2B5EF4-FFF2-40B4-BE49-F238E27FC236}">
                <a16:creationId xmlns:a16="http://schemas.microsoft.com/office/drawing/2014/main" id="{4B442094-5B4F-48EC-9270-E3951325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Digital Marketing Specialist</a:t>
            </a:r>
          </a:p>
        </p:txBody>
      </p:sp>
      <p:sp>
        <p:nvSpPr>
          <p:cNvPr id="21" name="profile-737">
            <a:extLst xmlns:a="http://schemas.openxmlformats.org/drawingml/2006/main">
              <a:ext uri="{FF2B5EF4-FFF2-40B4-BE49-F238E27FC236}">
                <a16:creationId xmlns:a16="http://schemas.microsoft.com/office/drawing/2014/main" id="{1B7948DD-5377-40A6-BE2E-45DB94F0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Digital campaigns and online lead</a:t>
            </a:r>
          </a:p>
        </p:txBody>
      </p:sp>
      <p:sp>
        <p:nvSpPr>
          <p:cNvPr id="22" name="profile-738">
            <a:extLst xmlns:a="http://schemas.openxmlformats.org/drawingml/2006/main">
              <a:ext uri="{FF2B5EF4-FFF2-40B4-BE49-F238E27FC236}">
                <a16:creationId xmlns:a16="http://schemas.microsoft.com/office/drawing/2014/main" id="{59781D88-5C07-4E25-9951-E0802B36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generation.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5BF63-DA95-49B6-813D-418F33CAA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6d2dae44746e0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2525" y="2228850"/>
            <a:ext cx="2209800" cy="2190750"/>
          </a:xfrm>
          <a:prstGeom xmlns:a="http://schemas.openxmlformats.org/drawingml/2006/main" prst="rect">
            <a:avLst/>
          </a:prstGeom>
        </p:spPr>
      </p:pic>
      <p:sp>
        <p:nvSpPr>
          <p:cNvPr id="24" name="profile-739">
            <a:extLst xmlns:a="http://schemas.openxmlformats.org/drawingml/2006/main">
              <a:ext uri="{FF2B5EF4-FFF2-40B4-BE49-F238E27FC236}">
                <a16:creationId xmlns:a16="http://schemas.microsoft.com/office/drawing/2014/main" id="{45382314-94DF-459F-984E-EAF20DD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101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Aubrey</a:t>
            </a:r>
          </a:p>
        </p:txBody>
      </p:sp>
      <p:sp>
        <p:nvSpPr>
          <p:cNvPr id="25" name="profile-740">
            <a:extLst xmlns:a="http://schemas.openxmlformats.org/drawingml/2006/main">
              <a:ext uri="{FF2B5EF4-FFF2-40B4-BE49-F238E27FC236}">
                <a16:creationId xmlns:a16="http://schemas.microsoft.com/office/drawing/2014/main" id="{495AFB05-4E73-49F0-AA4C-B3C2F1B2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006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Digital Marketing Specialist</a:t>
            </a:r>
          </a:p>
        </p:txBody>
      </p:sp>
      <p:sp>
        <p:nvSpPr>
          <p:cNvPr id="26" name="profile-741">
            <a:extLst xmlns:a="http://schemas.openxmlformats.org/drawingml/2006/main">
              <a:ext uri="{FF2B5EF4-FFF2-40B4-BE49-F238E27FC236}">
                <a16:creationId xmlns:a16="http://schemas.microsoft.com/office/drawing/2014/main" id="{6BE52810-442C-4210-BBFB-F27B1A7C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600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Digital channels and campaign</a:t>
            </a:r>
          </a:p>
        </p:txBody>
      </p:sp>
      <p:sp>
        <p:nvSpPr>
          <p:cNvPr id="27" name="profile-742">
            <a:extLst xmlns:a="http://schemas.openxmlformats.org/drawingml/2006/main">
              <a:ext uri="{FF2B5EF4-FFF2-40B4-BE49-F238E27FC236}">
                <a16:creationId xmlns:a16="http://schemas.microsoft.com/office/drawing/2014/main" id="{42991634-EFA9-4F1A-9A4A-ECA047F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8578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coordination.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0BDDCF-FF6B-4AF7-A0DB-962E2F7736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2cd6e97754b03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228850"/>
            <a:ext cx="2209800" cy="2190750"/>
          </a:xfrm>
          <a:prstGeom xmlns:a="http://schemas.openxmlformats.org/drawingml/2006/main" prst="rect">
            <a:avLst/>
          </a:prstGeom>
        </p:spPr>
      </p:pic>
      <p:sp>
        <p:nvSpPr>
          <p:cNvPr id="29" name="profile-743">
            <a:extLst xmlns:a="http://schemas.openxmlformats.org/drawingml/2006/main">
              <a:ext uri="{FF2B5EF4-FFF2-40B4-BE49-F238E27FC236}">
                <a16:creationId xmlns:a16="http://schemas.microsoft.com/office/drawing/2014/main" id="{CEAE4816-01CF-4DAC-A6AA-20AD85D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01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Floreza</a:t>
            </a:r>
          </a:p>
        </p:txBody>
      </p:sp>
      <p:sp>
        <p:nvSpPr>
          <p:cNvPr id="30" name="profile-744">
            <a:extLst xmlns:a="http://schemas.openxmlformats.org/drawingml/2006/main">
              <a:ext uri="{FF2B5EF4-FFF2-40B4-BE49-F238E27FC236}">
                <a16:creationId xmlns:a16="http://schemas.microsoft.com/office/drawing/2014/main" id="{C86D00DA-D86C-4E73-8578-58AC3F30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006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Customer Service Representative</a:t>
            </a:r>
          </a:p>
        </p:txBody>
      </p:sp>
      <p:sp>
        <p:nvSpPr>
          <p:cNvPr id="31" name="profile-745">
            <a:extLst xmlns:a="http://schemas.openxmlformats.org/drawingml/2006/main">
              <a:ext uri="{FF2B5EF4-FFF2-40B4-BE49-F238E27FC236}">
                <a16:creationId xmlns:a16="http://schemas.microsoft.com/office/drawing/2014/main" id="{633F2F62-455D-48BC-993D-86B44FF0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00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Client inquiries and service coordination.</a:t>
            </a:r>
          </a:p>
        </p:txBody>
      </p:sp>
    </p:spTree>
    <p:extLst>
      <p:ext uri="{BB962C8B-B14F-4D97-AF65-F5344CB8AC3E}">
        <p14:creationId xmlns:p14="http://schemas.microsoft.com/office/powerpoint/2010/main" val="16867790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746">
            <a:extLst xmlns:a="http://schemas.openxmlformats.org/drawingml/2006/main">
              <a:ext uri="{FF2B5EF4-FFF2-40B4-BE49-F238E27FC236}">
                <a16:creationId xmlns:a16="http://schemas.microsoft.com/office/drawing/2014/main" id="{F71ABC5B-7FE0-4630-BDC8-66523DA5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747">
            <a:extLst xmlns:a="http://schemas.openxmlformats.org/drawingml/2006/main">
              <a:ext uri="{FF2B5EF4-FFF2-40B4-BE49-F238E27FC236}">
                <a16:creationId xmlns:a16="http://schemas.microsoft.com/office/drawing/2014/main" id="{358A272E-8943-4A0A-96C9-216F94AC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F0500-572E-436D-B6E6-C54E40C12F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19e1e431544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748">
            <a:extLst xmlns:a="http://schemas.openxmlformats.org/drawingml/2006/main">
              <a:ext uri="{FF2B5EF4-FFF2-40B4-BE49-F238E27FC236}">
                <a16:creationId xmlns:a16="http://schemas.microsoft.com/office/drawing/2014/main" id="{2334AB42-DA02-4DF7-B41A-4864735F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749">
            <a:extLst xmlns:a="http://schemas.openxmlformats.org/drawingml/2006/main">
              <a:ext uri="{FF2B5EF4-FFF2-40B4-BE49-F238E27FC236}">
                <a16:creationId xmlns:a16="http://schemas.microsoft.com/office/drawing/2014/main" id="{549BF6CF-95C6-4CC4-86ED-6E3DD5D1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750">
            <a:extLst xmlns:a="http://schemas.openxmlformats.org/drawingml/2006/main">
              <a:ext uri="{FF2B5EF4-FFF2-40B4-BE49-F238E27FC236}">
                <a16:creationId xmlns:a16="http://schemas.microsoft.com/office/drawing/2014/main" id="{AA537ABF-57BE-4A11-B714-FF950675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751">
            <a:extLst xmlns:a="http://schemas.openxmlformats.org/drawingml/2006/main">
              <a:ext uri="{FF2B5EF4-FFF2-40B4-BE49-F238E27FC236}">
                <a16:creationId xmlns:a16="http://schemas.microsoft.com/office/drawing/2014/main" id="{AB4AD625-E971-41F4-8309-E252CF6D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752">
            <a:extLst xmlns:a="http://schemas.openxmlformats.org/drawingml/2006/main">
              <a:ext uri="{FF2B5EF4-FFF2-40B4-BE49-F238E27FC236}">
                <a16:creationId xmlns:a16="http://schemas.microsoft.com/office/drawing/2014/main" id="{2B9EE635-70A0-4007-8774-C0F1DF9D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753">
            <a:extLst xmlns:a="http://schemas.openxmlformats.org/drawingml/2006/main">
              <a:ext uri="{FF2B5EF4-FFF2-40B4-BE49-F238E27FC236}">
                <a16:creationId xmlns:a16="http://schemas.microsoft.com/office/drawing/2014/main" id="{EA0D7151-E106-4898-9EFF-1839B40F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754">
            <a:extLst xmlns:a="http://schemas.openxmlformats.org/drawingml/2006/main">
              <a:ext uri="{FF2B5EF4-FFF2-40B4-BE49-F238E27FC236}">
                <a16:creationId xmlns:a16="http://schemas.microsoft.com/office/drawing/2014/main" id="{2AC1F83A-A772-4A7B-8F9D-CFECED5D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755">
            <a:extLst xmlns:a="http://schemas.openxmlformats.org/drawingml/2006/main">
              <a:ext uri="{FF2B5EF4-FFF2-40B4-BE49-F238E27FC236}">
                <a16:creationId xmlns:a16="http://schemas.microsoft.com/office/drawing/2014/main" id="{E166B1DF-F4A3-4178-A72B-BD2AF80F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756">
            <a:extLst xmlns:a="http://schemas.openxmlformats.org/drawingml/2006/main">
              <a:ext uri="{FF2B5EF4-FFF2-40B4-BE49-F238E27FC236}">
                <a16:creationId xmlns:a16="http://schemas.microsoft.com/office/drawing/2014/main" id="{59B39327-5625-4865-8DDC-3E4F13E6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757">
            <a:extLst xmlns:a="http://schemas.openxmlformats.org/drawingml/2006/main">
              <a:ext uri="{FF2B5EF4-FFF2-40B4-BE49-F238E27FC236}">
                <a16:creationId xmlns:a16="http://schemas.microsoft.com/office/drawing/2014/main" id="{7653913B-52D8-4747-BB0B-EED7F97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758">
            <a:extLst xmlns:a="http://schemas.openxmlformats.org/drawingml/2006/main">
              <a:ext uri="{FF2B5EF4-FFF2-40B4-BE49-F238E27FC236}">
                <a16:creationId xmlns:a16="http://schemas.microsoft.com/office/drawing/2014/main" id="{14FD83B2-1DD5-42D0-801A-FA54216C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759">
            <a:extLst xmlns:a="http://schemas.openxmlformats.org/drawingml/2006/main">
              <a:ext uri="{FF2B5EF4-FFF2-40B4-BE49-F238E27FC236}">
                <a16:creationId xmlns:a16="http://schemas.microsoft.com/office/drawing/2014/main" id="{F622EEBF-23BB-49CD-A2BF-57680C2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16" name="profile-760">
            <a:extLst xmlns:a="http://schemas.openxmlformats.org/drawingml/2006/main">
              <a:ext uri="{FF2B5EF4-FFF2-40B4-BE49-F238E27FC236}">
                <a16:creationId xmlns:a16="http://schemas.microsoft.com/office/drawing/2014/main" id="{3EB5B829-F283-43B9-A0CB-217BB6AE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Company and project documentation</a:t>
            </a:r>
          </a:p>
        </p:txBody>
      </p:sp>
      <p:sp>
        <p:nvSpPr>
          <p:cNvPr id="17" name="profile-761">
            <a:extLst xmlns:a="http://schemas.openxmlformats.org/drawingml/2006/main">
              <a:ext uri="{FF2B5EF4-FFF2-40B4-BE49-F238E27FC236}">
                <a16:creationId xmlns:a16="http://schemas.microsoft.com/office/drawing/2014/main" id="{840C7411-3BDE-49AF-A478-C15FC67C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762">
            <a:extLst xmlns:a="http://schemas.openxmlformats.org/drawingml/2006/main">
              <a:ext uri="{FF2B5EF4-FFF2-40B4-BE49-F238E27FC236}">
                <a16:creationId xmlns:a16="http://schemas.microsoft.com/office/drawing/2014/main" id="{0448AA2C-C781-4AF5-A456-A777E706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19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Documentation is coordinated during supplier accreditation and project scoping.</a:t>
            </a:r>
          </a:p>
        </p:txBody>
      </p:sp>
      <p:sp>
        <p:nvSpPr>
          <p:cNvPr id="19" name="profile-763">
            <a:extLst xmlns:a="http://schemas.openxmlformats.org/drawingml/2006/main">
              <a:ext uri="{FF2B5EF4-FFF2-40B4-BE49-F238E27FC236}">
                <a16:creationId xmlns:a16="http://schemas.microsoft.com/office/drawing/2014/main" id="{48015EAA-BEA3-446E-9514-9B3C0AB6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Company registration</a:t>
            </a:r>
          </a:p>
        </p:txBody>
      </p:sp>
      <p:sp>
        <p:nvSpPr>
          <p:cNvPr id="20" name="profile-764">
            <a:extLst xmlns:a="http://schemas.openxmlformats.org/drawingml/2006/main">
              <a:ext uri="{FF2B5EF4-FFF2-40B4-BE49-F238E27FC236}">
                <a16:creationId xmlns:a16="http://schemas.microsoft.com/office/drawing/2014/main" id="{A62B8B3A-7918-423B-B3A9-4AF1425B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24225"/>
            <a:ext cx="7572375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SEC and 2026 business-permit copies in the appendix</a:t>
            </a:r>
          </a:p>
        </p:txBody>
      </p:sp>
      <p:sp>
        <p:nvSpPr>
          <p:cNvPr id="21" name="profile-765">
            <a:extLst xmlns:a="http://schemas.openxmlformats.org/drawingml/2006/main">
              <a:ext uri="{FF2B5EF4-FFF2-40B4-BE49-F238E27FC236}">
                <a16:creationId xmlns:a16="http://schemas.microsoft.com/office/drawing/2014/main" id="{FF62E532-BF91-4E6B-8FF5-3BEAF8A6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Service-specific records</a:t>
            </a:r>
          </a:p>
        </p:txBody>
      </p:sp>
      <p:sp>
        <p:nvSpPr>
          <p:cNvPr id="22" name="profile-766">
            <a:extLst xmlns:a="http://schemas.openxmlformats.org/drawingml/2006/main">
              <a:ext uri="{FF2B5EF4-FFF2-40B4-BE49-F238E27FC236}">
                <a16:creationId xmlns:a16="http://schemas.microsoft.com/office/drawing/2014/main" id="{0B7BB364-C017-4DA9-9B96-DDFEF11A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924300"/>
            <a:ext cx="7572375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Documents applicable to the agreed work and service provider</a:t>
            </a:r>
          </a:p>
        </p:txBody>
      </p:sp>
      <p:sp>
        <p:nvSpPr>
          <p:cNvPr id="23" name="profile-767">
            <a:extLst xmlns:a="http://schemas.openxmlformats.org/drawingml/2006/main">
              <a:ext uri="{FF2B5EF4-FFF2-40B4-BE49-F238E27FC236}">
                <a16:creationId xmlns:a16="http://schemas.microsoft.com/office/drawing/2014/main" id="{FE626F04-6FD3-40E3-840D-FF435DD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Treatment and disposal</a:t>
            </a:r>
          </a:p>
        </p:txBody>
      </p:sp>
      <p:sp>
        <p:nvSpPr>
          <p:cNvPr id="24" name="profile-768">
            <a:extLst xmlns:a="http://schemas.openxmlformats.org/drawingml/2006/main">
              <a:ext uri="{FF2B5EF4-FFF2-40B4-BE49-F238E27FC236}">
                <a16:creationId xmlns:a16="http://schemas.microsoft.com/office/drawing/2014/main" id="{302CA79A-753C-439B-84B8-7830D7A3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524375"/>
            <a:ext cx="7572375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Relevant facility records, agreements and supporting documentation</a:t>
            </a:r>
          </a:p>
        </p:txBody>
      </p:sp>
      <p:sp>
        <p:nvSpPr>
          <p:cNvPr id="25" name="profile-769">
            <a:extLst xmlns:a="http://schemas.openxmlformats.org/drawingml/2006/main">
              <a:ext uri="{FF2B5EF4-FFF2-40B4-BE49-F238E27FC236}">
                <a16:creationId xmlns:a16="http://schemas.microsoft.com/office/drawing/2014/main" id="{90B3CB3E-878A-44DF-B006-C1531F48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Project handover</a:t>
            </a:r>
          </a:p>
        </p:txBody>
      </p:sp>
      <p:sp>
        <p:nvSpPr>
          <p:cNvPr id="26" name="profile-770">
            <a:extLst xmlns:a="http://schemas.openxmlformats.org/drawingml/2006/main">
              <a:ext uri="{FF2B5EF4-FFF2-40B4-BE49-F238E27FC236}">
                <a16:creationId xmlns:a16="http://schemas.microsoft.com/office/drawing/2014/main" id="{2672DC6C-3348-4AE5-B870-F2835230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124450"/>
            <a:ext cx="7572375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Agreed completion records, operating guidance and service reports</a:t>
            </a:r>
          </a:p>
        </p:txBody>
      </p:sp>
      <p:sp>
        <p:nvSpPr>
          <p:cNvPr id="27" name="profile-771">
            <a:extLst xmlns:a="http://schemas.openxmlformats.org/drawingml/2006/main">
              <a:ext uri="{FF2B5EF4-FFF2-40B4-BE49-F238E27FC236}">
                <a16:creationId xmlns:a16="http://schemas.microsoft.com/office/drawing/2014/main" id="{1D60F07F-9FC3-4F14-92A9-D5BDAA8E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OPC BIR COR/TIN and an updated Globaltec discharge-permit copy remain to follow.</a:t>
            </a:r>
          </a:p>
        </p:txBody>
      </p:sp>
    </p:spTree>
    <p:extLst>
      <p:ext uri="{BB962C8B-B14F-4D97-AF65-F5344CB8AC3E}">
        <p14:creationId xmlns:p14="http://schemas.microsoft.com/office/powerpoint/2010/main" val="13326726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rofile-772">
            <a:extLst xmlns:a="http://schemas.openxmlformats.org/drawingml/2006/main">
              <a:ext uri="{FF2B5EF4-FFF2-40B4-BE49-F238E27FC236}">
                <a16:creationId xmlns:a16="http://schemas.microsoft.com/office/drawing/2014/main" id="{2FC2C05F-C2C0-4C2D-A65F-AB018B28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773">
            <a:extLst xmlns:a="http://schemas.openxmlformats.org/drawingml/2006/main">
              <a:ext uri="{FF2B5EF4-FFF2-40B4-BE49-F238E27FC236}">
                <a16:creationId xmlns:a16="http://schemas.microsoft.com/office/drawing/2014/main" id="{10D9BBEF-5BB7-4EA8-96E6-15D4D2DD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B3C70-DE9F-4869-8BBD-6E2B483A3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be01354a643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774">
            <a:extLst xmlns:a="http://schemas.openxmlformats.org/drawingml/2006/main">
              <a:ext uri="{FF2B5EF4-FFF2-40B4-BE49-F238E27FC236}">
                <a16:creationId xmlns:a16="http://schemas.microsoft.com/office/drawing/2014/main" id="{4C189742-7352-48E2-8C01-C22CBF86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775">
            <a:extLst xmlns:a="http://schemas.openxmlformats.org/drawingml/2006/main">
              <a:ext uri="{FF2B5EF4-FFF2-40B4-BE49-F238E27FC236}">
                <a16:creationId xmlns:a16="http://schemas.microsoft.com/office/drawing/2014/main" id="{32A6BC75-4C53-41BC-BE9F-A20AA043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776">
            <a:extLst xmlns:a="http://schemas.openxmlformats.org/drawingml/2006/main">
              <a:ext uri="{FF2B5EF4-FFF2-40B4-BE49-F238E27FC236}">
                <a16:creationId xmlns:a16="http://schemas.microsoft.com/office/drawing/2014/main" id="{7846514B-F81F-4869-A0F1-4AC0D569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777">
            <a:extLst xmlns:a="http://schemas.openxmlformats.org/drawingml/2006/main">
              <a:ext uri="{FF2B5EF4-FFF2-40B4-BE49-F238E27FC236}">
                <a16:creationId xmlns:a16="http://schemas.microsoft.com/office/drawing/2014/main" id="{A9750C85-B3B9-402C-9716-815442A7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778">
            <a:extLst xmlns:a="http://schemas.openxmlformats.org/drawingml/2006/main">
              <a:ext uri="{FF2B5EF4-FFF2-40B4-BE49-F238E27FC236}">
                <a16:creationId xmlns:a16="http://schemas.microsoft.com/office/drawing/2014/main" id="{DBD5847E-6B41-4B61-B7E7-7A671C23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779">
            <a:extLst xmlns:a="http://schemas.openxmlformats.org/drawingml/2006/main">
              <a:ext uri="{FF2B5EF4-FFF2-40B4-BE49-F238E27FC236}">
                <a16:creationId xmlns:a16="http://schemas.microsoft.com/office/drawing/2014/main" id="{E09A447C-5742-490C-8000-0141E0E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780">
            <a:extLst xmlns:a="http://schemas.openxmlformats.org/drawingml/2006/main">
              <a:ext uri="{FF2B5EF4-FFF2-40B4-BE49-F238E27FC236}">
                <a16:creationId xmlns:a16="http://schemas.microsoft.com/office/drawing/2014/main" id="{80A3C0EC-D92B-4C7D-88CF-497E7FCB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781">
            <a:extLst xmlns:a="http://schemas.openxmlformats.org/drawingml/2006/main">
              <a:ext uri="{FF2B5EF4-FFF2-40B4-BE49-F238E27FC236}">
                <a16:creationId xmlns:a16="http://schemas.microsoft.com/office/drawing/2014/main" id="{3E56EF1D-5B11-4742-B445-CE6104FB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782">
            <a:extLst xmlns:a="http://schemas.openxmlformats.org/drawingml/2006/main">
              <a:ext uri="{FF2B5EF4-FFF2-40B4-BE49-F238E27FC236}">
                <a16:creationId xmlns:a16="http://schemas.microsoft.com/office/drawing/2014/main" id="{49AD6EC3-F2DE-46C9-B729-0DED9C8B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783">
            <a:extLst xmlns:a="http://schemas.openxmlformats.org/drawingml/2006/main">
              <a:ext uri="{FF2B5EF4-FFF2-40B4-BE49-F238E27FC236}">
                <a16:creationId xmlns:a16="http://schemas.microsoft.com/office/drawing/2014/main" id="{DEC4B989-86B8-4F03-B75D-5855D61C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784">
            <a:extLst xmlns:a="http://schemas.openxmlformats.org/drawingml/2006/main">
              <a:ext uri="{FF2B5EF4-FFF2-40B4-BE49-F238E27FC236}">
                <a16:creationId xmlns:a16="http://schemas.microsoft.com/office/drawing/2014/main" id="{38F7CA8A-9B13-4AF2-B555-F69CCA62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785">
            <a:extLst xmlns:a="http://schemas.openxmlformats.org/drawingml/2006/main">
              <a:ext uri="{FF2B5EF4-FFF2-40B4-BE49-F238E27FC236}">
                <a16:creationId xmlns:a16="http://schemas.microsoft.com/office/drawing/2014/main" id="{B6D8002A-6854-4670-AB7E-C29D0E0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16" name="profile-786">
            <a:extLst xmlns:a="http://schemas.openxmlformats.org/drawingml/2006/main">
              <a:ext uri="{FF2B5EF4-FFF2-40B4-BE49-F238E27FC236}">
                <a16:creationId xmlns:a16="http://schemas.microsoft.com/office/drawing/2014/main" id="{20770B97-1296-4C38-AFCE-8AC7B2F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 clear process for every engagement</a:t>
            </a:r>
          </a:p>
        </p:txBody>
      </p:sp>
      <p:sp>
        <p:nvSpPr>
          <p:cNvPr id="17" name="profile-787">
            <a:extLst xmlns:a="http://schemas.openxmlformats.org/drawingml/2006/main">
              <a:ext uri="{FF2B5EF4-FFF2-40B4-BE49-F238E27FC236}">
                <a16:creationId xmlns:a16="http://schemas.microsoft.com/office/drawing/2014/main" id="{69535492-C344-4163-84DC-4AA433CD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788">
            <a:extLst xmlns:a="http://schemas.openxmlformats.org/drawingml/2006/main">
              <a:ext uri="{FF2B5EF4-FFF2-40B4-BE49-F238E27FC236}">
                <a16:creationId xmlns:a16="http://schemas.microsoft.com/office/drawing/2014/main" id="{B0E86809-16DD-40B8-AA5D-42C2B518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7647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9" name="profile-789">
            <a:extLst xmlns:a="http://schemas.openxmlformats.org/drawingml/2006/main">
              <a:ext uri="{FF2B5EF4-FFF2-40B4-BE49-F238E27FC236}">
                <a16:creationId xmlns:a16="http://schemas.microsoft.com/office/drawing/2014/main" id="{529D74DF-EF16-41B0-AB84-91C27475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76475"/>
            <a:ext cx="1042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Tell us what your site needs</a:t>
            </a:r>
          </a:p>
        </p:txBody>
      </p:sp>
      <p:sp>
        <p:nvSpPr>
          <p:cNvPr id="20" name="profile-790">
            <a:extLst xmlns:a="http://schemas.openxmlformats.org/drawingml/2006/main">
              <a:ext uri="{FF2B5EF4-FFF2-40B4-BE49-F238E27FC236}">
                <a16:creationId xmlns:a16="http://schemas.microsoft.com/office/drawing/2014/main" id="{4D201E76-846F-4A2A-9582-C41083E5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09850"/>
            <a:ext cx="10382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Share the location, property type, service concern, and preferred schedule.</a:t>
            </a:r>
          </a:p>
        </p:txBody>
      </p:sp>
      <p:sp>
        <p:nvSpPr>
          <p:cNvPr id="21" name="profile-791">
            <a:extLst xmlns:a="http://schemas.openxmlformats.org/drawingml/2006/main">
              <a:ext uri="{FF2B5EF4-FFF2-40B4-BE49-F238E27FC236}">
                <a16:creationId xmlns:a16="http://schemas.microsoft.com/office/drawing/2014/main" id="{58517C8A-89C6-4F7A-A0B9-951332DB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2" name="profile-792">
            <a:extLst xmlns:a="http://schemas.openxmlformats.org/drawingml/2006/main">
              <a:ext uri="{FF2B5EF4-FFF2-40B4-BE49-F238E27FC236}">
                <a16:creationId xmlns:a16="http://schemas.microsoft.com/office/drawing/2014/main" id="{7C59321D-47A0-41D4-A692-7CA4610D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9900"/>
            <a:ext cx="1042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Review the scope</a:t>
            </a:r>
          </a:p>
        </p:txBody>
      </p:sp>
      <p:sp>
        <p:nvSpPr>
          <p:cNvPr id="23" name="profile-793">
            <a:extLst xmlns:a="http://schemas.openxmlformats.org/drawingml/2006/main">
              <a:ext uri="{FF2B5EF4-FFF2-40B4-BE49-F238E27FC236}">
                <a16:creationId xmlns:a16="http://schemas.microsoft.com/office/drawing/2014/main" id="{BBFF1D65-FD71-41C9-A01B-8391E567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43275"/>
            <a:ext cx="10382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assesses the information and arranges a site visit where needed.</a:t>
            </a:r>
          </a:p>
        </p:txBody>
      </p:sp>
      <p:sp>
        <p:nvSpPr>
          <p:cNvPr id="24" name="profile-794">
            <a:extLst xmlns:a="http://schemas.openxmlformats.org/drawingml/2006/main">
              <a:ext uri="{FF2B5EF4-FFF2-40B4-BE49-F238E27FC236}">
                <a16:creationId xmlns:a16="http://schemas.microsoft.com/office/drawing/2014/main" id="{048709C8-BB30-4758-BE3B-26FB50F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5" name="profile-795">
            <a:extLst xmlns:a="http://schemas.openxmlformats.org/drawingml/2006/main">
              <a:ext uri="{FF2B5EF4-FFF2-40B4-BE49-F238E27FC236}">
                <a16:creationId xmlns:a16="http://schemas.microsoft.com/office/drawing/2014/main" id="{B8D52E64-11C3-48BB-819F-67B8A513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43325"/>
            <a:ext cx="1042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Approve the proposal</a:t>
            </a:r>
          </a:p>
        </p:txBody>
      </p:sp>
      <p:sp>
        <p:nvSpPr>
          <p:cNvPr id="26" name="profile-796">
            <a:extLst xmlns:a="http://schemas.openxmlformats.org/drawingml/2006/main">
              <a:ext uri="{FF2B5EF4-FFF2-40B4-BE49-F238E27FC236}">
                <a16:creationId xmlns:a16="http://schemas.microsoft.com/office/drawing/2014/main" id="{8E1D9B73-7814-4327-AFA1-EBAA852F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76700"/>
            <a:ext cx="10382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Review the work scope, price, schedule, site requirements, and agreed responsibilities.</a:t>
            </a:r>
          </a:p>
        </p:txBody>
      </p:sp>
      <p:sp>
        <p:nvSpPr>
          <p:cNvPr id="27" name="profile-797">
            <a:extLst xmlns:a="http://schemas.openxmlformats.org/drawingml/2006/main">
              <a:ext uri="{FF2B5EF4-FFF2-40B4-BE49-F238E27FC236}">
                <a16:creationId xmlns:a16="http://schemas.microsoft.com/office/drawing/2014/main" id="{E3DD43E8-0CE5-4885-BF40-DA37C677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8" name="profile-798">
            <a:extLst xmlns:a="http://schemas.openxmlformats.org/drawingml/2006/main">
              <a:ext uri="{FF2B5EF4-FFF2-40B4-BE49-F238E27FC236}">
                <a16:creationId xmlns:a16="http://schemas.microsoft.com/office/drawing/2014/main" id="{019B8419-3490-421D-BCDB-A75DE122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476750"/>
            <a:ext cx="1042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Coordinate the service</a:t>
            </a:r>
          </a:p>
        </p:txBody>
      </p:sp>
      <p:sp>
        <p:nvSpPr>
          <p:cNvPr id="29" name="profile-799">
            <a:extLst xmlns:a="http://schemas.openxmlformats.org/drawingml/2006/main">
              <a:ext uri="{FF2B5EF4-FFF2-40B4-BE49-F238E27FC236}">
                <a16:creationId xmlns:a16="http://schemas.microsoft.com/office/drawing/2014/main" id="{2BB569C3-B9F1-46A7-A275-66E6218C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10125"/>
            <a:ext cx="10382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Our team works with your representative on access, implementation, and progress updates.</a:t>
            </a:r>
          </a:p>
        </p:txBody>
      </p:sp>
      <p:sp>
        <p:nvSpPr>
          <p:cNvPr id="30" name="profile-800">
            <a:extLst xmlns:a="http://schemas.openxmlformats.org/drawingml/2006/main">
              <a:ext uri="{FF2B5EF4-FFF2-40B4-BE49-F238E27FC236}">
                <a16:creationId xmlns:a16="http://schemas.microsoft.com/office/drawing/2014/main" id="{C48550AB-BAB8-4279-B644-62899D15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1" name="profile-801">
            <a:extLst xmlns:a="http://schemas.openxmlformats.org/drawingml/2006/main">
              <a:ext uri="{FF2B5EF4-FFF2-40B4-BE49-F238E27FC236}">
                <a16:creationId xmlns:a16="http://schemas.microsoft.com/office/drawing/2014/main" id="{9039F7BA-CF41-4870-A98F-312719F9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210175"/>
            <a:ext cx="1042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Review and plan ahead</a:t>
            </a:r>
          </a:p>
        </p:txBody>
      </p:sp>
      <p:sp>
        <p:nvSpPr>
          <p:cNvPr id="32" name="profile-802">
            <a:extLst xmlns:a="http://schemas.openxmlformats.org/drawingml/2006/main">
              <a:ext uri="{FF2B5EF4-FFF2-40B4-BE49-F238E27FC236}">
                <a16:creationId xmlns:a16="http://schemas.microsoft.com/office/drawing/2014/main" id="{800E3FF7-92C2-43A5-84E3-EC0193AF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43550"/>
            <a:ext cx="10382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Confirm completion and discuss any recommended follow-up or recurring service needs.</a:t>
            </a:r>
          </a:p>
        </p:txBody>
      </p:sp>
    </p:spTree>
    <p:extLst>
      <p:ext uri="{BB962C8B-B14F-4D97-AF65-F5344CB8AC3E}">
        <p14:creationId xmlns:p14="http://schemas.microsoft.com/office/powerpoint/2010/main" val="6974714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rofile-803">
            <a:extLst xmlns:a="http://schemas.openxmlformats.org/drawingml/2006/main">
              <a:ext uri="{FF2B5EF4-FFF2-40B4-BE49-F238E27FC236}">
                <a16:creationId xmlns:a16="http://schemas.microsoft.com/office/drawing/2014/main" id="{0903E641-FBE0-45AE-9624-35731C02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804">
            <a:extLst xmlns:a="http://schemas.openxmlformats.org/drawingml/2006/main">
              <a:ext uri="{FF2B5EF4-FFF2-40B4-BE49-F238E27FC236}">
                <a16:creationId xmlns:a16="http://schemas.microsoft.com/office/drawing/2014/main" id="{15FBF61A-7EBD-470B-BB00-F2A67B4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6106A-F1C2-417E-808D-74A6178D4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43cdbcf1545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805">
            <a:extLst xmlns:a="http://schemas.openxmlformats.org/drawingml/2006/main">
              <a:ext uri="{FF2B5EF4-FFF2-40B4-BE49-F238E27FC236}">
                <a16:creationId xmlns:a16="http://schemas.microsoft.com/office/drawing/2014/main" id="{9FF2FC57-52E2-4506-A55B-BE0DBF9C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806">
            <a:extLst xmlns:a="http://schemas.openxmlformats.org/drawingml/2006/main">
              <a:ext uri="{FF2B5EF4-FFF2-40B4-BE49-F238E27FC236}">
                <a16:creationId xmlns:a16="http://schemas.microsoft.com/office/drawing/2014/main" id="{710E3352-9868-4BC1-A523-C6219602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807">
            <a:extLst xmlns:a="http://schemas.openxmlformats.org/drawingml/2006/main">
              <a:ext uri="{FF2B5EF4-FFF2-40B4-BE49-F238E27FC236}">
                <a16:creationId xmlns:a16="http://schemas.microsoft.com/office/drawing/2014/main" id="{F499F35D-37DA-41B6-9AC7-5A90C596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808">
            <a:extLst xmlns:a="http://schemas.openxmlformats.org/drawingml/2006/main">
              <a:ext uri="{FF2B5EF4-FFF2-40B4-BE49-F238E27FC236}">
                <a16:creationId xmlns:a16="http://schemas.microsoft.com/office/drawing/2014/main" id="{9653E22D-1C7C-4879-B98A-E979F71B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809">
            <a:extLst xmlns:a="http://schemas.openxmlformats.org/drawingml/2006/main">
              <a:ext uri="{FF2B5EF4-FFF2-40B4-BE49-F238E27FC236}">
                <a16:creationId xmlns:a16="http://schemas.microsoft.com/office/drawing/2014/main" id="{955F1A87-717A-4331-B63C-A3D95E51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810">
            <a:extLst xmlns:a="http://schemas.openxmlformats.org/drawingml/2006/main">
              <a:ext uri="{FF2B5EF4-FFF2-40B4-BE49-F238E27FC236}">
                <a16:creationId xmlns:a16="http://schemas.microsoft.com/office/drawing/2014/main" id="{0443455C-EC03-427C-815A-1B0A0D2E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811">
            <a:extLst xmlns:a="http://schemas.openxmlformats.org/drawingml/2006/main">
              <a:ext uri="{FF2B5EF4-FFF2-40B4-BE49-F238E27FC236}">
                <a16:creationId xmlns:a16="http://schemas.microsoft.com/office/drawing/2014/main" id="{7826B079-8BDA-4C6C-AA12-7838623E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812">
            <a:extLst xmlns:a="http://schemas.openxmlformats.org/drawingml/2006/main">
              <a:ext uri="{FF2B5EF4-FFF2-40B4-BE49-F238E27FC236}">
                <a16:creationId xmlns:a16="http://schemas.microsoft.com/office/drawing/2014/main" id="{185FB4D8-B852-4ED5-8028-A9C4AF07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813">
            <a:extLst xmlns:a="http://schemas.openxmlformats.org/drawingml/2006/main">
              <a:ext uri="{FF2B5EF4-FFF2-40B4-BE49-F238E27FC236}">
                <a16:creationId xmlns:a16="http://schemas.microsoft.com/office/drawing/2014/main" id="{4709F228-E5BF-4F11-A374-BC5095BF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814">
            <a:extLst xmlns:a="http://schemas.openxmlformats.org/drawingml/2006/main">
              <a:ext uri="{FF2B5EF4-FFF2-40B4-BE49-F238E27FC236}">
                <a16:creationId xmlns:a16="http://schemas.microsoft.com/office/drawing/2014/main" id="{8C6C20F9-3899-4489-9934-EB4710C5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815">
            <a:extLst xmlns:a="http://schemas.openxmlformats.org/drawingml/2006/main">
              <a:ext uri="{FF2B5EF4-FFF2-40B4-BE49-F238E27FC236}">
                <a16:creationId xmlns:a16="http://schemas.microsoft.com/office/drawing/2014/main" id="{68612E17-A273-4109-AFD9-EF24D36D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816">
            <a:extLst xmlns:a="http://schemas.openxmlformats.org/drawingml/2006/main">
              <a:ext uri="{FF2B5EF4-FFF2-40B4-BE49-F238E27FC236}">
                <a16:creationId xmlns:a16="http://schemas.microsoft.com/office/drawing/2014/main" id="{4C3ACB96-57B4-49C1-9007-96FF8CB9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16" name="profile-817">
            <a:extLst xmlns:a="http://schemas.openxmlformats.org/drawingml/2006/main">
              <a:ext uri="{FF2B5EF4-FFF2-40B4-BE49-F238E27FC236}">
                <a16:creationId xmlns:a16="http://schemas.microsoft.com/office/drawing/2014/main" id="{0A3D2560-846C-4E34-AB65-D761F90B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Metro Manila first. Wider reach by arrangement.</a:t>
            </a:r>
          </a:p>
        </p:txBody>
      </p:sp>
      <p:sp>
        <p:nvSpPr>
          <p:cNvPr id="17" name="profile-818">
            <a:extLst xmlns:a="http://schemas.openxmlformats.org/drawingml/2006/main">
              <a:ext uri="{FF2B5EF4-FFF2-40B4-BE49-F238E27FC236}">
                <a16:creationId xmlns:a16="http://schemas.microsoft.com/office/drawing/2014/main" id="{44FA6FC7-D84A-4E82-9C77-013D71A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819">
            <a:extLst xmlns:a="http://schemas.openxmlformats.org/drawingml/2006/main">
              <a:ext uri="{FF2B5EF4-FFF2-40B4-BE49-F238E27FC236}">
                <a16:creationId xmlns:a16="http://schemas.microsoft.com/office/drawing/2014/main" id="{8B152663-9778-4194-BEEA-DB3E3C12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PRIORITY SERVICE AREAS</a:t>
            </a:r>
          </a:p>
        </p:txBody>
      </p:sp>
      <p:sp>
        <p:nvSpPr>
          <p:cNvPr id="19" name="profile-820">
            <a:extLst xmlns:a="http://schemas.openxmlformats.org/drawingml/2006/main">
              <a:ext uri="{FF2B5EF4-FFF2-40B4-BE49-F238E27FC236}">
                <a16:creationId xmlns:a16="http://schemas.microsoft.com/office/drawing/2014/main" id="{23B18372-04CB-417D-965F-5B87DFE0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714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Metro Manila</a:t>
            </a:r>
          </a:p>
        </p:txBody>
      </p:sp>
      <p:sp>
        <p:nvSpPr>
          <p:cNvPr id="20" name="profile-821">
            <a:extLst xmlns:a="http://schemas.openxmlformats.org/drawingml/2006/main">
              <a:ext uri="{FF2B5EF4-FFF2-40B4-BE49-F238E27FC236}">
                <a16:creationId xmlns:a16="http://schemas.microsoft.com/office/drawing/2014/main" id="{72DB33AA-B632-41F2-B239-7BF854F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714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Cavite, Laguna, Batangas and Rizal</a:t>
            </a:r>
          </a:p>
        </p:txBody>
      </p:sp>
      <p:sp>
        <p:nvSpPr>
          <p:cNvPr id="21" name="profile-822">
            <a:extLst xmlns:a="http://schemas.openxmlformats.org/drawingml/2006/main">
              <a:ext uri="{FF2B5EF4-FFF2-40B4-BE49-F238E27FC236}">
                <a16:creationId xmlns:a16="http://schemas.microsoft.com/office/drawing/2014/main" id="{1001BEA7-AB0B-4FBA-B7CF-90697B04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714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Bulacan, Pampanga and Bataan</a:t>
            </a:r>
          </a:p>
        </p:txBody>
      </p:sp>
      <p:sp>
        <p:nvSpPr>
          <p:cNvPr id="22" name="profile-823">
            <a:extLst xmlns:a="http://schemas.openxmlformats.org/drawingml/2006/main">
              <a:ext uri="{FF2B5EF4-FFF2-40B4-BE49-F238E27FC236}">
                <a16:creationId xmlns:a16="http://schemas.microsoft.com/office/drawing/2014/main" id="{B73D48BD-044A-4570-A2C9-E912896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714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Zambales, including Subic and Olongapo</a:t>
            </a:r>
          </a:p>
        </p:txBody>
      </p:sp>
      <p:sp>
        <p:nvSpPr>
          <p:cNvPr id="23" name="profile-824">
            <a:extLst xmlns:a="http://schemas.openxmlformats.org/drawingml/2006/main">
              <a:ext uri="{FF2B5EF4-FFF2-40B4-BE49-F238E27FC236}">
                <a16:creationId xmlns:a16="http://schemas.microsoft.com/office/drawing/2014/main" id="{CC6C85E4-E476-4880-89CD-F651C9BE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384810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4" name="profile-825">
            <a:extLst xmlns:a="http://schemas.openxmlformats.org/drawingml/2006/main">
              <a:ext uri="{FF2B5EF4-FFF2-40B4-BE49-F238E27FC236}">
                <a16:creationId xmlns:a16="http://schemas.microsoft.com/office/drawing/2014/main" id="{24068F2A-4A27-49BE-9EE6-0BFD5AA2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EXTENDED COVERAGE</a:t>
            </a:r>
          </a:p>
        </p:txBody>
      </p:sp>
      <p:sp>
        <p:nvSpPr>
          <p:cNvPr id="25" name="profile-826">
            <a:extLst xmlns:a="http://schemas.openxmlformats.org/drawingml/2006/main">
              <a:ext uri="{FF2B5EF4-FFF2-40B4-BE49-F238E27FC236}">
                <a16:creationId xmlns:a16="http://schemas.microsoft.com/office/drawing/2014/main" id="{EB315219-5A93-460D-B32D-5C03CED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Central and Northern Luzon</a:t>
            </a:r>
          </a:p>
        </p:txBody>
      </p:sp>
      <p:sp>
        <p:nvSpPr>
          <p:cNvPr id="26" name="profile-827">
            <a:extLst xmlns:a="http://schemas.openxmlformats.org/drawingml/2006/main">
              <a:ext uri="{FF2B5EF4-FFF2-40B4-BE49-F238E27FC236}">
                <a16:creationId xmlns:a16="http://schemas.microsoft.com/office/drawing/2014/main" id="{90AA86CF-74E4-4265-AB88-FD4B8DE2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8137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profile-828">
            <a:extLst xmlns:a="http://schemas.openxmlformats.org/drawingml/2006/main">
              <a:ext uri="{FF2B5EF4-FFF2-40B4-BE49-F238E27FC236}">
                <a16:creationId xmlns:a16="http://schemas.microsoft.com/office/drawing/2014/main" id="{A49EDF95-C14B-4F63-82B3-69ABCC62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2427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Nationwide projects by</a:t>
            </a:r>
          </a:p>
        </p:txBody>
      </p:sp>
      <p:sp>
        <p:nvSpPr>
          <p:cNvPr id="28" name="profile-829">
            <a:extLst xmlns:a="http://schemas.openxmlformats.org/drawingml/2006/main">
              <a:ext uri="{FF2B5EF4-FFF2-40B4-BE49-F238E27FC236}">
                <a16:creationId xmlns:a16="http://schemas.microsoft.com/office/drawing/2014/main" id="{4542EEAA-A25D-4237-9CFB-D403D368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6717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arrangement</a:t>
            </a:r>
          </a:p>
        </p:txBody>
      </p:sp>
      <p:sp>
        <p:nvSpPr>
          <p:cNvPr id="29" name="profile-830">
            <a:extLst xmlns:a="http://schemas.openxmlformats.org/drawingml/2006/main">
              <a:ext uri="{FF2B5EF4-FFF2-40B4-BE49-F238E27FC236}">
                <a16:creationId xmlns:a16="http://schemas.microsoft.com/office/drawing/2014/main" id="{94F50AE7-58C8-42C6-98C8-DA896D45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144250" cy="31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Detailed city and municipality coverage follows in the appendix.</a:t>
            </a:r>
          </a:p>
        </p:txBody>
      </p:sp>
      <p:sp>
        <p:nvSpPr>
          <p:cNvPr id="30" name="profile-831">
            <a:extLst xmlns:a="http://schemas.openxmlformats.org/drawingml/2006/main">
              <a:ext uri="{FF2B5EF4-FFF2-40B4-BE49-F238E27FC236}">
                <a16:creationId xmlns:a16="http://schemas.microsoft.com/office/drawing/2014/main" id="{71A24F74-0423-4A2F-8ABD-46C7756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Service availability, travel requirements and schedules are confirmed for each request.</a:t>
            </a:r>
          </a:p>
        </p:txBody>
      </p:sp>
    </p:spTree>
    <p:extLst>
      <p:ext uri="{BB962C8B-B14F-4D97-AF65-F5344CB8AC3E}">
        <p14:creationId xmlns:p14="http://schemas.microsoft.com/office/powerpoint/2010/main" val="3174384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rofile-832">
            <a:extLst xmlns:a="http://schemas.openxmlformats.org/drawingml/2006/main">
              <a:ext uri="{FF2B5EF4-FFF2-40B4-BE49-F238E27FC236}">
                <a16:creationId xmlns:a16="http://schemas.microsoft.com/office/drawing/2014/main" id="{42D6A894-693C-4B9E-A9A5-2233B907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833">
            <a:extLst xmlns:a="http://schemas.openxmlformats.org/drawingml/2006/main">
              <a:ext uri="{FF2B5EF4-FFF2-40B4-BE49-F238E27FC236}">
                <a16:creationId xmlns:a16="http://schemas.microsoft.com/office/drawing/2014/main" id="{FC9F16DC-0C50-4E64-B343-7B8CFC1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3F333-B948-4F86-A3C6-0AF4A9A2A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05362b8f94a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834">
            <a:extLst xmlns:a="http://schemas.openxmlformats.org/drawingml/2006/main">
              <a:ext uri="{FF2B5EF4-FFF2-40B4-BE49-F238E27FC236}">
                <a16:creationId xmlns:a16="http://schemas.microsoft.com/office/drawing/2014/main" id="{EFE922FA-3511-4CCE-B1E4-0548B3D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835">
            <a:extLst xmlns:a="http://schemas.openxmlformats.org/drawingml/2006/main">
              <a:ext uri="{FF2B5EF4-FFF2-40B4-BE49-F238E27FC236}">
                <a16:creationId xmlns:a16="http://schemas.microsoft.com/office/drawing/2014/main" id="{8FFAADA0-D943-402C-84A4-1ABEF529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836">
            <a:extLst xmlns:a="http://schemas.openxmlformats.org/drawingml/2006/main">
              <a:ext uri="{FF2B5EF4-FFF2-40B4-BE49-F238E27FC236}">
                <a16:creationId xmlns:a16="http://schemas.microsoft.com/office/drawing/2014/main" id="{BE085134-00ED-4973-9896-A474D36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837">
            <a:extLst xmlns:a="http://schemas.openxmlformats.org/drawingml/2006/main">
              <a:ext uri="{FF2B5EF4-FFF2-40B4-BE49-F238E27FC236}">
                <a16:creationId xmlns:a16="http://schemas.microsoft.com/office/drawing/2014/main" id="{6555E73A-A5BC-4B11-B74B-ACCBBB96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838">
            <a:extLst xmlns:a="http://schemas.openxmlformats.org/drawingml/2006/main">
              <a:ext uri="{FF2B5EF4-FFF2-40B4-BE49-F238E27FC236}">
                <a16:creationId xmlns:a16="http://schemas.microsoft.com/office/drawing/2014/main" id="{4B598884-8BCB-4EB8-9A1A-8F628360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839">
            <a:extLst xmlns:a="http://schemas.openxmlformats.org/drawingml/2006/main">
              <a:ext uri="{FF2B5EF4-FFF2-40B4-BE49-F238E27FC236}">
                <a16:creationId xmlns:a16="http://schemas.microsoft.com/office/drawing/2014/main" id="{97068339-2300-4BC8-832B-AD4F7311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840">
            <a:extLst xmlns:a="http://schemas.openxmlformats.org/drawingml/2006/main">
              <a:ext uri="{FF2B5EF4-FFF2-40B4-BE49-F238E27FC236}">
                <a16:creationId xmlns:a16="http://schemas.microsoft.com/office/drawing/2014/main" id="{2E42BFF6-98F6-4C67-8F9C-B72CCFD2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841">
            <a:extLst xmlns:a="http://schemas.openxmlformats.org/drawingml/2006/main">
              <a:ext uri="{FF2B5EF4-FFF2-40B4-BE49-F238E27FC236}">
                <a16:creationId xmlns:a16="http://schemas.microsoft.com/office/drawing/2014/main" id="{51038A45-F9AC-4B42-8767-9E58926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842">
            <a:extLst xmlns:a="http://schemas.openxmlformats.org/drawingml/2006/main">
              <a:ext uri="{FF2B5EF4-FFF2-40B4-BE49-F238E27FC236}">
                <a16:creationId xmlns:a16="http://schemas.microsoft.com/office/drawing/2014/main" id="{91BDF136-86F3-4C1D-A789-16C275D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843">
            <a:extLst xmlns:a="http://schemas.openxmlformats.org/drawingml/2006/main">
              <a:ext uri="{FF2B5EF4-FFF2-40B4-BE49-F238E27FC236}">
                <a16:creationId xmlns:a16="http://schemas.microsoft.com/office/drawing/2014/main" id="{9C1F534E-A134-4980-9AE6-CF4F1341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844">
            <a:extLst xmlns:a="http://schemas.openxmlformats.org/drawingml/2006/main">
              <a:ext uri="{FF2B5EF4-FFF2-40B4-BE49-F238E27FC236}">
                <a16:creationId xmlns:a16="http://schemas.microsoft.com/office/drawing/2014/main" id="{B74057D5-2047-4CB7-897E-4CEFBDF1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845">
            <a:extLst xmlns:a="http://schemas.openxmlformats.org/drawingml/2006/main">
              <a:ext uri="{FF2B5EF4-FFF2-40B4-BE49-F238E27FC236}">
                <a16:creationId xmlns:a16="http://schemas.microsoft.com/office/drawing/2014/main" id="{88697B57-2749-494B-887D-64331FF4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16" name="profile-846">
            <a:extLst xmlns:a="http://schemas.openxmlformats.org/drawingml/2006/main">
              <a:ext uri="{FF2B5EF4-FFF2-40B4-BE49-F238E27FC236}">
                <a16:creationId xmlns:a16="http://schemas.microsoft.com/office/drawing/2014/main" id="{9377F90D-8BBD-4B4F-A3D9-8D1211D5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Let us review your property service needs</a:t>
            </a:r>
          </a:p>
        </p:txBody>
      </p:sp>
      <p:sp>
        <p:nvSpPr>
          <p:cNvPr id="17" name="profile-847">
            <a:extLst xmlns:a="http://schemas.openxmlformats.org/drawingml/2006/main">
              <a:ext uri="{FF2B5EF4-FFF2-40B4-BE49-F238E27FC236}">
                <a16:creationId xmlns:a16="http://schemas.microsoft.com/office/drawing/2014/main" id="{6A396D50-7D7A-4185-BA56-6A058D56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848">
            <a:extLst xmlns:a="http://schemas.openxmlformats.org/drawingml/2006/main">
              <a:ext uri="{FF2B5EF4-FFF2-40B4-BE49-F238E27FC236}">
                <a16:creationId xmlns:a16="http://schemas.microsoft.com/office/drawing/2014/main" id="{A55C5822-8071-4AFE-9B7D-C8A14FC1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239500" cy="380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Arrange a site assessment or discuss a service proposal with Oceanides.</a:t>
            </a:r>
          </a:p>
        </p:txBody>
      </p:sp>
      <p:sp>
        <p:nvSpPr>
          <p:cNvPr id="19" name="profile-849">
            <a:extLst xmlns:a="http://schemas.openxmlformats.org/drawingml/2006/main">
              <a:ext uri="{FF2B5EF4-FFF2-40B4-BE49-F238E27FC236}">
                <a16:creationId xmlns:a16="http://schemas.microsoft.com/office/drawing/2014/main" id="{AFA6682A-9025-4909-A02F-4DED718F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0917 671 6383</a:t>
            </a:r>
          </a:p>
        </p:txBody>
      </p:sp>
      <p:sp>
        <p:nvSpPr>
          <p:cNvPr id="20" name="profile-850">
            <a:extLst xmlns:a="http://schemas.openxmlformats.org/drawingml/2006/main">
              <a:ext uri="{FF2B5EF4-FFF2-40B4-BE49-F238E27FC236}">
                <a16:creationId xmlns:a16="http://schemas.microsoft.com/office/drawing/2014/main" id="{14519589-87D2-41C4-9F31-BBE10826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67050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0939 245 6217</a:t>
            </a:r>
          </a:p>
        </p:txBody>
      </p:sp>
      <p:sp>
        <p:nvSpPr>
          <p:cNvPr id="21" name="profile-851">
            <a:extLst xmlns:a="http://schemas.openxmlformats.org/drawingml/2006/main">
              <a:ext uri="{FF2B5EF4-FFF2-40B4-BE49-F238E27FC236}">
                <a16:creationId xmlns:a16="http://schemas.microsoft.com/office/drawing/2014/main" id="{8193E2EC-2D35-4E4C-A98F-6371390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</a:t>
            </a:r>
          </a:p>
        </p:txBody>
      </p:sp>
      <p:sp>
        <p:nvSpPr>
          <p:cNvPr id="22" name="profile-852">
            <a:extLst xmlns:a="http://schemas.openxmlformats.org/drawingml/2006/main">
              <a:ext uri="{FF2B5EF4-FFF2-40B4-BE49-F238E27FC236}">
                <a16:creationId xmlns:a16="http://schemas.microsoft.com/office/drawing/2014/main" id="{C155414B-B05F-44D5-A3A4-ABB8930E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14775"/>
            <a:ext cx="546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Tramo Street Corner Dandan</a:t>
            </a:r>
          </a:p>
        </p:txBody>
      </p:sp>
      <p:sp>
        <p:nvSpPr>
          <p:cNvPr id="23" name="profile-853">
            <a:extLst xmlns:a="http://schemas.openxmlformats.org/drawingml/2006/main">
              <a:ext uri="{FF2B5EF4-FFF2-40B4-BE49-F238E27FC236}">
                <a16:creationId xmlns:a16="http://schemas.microsoft.com/office/drawing/2014/main" id="{4A224925-24ED-4D47-8F62-E0D596A2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38625"/>
            <a:ext cx="546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Pasay City, Philippines 1300</a:t>
            </a:r>
          </a:p>
        </p:txBody>
      </p:sp>
      <p:sp>
        <p:nvSpPr>
          <p:cNvPr id="24" name="profile-854">
            <a:extLst xmlns:a="http://schemas.openxmlformats.org/drawingml/2006/main">
              <a:ext uri="{FF2B5EF4-FFF2-40B4-BE49-F238E27FC236}">
                <a16:creationId xmlns:a16="http://schemas.microsoft.com/office/drawing/2014/main" id="{270D3494-1F29-4CD3-A944-6CFB7B8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25" name="profile-855">
            <a:extLst xmlns:a="http://schemas.openxmlformats.org/drawingml/2006/main">
              <a:ext uri="{FF2B5EF4-FFF2-40B4-BE49-F238E27FC236}">
                <a16:creationId xmlns:a16="http://schemas.microsoft.com/office/drawing/2014/main" id="{299141F2-B10A-47DF-897D-362B12B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corporate@oceanidessepticandpest.com</a:t>
            </a:r>
          </a:p>
        </p:txBody>
      </p:sp>
      <p:sp>
        <p:nvSpPr>
          <p:cNvPr id="26" name="profile-856">
            <a:extLst xmlns:a="http://schemas.openxmlformats.org/drawingml/2006/main">
              <a:ext uri="{FF2B5EF4-FFF2-40B4-BE49-F238E27FC236}">
                <a16:creationId xmlns:a16="http://schemas.microsoft.com/office/drawing/2014/main" id="{CBB89035-E14B-40A1-8A90-4A339308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1334750" cy="239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Please share the service, site location and preferred schedule so we can coordinate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3109271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profile-857">
            <a:extLst xmlns:a="http://schemas.openxmlformats.org/drawingml/2006/main">
              <a:ext uri="{FF2B5EF4-FFF2-40B4-BE49-F238E27FC236}">
                <a16:creationId xmlns:a16="http://schemas.microsoft.com/office/drawing/2014/main" id="{FCB2CDEC-44FE-4D51-9E5E-4D40B972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858">
            <a:extLst xmlns:a="http://schemas.openxmlformats.org/drawingml/2006/main">
              <a:ext uri="{FF2B5EF4-FFF2-40B4-BE49-F238E27FC236}">
                <a16:creationId xmlns:a16="http://schemas.microsoft.com/office/drawing/2014/main" id="{78650ECE-7967-4692-9282-E32A8145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4C2C2-46DB-4DA7-B3D5-49C5B03405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a2481ed1f4b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859">
            <a:extLst xmlns:a="http://schemas.openxmlformats.org/drawingml/2006/main">
              <a:ext uri="{FF2B5EF4-FFF2-40B4-BE49-F238E27FC236}">
                <a16:creationId xmlns:a16="http://schemas.microsoft.com/office/drawing/2014/main" id="{D401F155-92B1-48EC-868B-AF3FFB5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860">
            <a:extLst xmlns:a="http://schemas.openxmlformats.org/drawingml/2006/main">
              <a:ext uri="{FF2B5EF4-FFF2-40B4-BE49-F238E27FC236}">
                <a16:creationId xmlns:a16="http://schemas.microsoft.com/office/drawing/2014/main" id="{4B5BEF1D-22DD-4C39-B32D-F03BC75B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861">
            <a:extLst xmlns:a="http://schemas.openxmlformats.org/drawingml/2006/main">
              <a:ext uri="{FF2B5EF4-FFF2-40B4-BE49-F238E27FC236}">
                <a16:creationId xmlns:a16="http://schemas.microsoft.com/office/drawing/2014/main" id="{25B77CF1-5525-4BE7-9137-605BB1D0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862">
            <a:extLst xmlns:a="http://schemas.openxmlformats.org/drawingml/2006/main">
              <a:ext uri="{FF2B5EF4-FFF2-40B4-BE49-F238E27FC236}">
                <a16:creationId xmlns:a16="http://schemas.microsoft.com/office/drawing/2014/main" id="{6BDA370F-3B26-4A88-A8CC-A21F640C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863">
            <a:extLst xmlns:a="http://schemas.openxmlformats.org/drawingml/2006/main">
              <a:ext uri="{FF2B5EF4-FFF2-40B4-BE49-F238E27FC236}">
                <a16:creationId xmlns:a16="http://schemas.microsoft.com/office/drawing/2014/main" id="{6C9B718D-07CE-45B4-A1E2-9119F74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864">
            <a:extLst xmlns:a="http://schemas.openxmlformats.org/drawingml/2006/main">
              <a:ext uri="{FF2B5EF4-FFF2-40B4-BE49-F238E27FC236}">
                <a16:creationId xmlns:a16="http://schemas.microsoft.com/office/drawing/2014/main" id="{5EF3AF01-5EA0-478B-8103-5F4F2C6E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865">
            <a:extLst xmlns:a="http://schemas.openxmlformats.org/drawingml/2006/main">
              <a:ext uri="{FF2B5EF4-FFF2-40B4-BE49-F238E27FC236}">
                <a16:creationId xmlns:a16="http://schemas.microsoft.com/office/drawing/2014/main" id="{6932B730-A7E7-4E95-AA41-2C515ED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866">
            <a:extLst xmlns:a="http://schemas.openxmlformats.org/drawingml/2006/main">
              <a:ext uri="{FF2B5EF4-FFF2-40B4-BE49-F238E27FC236}">
                <a16:creationId xmlns:a16="http://schemas.microsoft.com/office/drawing/2014/main" id="{46E994D2-2039-4645-B9F8-2BD33EF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867">
            <a:extLst xmlns:a="http://schemas.openxmlformats.org/drawingml/2006/main">
              <a:ext uri="{FF2B5EF4-FFF2-40B4-BE49-F238E27FC236}">
                <a16:creationId xmlns:a16="http://schemas.microsoft.com/office/drawing/2014/main" id="{9DFAA483-5798-4771-9CDE-9F7DCE4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868">
            <a:extLst xmlns:a="http://schemas.openxmlformats.org/drawingml/2006/main">
              <a:ext uri="{FF2B5EF4-FFF2-40B4-BE49-F238E27FC236}">
                <a16:creationId xmlns:a16="http://schemas.microsoft.com/office/drawing/2014/main" id="{C95AB795-2C4F-4FE8-8DED-A8A7710F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869">
            <a:extLst xmlns:a="http://schemas.openxmlformats.org/drawingml/2006/main">
              <a:ext uri="{FF2B5EF4-FFF2-40B4-BE49-F238E27FC236}">
                <a16:creationId xmlns:a16="http://schemas.microsoft.com/office/drawing/2014/main" id="{123E3526-D867-4AD1-9DAA-B1BC3DA5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870">
            <a:extLst xmlns:a="http://schemas.openxmlformats.org/drawingml/2006/main">
              <a:ext uri="{FF2B5EF4-FFF2-40B4-BE49-F238E27FC236}">
                <a16:creationId xmlns:a16="http://schemas.microsoft.com/office/drawing/2014/main" id="{0F2F746E-CE44-4277-A3BB-4E4B1F7B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16" name="profile-871">
            <a:extLst xmlns:a="http://schemas.openxmlformats.org/drawingml/2006/main">
              <a:ext uri="{FF2B5EF4-FFF2-40B4-BE49-F238E27FC236}">
                <a16:creationId xmlns:a16="http://schemas.microsoft.com/office/drawing/2014/main" id="{F32DFA75-3B7F-471C-B2AF-A8D0D7CA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Metro Manila</a:t>
            </a:r>
          </a:p>
        </p:txBody>
      </p:sp>
      <p:sp>
        <p:nvSpPr>
          <p:cNvPr id="17" name="profile-872">
            <a:extLst xmlns:a="http://schemas.openxmlformats.org/drawingml/2006/main">
              <a:ext uri="{FF2B5EF4-FFF2-40B4-BE49-F238E27FC236}">
                <a16:creationId xmlns:a16="http://schemas.microsoft.com/office/drawing/2014/main" id="{F7C63921-FBB3-497F-9FCC-C917C513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873">
            <a:extLst xmlns:a="http://schemas.openxmlformats.org/drawingml/2006/main">
              <a:ext uri="{FF2B5EF4-FFF2-40B4-BE49-F238E27FC236}">
                <a16:creationId xmlns:a16="http://schemas.microsoft.com/office/drawing/2014/main" id="{BE5E9AB6-25A5-44DA-B8B6-BBC8C869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874">
            <a:extLst xmlns:a="http://schemas.openxmlformats.org/drawingml/2006/main">
              <a:ext uri="{FF2B5EF4-FFF2-40B4-BE49-F238E27FC236}">
                <a16:creationId xmlns:a16="http://schemas.microsoft.com/office/drawing/2014/main" id="{0D293D72-1573-4567-8C32-35C83DE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875">
            <a:extLst xmlns:a="http://schemas.openxmlformats.org/drawingml/2006/main">
              <a:ext uri="{FF2B5EF4-FFF2-40B4-BE49-F238E27FC236}">
                <a16:creationId xmlns:a16="http://schemas.microsoft.com/office/drawing/2014/main" id="{1DEC9DE4-5C81-4FC3-BBE2-4A77A820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Caloocan</a:t>
            </a:r>
          </a:p>
        </p:txBody>
      </p:sp>
      <p:sp>
        <p:nvSpPr>
          <p:cNvPr id="21" name="profile-876">
            <a:extLst xmlns:a="http://schemas.openxmlformats.org/drawingml/2006/main">
              <a:ext uri="{FF2B5EF4-FFF2-40B4-BE49-F238E27FC236}">
                <a16:creationId xmlns:a16="http://schemas.microsoft.com/office/drawing/2014/main" id="{345066E9-6083-43D8-8F68-A83A21EB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877">
            <a:extLst xmlns:a="http://schemas.openxmlformats.org/drawingml/2006/main">
              <a:ext uri="{FF2B5EF4-FFF2-40B4-BE49-F238E27FC236}">
                <a16:creationId xmlns:a16="http://schemas.microsoft.com/office/drawing/2014/main" id="{042F59A4-32C8-4970-9ED6-C8DCDBC2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Las Piñas</a:t>
            </a:r>
          </a:p>
        </p:txBody>
      </p:sp>
      <p:sp>
        <p:nvSpPr>
          <p:cNvPr id="23" name="profile-878">
            <a:extLst xmlns:a="http://schemas.openxmlformats.org/drawingml/2006/main">
              <a:ext uri="{FF2B5EF4-FFF2-40B4-BE49-F238E27FC236}">
                <a16:creationId xmlns:a16="http://schemas.microsoft.com/office/drawing/2014/main" id="{CE5E4280-C5A3-42B2-833C-28D5673E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879">
            <a:extLst xmlns:a="http://schemas.openxmlformats.org/drawingml/2006/main">
              <a:ext uri="{FF2B5EF4-FFF2-40B4-BE49-F238E27FC236}">
                <a16:creationId xmlns:a16="http://schemas.microsoft.com/office/drawing/2014/main" id="{5BED90F7-C9AB-4C5D-96F5-9E5FA06C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Makati</a:t>
            </a:r>
          </a:p>
        </p:txBody>
      </p:sp>
      <p:sp>
        <p:nvSpPr>
          <p:cNvPr id="25" name="profile-880">
            <a:extLst xmlns:a="http://schemas.openxmlformats.org/drawingml/2006/main">
              <a:ext uri="{FF2B5EF4-FFF2-40B4-BE49-F238E27FC236}">
                <a16:creationId xmlns:a16="http://schemas.microsoft.com/office/drawing/2014/main" id="{050BAE33-7835-4654-A21E-A210E83C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881">
            <a:extLst xmlns:a="http://schemas.openxmlformats.org/drawingml/2006/main">
              <a:ext uri="{FF2B5EF4-FFF2-40B4-BE49-F238E27FC236}">
                <a16:creationId xmlns:a16="http://schemas.microsoft.com/office/drawing/2014/main" id="{52E31BD1-19E9-4862-A1A0-A4714CB4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Malabon</a:t>
            </a:r>
          </a:p>
        </p:txBody>
      </p:sp>
      <p:sp>
        <p:nvSpPr>
          <p:cNvPr id="27" name="profile-882">
            <a:extLst xmlns:a="http://schemas.openxmlformats.org/drawingml/2006/main">
              <a:ext uri="{FF2B5EF4-FFF2-40B4-BE49-F238E27FC236}">
                <a16:creationId xmlns:a16="http://schemas.microsoft.com/office/drawing/2014/main" id="{5B8FC3F3-C1E4-43AC-B88D-8F70219B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883">
            <a:extLst xmlns:a="http://schemas.openxmlformats.org/drawingml/2006/main">
              <a:ext uri="{FF2B5EF4-FFF2-40B4-BE49-F238E27FC236}">
                <a16:creationId xmlns:a16="http://schemas.microsoft.com/office/drawing/2014/main" id="{C7E542AD-A2B5-467E-8DCC-DFB97545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Mandaluyong</a:t>
            </a:r>
          </a:p>
        </p:txBody>
      </p:sp>
      <p:sp>
        <p:nvSpPr>
          <p:cNvPr id="29" name="profile-884">
            <a:extLst xmlns:a="http://schemas.openxmlformats.org/drawingml/2006/main">
              <a:ext uri="{FF2B5EF4-FFF2-40B4-BE49-F238E27FC236}">
                <a16:creationId xmlns:a16="http://schemas.microsoft.com/office/drawing/2014/main" id="{83D254B5-3FB0-40AB-8A25-FA318A70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885">
            <a:extLst xmlns:a="http://schemas.openxmlformats.org/drawingml/2006/main">
              <a:ext uri="{FF2B5EF4-FFF2-40B4-BE49-F238E27FC236}">
                <a16:creationId xmlns:a16="http://schemas.microsoft.com/office/drawing/2014/main" id="{D974CF71-0C24-4D74-A48F-0AA8D41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Manila</a:t>
            </a:r>
          </a:p>
        </p:txBody>
      </p:sp>
      <p:sp>
        <p:nvSpPr>
          <p:cNvPr id="31" name="profile-886">
            <a:extLst xmlns:a="http://schemas.openxmlformats.org/drawingml/2006/main">
              <a:ext uri="{FF2B5EF4-FFF2-40B4-BE49-F238E27FC236}">
                <a16:creationId xmlns:a16="http://schemas.microsoft.com/office/drawing/2014/main" id="{E867575F-CFC3-4E58-8618-90DBB7B2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887">
            <a:extLst xmlns:a="http://schemas.openxmlformats.org/drawingml/2006/main">
              <a:ext uri="{FF2B5EF4-FFF2-40B4-BE49-F238E27FC236}">
                <a16:creationId xmlns:a16="http://schemas.microsoft.com/office/drawing/2014/main" id="{8530B7B5-8286-4938-BA0B-CBC6FA38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Marikina</a:t>
            </a:r>
          </a:p>
        </p:txBody>
      </p:sp>
      <p:sp>
        <p:nvSpPr>
          <p:cNvPr id="33" name="profile-888">
            <a:extLst xmlns:a="http://schemas.openxmlformats.org/drawingml/2006/main">
              <a:ext uri="{FF2B5EF4-FFF2-40B4-BE49-F238E27FC236}">
                <a16:creationId xmlns:a16="http://schemas.microsoft.com/office/drawing/2014/main" id="{CD877257-7217-4B74-8FD0-84C73642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889">
            <a:extLst xmlns:a="http://schemas.openxmlformats.org/drawingml/2006/main">
              <a:ext uri="{FF2B5EF4-FFF2-40B4-BE49-F238E27FC236}">
                <a16:creationId xmlns:a16="http://schemas.microsoft.com/office/drawing/2014/main" id="{EE6343EE-F1F0-451D-97C7-843F5FD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Muntinlupa</a:t>
            </a:r>
          </a:p>
        </p:txBody>
      </p:sp>
      <p:sp>
        <p:nvSpPr>
          <p:cNvPr id="35" name="profile-890">
            <a:extLst xmlns:a="http://schemas.openxmlformats.org/drawingml/2006/main">
              <a:ext uri="{FF2B5EF4-FFF2-40B4-BE49-F238E27FC236}">
                <a16:creationId xmlns:a16="http://schemas.microsoft.com/office/drawing/2014/main" id="{F5C07645-25EB-45CC-92FA-FD36EE9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891">
            <a:extLst xmlns:a="http://schemas.openxmlformats.org/drawingml/2006/main">
              <a:ext uri="{FF2B5EF4-FFF2-40B4-BE49-F238E27FC236}">
                <a16:creationId xmlns:a16="http://schemas.microsoft.com/office/drawing/2014/main" id="{B7716E0C-71C6-4419-BB47-29EC1036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Navotas</a:t>
            </a:r>
          </a:p>
        </p:txBody>
      </p:sp>
      <p:sp>
        <p:nvSpPr>
          <p:cNvPr id="37" name="profile-892">
            <a:extLst xmlns:a="http://schemas.openxmlformats.org/drawingml/2006/main">
              <a:ext uri="{FF2B5EF4-FFF2-40B4-BE49-F238E27FC236}">
                <a16:creationId xmlns:a16="http://schemas.microsoft.com/office/drawing/2014/main" id="{51FFAB26-EB3A-430A-BEB2-4982740B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893">
            <a:extLst xmlns:a="http://schemas.openxmlformats.org/drawingml/2006/main">
              <a:ext uri="{FF2B5EF4-FFF2-40B4-BE49-F238E27FC236}">
                <a16:creationId xmlns:a16="http://schemas.microsoft.com/office/drawing/2014/main" id="{4DFC07F5-BC2A-4189-B93D-F5837874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Parañaque</a:t>
            </a:r>
          </a:p>
        </p:txBody>
      </p:sp>
      <p:sp>
        <p:nvSpPr>
          <p:cNvPr id="39" name="profile-894">
            <a:extLst xmlns:a="http://schemas.openxmlformats.org/drawingml/2006/main">
              <a:ext uri="{FF2B5EF4-FFF2-40B4-BE49-F238E27FC236}">
                <a16:creationId xmlns:a16="http://schemas.microsoft.com/office/drawing/2014/main" id="{EABB6A9E-8452-4600-BB2F-6F65D9D9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895">
            <a:extLst xmlns:a="http://schemas.openxmlformats.org/drawingml/2006/main">
              <a:ext uri="{FF2B5EF4-FFF2-40B4-BE49-F238E27FC236}">
                <a16:creationId xmlns:a16="http://schemas.microsoft.com/office/drawing/2014/main" id="{DE5AB728-4A3B-4361-B86E-29DDCB01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Pasay</a:t>
            </a:r>
          </a:p>
        </p:txBody>
      </p:sp>
      <p:sp>
        <p:nvSpPr>
          <p:cNvPr id="41" name="profile-896">
            <a:extLst xmlns:a="http://schemas.openxmlformats.org/drawingml/2006/main">
              <a:ext uri="{FF2B5EF4-FFF2-40B4-BE49-F238E27FC236}">
                <a16:creationId xmlns:a16="http://schemas.microsoft.com/office/drawing/2014/main" id="{420E44E9-40F5-40DB-86D1-CC3CA7C4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897">
            <a:extLst xmlns:a="http://schemas.openxmlformats.org/drawingml/2006/main">
              <a:ext uri="{FF2B5EF4-FFF2-40B4-BE49-F238E27FC236}">
                <a16:creationId xmlns:a16="http://schemas.microsoft.com/office/drawing/2014/main" id="{149858A0-5D19-499C-9DDE-05AFE358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Pasig</a:t>
            </a:r>
          </a:p>
        </p:txBody>
      </p:sp>
      <p:sp>
        <p:nvSpPr>
          <p:cNvPr id="43" name="profile-898">
            <a:extLst xmlns:a="http://schemas.openxmlformats.org/drawingml/2006/main">
              <a:ext uri="{FF2B5EF4-FFF2-40B4-BE49-F238E27FC236}">
                <a16:creationId xmlns:a16="http://schemas.microsoft.com/office/drawing/2014/main" id="{F1FF58E0-74D8-470D-9A2D-8E13424C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899">
            <a:extLst xmlns:a="http://schemas.openxmlformats.org/drawingml/2006/main">
              <a:ext uri="{FF2B5EF4-FFF2-40B4-BE49-F238E27FC236}">
                <a16:creationId xmlns:a16="http://schemas.microsoft.com/office/drawing/2014/main" id="{3A429450-511D-4EA0-827F-B7ABFDBB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Quezon City</a:t>
            </a:r>
          </a:p>
        </p:txBody>
      </p:sp>
      <p:sp>
        <p:nvSpPr>
          <p:cNvPr id="45" name="profile-900">
            <a:extLst xmlns:a="http://schemas.openxmlformats.org/drawingml/2006/main">
              <a:ext uri="{FF2B5EF4-FFF2-40B4-BE49-F238E27FC236}">
                <a16:creationId xmlns:a16="http://schemas.microsoft.com/office/drawing/2014/main" id="{75E69626-E735-47B3-943A-1D88D43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901">
            <a:extLst xmlns:a="http://schemas.openxmlformats.org/drawingml/2006/main">
              <a:ext uri="{FF2B5EF4-FFF2-40B4-BE49-F238E27FC236}">
                <a16:creationId xmlns:a16="http://schemas.microsoft.com/office/drawing/2014/main" id="{23CAD2A3-DE07-4F25-9C38-4AF58803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Juan</a:t>
            </a:r>
          </a:p>
        </p:txBody>
      </p:sp>
      <p:sp>
        <p:nvSpPr>
          <p:cNvPr id="47" name="profile-902">
            <a:extLst xmlns:a="http://schemas.openxmlformats.org/drawingml/2006/main">
              <a:ext uri="{FF2B5EF4-FFF2-40B4-BE49-F238E27FC236}">
                <a16:creationId xmlns:a16="http://schemas.microsoft.com/office/drawing/2014/main" id="{80994B2C-8234-4BB7-B839-DFF74D5D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8" name="profile-903">
            <a:extLst xmlns:a="http://schemas.openxmlformats.org/drawingml/2006/main">
              <a:ext uri="{FF2B5EF4-FFF2-40B4-BE49-F238E27FC236}">
                <a16:creationId xmlns:a16="http://schemas.microsoft.com/office/drawing/2014/main" id="{A045FF5A-5E30-4827-876A-4CD68245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Taguig</a:t>
            </a:r>
          </a:p>
        </p:txBody>
      </p:sp>
      <p:sp>
        <p:nvSpPr>
          <p:cNvPr id="49" name="profile-904">
            <a:extLst xmlns:a="http://schemas.openxmlformats.org/drawingml/2006/main">
              <a:ext uri="{FF2B5EF4-FFF2-40B4-BE49-F238E27FC236}">
                <a16:creationId xmlns:a16="http://schemas.microsoft.com/office/drawing/2014/main" id="{336735C4-252D-4049-AEB7-6B30DA96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0" name="profile-905">
            <a:extLst xmlns:a="http://schemas.openxmlformats.org/drawingml/2006/main">
              <a:ext uri="{FF2B5EF4-FFF2-40B4-BE49-F238E27FC236}">
                <a16:creationId xmlns:a16="http://schemas.microsoft.com/office/drawing/2014/main" id="{BA70C37B-B073-48F8-998B-3D1B2323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Valenzuela</a:t>
            </a:r>
          </a:p>
        </p:txBody>
      </p:sp>
      <p:sp>
        <p:nvSpPr>
          <p:cNvPr id="51" name="profile-906">
            <a:extLst xmlns:a="http://schemas.openxmlformats.org/drawingml/2006/main">
              <a:ext uri="{FF2B5EF4-FFF2-40B4-BE49-F238E27FC236}">
                <a16:creationId xmlns:a16="http://schemas.microsoft.com/office/drawing/2014/main" id="{6C99AB7A-93F9-4912-ADDE-9696C9E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2" name="profile-907">
            <a:extLst xmlns:a="http://schemas.openxmlformats.org/drawingml/2006/main">
              <a:ext uri="{FF2B5EF4-FFF2-40B4-BE49-F238E27FC236}">
                <a16:creationId xmlns:a16="http://schemas.microsoft.com/office/drawing/2014/main" id="{5265CA9D-9F45-4BD6-B380-4FDE3FBB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Pateros</a:t>
            </a:r>
          </a:p>
        </p:txBody>
      </p:sp>
      <p:sp>
        <p:nvSpPr>
          <p:cNvPr id="53" name="profile-908">
            <a:extLst xmlns:a="http://schemas.openxmlformats.org/drawingml/2006/main">
              <a:ext uri="{FF2B5EF4-FFF2-40B4-BE49-F238E27FC236}">
                <a16:creationId xmlns:a16="http://schemas.microsoft.com/office/drawing/2014/main" id="{8C0A56A1-CC87-4567-8F6D-856D2976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18525736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profile-909">
            <a:extLst xmlns:a="http://schemas.openxmlformats.org/drawingml/2006/main">
              <a:ext uri="{FF2B5EF4-FFF2-40B4-BE49-F238E27FC236}">
                <a16:creationId xmlns:a16="http://schemas.microsoft.com/office/drawing/2014/main" id="{D81C68A1-9065-4994-AE40-7AD3D472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910">
            <a:extLst xmlns:a="http://schemas.openxmlformats.org/drawingml/2006/main">
              <a:ext uri="{FF2B5EF4-FFF2-40B4-BE49-F238E27FC236}">
                <a16:creationId xmlns:a16="http://schemas.microsoft.com/office/drawing/2014/main" id="{B18DE196-0F00-4B8F-A70C-A01E3797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6188B-A9B6-48B5-BC01-2D6A66CC1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fef4c78a540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911">
            <a:extLst xmlns:a="http://schemas.openxmlformats.org/drawingml/2006/main">
              <a:ext uri="{FF2B5EF4-FFF2-40B4-BE49-F238E27FC236}">
                <a16:creationId xmlns:a16="http://schemas.microsoft.com/office/drawing/2014/main" id="{D981ACEA-905E-40ED-925F-145EF82F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912">
            <a:extLst xmlns:a="http://schemas.openxmlformats.org/drawingml/2006/main">
              <a:ext uri="{FF2B5EF4-FFF2-40B4-BE49-F238E27FC236}">
                <a16:creationId xmlns:a16="http://schemas.microsoft.com/office/drawing/2014/main" id="{C76505CE-FE8D-45FE-8C53-9E0DA50F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913">
            <a:extLst xmlns:a="http://schemas.openxmlformats.org/drawingml/2006/main">
              <a:ext uri="{FF2B5EF4-FFF2-40B4-BE49-F238E27FC236}">
                <a16:creationId xmlns:a16="http://schemas.microsoft.com/office/drawing/2014/main" id="{D987081A-BFAB-40F9-83A1-42BE563E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914">
            <a:extLst xmlns:a="http://schemas.openxmlformats.org/drawingml/2006/main">
              <a:ext uri="{FF2B5EF4-FFF2-40B4-BE49-F238E27FC236}">
                <a16:creationId xmlns:a16="http://schemas.microsoft.com/office/drawing/2014/main" id="{D25C5685-59FA-4735-8BA2-C663BAD6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915">
            <a:extLst xmlns:a="http://schemas.openxmlformats.org/drawingml/2006/main">
              <a:ext uri="{FF2B5EF4-FFF2-40B4-BE49-F238E27FC236}">
                <a16:creationId xmlns:a16="http://schemas.microsoft.com/office/drawing/2014/main" id="{80403E6B-3140-4033-A749-68231256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916">
            <a:extLst xmlns:a="http://schemas.openxmlformats.org/drawingml/2006/main">
              <a:ext uri="{FF2B5EF4-FFF2-40B4-BE49-F238E27FC236}">
                <a16:creationId xmlns:a16="http://schemas.microsoft.com/office/drawing/2014/main" id="{BA040C65-16DC-49FE-A655-F3347733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917">
            <a:extLst xmlns:a="http://schemas.openxmlformats.org/drawingml/2006/main">
              <a:ext uri="{FF2B5EF4-FFF2-40B4-BE49-F238E27FC236}">
                <a16:creationId xmlns:a16="http://schemas.microsoft.com/office/drawing/2014/main" id="{B59AA3D3-7CC7-4298-97A4-75487520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918">
            <a:extLst xmlns:a="http://schemas.openxmlformats.org/drawingml/2006/main">
              <a:ext uri="{FF2B5EF4-FFF2-40B4-BE49-F238E27FC236}">
                <a16:creationId xmlns:a16="http://schemas.microsoft.com/office/drawing/2014/main" id="{07FB86E4-21CD-467D-A41B-78066C94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919">
            <a:extLst xmlns:a="http://schemas.openxmlformats.org/drawingml/2006/main">
              <a:ext uri="{FF2B5EF4-FFF2-40B4-BE49-F238E27FC236}">
                <a16:creationId xmlns:a16="http://schemas.microsoft.com/office/drawing/2014/main" id="{1FE50B5C-5851-4E69-9C93-E5762959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920">
            <a:extLst xmlns:a="http://schemas.openxmlformats.org/drawingml/2006/main">
              <a:ext uri="{FF2B5EF4-FFF2-40B4-BE49-F238E27FC236}">
                <a16:creationId xmlns:a16="http://schemas.microsoft.com/office/drawing/2014/main" id="{4EB03F6D-41A3-447B-91E3-9885CD53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921">
            <a:extLst xmlns:a="http://schemas.openxmlformats.org/drawingml/2006/main">
              <a:ext uri="{FF2B5EF4-FFF2-40B4-BE49-F238E27FC236}">
                <a16:creationId xmlns:a16="http://schemas.microsoft.com/office/drawing/2014/main" id="{B92D6A4F-4805-4288-AB9F-A23D090C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922">
            <a:extLst xmlns:a="http://schemas.openxmlformats.org/drawingml/2006/main">
              <a:ext uri="{FF2B5EF4-FFF2-40B4-BE49-F238E27FC236}">
                <a16:creationId xmlns:a16="http://schemas.microsoft.com/office/drawing/2014/main" id="{7B765E5A-5AC1-4A96-BA01-CFBC0445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16" name="profile-923">
            <a:extLst xmlns:a="http://schemas.openxmlformats.org/drawingml/2006/main">
              <a:ext uri="{FF2B5EF4-FFF2-40B4-BE49-F238E27FC236}">
                <a16:creationId xmlns:a16="http://schemas.microsoft.com/office/drawing/2014/main" id="{874918EC-1DD6-4B16-92EA-398A15A6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Cavite</a:t>
            </a:r>
          </a:p>
        </p:txBody>
      </p:sp>
      <p:sp>
        <p:nvSpPr>
          <p:cNvPr id="17" name="profile-924">
            <a:extLst xmlns:a="http://schemas.openxmlformats.org/drawingml/2006/main">
              <a:ext uri="{FF2B5EF4-FFF2-40B4-BE49-F238E27FC236}">
                <a16:creationId xmlns:a16="http://schemas.microsoft.com/office/drawing/2014/main" id="{AC60AA00-B526-402A-8B4D-2CE64353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925">
            <a:extLst xmlns:a="http://schemas.openxmlformats.org/drawingml/2006/main">
              <a:ext uri="{FF2B5EF4-FFF2-40B4-BE49-F238E27FC236}">
                <a16:creationId xmlns:a16="http://schemas.microsoft.com/office/drawing/2014/main" id="{EF7A4A30-2D83-4236-9ADC-CD253CE6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926">
            <a:extLst xmlns:a="http://schemas.openxmlformats.org/drawingml/2006/main">
              <a:ext uri="{FF2B5EF4-FFF2-40B4-BE49-F238E27FC236}">
                <a16:creationId xmlns:a16="http://schemas.microsoft.com/office/drawing/2014/main" id="{7A8BFEDD-D19E-42BD-8179-4042551C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927">
            <a:extLst xmlns:a="http://schemas.openxmlformats.org/drawingml/2006/main">
              <a:ext uri="{FF2B5EF4-FFF2-40B4-BE49-F238E27FC236}">
                <a16:creationId xmlns:a16="http://schemas.microsoft.com/office/drawing/2014/main" id="{996822C4-6E9F-4D5A-9D8E-03754EAC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Bacoor</a:t>
            </a:r>
          </a:p>
        </p:txBody>
      </p:sp>
      <p:sp>
        <p:nvSpPr>
          <p:cNvPr id="21" name="profile-928">
            <a:extLst xmlns:a="http://schemas.openxmlformats.org/drawingml/2006/main">
              <a:ext uri="{FF2B5EF4-FFF2-40B4-BE49-F238E27FC236}">
                <a16:creationId xmlns:a16="http://schemas.microsoft.com/office/drawing/2014/main" id="{8CA1FAE6-F59E-439F-AFED-C9EBF68F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929">
            <a:extLst xmlns:a="http://schemas.openxmlformats.org/drawingml/2006/main">
              <a:ext uri="{FF2B5EF4-FFF2-40B4-BE49-F238E27FC236}">
                <a16:creationId xmlns:a16="http://schemas.microsoft.com/office/drawing/2014/main" id="{01C4E3BE-B0FF-49D7-B4A4-0316FB2E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Carmona</a:t>
            </a:r>
          </a:p>
        </p:txBody>
      </p:sp>
      <p:sp>
        <p:nvSpPr>
          <p:cNvPr id="23" name="profile-930">
            <a:extLst xmlns:a="http://schemas.openxmlformats.org/drawingml/2006/main">
              <a:ext uri="{FF2B5EF4-FFF2-40B4-BE49-F238E27FC236}">
                <a16:creationId xmlns:a16="http://schemas.microsoft.com/office/drawing/2014/main" id="{854DA60C-6BC8-4653-AAC5-5FE28227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931">
            <a:extLst xmlns:a="http://schemas.openxmlformats.org/drawingml/2006/main">
              <a:ext uri="{FF2B5EF4-FFF2-40B4-BE49-F238E27FC236}">
                <a16:creationId xmlns:a16="http://schemas.microsoft.com/office/drawing/2014/main" id="{2C9A4582-8FE8-4513-8FEA-E1AD072B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Cavite City</a:t>
            </a:r>
          </a:p>
        </p:txBody>
      </p:sp>
      <p:sp>
        <p:nvSpPr>
          <p:cNvPr id="25" name="profile-932">
            <a:extLst xmlns:a="http://schemas.openxmlformats.org/drawingml/2006/main">
              <a:ext uri="{FF2B5EF4-FFF2-40B4-BE49-F238E27FC236}">
                <a16:creationId xmlns:a16="http://schemas.microsoft.com/office/drawing/2014/main" id="{85AFD94C-7BBF-440D-955E-2A953E6D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933">
            <a:extLst xmlns:a="http://schemas.openxmlformats.org/drawingml/2006/main">
              <a:ext uri="{FF2B5EF4-FFF2-40B4-BE49-F238E27FC236}">
                <a16:creationId xmlns:a16="http://schemas.microsoft.com/office/drawing/2014/main" id="{4794CC6A-15DE-4ED1-962A-319144E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Dasmariñas</a:t>
            </a:r>
          </a:p>
        </p:txBody>
      </p:sp>
      <p:sp>
        <p:nvSpPr>
          <p:cNvPr id="27" name="profile-934">
            <a:extLst xmlns:a="http://schemas.openxmlformats.org/drawingml/2006/main">
              <a:ext uri="{FF2B5EF4-FFF2-40B4-BE49-F238E27FC236}">
                <a16:creationId xmlns:a16="http://schemas.microsoft.com/office/drawing/2014/main" id="{D7797E15-25CC-4639-AA28-E13B8F72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935">
            <a:extLst xmlns:a="http://schemas.openxmlformats.org/drawingml/2006/main">
              <a:ext uri="{FF2B5EF4-FFF2-40B4-BE49-F238E27FC236}">
                <a16:creationId xmlns:a16="http://schemas.microsoft.com/office/drawing/2014/main" id="{8C75B9A4-2BAE-429F-B799-2E73346F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General Trias</a:t>
            </a:r>
          </a:p>
        </p:txBody>
      </p:sp>
      <p:sp>
        <p:nvSpPr>
          <p:cNvPr id="29" name="profile-936">
            <a:extLst xmlns:a="http://schemas.openxmlformats.org/drawingml/2006/main">
              <a:ext uri="{FF2B5EF4-FFF2-40B4-BE49-F238E27FC236}">
                <a16:creationId xmlns:a16="http://schemas.microsoft.com/office/drawing/2014/main" id="{8CAC0090-0360-4011-95E3-789389B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937">
            <a:extLst xmlns:a="http://schemas.openxmlformats.org/drawingml/2006/main">
              <a:ext uri="{FF2B5EF4-FFF2-40B4-BE49-F238E27FC236}">
                <a16:creationId xmlns:a16="http://schemas.microsoft.com/office/drawing/2014/main" id="{F266F2F4-7A1C-44E5-9FE2-A0681F2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Imus</a:t>
            </a:r>
          </a:p>
        </p:txBody>
      </p:sp>
      <p:sp>
        <p:nvSpPr>
          <p:cNvPr id="31" name="profile-938">
            <a:extLst xmlns:a="http://schemas.openxmlformats.org/drawingml/2006/main">
              <a:ext uri="{FF2B5EF4-FFF2-40B4-BE49-F238E27FC236}">
                <a16:creationId xmlns:a16="http://schemas.microsoft.com/office/drawing/2014/main" id="{7E5E3621-16A5-4791-95CA-E983413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939">
            <a:extLst xmlns:a="http://schemas.openxmlformats.org/drawingml/2006/main">
              <a:ext uri="{FF2B5EF4-FFF2-40B4-BE49-F238E27FC236}">
                <a16:creationId xmlns:a16="http://schemas.microsoft.com/office/drawing/2014/main" id="{CABB752B-496B-4D6B-8DE5-0F4D5263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Tagaytay</a:t>
            </a:r>
          </a:p>
        </p:txBody>
      </p:sp>
      <p:sp>
        <p:nvSpPr>
          <p:cNvPr id="33" name="profile-940">
            <a:extLst xmlns:a="http://schemas.openxmlformats.org/drawingml/2006/main">
              <a:ext uri="{FF2B5EF4-FFF2-40B4-BE49-F238E27FC236}">
                <a16:creationId xmlns:a16="http://schemas.microsoft.com/office/drawing/2014/main" id="{8E078B90-E909-46DC-8542-0D4F6309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941">
            <a:extLst xmlns:a="http://schemas.openxmlformats.org/drawingml/2006/main">
              <a:ext uri="{FF2B5EF4-FFF2-40B4-BE49-F238E27FC236}">
                <a16:creationId xmlns:a16="http://schemas.microsoft.com/office/drawing/2014/main" id="{062930BD-8D39-457D-9B11-7CD49C1F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Trece Martires</a:t>
            </a:r>
          </a:p>
        </p:txBody>
      </p:sp>
      <p:sp>
        <p:nvSpPr>
          <p:cNvPr id="35" name="profile-942">
            <a:extLst xmlns:a="http://schemas.openxmlformats.org/drawingml/2006/main">
              <a:ext uri="{FF2B5EF4-FFF2-40B4-BE49-F238E27FC236}">
                <a16:creationId xmlns:a16="http://schemas.microsoft.com/office/drawing/2014/main" id="{A8B7DA04-E18E-4B05-B72E-724A9486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943">
            <a:extLst xmlns:a="http://schemas.openxmlformats.org/drawingml/2006/main">
              <a:ext uri="{FF2B5EF4-FFF2-40B4-BE49-F238E27FC236}">
                <a16:creationId xmlns:a16="http://schemas.microsoft.com/office/drawing/2014/main" id="{13EB57D5-E4DE-4BD0-B3B0-610063C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Alfonso</a:t>
            </a:r>
          </a:p>
        </p:txBody>
      </p:sp>
      <p:sp>
        <p:nvSpPr>
          <p:cNvPr id="37" name="profile-944">
            <a:extLst xmlns:a="http://schemas.openxmlformats.org/drawingml/2006/main">
              <a:ext uri="{FF2B5EF4-FFF2-40B4-BE49-F238E27FC236}">
                <a16:creationId xmlns:a16="http://schemas.microsoft.com/office/drawing/2014/main" id="{850C437E-16C2-4C52-865D-6A616676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945">
            <a:extLst xmlns:a="http://schemas.openxmlformats.org/drawingml/2006/main">
              <a:ext uri="{FF2B5EF4-FFF2-40B4-BE49-F238E27FC236}">
                <a16:creationId xmlns:a16="http://schemas.microsoft.com/office/drawing/2014/main" id="{23553060-B631-4E2B-9C5C-F028EE62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Amadeo</a:t>
            </a:r>
          </a:p>
        </p:txBody>
      </p:sp>
      <p:sp>
        <p:nvSpPr>
          <p:cNvPr id="39" name="profile-946">
            <a:extLst xmlns:a="http://schemas.openxmlformats.org/drawingml/2006/main">
              <a:ext uri="{FF2B5EF4-FFF2-40B4-BE49-F238E27FC236}">
                <a16:creationId xmlns:a16="http://schemas.microsoft.com/office/drawing/2014/main" id="{7DBBC63E-EF5C-4B6B-94D8-389CEE99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947">
            <a:extLst xmlns:a="http://schemas.openxmlformats.org/drawingml/2006/main">
              <a:ext uri="{FF2B5EF4-FFF2-40B4-BE49-F238E27FC236}">
                <a16:creationId xmlns:a16="http://schemas.microsoft.com/office/drawing/2014/main" id="{DB8EF4B5-1671-4DBE-8156-4D3D0DF8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General Emilio Aguinaldo</a:t>
            </a:r>
          </a:p>
        </p:txBody>
      </p:sp>
      <p:sp>
        <p:nvSpPr>
          <p:cNvPr id="41" name="profile-948">
            <a:extLst xmlns:a="http://schemas.openxmlformats.org/drawingml/2006/main">
              <a:ext uri="{FF2B5EF4-FFF2-40B4-BE49-F238E27FC236}">
                <a16:creationId xmlns:a16="http://schemas.microsoft.com/office/drawing/2014/main" id="{708CEA71-58E5-48BB-BB8F-1675FA2E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949">
            <a:extLst xmlns:a="http://schemas.openxmlformats.org/drawingml/2006/main">
              <a:ext uri="{FF2B5EF4-FFF2-40B4-BE49-F238E27FC236}">
                <a16:creationId xmlns:a16="http://schemas.microsoft.com/office/drawing/2014/main" id="{B443A3B2-28F5-407F-A518-AD5B332E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Indang</a:t>
            </a:r>
          </a:p>
        </p:txBody>
      </p:sp>
      <p:sp>
        <p:nvSpPr>
          <p:cNvPr id="43" name="profile-950">
            <a:extLst xmlns:a="http://schemas.openxmlformats.org/drawingml/2006/main">
              <a:ext uri="{FF2B5EF4-FFF2-40B4-BE49-F238E27FC236}">
                <a16:creationId xmlns:a16="http://schemas.microsoft.com/office/drawing/2014/main" id="{907FDBF3-2203-4D08-B4A2-A381F502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951">
            <a:extLst xmlns:a="http://schemas.openxmlformats.org/drawingml/2006/main">
              <a:ext uri="{FF2B5EF4-FFF2-40B4-BE49-F238E27FC236}">
                <a16:creationId xmlns:a16="http://schemas.microsoft.com/office/drawing/2014/main" id="{1F1691BF-D08F-46B2-BE3E-C0284363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Kawit</a:t>
            </a:r>
          </a:p>
        </p:txBody>
      </p:sp>
      <p:sp>
        <p:nvSpPr>
          <p:cNvPr id="45" name="profile-952">
            <a:extLst xmlns:a="http://schemas.openxmlformats.org/drawingml/2006/main">
              <a:ext uri="{FF2B5EF4-FFF2-40B4-BE49-F238E27FC236}">
                <a16:creationId xmlns:a16="http://schemas.microsoft.com/office/drawing/2014/main" id="{66DECA18-3B16-4F19-9E80-92A55679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953">
            <a:extLst xmlns:a="http://schemas.openxmlformats.org/drawingml/2006/main">
              <a:ext uri="{FF2B5EF4-FFF2-40B4-BE49-F238E27FC236}">
                <a16:creationId xmlns:a16="http://schemas.microsoft.com/office/drawing/2014/main" id="{F92152B5-4676-4400-9B14-4640858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Magallanes</a:t>
            </a:r>
          </a:p>
        </p:txBody>
      </p:sp>
      <p:sp>
        <p:nvSpPr>
          <p:cNvPr id="47" name="profile-954">
            <a:extLst xmlns:a="http://schemas.openxmlformats.org/drawingml/2006/main">
              <a:ext uri="{FF2B5EF4-FFF2-40B4-BE49-F238E27FC236}">
                <a16:creationId xmlns:a16="http://schemas.microsoft.com/office/drawing/2014/main" id="{3D8AB466-12E9-40BB-BCC9-6BC2FBD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8" name="profile-955">
            <a:extLst xmlns:a="http://schemas.openxmlformats.org/drawingml/2006/main">
              <a:ext uri="{FF2B5EF4-FFF2-40B4-BE49-F238E27FC236}">
                <a16:creationId xmlns:a16="http://schemas.microsoft.com/office/drawing/2014/main" id="{E22A0073-7D8E-4BF4-921A-649C209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Maragondon</a:t>
            </a:r>
          </a:p>
        </p:txBody>
      </p:sp>
      <p:sp>
        <p:nvSpPr>
          <p:cNvPr id="49" name="profile-956">
            <a:extLst xmlns:a="http://schemas.openxmlformats.org/drawingml/2006/main">
              <a:ext uri="{FF2B5EF4-FFF2-40B4-BE49-F238E27FC236}">
                <a16:creationId xmlns:a16="http://schemas.microsoft.com/office/drawing/2014/main" id="{EDEF54AB-37B1-4A98-9B96-EC8790D5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0" name="profile-957">
            <a:extLst xmlns:a="http://schemas.openxmlformats.org/drawingml/2006/main">
              <a:ext uri="{FF2B5EF4-FFF2-40B4-BE49-F238E27FC236}">
                <a16:creationId xmlns:a16="http://schemas.microsoft.com/office/drawing/2014/main" id="{ED0D1B17-7B00-4104-A114-7DC0FC87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Mendez</a:t>
            </a:r>
          </a:p>
        </p:txBody>
      </p:sp>
      <p:sp>
        <p:nvSpPr>
          <p:cNvPr id="51" name="profile-958">
            <a:extLst xmlns:a="http://schemas.openxmlformats.org/drawingml/2006/main">
              <a:ext uri="{FF2B5EF4-FFF2-40B4-BE49-F238E27FC236}">
                <a16:creationId xmlns:a16="http://schemas.microsoft.com/office/drawing/2014/main" id="{99DA283A-84FC-4FFE-A531-A9E40E2E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2" name="profile-959">
            <a:extLst xmlns:a="http://schemas.openxmlformats.org/drawingml/2006/main">
              <a:ext uri="{FF2B5EF4-FFF2-40B4-BE49-F238E27FC236}">
                <a16:creationId xmlns:a16="http://schemas.microsoft.com/office/drawing/2014/main" id="{90816A3C-F0FE-4E81-998A-476700BD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Naic</a:t>
            </a:r>
          </a:p>
        </p:txBody>
      </p:sp>
      <p:sp>
        <p:nvSpPr>
          <p:cNvPr id="53" name="profile-960">
            <a:extLst xmlns:a="http://schemas.openxmlformats.org/drawingml/2006/main">
              <a:ext uri="{FF2B5EF4-FFF2-40B4-BE49-F238E27FC236}">
                <a16:creationId xmlns:a16="http://schemas.microsoft.com/office/drawing/2014/main" id="{FCC4E2A8-593E-4388-9FDA-A04F2516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4" name="profile-961">
            <a:extLst xmlns:a="http://schemas.openxmlformats.org/drawingml/2006/main">
              <a:ext uri="{FF2B5EF4-FFF2-40B4-BE49-F238E27FC236}">
                <a16:creationId xmlns:a16="http://schemas.microsoft.com/office/drawing/2014/main" id="{EA7A25F3-0E48-434C-BF7A-FC3FC51F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Noveleta</a:t>
            </a:r>
          </a:p>
        </p:txBody>
      </p:sp>
      <p:sp>
        <p:nvSpPr>
          <p:cNvPr id="55" name="profile-962">
            <a:extLst xmlns:a="http://schemas.openxmlformats.org/drawingml/2006/main">
              <a:ext uri="{FF2B5EF4-FFF2-40B4-BE49-F238E27FC236}">
                <a16:creationId xmlns:a16="http://schemas.microsoft.com/office/drawing/2014/main" id="{63C945E0-D2B9-4FCF-A284-F44942B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6" name="profile-963">
            <a:extLst xmlns:a="http://schemas.openxmlformats.org/drawingml/2006/main">
              <a:ext uri="{FF2B5EF4-FFF2-40B4-BE49-F238E27FC236}">
                <a16:creationId xmlns:a16="http://schemas.microsoft.com/office/drawing/2014/main" id="{AD829F2E-4DA9-4620-95FB-F1917C8A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Rosario</a:t>
            </a:r>
          </a:p>
        </p:txBody>
      </p:sp>
      <p:sp>
        <p:nvSpPr>
          <p:cNvPr id="57" name="profile-964">
            <a:extLst xmlns:a="http://schemas.openxmlformats.org/drawingml/2006/main">
              <a:ext uri="{FF2B5EF4-FFF2-40B4-BE49-F238E27FC236}">
                <a16:creationId xmlns:a16="http://schemas.microsoft.com/office/drawing/2014/main" id="{D76304F4-B0B3-4A10-A6FE-3CCB1DEE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8" name="profile-965">
            <a:extLst xmlns:a="http://schemas.openxmlformats.org/drawingml/2006/main">
              <a:ext uri="{FF2B5EF4-FFF2-40B4-BE49-F238E27FC236}">
                <a16:creationId xmlns:a16="http://schemas.microsoft.com/office/drawing/2014/main" id="{F4C029A2-9601-43FC-B32B-270ECC0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Silang</a:t>
            </a:r>
          </a:p>
        </p:txBody>
      </p:sp>
      <p:sp>
        <p:nvSpPr>
          <p:cNvPr id="59" name="profile-966">
            <a:extLst xmlns:a="http://schemas.openxmlformats.org/drawingml/2006/main">
              <a:ext uri="{FF2B5EF4-FFF2-40B4-BE49-F238E27FC236}">
                <a16:creationId xmlns:a16="http://schemas.microsoft.com/office/drawing/2014/main" id="{009379AB-63B8-4BE1-B9C5-B34F9262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0" name="profile-967">
            <a:extLst xmlns:a="http://schemas.openxmlformats.org/drawingml/2006/main">
              <a:ext uri="{FF2B5EF4-FFF2-40B4-BE49-F238E27FC236}">
                <a16:creationId xmlns:a16="http://schemas.microsoft.com/office/drawing/2014/main" id="{CCBED3AB-4E8F-48CE-A057-53C5184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Tanza</a:t>
            </a:r>
          </a:p>
        </p:txBody>
      </p:sp>
      <p:sp>
        <p:nvSpPr>
          <p:cNvPr id="61" name="profile-968">
            <a:extLst xmlns:a="http://schemas.openxmlformats.org/drawingml/2006/main">
              <a:ext uri="{FF2B5EF4-FFF2-40B4-BE49-F238E27FC236}">
                <a16:creationId xmlns:a16="http://schemas.microsoft.com/office/drawing/2014/main" id="{B8303B2C-7521-4CCB-BF58-84D00B28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2" name="profile-969">
            <a:extLst xmlns:a="http://schemas.openxmlformats.org/drawingml/2006/main">
              <a:ext uri="{FF2B5EF4-FFF2-40B4-BE49-F238E27FC236}">
                <a16:creationId xmlns:a16="http://schemas.microsoft.com/office/drawing/2014/main" id="{960AA876-2334-4F08-BBBF-F0E25B7F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Ternate</a:t>
            </a:r>
          </a:p>
        </p:txBody>
      </p:sp>
      <p:sp>
        <p:nvSpPr>
          <p:cNvPr id="63" name="profile-970">
            <a:extLst xmlns:a="http://schemas.openxmlformats.org/drawingml/2006/main">
              <a:ext uri="{FF2B5EF4-FFF2-40B4-BE49-F238E27FC236}">
                <a16:creationId xmlns:a16="http://schemas.microsoft.com/office/drawing/2014/main" id="{CA0C255B-0D18-423D-91AA-E8C6C94D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4" name="profile-971">
            <a:extLst xmlns:a="http://schemas.openxmlformats.org/drawingml/2006/main">
              <a:ext uri="{FF2B5EF4-FFF2-40B4-BE49-F238E27FC236}">
                <a16:creationId xmlns:a16="http://schemas.microsoft.com/office/drawing/2014/main" id="{3B30B041-664F-41BB-87ED-746D544B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General Mariano Alvarez</a:t>
            </a:r>
          </a:p>
        </p:txBody>
      </p:sp>
      <p:sp>
        <p:nvSpPr>
          <p:cNvPr id="65" name="profile-972">
            <a:extLst xmlns:a="http://schemas.openxmlformats.org/drawingml/2006/main">
              <a:ext uri="{FF2B5EF4-FFF2-40B4-BE49-F238E27FC236}">
                <a16:creationId xmlns:a16="http://schemas.microsoft.com/office/drawing/2014/main" id="{3868F2A9-0243-4B41-A35C-381F9BC3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3084512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profile-973">
            <a:extLst xmlns:a="http://schemas.openxmlformats.org/drawingml/2006/main">
              <a:ext uri="{FF2B5EF4-FFF2-40B4-BE49-F238E27FC236}">
                <a16:creationId xmlns:a16="http://schemas.microsoft.com/office/drawing/2014/main" id="{544B8369-28B6-4B50-853A-C5A89B44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974">
            <a:extLst xmlns:a="http://schemas.openxmlformats.org/drawingml/2006/main">
              <a:ext uri="{FF2B5EF4-FFF2-40B4-BE49-F238E27FC236}">
                <a16:creationId xmlns:a16="http://schemas.microsoft.com/office/drawing/2014/main" id="{E3691201-DDD7-4783-8ABB-9BAFB3D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25F4D-C667-46A2-BCEA-7C79C2B21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0e5d110b549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975">
            <a:extLst xmlns:a="http://schemas.openxmlformats.org/drawingml/2006/main">
              <a:ext uri="{FF2B5EF4-FFF2-40B4-BE49-F238E27FC236}">
                <a16:creationId xmlns:a16="http://schemas.microsoft.com/office/drawing/2014/main" id="{3515EB6F-10B1-4F51-BB53-5E6BC35C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976">
            <a:extLst xmlns:a="http://schemas.openxmlformats.org/drawingml/2006/main">
              <a:ext uri="{FF2B5EF4-FFF2-40B4-BE49-F238E27FC236}">
                <a16:creationId xmlns:a16="http://schemas.microsoft.com/office/drawing/2014/main" id="{35095815-08E7-4FAB-A5CC-FD9BCD7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977">
            <a:extLst xmlns:a="http://schemas.openxmlformats.org/drawingml/2006/main">
              <a:ext uri="{FF2B5EF4-FFF2-40B4-BE49-F238E27FC236}">
                <a16:creationId xmlns:a16="http://schemas.microsoft.com/office/drawing/2014/main" id="{6369DF1B-1E03-4043-AF1A-E4FE1FEE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978">
            <a:extLst xmlns:a="http://schemas.openxmlformats.org/drawingml/2006/main">
              <a:ext uri="{FF2B5EF4-FFF2-40B4-BE49-F238E27FC236}">
                <a16:creationId xmlns:a16="http://schemas.microsoft.com/office/drawing/2014/main" id="{C9C801D7-8A09-46CC-B0D5-7B6F3009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979">
            <a:extLst xmlns:a="http://schemas.openxmlformats.org/drawingml/2006/main">
              <a:ext uri="{FF2B5EF4-FFF2-40B4-BE49-F238E27FC236}">
                <a16:creationId xmlns:a16="http://schemas.microsoft.com/office/drawing/2014/main" id="{1F8F5A40-E9B0-49BA-AA11-DDB47473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980">
            <a:extLst xmlns:a="http://schemas.openxmlformats.org/drawingml/2006/main">
              <a:ext uri="{FF2B5EF4-FFF2-40B4-BE49-F238E27FC236}">
                <a16:creationId xmlns:a16="http://schemas.microsoft.com/office/drawing/2014/main" id="{2C1DE9AC-F166-4E55-A389-38173553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981">
            <a:extLst xmlns:a="http://schemas.openxmlformats.org/drawingml/2006/main">
              <a:ext uri="{FF2B5EF4-FFF2-40B4-BE49-F238E27FC236}">
                <a16:creationId xmlns:a16="http://schemas.microsoft.com/office/drawing/2014/main" id="{185AA99B-ECE2-492C-BBC8-EAE56240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982">
            <a:extLst xmlns:a="http://schemas.openxmlformats.org/drawingml/2006/main">
              <a:ext uri="{FF2B5EF4-FFF2-40B4-BE49-F238E27FC236}">
                <a16:creationId xmlns:a16="http://schemas.microsoft.com/office/drawing/2014/main" id="{0A682E71-4C8F-499C-B1CA-8E68199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983">
            <a:extLst xmlns:a="http://schemas.openxmlformats.org/drawingml/2006/main">
              <a:ext uri="{FF2B5EF4-FFF2-40B4-BE49-F238E27FC236}">
                <a16:creationId xmlns:a16="http://schemas.microsoft.com/office/drawing/2014/main" id="{1C2CDE3C-8C58-437C-B6DA-D4D940F2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984">
            <a:extLst xmlns:a="http://schemas.openxmlformats.org/drawingml/2006/main">
              <a:ext uri="{FF2B5EF4-FFF2-40B4-BE49-F238E27FC236}">
                <a16:creationId xmlns:a16="http://schemas.microsoft.com/office/drawing/2014/main" id="{4CE26CF2-A8E0-4E86-85FD-FC59755F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985">
            <a:extLst xmlns:a="http://schemas.openxmlformats.org/drawingml/2006/main">
              <a:ext uri="{FF2B5EF4-FFF2-40B4-BE49-F238E27FC236}">
                <a16:creationId xmlns:a16="http://schemas.microsoft.com/office/drawing/2014/main" id="{17159816-8EF1-4668-A4E2-67554C1F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986">
            <a:extLst xmlns:a="http://schemas.openxmlformats.org/drawingml/2006/main">
              <a:ext uri="{FF2B5EF4-FFF2-40B4-BE49-F238E27FC236}">
                <a16:creationId xmlns:a16="http://schemas.microsoft.com/office/drawing/2014/main" id="{2CEA26D0-BCD7-42B4-9EFC-D66333D1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16" name="profile-987">
            <a:extLst xmlns:a="http://schemas.openxmlformats.org/drawingml/2006/main">
              <a:ext uri="{FF2B5EF4-FFF2-40B4-BE49-F238E27FC236}">
                <a16:creationId xmlns:a16="http://schemas.microsoft.com/office/drawing/2014/main" id="{096DA54E-5DE2-4ABF-9FA0-06AAE334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Laguna</a:t>
            </a:r>
          </a:p>
        </p:txBody>
      </p:sp>
      <p:sp>
        <p:nvSpPr>
          <p:cNvPr id="17" name="profile-988">
            <a:extLst xmlns:a="http://schemas.openxmlformats.org/drawingml/2006/main">
              <a:ext uri="{FF2B5EF4-FFF2-40B4-BE49-F238E27FC236}">
                <a16:creationId xmlns:a16="http://schemas.microsoft.com/office/drawing/2014/main" id="{8E70D3B0-790F-45BE-B9A3-83BE876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989">
            <a:extLst xmlns:a="http://schemas.openxmlformats.org/drawingml/2006/main">
              <a:ext uri="{FF2B5EF4-FFF2-40B4-BE49-F238E27FC236}">
                <a16:creationId xmlns:a16="http://schemas.microsoft.com/office/drawing/2014/main" id="{5812BBF2-38E8-4C27-A882-854ED004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990">
            <a:extLst xmlns:a="http://schemas.openxmlformats.org/drawingml/2006/main">
              <a:ext uri="{FF2B5EF4-FFF2-40B4-BE49-F238E27FC236}">
                <a16:creationId xmlns:a16="http://schemas.microsoft.com/office/drawing/2014/main" id="{2FBF7E04-3419-4E18-AE00-2E429A0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991">
            <a:extLst xmlns:a="http://schemas.openxmlformats.org/drawingml/2006/main">
              <a:ext uri="{FF2B5EF4-FFF2-40B4-BE49-F238E27FC236}">
                <a16:creationId xmlns:a16="http://schemas.microsoft.com/office/drawing/2014/main" id="{F01D7EFC-F3D3-4861-AB13-96C1AC0B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Biñan</a:t>
            </a:r>
          </a:p>
        </p:txBody>
      </p:sp>
      <p:sp>
        <p:nvSpPr>
          <p:cNvPr id="21" name="profile-992">
            <a:extLst xmlns:a="http://schemas.openxmlformats.org/drawingml/2006/main">
              <a:ext uri="{FF2B5EF4-FFF2-40B4-BE49-F238E27FC236}">
                <a16:creationId xmlns:a16="http://schemas.microsoft.com/office/drawing/2014/main" id="{04DFE7DE-0AB8-4090-B9F0-731CF384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993">
            <a:extLst xmlns:a="http://schemas.openxmlformats.org/drawingml/2006/main">
              <a:ext uri="{FF2B5EF4-FFF2-40B4-BE49-F238E27FC236}">
                <a16:creationId xmlns:a16="http://schemas.microsoft.com/office/drawing/2014/main" id="{C02F6F47-3A29-4483-B1BC-E6B3E636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Cabuyao</a:t>
            </a:r>
          </a:p>
        </p:txBody>
      </p:sp>
      <p:sp>
        <p:nvSpPr>
          <p:cNvPr id="23" name="profile-994">
            <a:extLst xmlns:a="http://schemas.openxmlformats.org/drawingml/2006/main">
              <a:ext uri="{FF2B5EF4-FFF2-40B4-BE49-F238E27FC236}">
                <a16:creationId xmlns:a16="http://schemas.microsoft.com/office/drawing/2014/main" id="{F1D1980E-3C78-4EFB-95EB-366741C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995">
            <a:extLst xmlns:a="http://schemas.openxmlformats.org/drawingml/2006/main">
              <a:ext uri="{FF2B5EF4-FFF2-40B4-BE49-F238E27FC236}">
                <a16:creationId xmlns:a16="http://schemas.microsoft.com/office/drawing/2014/main" id="{DA3951D5-634E-41D3-8F65-2270F42E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Calamba</a:t>
            </a:r>
          </a:p>
        </p:txBody>
      </p:sp>
      <p:sp>
        <p:nvSpPr>
          <p:cNvPr id="25" name="profile-996">
            <a:extLst xmlns:a="http://schemas.openxmlformats.org/drawingml/2006/main">
              <a:ext uri="{FF2B5EF4-FFF2-40B4-BE49-F238E27FC236}">
                <a16:creationId xmlns:a16="http://schemas.microsoft.com/office/drawing/2014/main" id="{ED38937A-5224-425E-B9C6-42D41E95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997">
            <a:extLst xmlns:a="http://schemas.openxmlformats.org/drawingml/2006/main">
              <a:ext uri="{FF2B5EF4-FFF2-40B4-BE49-F238E27FC236}">
                <a16:creationId xmlns:a16="http://schemas.microsoft.com/office/drawing/2014/main" id="{0894E10C-6131-4941-8D7D-7626C6A5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Pablo</a:t>
            </a:r>
          </a:p>
        </p:txBody>
      </p:sp>
      <p:sp>
        <p:nvSpPr>
          <p:cNvPr id="27" name="profile-998">
            <a:extLst xmlns:a="http://schemas.openxmlformats.org/drawingml/2006/main">
              <a:ext uri="{FF2B5EF4-FFF2-40B4-BE49-F238E27FC236}">
                <a16:creationId xmlns:a16="http://schemas.microsoft.com/office/drawing/2014/main" id="{E6BD0F3C-88FD-495F-BB86-110B13E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999">
            <a:extLst xmlns:a="http://schemas.openxmlformats.org/drawingml/2006/main">
              <a:ext uri="{FF2B5EF4-FFF2-40B4-BE49-F238E27FC236}">
                <a16:creationId xmlns:a16="http://schemas.microsoft.com/office/drawing/2014/main" id="{676FCE1D-458C-4712-9157-53A5FDF6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Pedro</a:t>
            </a:r>
          </a:p>
        </p:txBody>
      </p:sp>
      <p:sp>
        <p:nvSpPr>
          <p:cNvPr id="29" name="profile-1000">
            <a:extLst xmlns:a="http://schemas.openxmlformats.org/drawingml/2006/main">
              <a:ext uri="{FF2B5EF4-FFF2-40B4-BE49-F238E27FC236}">
                <a16:creationId xmlns:a16="http://schemas.microsoft.com/office/drawing/2014/main" id="{EF8C21CA-D488-4A5F-ADC6-C0C4E96C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1001">
            <a:extLst xmlns:a="http://schemas.openxmlformats.org/drawingml/2006/main">
              <a:ext uri="{FF2B5EF4-FFF2-40B4-BE49-F238E27FC236}">
                <a16:creationId xmlns:a16="http://schemas.microsoft.com/office/drawing/2014/main" id="{976580FC-24E7-4805-9154-73E9D4E0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Santa Rosa</a:t>
            </a:r>
          </a:p>
        </p:txBody>
      </p:sp>
      <p:sp>
        <p:nvSpPr>
          <p:cNvPr id="31" name="profile-1002">
            <a:extLst xmlns:a="http://schemas.openxmlformats.org/drawingml/2006/main">
              <a:ext uri="{FF2B5EF4-FFF2-40B4-BE49-F238E27FC236}">
                <a16:creationId xmlns:a16="http://schemas.microsoft.com/office/drawing/2014/main" id="{B1321EE9-64F5-42F7-BA1C-F70063DA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1003">
            <a:extLst xmlns:a="http://schemas.openxmlformats.org/drawingml/2006/main">
              <a:ext uri="{FF2B5EF4-FFF2-40B4-BE49-F238E27FC236}">
                <a16:creationId xmlns:a16="http://schemas.microsoft.com/office/drawing/2014/main" id="{B5EB99D8-A947-40D7-8D33-E5760D8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Alaminos</a:t>
            </a:r>
          </a:p>
        </p:txBody>
      </p:sp>
      <p:sp>
        <p:nvSpPr>
          <p:cNvPr id="33" name="profile-1004">
            <a:extLst xmlns:a="http://schemas.openxmlformats.org/drawingml/2006/main">
              <a:ext uri="{FF2B5EF4-FFF2-40B4-BE49-F238E27FC236}">
                <a16:creationId xmlns:a16="http://schemas.microsoft.com/office/drawing/2014/main" id="{531EA635-CE65-4C23-A46B-79EFEEFF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1005">
            <a:extLst xmlns:a="http://schemas.openxmlformats.org/drawingml/2006/main">
              <a:ext uri="{FF2B5EF4-FFF2-40B4-BE49-F238E27FC236}">
                <a16:creationId xmlns:a16="http://schemas.microsoft.com/office/drawing/2014/main" id="{D8F630A6-4BB1-43B8-A61B-ACD664FD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Bay</a:t>
            </a:r>
          </a:p>
        </p:txBody>
      </p:sp>
      <p:sp>
        <p:nvSpPr>
          <p:cNvPr id="35" name="profile-1006">
            <a:extLst xmlns:a="http://schemas.openxmlformats.org/drawingml/2006/main">
              <a:ext uri="{FF2B5EF4-FFF2-40B4-BE49-F238E27FC236}">
                <a16:creationId xmlns:a16="http://schemas.microsoft.com/office/drawing/2014/main" id="{AC8B1D4C-31C0-4AE5-B8F5-2C23A2DB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1007">
            <a:extLst xmlns:a="http://schemas.openxmlformats.org/drawingml/2006/main">
              <a:ext uri="{FF2B5EF4-FFF2-40B4-BE49-F238E27FC236}">
                <a16:creationId xmlns:a16="http://schemas.microsoft.com/office/drawing/2014/main" id="{192A704F-F1D9-4F32-A616-73FF054A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Calauan</a:t>
            </a:r>
          </a:p>
        </p:txBody>
      </p:sp>
      <p:sp>
        <p:nvSpPr>
          <p:cNvPr id="37" name="profile-1008">
            <a:extLst xmlns:a="http://schemas.openxmlformats.org/drawingml/2006/main">
              <a:ext uri="{FF2B5EF4-FFF2-40B4-BE49-F238E27FC236}">
                <a16:creationId xmlns:a16="http://schemas.microsoft.com/office/drawing/2014/main" id="{29D57666-BB13-4D77-9B3C-814390E9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1009">
            <a:extLst xmlns:a="http://schemas.openxmlformats.org/drawingml/2006/main">
              <a:ext uri="{FF2B5EF4-FFF2-40B4-BE49-F238E27FC236}">
                <a16:creationId xmlns:a16="http://schemas.microsoft.com/office/drawing/2014/main" id="{B6F3F659-78CF-40A2-8BE2-14EF936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Cavinti</a:t>
            </a:r>
          </a:p>
        </p:txBody>
      </p:sp>
      <p:sp>
        <p:nvSpPr>
          <p:cNvPr id="39" name="profile-1010">
            <a:extLst xmlns:a="http://schemas.openxmlformats.org/drawingml/2006/main">
              <a:ext uri="{FF2B5EF4-FFF2-40B4-BE49-F238E27FC236}">
                <a16:creationId xmlns:a16="http://schemas.microsoft.com/office/drawing/2014/main" id="{E916A307-C1D3-4483-AF3E-16C083F3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1011">
            <a:extLst xmlns:a="http://schemas.openxmlformats.org/drawingml/2006/main">
              <a:ext uri="{FF2B5EF4-FFF2-40B4-BE49-F238E27FC236}">
                <a16:creationId xmlns:a16="http://schemas.microsoft.com/office/drawing/2014/main" id="{8FCD15B7-E75E-4940-A282-6B733452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Famy</a:t>
            </a:r>
          </a:p>
        </p:txBody>
      </p:sp>
      <p:sp>
        <p:nvSpPr>
          <p:cNvPr id="41" name="profile-1012">
            <a:extLst xmlns:a="http://schemas.openxmlformats.org/drawingml/2006/main">
              <a:ext uri="{FF2B5EF4-FFF2-40B4-BE49-F238E27FC236}">
                <a16:creationId xmlns:a16="http://schemas.microsoft.com/office/drawing/2014/main" id="{0F46680D-DCE0-4465-A559-4117A360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1013">
            <a:extLst xmlns:a="http://schemas.openxmlformats.org/drawingml/2006/main">
              <a:ext uri="{FF2B5EF4-FFF2-40B4-BE49-F238E27FC236}">
                <a16:creationId xmlns:a16="http://schemas.microsoft.com/office/drawing/2014/main" id="{6C92FA4B-51AB-4205-B636-01AEF9EF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Kalayaan</a:t>
            </a:r>
          </a:p>
        </p:txBody>
      </p:sp>
      <p:sp>
        <p:nvSpPr>
          <p:cNvPr id="43" name="profile-1014">
            <a:extLst xmlns:a="http://schemas.openxmlformats.org/drawingml/2006/main">
              <a:ext uri="{FF2B5EF4-FFF2-40B4-BE49-F238E27FC236}">
                <a16:creationId xmlns:a16="http://schemas.microsoft.com/office/drawing/2014/main" id="{A2CA4994-2615-49D4-8F02-3DABF259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1015">
            <a:extLst xmlns:a="http://schemas.openxmlformats.org/drawingml/2006/main">
              <a:ext uri="{FF2B5EF4-FFF2-40B4-BE49-F238E27FC236}">
                <a16:creationId xmlns:a16="http://schemas.microsoft.com/office/drawing/2014/main" id="{1151B68E-1C35-4BAC-8D06-EB18DEF1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Liliw</a:t>
            </a:r>
          </a:p>
        </p:txBody>
      </p:sp>
      <p:sp>
        <p:nvSpPr>
          <p:cNvPr id="45" name="profile-1016">
            <a:extLst xmlns:a="http://schemas.openxmlformats.org/drawingml/2006/main">
              <a:ext uri="{FF2B5EF4-FFF2-40B4-BE49-F238E27FC236}">
                <a16:creationId xmlns:a16="http://schemas.microsoft.com/office/drawing/2014/main" id="{DA9A9CED-22EC-481B-950D-D0C64C1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1017">
            <a:extLst xmlns:a="http://schemas.openxmlformats.org/drawingml/2006/main">
              <a:ext uri="{FF2B5EF4-FFF2-40B4-BE49-F238E27FC236}">
                <a16:creationId xmlns:a16="http://schemas.microsoft.com/office/drawing/2014/main" id="{335591BB-64E1-4AA3-B8F9-17FE882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Los Baños</a:t>
            </a:r>
          </a:p>
        </p:txBody>
      </p:sp>
      <p:sp>
        <p:nvSpPr>
          <p:cNvPr id="47" name="profile-1018">
            <a:extLst xmlns:a="http://schemas.openxmlformats.org/drawingml/2006/main">
              <a:ext uri="{FF2B5EF4-FFF2-40B4-BE49-F238E27FC236}">
                <a16:creationId xmlns:a16="http://schemas.microsoft.com/office/drawing/2014/main" id="{04557FA4-6FE8-48E8-87DD-F0781801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8" name="profile-1019">
            <a:extLst xmlns:a="http://schemas.openxmlformats.org/drawingml/2006/main">
              <a:ext uri="{FF2B5EF4-FFF2-40B4-BE49-F238E27FC236}">
                <a16:creationId xmlns:a16="http://schemas.microsoft.com/office/drawing/2014/main" id="{D3609283-C7BE-4D3C-803B-ABB66DB2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Luisiana</a:t>
            </a:r>
          </a:p>
        </p:txBody>
      </p:sp>
      <p:sp>
        <p:nvSpPr>
          <p:cNvPr id="49" name="profile-1020">
            <a:extLst xmlns:a="http://schemas.openxmlformats.org/drawingml/2006/main">
              <a:ext uri="{FF2B5EF4-FFF2-40B4-BE49-F238E27FC236}">
                <a16:creationId xmlns:a16="http://schemas.microsoft.com/office/drawing/2014/main" id="{28ECD517-4D82-4406-954D-E5CA1797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0" name="profile-1021">
            <a:extLst xmlns:a="http://schemas.openxmlformats.org/drawingml/2006/main">
              <a:ext uri="{FF2B5EF4-FFF2-40B4-BE49-F238E27FC236}">
                <a16:creationId xmlns:a16="http://schemas.microsoft.com/office/drawing/2014/main" id="{120962CD-350E-4A4F-8B52-584B7F8F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Lumban</a:t>
            </a:r>
          </a:p>
        </p:txBody>
      </p:sp>
      <p:sp>
        <p:nvSpPr>
          <p:cNvPr id="51" name="profile-1022">
            <a:extLst xmlns:a="http://schemas.openxmlformats.org/drawingml/2006/main">
              <a:ext uri="{FF2B5EF4-FFF2-40B4-BE49-F238E27FC236}">
                <a16:creationId xmlns:a16="http://schemas.microsoft.com/office/drawing/2014/main" id="{7511F200-FCE7-4EE4-9BA0-C417D8DD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2" name="profile-1023">
            <a:extLst xmlns:a="http://schemas.openxmlformats.org/drawingml/2006/main">
              <a:ext uri="{FF2B5EF4-FFF2-40B4-BE49-F238E27FC236}">
                <a16:creationId xmlns:a16="http://schemas.microsoft.com/office/drawing/2014/main" id="{2B4B1F50-B7D0-40CC-866A-C77EFB59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Mabitac</a:t>
            </a:r>
          </a:p>
        </p:txBody>
      </p:sp>
      <p:sp>
        <p:nvSpPr>
          <p:cNvPr id="53" name="profile-1024">
            <a:extLst xmlns:a="http://schemas.openxmlformats.org/drawingml/2006/main">
              <a:ext uri="{FF2B5EF4-FFF2-40B4-BE49-F238E27FC236}">
                <a16:creationId xmlns:a16="http://schemas.microsoft.com/office/drawing/2014/main" id="{737F55FC-68EC-428D-85FE-528154C3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4" name="profile-1025">
            <a:extLst xmlns:a="http://schemas.openxmlformats.org/drawingml/2006/main">
              <a:ext uri="{FF2B5EF4-FFF2-40B4-BE49-F238E27FC236}">
                <a16:creationId xmlns:a16="http://schemas.microsoft.com/office/drawing/2014/main" id="{4025A482-9245-453B-AE5C-7B8E061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Magdalena</a:t>
            </a:r>
          </a:p>
        </p:txBody>
      </p:sp>
      <p:sp>
        <p:nvSpPr>
          <p:cNvPr id="55" name="profile-1026">
            <a:extLst xmlns:a="http://schemas.openxmlformats.org/drawingml/2006/main">
              <a:ext uri="{FF2B5EF4-FFF2-40B4-BE49-F238E27FC236}">
                <a16:creationId xmlns:a16="http://schemas.microsoft.com/office/drawing/2014/main" id="{946441C0-6383-46F8-91A3-498E2362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48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6" name="profile-1027">
            <a:extLst xmlns:a="http://schemas.openxmlformats.org/drawingml/2006/main">
              <a:ext uri="{FF2B5EF4-FFF2-40B4-BE49-F238E27FC236}">
                <a16:creationId xmlns:a16="http://schemas.microsoft.com/office/drawing/2014/main" id="{11456847-0807-4C27-8200-DDE49A95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434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Majayjay</a:t>
            </a:r>
          </a:p>
        </p:txBody>
      </p:sp>
      <p:sp>
        <p:nvSpPr>
          <p:cNvPr id="57" name="profile-1028">
            <a:extLst xmlns:a="http://schemas.openxmlformats.org/drawingml/2006/main">
              <a:ext uri="{FF2B5EF4-FFF2-40B4-BE49-F238E27FC236}">
                <a16:creationId xmlns:a16="http://schemas.microsoft.com/office/drawing/2014/main" id="{50E45DB0-249C-46EB-A829-F2CC3D31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95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8" name="profile-1029">
            <a:extLst xmlns:a="http://schemas.openxmlformats.org/drawingml/2006/main">
              <a:ext uri="{FF2B5EF4-FFF2-40B4-BE49-F238E27FC236}">
                <a16:creationId xmlns:a16="http://schemas.microsoft.com/office/drawing/2014/main" id="{D0F2A055-FD36-4FE4-BD41-47CBDF5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911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Nagcarlan</a:t>
            </a:r>
          </a:p>
        </p:txBody>
      </p:sp>
      <p:sp>
        <p:nvSpPr>
          <p:cNvPr id="59" name="profile-1030">
            <a:extLst xmlns:a="http://schemas.openxmlformats.org/drawingml/2006/main">
              <a:ext uri="{FF2B5EF4-FFF2-40B4-BE49-F238E27FC236}">
                <a16:creationId xmlns:a16="http://schemas.microsoft.com/office/drawing/2014/main" id="{392CD5E3-8008-49D3-95DE-F56CCC08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0" name="profile-1031">
            <a:extLst xmlns:a="http://schemas.openxmlformats.org/drawingml/2006/main">
              <a:ext uri="{FF2B5EF4-FFF2-40B4-BE49-F238E27FC236}">
                <a16:creationId xmlns:a16="http://schemas.microsoft.com/office/drawing/2014/main" id="{C89FB89D-E091-4614-9C6B-9F838F1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Paete</a:t>
            </a:r>
          </a:p>
        </p:txBody>
      </p:sp>
      <p:sp>
        <p:nvSpPr>
          <p:cNvPr id="61" name="profile-1032">
            <a:extLst xmlns:a="http://schemas.openxmlformats.org/drawingml/2006/main">
              <a:ext uri="{FF2B5EF4-FFF2-40B4-BE49-F238E27FC236}">
                <a16:creationId xmlns:a16="http://schemas.microsoft.com/office/drawing/2014/main" id="{1DEA3BC9-291D-4A90-A3D9-855D5D39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2" name="profile-1033">
            <a:extLst xmlns:a="http://schemas.openxmlformats.org/drawingml/2006/main">
              <a:ext uri="{FF2B5EF4-FFF2-40B4-BE49-F238E27FC236}">
                <a16:creationId xmlns:a16="http://schemas.microsoft.com/office/drawing/2014/main" id="{A886B1AC-E52D-48B4-A6BE-D9A55C5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Pagsanjan</a:t>
            </a:r>
          </a:p>
        </p:txBody>
      </p:sp>
      <p:sp>
        <p:nvSpPr>
          <p:cNvPr id="63" name="profile-1034">
            <a:extLst xmlns:a="http://schemas.openxmlformats.org/drawingml/2006/main">
              <a:ext uri="{FF2B5EF4-FFF2-40B4-BE49-F238E27FC236}">
                <a16:creationId xmlns:a16="http://schemas.microsoft.com/office/drawing/2014/main" id="{259590A7-A555-4AA7-A860-7B22F01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4" name="profile-1035">
            <a:extLst xmlns:a="http://schemas.openxmlformats.org/drawingml/2006/main">
              <a:ext uri="{FF2B5EF4-FFF2-40B4-BE49-F238E27FC236}">
                <a16:creationId xmlns:a16="http://schemas.microsoft.com/office/drawing/2014/main" id="{47710CF7-7028-4D65-9F1C-2253CE50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Pakil</a:t>
            </a:r>
          </a:p>
        </p:txBody>
      </p:sp>
      <p:sp>
        <p:nvSpPr>
          <p:cNvPr id="65" name="profile-1036">
            <a:extLst xmlns:a="http://schemas.openxmlformats.org/drawingml/2006/main">
              <a:ext uri="{FF2B5EF4-FFF2-40B4-BE49-F238E27FC236}">
                <a16:creationId xmlns:a16="http://schemas.microsoft.com/office/drawing/2014/main" id="{AE4A1214-CB28-4303-9999-DEB70BCE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6" name="profile-1037">
            <a:extLst xmlns:a="http://schemas.openxmlformats.org/drawingml/2006/main">
              <a:ext uri="{FF2B5EF4-FFF2-40B4-BE49-F238E27FC236}">
                <a16:creationId xmlns:a16="http://schemas.microsoft.com/office/drawing/2014/main" id="{27E63BD8-7881-41F0-8E53-EF74810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Pangil</a:t>
            </a:r>
          </a:p>
        </p:txBody>
      </p:sp>
      <p:sp>
        <p:nvSpPr>
          <p:cNvPr id="67" name="profile-1038">
            <a:extLst xmlns:a="http://schemas.openxmlformats.org/drawingml/2006/main">
              <a:ext uri="{FF2B5EF4-FFF2-40B4-BE49-F238E27FC236}">
                <a16:creationId xmlns:a16="http://schemas.microsoft.com/office/drawing/2014/main" id="{61B9FC8F-E0B0-4BE5-97F8-1BD4756D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8" name="profile-1039">
            <a:extLst xmlns:a="http://schemas.openxmlformats.org/drawingml/2006/main">
              <a:ext uri="{FF2B5EF4-FFF2-40B4-BE49-F238E27FC236}">
                <a16:creationId xmlns:a16="http://schemas.microsoft.com/office/drawing/2014/main" id="{5E2DA3C8-62F0-4FF4-9E08-11D7D7B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Pila</a:t>
            </a:r>
          </a:p>
        </p:txBody>
      </p:sp>
      <p:sp>
        <p:nvSpPr>
          <p:cNvPr id="69" name="profile-1040">
            <a:extLst xmlns:a="http://schemas.openxmlformats.org/drawingml/2006/main">
              <a:ext uri="{FF2B5EF4-FFF2-40B4-BE49-F238E27FC236}">
                <a16:creationId xmlns:a16="http://schemas.microsoft.com/office/drawing/2014/main" id="{723C3C16-85CE-4494-A76A-8C2E7E0A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0" name="profile-1041">
            <a:extLst xmlns:a="http://schemas.openxmlformats.org/drawingml/2006/main">
              <a:ext uri="{FF2B5EF4-FFF2-40B4-BE49-F238E27FC236}">
                <a16:creationId xmlns:a16="http://schemas.microsoft.com/office/drawing/2014/main" id="{A0AC7BA8-E78F-4D78-A3D9-52244DD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Rizal</a:t>
            </a:r>
          </a:p>
        </p:txBody>
      </p:sp>
      <p:sp>
        <p:nvSpPr>
          <p:cNvPr id="71" name="profile-1042">
            <a:extLst xmlns:a="http://schemas.openxmlformats.org/drawingml/2006/main">
              <a:ext uri="{FF2B5EF4-FFF2-40B4-BE49-F238E27FC236}">
                <a16:creationId xmlns:a16="http://schemas.microsoft.com/office/drawing/2014/main" id="{5A1B4AEA-D2C7-4179-B96A-7D19E18B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2" name="profile-1043">
            <a:extLst xmlns:a="http://schemas.openxmlformats.org/drawingml/2006/main">
              <a:ext uri="{FF2B5EF4-FFF2-40B4-BE49-F238E27FC236}">
                <a16:creationId xmlns:a16="http://schemas.microsoft.com/office/drawing/2014/main" id="{DABB3266-5DB4-4682-8F76-49DA591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Santa Cruz</a:t>
            </a:r>
          </a:p>
        </p:txBody>
      </p:sp>
      <p:sp>
        <p:nvSpPr>
          <p:cNvPr id="73" name="profile-1044">
            <a:extLst xmlns:a="http://schemas.openxmlformats.org/drawingml/2006/main">
              <a:ext uri="{FF2B5EF4-FFF2-40B4-BE49-F238E27FC236}">
                <a16:creationId xmlns:a16="http://schemas.microsoft.com/office/drawing/2014/main" id="{42A125D3-12C6-467A-B4E5-ABEFB6A3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4" name="profile-1045">
            <a:extLst xmlns:a="http://schemas.openxmlformats.org/drawingml/2006/main">
              <a:ext uri="{FF2B5EF4-FFF2-40B4-BE49-F238E27FC236}">
                <a16:creationId xmlns:a16="http://schemas.microsoft.com/office/drawing/2014/main" id="{18CF7F91-1D8F-41F2-9929-A9003159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Santa Maria</a:t>
            </a:r>
          </a:p>
        </p:txBody>
      </p:sp>
      <p:sp>
        <p:nvSpPr>
          <p:cNvPr id="75" name="profile-1046">
            <a:extLst xmlns:a="http://schemas.openxmlformats.org/drawingml/2006/main">
              <a:ext uri="{FF2B5EF4-FFF2-40B4-BE49-F238E27FC236}">
                <a16:creationId xmlns:a16="http://schemas.microsoft.com/office/drawing/2014/main" id="{D690B567-7F42-4B91-94B1-37788522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48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6" name="profile-1047">
            <a:extLst xmlns:a="http://schemas.openxmlformats.org/drawingml/2006/main">
              <a:ext uri="{FF2B5EF4-FFF2-40B4-BE49-F238E27FC236}">
                <a16:creationId xmlns:a16="http://schemas.microsoft.com/office/drawing/2014/main" id="{1E68F569-7065-4BAF-8788-CD0A39D5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434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Siniloan</a:t>
            </a:r>
          </a:p>
        </p:txBody>
      </p:sp>
      <p:sp>
        <p:nvSpPr>
          <p:cNvPr id="77" name="profile-1048">
            <a:extLst xmlns:a="http://schemas.openxmlformats.org/drawingml/2006/main">
              <a:ext uri="{FF2B5EF4-FFF2-40B4-BE49-F238E27FC236}">
                <a16:creationId xmlns:a16="http://schemas.microsoft.com/office/drawing/2014/main" id="{0165F61D-1003-4FE2-9846-ADACE93C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95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8" name="profile-1049">
            <a:extLst xmlns:a="http://schemas.openxmlformats.org/drawingml/2006/main">
              <a:ext uri="{FF2B5EF4-FFF2-40B4-BE49-F238E27FC236}">
                <a16:creationId xmlns:a16="http://schemas.microsoft.com/office/drawing/2014/main" id="{9105811E-E275-411A-B57A-7F03AD2B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911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Victoria</a:t>
            </a:r>
          </a:p>
        </p:txBody>
      </p:sp>
      <p:sp>
        <p:nvSpPr>
          <p:cNvPr id="79" name="profile-1050">
            <a:extLst xmlns:a="http://schemas.openxmlformats.org/drawingml/2006/main">
              <a:ext uri="{FF2B5EF4-FFF2-40B4-BE49-F238E27FC236}">
                <a16:creationId xmlns:a16="http://schemas.microsoft.com/office/drawing/2014/main" id="{41DDE50A-291F-4E89-8187-F58B04F1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18778470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profile-1051">
            <a:extLst xmlns:a="http://schemas.openxmlformats.org/drawingml/2006/main">
              <a:ext uri="{FF2B5EF4-FFF2-40B4-BE49-F238E27FC236}">
                <a16:creationId xmlns:a16="http://schemas.microsoft.com/office/drawing/2014/main" id="{9F5BBF22-E958-4B55-9CBE-3F9A1E4C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052">
            <a:extLst xmlns:a="http://schemas.openxmlformats.org/drawingml/2006/main">
              <a:ext uri="{FF2B5EF4-FFF2-40B4-BE49-F238E27FC236}">
                <a16:creationId xmlns:a16="http://schemas.microsoft.com/office/drawing/2014/main" id="{09059E0B-3BEE-4BB1-86D3-DEBFDA62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1BB3E-2BD6-4FBE-BA2E-58F448242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0e272140b41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053">
            <a:extLst xmlns:a="http://schemas.openxmlformats.org/drawingml/2006/main">
              <a:ext uri="{FF2B5EF4-FFF2-40B4-BE49-F238E27FC236}">
                <a16:creationId xmlns:a16="http://schemas.microsoft.com/office/drawing/2014/main" id="{7B2469B0-C5B9-4B62-80C2-4BAC4161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054">
            <a:extLst xmlns:a="http://schemas.openxmlformats.org/drawingml/2006/main">
              <a:ext uri="{FF2B5EF4-FFF2-40B4-BE49-F238E27FC236}">
                <a16:creationId xmlns:a16="http://schemas.microsoft.com/office/drawing/2014/main" id="{4CB1C581-F069-4E50-80FE-59F3591A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055">
            <a:extLst xmlns:a="http://schemas.openxmlformats.org/drawingml/2006/main">
              <a:ext uri="{FF2B5EF4-FFF2-40B4-BE49-F238E27FC236}">
                <a16:creationId xmlns:a16="http://schemas.microsoft.com/office/drawing/2014/main" id="{251A2F6A-A0F0-4956-9B55-0621C69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056">
            <a:extLst xmlns:a="http://schemas.openxmlformats.org/drawingml/2006/main">
              <a:ext uri="{FF2B5EF4-FFF2-40B4-BE49-F238E27FC236}">
                <a16:creationId xmlns:a16="http://schemas.microsoft.com/office/drawing/2014/main" id="{1D2F54B2-FACE-4DC9-AD4D-74262519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057">
            <a:extLst xmlns:a="http://schemas.openxmlformats.org/drawingml/2006/main">
              <a:ext uri="{FF2B5EF4-FFF2-40B4-BE49-F238E27FC236}">
                <a16:creationId xmlns:a16="http://schemas.microsoft.com/office/drawing/2014/main" id="{E2F37D81-1B60-4409-86C2-7ED74D4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058">
            <a:extLst xmlns:a="http://schemas.openxmlformats.org/drawingml/2006/main">
              <a:ext uri="{FF2B5EF4-FFF2-40B4-BE49-F238E27FC236}">
                <a16:creationId xmlns:a16="http://schemas.microsoft.com/office/drawing/2014/main" id="{9D986BCB-67B4-4DBB-94C7-51C2E7AC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059">
            <a:extLst xmlns:a="http://schemas.openxmlformats.org/drawingml/2006/main">
              <a:ext uri="{FF2B5EF4-FFF2-40B4-BE49-F238E27FC236}">
                <a16:creationId xmlns:a16="http://schemas.microsoft.com/office/drawing/2014/main" id="{F1823BF2-35E8-41A4-AC0B-A82C5F10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060">
            <a:extLst xmlns:a="http://schemas.openxmlformats.org/drawingml/2006/main">
              <a:ext uri="{FF2B5EF4-FFF2-40B4-BE49-F238E27FC236}">
                <a16:creationId xmlns:a16="http://schemas.microsoft.com/office/drawing/2014/main" id="{C1184095-8A8D-4B4F-9B62-7005F8A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061">
            <a:extLst xmlns:a="http://schemas.openxmlformats.org/drawingml/2006/main">
              <a:ext uri="{FF2B5EF4-FFF2-40B4-BE49-F238E27FC236}">
                <a16:creationId xmlns:a16="http://schemas.microsoft.com/office/drawing/2014/main" id="{F01384E4-8822-4A01-B918-84E77DF5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062">
            <a:extLst xmlns:a="http://schemas.openxmlformats.org/drawingml/2006/main">
              <a:ext uri="{FF2B5EF4-FFF2-40B4-BE49-F238E27FC236}">
                <a16:creationId xmlns:a16="http://schemas.microsoft.com/office/drawing/2014/main" id="{36EF1A83-4C18-471D-B1B5-0E22BBB4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063">
            <a:extLst xmlns:a="http://schemas.openxmlformats.org/drawingml/2006/main">
              <a:ext uri="{FF2B5EF4-FFF2-40B4-BE49-F238E27FC236}">
                <a16:creationId xmlns:a16="http://schemas.microsoft.com/office/drawing/2014/main" id="{26AE00E1-817A-4AF1-8821-FB173C85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064">
            <a:extLst xmlns:a="http://schemas.openxmlformats.org/drawingml/2006/main">
              <a:ext uri="{FF2B5EF4-FFF2-40B4-BE49-F238E27FC236}">
                <a16:creationId xmlns:a16="http://schemas.microsoft.com/office/drawing/2014/main" id="{07968958-0B6A-4477-9423-CC9159AB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16" name="profile-1065">
            <a:extLst xmlns:a="http://schemas.openxmlformats.org/drawingml/2006/main">
              <a:ext uri="{FF2B5EF4-FFF2-40B4-BE49-F238E27FC236}">
                <a16:creationId xmlns:a16="http://schemas.microsoft.com/office/drawing/2014/main" id="{B60932A9-8FB4-4434-A0DB-4AFD0E63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Batangas</a:t>
            </a:r>
          </a:p>
        </p:txBody>
      </p:sp>
      <p:sp>
        <p:nvSpPr>
          <p:cNvPr id="17" name="profile-1066">
            <a:extLst xmlns:a="http://schemas.openxmlformats.org/drawingml/2006/main">
              <a:ext uri="{FF2B5EF4-FFF2-40B4-BE49-F238E27FC236}">
                <a16:creationId xmlns:a16="http://schemas.microsoft.com/office/drawing/2014/main" id="{CE7CB81C-8A89-43BA-8B16-1479FCB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067">
            <a:extLst xmlns:a="http://schemas.openxmlformats.org/drawingml/2006/main">
              <a:ext uri="{FF2B5EF4-FFF2-40B4-BE49-F238E27FC236}">
                <a16:creationId xmlns:a16="http://schemas.microsoft.com/office/drawing/2014/main" id="{A61E2C64-3D61-41F6-B67C-A72AD5D8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1068">
            <a:extLst xmlns:a="http://schemas.openxmlformats.org/drawingml/2006/main">
              <a:ext uri="{FF2B5EF4-FFF2-40B4-BE49-F238E27FC236}">
                <a16:creationId xmlns:a16="http://schemas.microsoft.com/office/drawing/2014/main" id="{DB37ECBC-F577-40DD-A08D-08EBD0B8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1069">
            <a:extLst xmlns:a="http://schemas.openxmlformats.org/drawingml/2006/main">
              <a:ext uri="{FF2B5EF4-FFF2-40B4-BE49-F238E27FC236}">
                <a16:creationId xmlns:a16="http://schemas.microsoft.com/office/drawing/2014/main" id="{29911718-9EAB-4BC9-AA43-8056B105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Batangas City</a:t>
            </a:r>
          </a:p>
        </p:txBody>
      </p:sp>
      <p:sp>
        <p:nvSpPr>
          <p:cNvPr id="21" name="profile-1070">
            <a:extLst xmlns:a="http://schemas.openxmlformats.org/drawingml/2006/main">
              <a:ext uri="{FF2B5EF4-FFF2-40B4-BE49-F238E27FC236}">
                <a16:creationId xmlns:a16="http://schemas.microsoft.com/office/drawing/2014/main" id="{08A82CC6-140E-49C8-9083-6ACCA48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1071">
            <a:extLst xmlns:a="http://schemas.openxmlformats.org/drawingml/2006/main">
              <a:ext uri="{FF2B5EF4-FFF2-40B4-BE49-F238E27FC236}">
                <a16:creationId xmlns:a16="http://schemas.microsoft.com/office/drawing/2014/main" id="{76C46FFA-B251-448C-884F-F9B5FEB3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Calaca</a:t>
            </a:r>
          </a:p>
        </p:txBody>
      </p:sp>
      <p:sp>
        <p:nvSpPr>
          <p:cNvPr id="23" name="profile-1072">
            <a:extLst xmlns:a="http://schemas.openxmlformats.org/drawingml/2006/main">
              <a:ext uri="{FF2B5EF4-FFF2-40B4-BE49-F238E27FC236}">
                <a16:creationId xmlns:a16="http://schemas.microsoft.com/office/drawing/2014/main" id="{376A2DF5-2A84-4838-B7AE-89D067FC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1073">
            <a:extLst xmlns:a="http://schemas.openxmlformats.org/drawingml/2006/main">
              <a:ext uri="{FF2B5EF4-FFF2-40B4-BE49-F238E27FC236}">
                <a16:creationId xmlns:a16="http://schemas.microsoft.com/office/drawing/2014/main" id="{62ABBCBC-3653-4158-8A77-B3045FC5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Lipa</a:t>
            </a:r>
          </a:p>
        </p:txBody>
      </p:sp>
      <p:sp>
        <p:nvSpPr>
          <p:cNvPr id="25" name="profile-1074">
            <a:extLst xmlns:a="http://schemas.openxmlformats.org/drawingml/2006/main">
              <a:ext uri="{FF2B5EF4-FFF2-40B4-BE49-F238E27FC236}">
                <a16:creationId xmlns:a16="http://schemas.microsoft.com/office/drawing/2014/main" id="{C40819E9-486D-470F-91FB-5D38B20F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1075">
            <a:extLst xmlns:a="http://schemas.openxmlformats.org/drawingml/2006/main">
              <a:ext uri="{FF2B5EF4-FFF2-40B4-BE49-F238E27FC236}">
                <a16:creationId xmlns:a16="http://schemas.microsoft.com/office/drawing/2014/main" id="{A13057ED-8523-433C-959F-8E876CCE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Santo Tomas</a:t>
            </a:r>
          </a:p>
        </p:txBody>
      </p:sp>
      <p:sp>
        <p:nvSpPr>
          <p:cNvPr id="27" name="profile-1076">
            <a:extLst xmlns:a="http://schemas.openxmlformats.org/drawingml/2006/main">
              <a:ext uri="{FF2B5EF4-FFF2-40B4-BE49-F238E27FC236}">
                <a16:creationId xmlns:a16="http://schemas.microsoft.com/office/drawing/2014/main" id="{1775BF04-793A-42E9-913A-255A0593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1077">
            <a:extLst xmlns:a="http://schemas.openxmlformats.org/drawingml/2006/main">
              <a:ext uri="{FF2B5EF4-FFF2-40B4-BE49-F238E27FC236}">
                <a16:creationId xmlns:a16="http://schemas.microsoft.com/office/drawing/2014/main" id="{6BF897EF-2F64-4217-8BEA-671F8C9E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Tanauan</a:t>
            </a:r>
          </a:p>
        </p:txBody>
      </p:sp>
      <p:sp>
        <p:nvSpPr>
          <p:cNvPr id="29" name="profile-1078">
            <a:extLst xmlns:a="http://schemas.openxmlformats.org/drawingml/2006/main">
              <a:ext uri="{FF2B5EF4-FFF2-40B4-BE49-F238E27FC236}">
                <a16:creationId xmlns:a16="http://schemas.microsoft.com/office/drawing/2014/main" id="{EAA135AB-A084-4E8E-9F31-5AD8AC2A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1079">
            <a:extLst xmlns:a="http://schemas.openxmlformats.org/drawingml/2006/main">
              <a:ext uri="{FF2B5EF4-FFF2-40B4-BE49-F238E27FC236}">
                <a16:creationId xmlns:a16="http://schemas.microsoft.com/office/drawing/2014/main" id="{B7FDEDB9-49E7-411B-AED5-B7DD87BF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Agoncillo</a:t>
            </a:r>
          </a:p>
        </p:txBody>
      </p:sp>
      <p:sp>
        <p:nvSpPr>
          <p:cNvPr id="31" name="profile-1080">
            <a:extLst xmlns:a="http://schemas.openxmlformats.org/drawingml/2006/main">
              <a:ext uri="{FF2B5EF4-FFF2-40B4-BE49-F238E27FC236}">
                <a16:creationId xmlns:a16="http://schemas.microsoft.com/office/drawing/2014/main" id="{E86F9DFF-2D2C-4C69-92E9-29EBCD07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1081">
            <a:extLst xmlns:a="http://schemas.openxmlformats.org/drawingml/2006/main">
              <a:ext uri="{FF2B5EF4-FFF2-40B4-BE49-F238E27FC236}">
                <a16:creationId xmlns:a16="http://schemas.microsoft.com/office/drawing/2014/main" id="{A1962AD2-AA20-493A-9E85-6DF477E9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Alitagtag</a:t>
            </a:r>
          </a:p>
        </p:txBody>
      </p:sp>
      <p:sp>
        <p:nvSpPr>
          <p:cNvPr id="33" name="profile-1082">
            <a:extLst xmlns:a="http://schemas.openxmlformats.org/drawingml/2006/main">
              <a:ext uri="{FF2B5EF4-FFF2-40B4-BE49-F238E27FC236}">
                <a16:creationId xmlns:a16="http://schemas.microsoft.com/office/drawing/2014/main" id="{D59288A6-D436-4F3A-BFE4-5AE817A5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1083">
            <a:extLst xmlns:a="http://schemas.openxmlformats.org/drawingml/2006/main">
              <a:ext uri="{FF2B5EF4-FFF2-40B4-BE49-F238E27FC236}">
                <a16:creationId xmlns:a16="http://schemas.microsoft.com/office/drawing/2014/main" id="{8BDE5978-3FC8-49B1-BF65-C0929E0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Balayan</a:t>
            </a:r>
          </a:p>
        </p:txBody>
      </p:sp>
      <p:sp>
        <p:nvSpPr>
          <p:cNvPr id="35" name="profile-1084">
            <a:extLst xmlns:a="http://schemas.openxmlformats.org/drawingml/2006/main">
              <a:ext uri="{FF2B5EF4-FFF2-40B4-BE49-F238E27FC236}">
                <a16:creationId xmlns:a16="http://schemas.microsoft.com/office/drawing/2014/main" id="{F62166A8-964E-40E5-A858-4EB4987E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1085">
            <a:extLst xmlns:a="http://schemas.openxmlformats.org/drawingml/2006/main">
              <a:ext uri="{FF2B5EF4-FFF2-40B4-BE49-F238E27FC236}">
                <a16:creationId xmlns:a16="http://schemas.microsoft.com/office/drawing/2014/main" id="{52127183-3FAC-4879-9700-5BE2D980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Balete</a:t>
            </a:r>
          </a:p>
        </p:txBody>
      </p:sp>
      <p:sp>
        <p:nvSpPr>
          <p:cNvPr id="37" name="profile-1086">
            <a:extLst xmlns:a="http://schemas.openxmlformats.org/drawingml/2006/main">
              <a:ext uri="{FF2B5EF4-FFF2-40B4-BE49-F238E27FC236}">
                <a16:creationId xmlns:a16="http://schemas.microsoft.com/office/drawing/2014/main" id="{257E0915-E100-4722-89A4-C983FED1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1087">
            <a:extLst xmlns:a="http://schemas.openxmlformats.org/drawingml/2006/main">
              <a:ext uri="{FF2B5EF4-FFF2-40B4-BE49-F238E27FC236}">
                <a16:creationId xmlns:a16="http://schemas.microsoft.com/office/drawing/2014/main" id="{CEC192B9-903D-4732-BB22-E4BEC3E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Bauan</a:t>
            </a:r>
          </a:p>
        </p:txBody>
      </p:sp>
      <p:sp>
        <p:nvSpPr>
          <p:cNvPr id="39" name="profile-1088">
            <a:extLst xmlns:a="http://schemas.openxmlformats.org/drawingml/2006/main">
              <a:ext uri="{FF2B5EF4-FFF2-40B4-BE49-F238E27FC236}">
                <a16:creationId xmlns:a16="http://schemas.microsoft.com/office/drawing/2014/main" id="{60C2D632-788A-4284-8991-32A71E39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1089">
            <a:extLst xmlns:a="http://schemas.openxmlformats.org/drawingml/2006/main">
              <a:ext uri="{FF2B5EF4-FFF2-40B4-BE49-F238E27FC236}">
                <a16:creationId xmlns:a16="http://schemas.microsoft.com/office/drawing/2014/main" id="{364C9F35-46D0-45ED-A404-F0450F46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Calatagan</a:t>
            </a:r>
          </a:p>
        </p:txBody>
      </p:sp>
      <p:sp>
        <p:nvSpPr>
          <p:cNvPr id="41" name="profile-1090">
            <a:extLst xmlns:a="http://schemas.openxmlformats.org/drawingml/2006/main">
              <a:ext uri="{FF2B5EF4-FFF2-40B4-BE49-F238E27FC236}">
                <a16:creationId xmlns:a16="http://schemas.microsoft.com/office/drawing/2014/main" id="{5B037E0F-5775-4D69-A846-D5D33C8A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1091">
            <a:extLst xmlns:a="http://schemas.openxmlformats.org/drawingml/2006/main">
              <a:ext uri="{FF2B5EF4-FFF2-40B4-BE49-F238E27FC236}">
                <a16:creationId xmlns:a16="http://schemas.microsoft.com/office/drawing/2014/main" id="{95B3E21B-830F-445D-A81D-DF06F72F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Cuenca</a:t>
            </a:r>
          </a:p>
        </p:txBody>
      </p:sp>
      <p:sp>
        <p:nvSpPr>
          <p:cNvPr id="43" name="profile-1092">
            <a:extLst xmlns:a="http://schemas.openxmlformats.org/drawingml/2006/main">
              <a:ext uri="{FF2B5EF4-FFF2-40B4-BE49-F238E27FC236}">
                <a16:creationId xmlns:a16="http://schemas.microsoft.com/office/drawing/2014/main" id="{20FB1B77-A36B-4788-B112-2E81D0C3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1093">
            <a:extLst xmlns:a="http://schemas.openxmlformats.org/drawingml/2006/main">
              <a:ext uri="{FF2B5EF4-FFF2-40B4-BE49-F238E27FC236}">
                <a16:creationId xmlns:a16="http://schemas.microsoft.com/office/drawing/2014/main" id="{FDB2E45B-694F-4D19-B8C0-2CB4A78A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Ibaan</a:t>
            </a:r>
          </a:p>
        </p:txBody>
      </p:sp>
      <p:sp>
        <p:nvSpPr>
          <p:cNvPr id="45" name="profile-1094">
            <a:extLst xmlns:a="http://schemas.openxmlformats.org/drawingml/2006/main">
              <a:ext uri="{FF2B5EF4-FFF2-40B4-BE49-F238E27FC236}">
                <a16:creationId xmlns:a16="http://schemas.microsoft.com/office/drawing/2014/main" id="{51B0EFDC-FFAF-4D2F-A3F9-95F79855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1095">
            <a:extLst xmlns:a="http://schemas.openxmlformats.org/drawingml/2006/main">
              <a:ext uri="{FF2B5EF4-FFF2-40B4-BE49-F238E27FC236}">
                <a16:creationId xmlns:a16="http://schemas.microsoft.com/office/drawing/2014/main" id="{9D51ABBD-FDD9-4AE7-89A0-A51595DF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Laurel</a:t>
            </a:r>
          </a:p>
        </p:txBody>
      </p:sp>
      <p:sp>
        <p:nvSpPr>
          <p:cNvPr id="47" name="profile-1096">
            <a:extLst xmlns:a="http://schemas.openxmlformats.org/drawingml/2006/main">
              <a:ext uri="{FF2B5EF4-FFF2-40B4-BE49-F238E27FC236}">
                <a16:creationId xmlns:a16="http://schemas.microsoft.com/office/drawing/2014/main" id="{C262E821-9158-4544-B163-CFE1589A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8" name="profile-1097">
            <a:extLst xmlns:a="http://schemas.openxmlformats.org/drawingml/2006/main">
              <a:ext uri="{FF2B5EF4-FFF2-40B4-BE49-F238E27FC236}">
                <a16:creationId xmlns:a16="http://schemas.microsoft.com/office/drawing/2014/main" id="{70E862D0-D109-4FE8-AF61-4167CAE4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Lemery</a:t>
            </a:r>
          </a:p>
        </p:txBody>
      </p:sp>
      <p:sp>
        <p:nvSpPr>
          <p:cNvPr id="49" name="profile-1098">
            <a:extLst xmlns:a="http://schemas.openxmlformats.org/drawingml/2006/main">
              <a:ext uri="{FF2B5EF4-FFF2-40B4-BE49-F238E27FC236}">
                <a16:creationId xmlns:a16="http://schemas.microsoft.com/office/drawing/2014/main" id="{94480C90-A5AD-436B-AF66-EBDBE3B2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0" name="profile-1099">
            <a:extLst xmlns:a="http://schemas.openxmlformats.org/drawingml/2006/main">
              <a:ext uri="{FF2B5EF4-FFF2-40B4-BE49-F238E27FC236}">
                <a16:creationId xmlns:a16="http://schemas.microsoft.com/office/drawing/2014/main" id="{3CED35F1-075A-4CCC-A4CB-E68F00F0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Lian</a:t>
            </a:r>
          </a:p>
        </p:txBody>
      </p:sp>
      <p:sp>
        <p:nvSpPr>
          <p:cNvPr id="51" name="profile-1100">
            <a:extLst xmlns:a="http://schemas.openxmlformats.org/drawingml/2006/main">
              <a:ext uri="{FF2B5EF4-FFF2-40B4-BE49-F238E27FC236}">
                <a16:creationId xmlns:a16="http://schemas.microsoft.com/office/drawing/2014/main" id="{7A3129F6-61FE-4715-8AFE-8023B3EB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2" name="profile-1101">
            <a:extLst xmlns:a="http://schemas.openxmlformats.org/drawingml/2006/main">
              <a:ext uri="{FF2B5EF4-FFF2-40B4-BE49-F238E27FC236}">
                <a16:creationId xmlns:a16="http://schemas.microsoft.com/office/drawing/2014/main" id="{5FA7D2B7-3DA1-4139-A3CC-C9418CF6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Lobo</a:t>
            </a:r>
          </a:p>
        </p:txBody>
      </p:sp>
      <p:sp>
        <p:nvSpPr>
          <p:cNvPr id="53" name="profile-1102">
            <a:extLst xmlns:a="http://schemas.openxmlformats.org/drawingml/2006/main">
              <a:ext uri="{FF2B5EF4-FFF2-40B4-BE49-F238E27FC236}">
                <a16:creationId xmlns:a16="http://schemas.microsoft.com/office/drawing/2014/main" id="{E246868F-7585-438E-BAAA-C8CA7242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4" name="profile-1103">
            <a:extLst xmlns:a="http://schemas.openxmlformats.org/drawingml/2006/main">
              <a:ext uri="{FF2B5EF4-FFF2-40B4-BE49-F238E27FC236}">
                <a16:creationId xmlns:a16="http://schemas.microsoft.com/office/drawing/2014/main" id="{A4D78C51-38D2-4EED-BC85-8EE92E4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Mabini</a:t>
            </a:r>
          </a:p>
        </p:txBody>
      </p:sp>
      <p:sp>
        <p:nvSpPr>
          <p:cNvPr id="55" name="profile-1104">
            <a:extLst xmlns:a="http://schemas.openxmlformats.org/drawingml/2006/main">
              <a:ext uri="{FF2B5EF4-FFF2-40B4-BE49-F238E27FC236}">
                <a16:creationId xmlns:a16="http://schemas.microsoft.com/office/drawing/2014/main" id="{F3894F0E-2ACD-423D-9E9E-0082690B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6" name="profile-1105">
            <a:extLst xmlns:a="http://schemas.openxmlformats.org/drawingml/2006/main">
              <a:ext uri="{FF2B5EF4-FFF2-40B4-BE49-F238E27FC236}">
                <a16:creationId xmlns:a16="http://schemas.microsoft.com/office/drawing/2014/main" id="{7BB7D3DB-B709-4A2D-97A3-9E170F18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Malvar</a:t>
            </a:r>
          </a:p>
        </p:txBody>
      </p:sp>
      <p:sp>
        <p:nvSpPr>
          <p:cNvPr id="57" name="profile-1106">
            <a:extLst xmlns:a="http://schemas.openxmlformats.org/drawingml/2006/main">
              <a:ext uri="{FF2B5EF4-FFF2-40B4-BE49-F238E27FC236}">
                <a16:creationId xmlns:a16="http://schemas.microsoft.com/office/drawing/2014/main" id="{EE4C7B31-2470-464A-AAD7-1F6978D6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8" name="profile-1107">
            <a:extLst xmlns:a="http://schemas.openxmlformats.org/drawingml/2006/main">
              <a:ext uri="{FF2B5EF4-FFF2-40B4-BE49-F238E27FC236}">
                <a16:creationId xmlns:a16="http://schemas.microsoft.com/office/drawing/2014/main" id="{70E29543-AA12-437D-9A79-DE97D97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Mataasnakahoy</a:t>
            </a:r>
          </a:p>
        </p:txBody>
      </p:sp>
      <p:sp>
        <p:nvSpPr>
          <p:cNvPr id="59" name="profile-1108">
            <a:extLst xmlns:a="http://schemas.openxmlformats.org/drawingml/2006/main">
              <a:ext uri="{FF2B5EF4-FFF2-40B4-BE49-F238E27FC236}">
                <a16:creationId xmlns:a16="http://schemas.microsoft.com/office/drawing/2014/main" id="{7632DDF8-1E77-4535-83ED-EFCB70D7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48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0" name="profile-1109">
            <a:extLst xmlns:a="http://schemas.openxmlformats.org/drawingml/2006/main">
              <a:ext uri="{FF2B5EF4-FFF2-40B4-BE49-F238E27FC236}">
                <a16:creationId xmlns:a16="http://schemas.microsoft.com/office/drawing/2014/main" id="{B387FA55-C9EB-41F5-A30D-BDE967A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434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Nasugbu</a:t>
            </a:r>
          </a:p>
        </p:txBody>
      </p:sp>
      <p:sp>
        <p:nvSpPr>
          <p:cNvPr id="61" name="profile-1110">
            <a:extLst xmlns:a="http://schemas.openxmlformats.org/drawingml/2006/main">
              <a:ext uri="{FF2B5EF4-FFF2-40B4-BE49-F238E27FC236}">
                <a16:creationId xmlns:a16="http://schemas.microsoft.com/office/drawing/2014/main" id="{459F0DF6-8E0F-4B4A-90CA-A9DF4487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95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2" name="profile-1111">
            <a:extLst xmlns:a="http://schemas.openxmlformats.org/drawingml/2006/main">
              <a:ext uri="{FF2B5EF4-FFF2-40B4-BE49-F238E27FC236}">
                <a16:creationId xmlns:a16="http://schemas.microsoft.com/office/drawing/2014/main" id="{DDCE603D-0EF7-4E63-A34A-2E0F9D45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911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Padre Garcia</a:t>
            </a:r>
          </a:p>
        </p:txBody>
      </p:sp>
      <p:sp>
        <p:nvSpPr>
          <p:cNvPr id="63" name="profile-1112">
            <a:extLst xmlns:a="http://schemas.openxmlformats.org/drawingml/2006/main">
              <a:ext uri="{FF2B5EF4-FFF2-40B4-BE49-F238E27FC236}">
                <a16:creationId xmlns:a16="http://schemas.microsoft.com/office/drawing/2014/main" id="{D816F8CF-802B-4028-8270-8AFEC73D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3435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4" name="profile-1113">
            <a:extLst xmlns:a="http://schemas.openxmlformats.org/drawingml/2006/main">
              <a:ext uri="{FF2B5EF4-FFF2-40B4-BE49-F238E27FC236}">
                <a16:creationId xmlns:a16="http://schemas.microsoft.com/office/drawing/2014/main" id="{434513E7-DD1C-4716-8765-D5CFE02F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387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Rosario</a:t>
            </a:r>
          </a:p>
        </p:txBody>
      </p:sp>
      <p:sp>
        <p:nvSpPr>
          <p:cNvPr id="65" name="profile-1114">
            <a:extLst xmlns:a="http://schemas.openxmlformats.org/drawingml/2006/main">
              <a:ext uri="{FF2B5EF4-FFF2-40B4-BE49-F238E27FC236}">
                <a16:creationId xmlns:a16="http://schemas.microsoft.com/office/drawing/2014/main" id="{B902747B-14F5-4425-9CB0-D129D014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5911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6" name="profile-1115">
            <a:extLst xmlns:a="http://schemas.openxmlformats.org/drawingml/2006/main">
              <a:ext uri="{FF2B5EF4-FFF2-40B4-BE49-F238E27FC236}">
                <a16:creationId xmlns:a16="http://schemas.microsoft.com/office/drawing/2014/main" id="{FD2987AA-89B8-4B33-9E2D-C3B44110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4864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Jose</a:t>
            </a:r>
          </a:p>
        </p:txBody>
      </p:sp>
      <p:sp>
        <p:nvSpPr>
          <p:cNvPr id="67" name="profile-1116">
            <a:extLst xmlns:a="http://schemas.openxmlformats.org/drawingml/2006/main">
              <a:ext uri="{FF2B5EF4-FFF2-40B4-BE49-F238E27FC236}">
                <a16:creationId xmlns:a16="http://schemas.microsoft.com/office/drawing/2014/main" id="{33141DBA-9A12-4882-A3F7-E1E98712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8" name="profile-1117">
            <a:extLst xmlns:a="http://schemas.openxmlformats.org/drawingml/2006/main">
              <a:ext uri="{FF2B5EF4-FFF2-40B4-BE49-F238E27FC236}">
                <a16:creationId xmlns:a16="http://schemas.microsoft.com/office/drawing/2014/main" id="{D40513C2-CBDC-4149-A5B1-1B6208B9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Juan</a:t>
            </a:r>
          </a:p>
        </p:txBody>
      </p:sp>
      <p:sp>
        <p:nvSpPr>
          <p:cNvPr id="69" name="profile-1118">
            <a:extLst xmlns:a="http://schemas.openxmlformats.org/drawingml/2006/main">
              <a:ext uri="{FF2B5EF4-FFF2-40B4-BE49-F238E27FC236}">
                <a16:creationId xmlns:a16="http://schemas.microsoft.com/office/drawing/2014/main" id="{4D081B3D-30CB-491F-BD5D-1C29DF53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0" name="profile-1119">
            <a:extLst xmlns:a="http://schemas.openxmlformats.org/drawingml/2006/main">
              <a:ext uri="{FF2B5EF4-FFF2-40B4-BE49-F238E27FC236}">
                <a16:creationId xmlns:a16="http://schemas.microsoft.com/office/drawing/2014/main" id="{E71BDB6A-6F32-4FCD-B1CB-97E3A3CC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Luis</a:t>
            </a:r>
          </a:p>
        </p:txBody>
      </p:sp>
      <p:sp>
        <p:nvSpPr>
          <p:cNvPr id="71" name="profile-1120">
            <a:extLst xmlns:a="http://schemas.openxmlformats.org/drawingml/2006/main">
              <a:ext uri="{FF2B5EF4-FFF2-40B4-BE49-F238E27FC236}">
                <a16:creationId xmlns:a16="http://schemas.microsoft.com/office/drawing/2014/main" id="{134CFD2B-855F-40DD-8702-2D0668C7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2" name="profile-1121">
            <a:extLst xmlns:a="http://schemas.openxmlformats.org/drawingml/2006/main">
              <a:ext uri="{FF2B5EF4-FFF2-40B4-BE49-F238E27FC236}">
                <a16:creationId xmlns:a16="http://schemas.microsoft.com/office/drawing/2014/main" id="{D0FA3DE0-8399-4D7E-AB79-0BEB5148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Nicolas</a:t>
            </a:r>
          </a:p>
        </p:txBody>
      </p:sp>
      <p:sp>
        <p:nvSpPr>
          <p:cNvPr id="73" name="profile-1122">
            <a:extLst xmlns:a="http://schemas.openxmlformats.org/drawingml/2006/main">
              <a:ext uri="{FF2B5EF4-FFF2-40B4-BE49-F238E27FC236}">
                <a16:creationId xmlns:a16="http://schemas.microsoft.com/office/drawing/2014/main" id="{CAC69C6A-DBE7-4E6A-9BD6-B1483553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4" name="profile-1123">
            <a:extLst xmlns:a="http://schemas.openxmlformats.org/drawingml/2006/main">
              <a:ext uri="{FF2B5EF4-FFF2-40B4-BE49-F238E27FC236}">
                <a16:creationId xmlns:a16="http://schemas.microsoft.com/office/drawing/2014/main" id="{63F29925-474D-4A2B-AE89-38C3BE64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Pascual</a:t>
            </a:r>
          </a:p>
        </p:txBody>
      </p:sp>
      <p:sp>
        <p:nvSpPr>
          <p:cNvPr id="75" name="profile-1124">
            <a:extLst xmlns:a="http://schemas.openxmlformats.org/drawingml/2006/main">
              <a:ext uri="{FF2B5EF4-FFF2-40B4-BE49-F238E27FC236}">
                <a16:creationId xmlns:a16="http://schemas.microsoft.com/office/drawing/2014/main" id="{D3F94749-3A3E-476E-A0F7-CB70892D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6" name="profile-1125">
            <a:extLst xmlns:a="http://schemas.openxmlformats.org/drawingml/2006/main">
              <a:ext uri="{FF2B5EF4-FFF2-40B4-BE49-F238E27FC236}">
                <a16:creationId xmlns:a16="http://schemas.microsoft.com/office/drawing/2014/main" id="{60089AB7-EAAC-43DB-B8FB-438A41A6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Santa Teresita</a:t>
            </a:r>
          </a:p>
        </p:txBody>
      </p:sp>
      <p:sp>
        <p:nvSpPr>
          <p:cNvPr id="77" name="profile-1126">
            <a:extLst xmlns:a="http://schemas.openxmlformats.org/drawingml/2006/main">
              <a:ext uri="{FF2B5EF4-FFF2-40B4-BE49-F238E27FC236}">
                <a16:creationId xmlns:a16="http://schemas.microsoft.com/office/drawing/2014/main" id="{E04ECD3A-B79B-4933-B28E-86542059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78" name="profile-1127">
            <a:extLst xmlns:a="http://schemas.openxmlformats.org/drawingml/2006/main">
              <a:ext uri="{FF2B5EF4-FFF2-40B4-BE49-F238E27FC236}">
                <a16:creationId xmlns:a16="http://schemas.microsoft.com/office/drawing/2014/main" id="{FFF939C7-F5DF-4FB5-A43A-55439AD1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Taal</a:t>
            </a:r>
          </a:p>
        </p:txBody>
      </p:sp>
      <p:sp>
        <p:nvSpPr>
          <p:cNvPr id="79" name="profile-1128">
            <a:extLst xmlns:a="http://schemas.openxmlformats.org/drawingml/2006/main">
              <a:ext uri="{FF2B5EF4-FFF2-40B4-BE49-F238E27FC236}">
                <a16:creationId xmlns:a16="http://schemas.microsoft.com/office/drawing/2014/main" id="{188CCCD6-0A91-4AF1-94BC-A4EA7CBA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80" name="profile-1129">
            <a:extLst xmlns:a="http://schemas.openxmlformats.org/drawingml/2006/main">
              <a:ext uri="{FF2B5EF4-FFF2-40B4-BE49-F238E27FC236}">
                <a16:creationId xmlns:a16="http://schemas.microsoft.com/office/drawing/2014/main" id="{A684E20E-86D8-4D8F-A049-3D1F119D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Talisay</a:t>
            </a:r>
          </a:p>
        </p:txBody>
      </p:sp>
      <p:sp>
        <p:nvSpPr>
          <p:cNvPr id="81" name="profile-1130">
            <a:extLst xmlns:a="http://schemas.openxmlformats.org/drawingml/2006/main">
              <a:ext uri="{FF2B5EF4-FFF2-40B4-BE49-F238E27FC236}">
                <a16:creationId xmlns:a16="http://schemas.microsoft.com/office/drawing/2014/main" id="{FE678366-4EEA-4F45-90C1-AA44E7EE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82" name="profile-1131">
            <a:extLst xmlns:a="http://schemas.openxmlformats.org/drawingml/2006/main">
              <a:ext uri="{FF2B5EF4-FFF2-40B4-BE49-F238E27FC236}">
                <a16:creationId xmlns:a16="http://schemas.microsoft.com/office/drawing/2014/main" id="{8A7D233D-B3E2-441A-BF6D-8B6E36C8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Taysan</a:t>
            </a:r>
          </a:p>
        </p:txBody>
      </p:sp>
      <p:sp>
        <p:nvSpPr>
          <p:cNvPr id="83" name="profile-1132">
            <a:extLst xmlns:a="http://schemas.openxmlformats.org/drawingml/2006/main">
              <a:ext uri="{FF2B5EF4-FFF2-40B4-BE49-F238E27FC236}">
                <a16:creationId xmlns:a16="http://schemas.microsoft.com/office/drawing/2014/main" id="{2DFE2636-0C22-45DC-8273-A0B77ED2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48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84" name="profile-1133">
            <a:extLst xmlns:a="http://schemas.openxmlformats.org/drawingml/2006/main">
              <a:ext uri="{FF2B5EF4-FFF2-40B4-BE49-F238E27FC236}">
                <a16:creationId xmlns:a16="http://schemas.microsoft.com/office/drawing/2014/main" id="{35A2BC88-2E8F-48B0-9564-825C76B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434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Tingloy</a:t>
            </a:r>
          </a:p>
        </p:txBody>
      </p:sp>
      <p:sp>
        <p:nvSpPr>
          <p:cNvPr id="85" name="profile-1134">
            <a:extLst xmlns:a="http://schemas.openxmlformats.org/drawingml/2006/main">
              <a:ext uri="{FF2B5EF4-FFF2-40B4-BE49-F238E27FC236}">
                <a16:creationId xmlns:a16="http://schemas.microsoft.com/office/drawing/2014/main" id="{3D850591-1174-4330-BF9F-3D090AD1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95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86" name="profile-1135">
            <a:extLst xmlns:a="http://schemas.openxmlformats.org/drawingml/2006/main">
              <a:ext uri="{FF2B5EF4-FFF2-40B4-BE49-F238E27FC236}">
                <a16:creationId xmlns:a16="http://schemas.microsoft.com/office/drawing/2014/main" id="{3A6986D9-566B-464B-99A0-8ED6236A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911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Tuy</a:t>
            </a:r>
          </a:p>
        </p:txBody>
      </p:sp>
      <p:sp>
        <p:nvSpPr>
          <p:cNvPr id="87" name="profile-1136">
            <a:extLst xmlns:a="http://schemas.openxmlformats.org/drawingml/2006/main">
              <a:ext uri="{FF2B5EF4-FFF2-40B4-BE49-F238E27FC236}">
                <a16:creationId xmlns:a16="http://schemas.microsoft.com/office/drawing/2014/main" id="{455AF659-EC6F-4FFE-89DF-0325835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19760522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profile-1137">
            <a:extLst xmlns:a="http://schemas.openxmlformats.org/drawingml/2006/main">
              <a:ext uri="{FF2B5EF4-FFF2-40B4-BE49-F238E27FC236}">
                <a16:creationId xmlns:a16="http://schemas.microsoft.com/office/drawing/2014/main" id="{BCD2053C-90AF-4AB1-8820-B162E7FE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138">
            <a:extLst xmlns:a="http://schemas.openxmlformats.org/drawingml/2006/main">
              <a:ext uri="{FF2B5EF4-FFF2-40B4-BE49-F238E27FC236}">
                <a16:creationId xmlns:a16="http://schemas.microsoft.com/office/drawing/2014/main" id="{E74E6482-4B08-4136-B3D6-5260E053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30082-DFC4-4412-8E62-F6150C6F3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54751c9f047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139">
            <a:extLst xmlns:a="http://schemas.openxmlformats.org/drawingml/2006/main">
              <a:ext uri="{FF2B5EF4-FFF2-40B4-BE49-F238E27FC236}">
                <a16:creationId xmlns:a16="http://schemas.microsoft.com/office/drawing/2014/main" id="{16321354-E9F2-456A-9B2B-B7A4D13C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140">
            <a:extLst xmlns:a="http://schemas.openxmlformats.org/drawingml/2006/main">
              <a:ext uri="{FF2B5EF4-FFF2-40B4-BE49-F238E27FC236}">
                <a16:creationId xmlns:a16="http://schemas.microsoft.com/office/drawing/2014/main" id="{8640B268-C7F6-472B-BA81-27252F1C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141">
            <a:extLst xmlns:a="http://schemas.openxmlformats.org/drawingml/2006/main">
              <a:ext uri="{FF2B5EF4-FFF2-40B4-BE49-F238E27FC236}">
                <a16:creationId xmlns:a16="http://schemas.microsoft.com/office/drawing/2014/main" id="{69E57678-8715-4EBC-8332-B170E58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142">
            <a:extLst xmlns:a="http://schemas.openxmlformats.org/drawingml/2006/main">
              <a:ext uri="{FF2B5EF4-FFF2-40B4-BE49-F238E27FC236}">
                <a16:creationId xmlns:a16="http://schemas.microsoft.com/office/drawing/2014/main" id="{A04B33DF-9E53-4F1A-BD91-641F0799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143">
            <a:extLst xmlns:a="http://schemas.openxmlformats.org/drawingml/2006/main">
              <a:ext uri="{FF2B5EF4-FFF2-40B4-BE49-F238E27FC236}">
                <a16:creationId xmlns:a16="http://schemas.microsoft.com/office/drawing/2014/main" id="{82DC6ADC-B622-427A-96E2-E170A58B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144">
            <a:extLst xmlns:a="http://schemas.openxmlformats.org/drawingml/2006/main">
              <a:ext uri="{FF2B5EF4-FFF2-40B4-BE49-F238E27FC236}">
                <a16:creationId xmlns:a16="http://schemas.microsoft.com/office/drawing/2014/main" id="{14FD1CAB-397C-4411-8455-5D88565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145">
            <a:extLst xmlns:a="http://schemas.openxmlformats.org/drawingml/2006/main">
              <a:ext uri="{FF2B5EF4-FFF2-40B4-BE49-F238E27FC236}">
                <a16:creationId xmlns:a16="http://schemas.microsoft.com/office/drawing/2014/main" id="{D4211044-0C09-43DE-B564-88CD6D9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146">
            <a:extLst xmlns:a="http://schemas.openxmlformats.org/drawingml/2006/main">
              <a:ext uri="{FF2B5EF4-FFF2-40B4-BE49-F238E27FC236}">
                <a16:creationId xmlns:a16="http://schemas.microsoft.com/office/drawing/2014/main" id="{AE9447DB-C38D-4E76-9760-E2C030BD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147">
            <a:extLst xmlns:a="http://schemas.openxmlformats.org/drawingml/2006/main">
              <a:ext uri="{FF2B5EF4-FFF2-40B4-BE49-F238E27FC236}">
                <a16:creationId xmlns:a16="http://schemas.microsoft.com/office/drawing/2014/main" id="{0AFF3847-2B58-4C8E-8960-6A8F255B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148">
            <a:extLst xmlns:a="http://schemas.openxmlformats.org/drawingml/2006/main">
              <a:ext uri="{FF2B5EF4-FFF2-40B4-BE49-F238E27FC236}">
                <a16:creationId xmlns:a16="http://schemas.microsoft.com/office/drawing/2014/main" id="{2BF80D5C-6024-476D-AB92-5F56EF9B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149">
            <a:extLst xmlns:a="http://schemas.openxmlformats.org/drawingml/2006/main">
              <a:ext uri="{FF2B5EF4-FFF2-40B4-BE49-F238E27FC236}">
                <a16:creationId xmlns:a16="http://schemas.microsoft.com/office/drawing/2014/main" id="{8F25D1C5-21D6-499F-AAA4-4D90CDFE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150">
            <a:extLst xmlns:a="http://schemas.openxmlformats.org/drawingml/2006/main">
              <a:ext uri="{FF2B5EF4-FFF2-40B4-BE49-F238E27FC236}">
                <a16:creationId xmlns:a16="http://schemas.microsoft.com/office/drawing/2014/main" id="{1AD5488D-F77E-4AE0-88C7-BD3405BA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16" name="profile-1151">
            <a:extLst xmlns:a="http://schemas.openxmlformats.org/drawingml/2006/main">
              <a:ext uri="{FF2B5EF4-FFF2-40B4-BE49-F238E27FC236}">
                <a16:creationId xmlns:a16="http://schemas.microsoft.com/office/drawing/2014/main" id="{111BBB14-E009-423A-8CF3-9FBD15D0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Rizal</a:t>
            </a:r>
          </a:p>
        </p:txBody>
      </p:sp>
      <p:sp>
        <p:nvSpPr>
          <p:cNvPr id="17" name="profile-1152">
            <a:extLst xmlns:a="http://schemas.openxmlformats.org/drawingml/2006/main">
              <a:ext uri="{FF2B5EF4-FFF2-40B4-BE49-F238E27FC236}">
                <a16:creationId xmlns:a16="http://schemas.microsoft.com/office/drawing/2014/main" id="{20E31A0F-55EE-45B5-85E2-4C9D90D2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153">
            <a:extLst xmlns:a="http://schemas.openxmlformats.org/drawingml/2006/main">
              <a:ext uri="{FF2B5EF4-FFF2-40B4-BE49-F238E27FC236}">
                <a16:creationId xmlns:a16="http://schemas.microsoft.com/office/drawing/2014/main" id="{51A69514-DFD9-481C-BF5D-21301FD1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1154">
            <a:extLst xmlns:a="http://schemas.openxmlformats.org/drawingml/2006/main">
              <a:ext uri="{FF2B5EF4-FFF2-40B4-BE49-F238E27FC236}">
                <a16:creationId xmlns:a16="http://schemas.microsoft.com/office/drawing/2014/main" id="{B05F1592-3799-41DC-9D05-E7115ACF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1155">
            <a:extLst xmlns:a="http://schemas.openxmlformats.org/drawingml/2006/main">
              <a:ext uri="{FF2B5EF4-FFF2-40B4-BE49-F238E27FC236}">
                <a16:creationId xmlns:a16="http://schemas.microsoft.com/office/drawing/2014/main" id="{C839FA68-AE11-4E35-87D3-CA36D9E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Antipolo</a:t>
            </a:r>
          </a:p>
        </p:txBody>
      </p:sp>
      <p:sp>
        <p:nvSpPr>
          <p:cNvPr id="21" name="profile-1156">
            <a:extLst xmlns:a="http://schemas.openxmlformats.org/drawingml/2006/main">
              <a:ext uri="{FF2B5EF4-FFF2-40B4-BE49-F238E27FC236}">
                <a16:creationId xmlns:a16="http://schemas.microsoft.com/office/drawing/2014/main" id="{28BBA6AF-F583-431F-9A2F-D7656186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1157">
            <a:extLst xmlns:a="http://schemas.openxmlformats.org/drawingml/2006/main">
              <a:ext uri="{FF2B5EF4-FFF2-40B4-BE49-F238E27FC236}">
                <a16:creationId xmlns:a16="http://schemas.microsoft.com/office/drawing/2014/main" id="{DDCA75C2-445F-4A5B-9952-8C9B877F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Angono</a:t>
            </a:r>
          </a:p>
        </p:txBody>
      </p:sp>
      <p:sp>
        <p:nvSpPr>
          <p:cNvPr id="23" name="profile-1158">
            <a:extLst xmlns:a="http://schemas.openxmlformats.org/drawingml/2006/main">
              <a:ext uri="{FF2B5EF4-FFF2-40B4-BE49-F238E27FC236}">
                <a16:creationId xmlns:a16="http://schemas.microsoft.com/office/drawing/2014/main" id="{53605654-390C-4BFA-9022-EA7317AB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1159">
            <a:extLst xmlns:a="http://schemas.openxmlformats.org/drawingml/2006/main">
              <a:ext uri="{FF2B5EF4-FFF2-40B4-BE49-F238E27FC236}">
                <a16:creationId xmlns:a16="http://schemas.microsoft.com/office/drawing/2014/main" id="{0D221B75-F4CE-4E87-84C6-7C2BB158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Baras</a:t>
            </a:r>
          </a:p>
        </p:txBody>
      </p:sp>
      <p:sp>
        <p:nvSpPr>
          <p:cNvPr id="25" name="profile-1160">
            <a:extLst xmlns:a="http://schemas.openxmlformats.org/drawingml/2006/main">
              <a:ext uri="{FF2B5EF4-FFF2-40B4-BE49-F238E27FC236}">
                <a16:creationId xmlns:a16="http://schemas.microsoft.com/office/drawing/2014/main" id="{1B9B7D01-DE66-4382-8B97-F78B5C9B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1161">
            <a:extLst xmlns:a="http://schemas.openxmlformats.org/drawingml/2006/main">
              <a:ext uri="{FF2B5EF4-FFF2-40B4-BE49-F238E27FC236}">
                <a16:creationId xmlns:a16="http://schemas.microsoft.com/office/drawing/2014/main" id="{95A007B7-AAE6-4D99-BBFC-1A2AE62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Binangonan</a:t>
            </a:r>
          </a:p>
        </p:txBody>
      </p:sp>
      <p:sp>
        <p:nvSpPr>
          <p:cNvPr id="27" name="profile-1162">
            <a:extLst xmlns:a="http://schemas.openxmlformats.org/drawingml/2006/main">
              <a:ext uri="{FF2B5EF4-FFF2-40B4-BE49-F238E27FC236}">
                <a16:creationId xmlns:a16="http://schemas.microsoft.com/office/drawing/2014/main" id="{D1AE1F12-A4E9-4DD1-A1F8-ED2FB513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1163">
            <a:extLst xmlns:a="http://schemas.openxmlformats.org/drawingml/2006/main">
              <a:ext uri="{FF2B5EF4-FFF2-40B4-BE49-F238E27FC236}">
                <a16:creationId xmlns:a16="http://schemas.microsoft.com/office/drawing/2014/main" id="{89075EEB-210B-4FDE-BF40-20AA5E2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Cainta</a:t>
            </a:r>
          </a:p>
        </p:txBody>
      </p:sp>
      <p:sp>
        <p:nvSpPr>
          <p:cNvPr id="29" name="profile-1164">
            <a:extLst xmlns:a="http://schemas.openxmlformats.org/drawingml/2006/main">
              <a:ext uri="{FF2B5EF4-FFF2-40B4-BE49-F238E27FC236}">
                <a16:creationId xmlns:a16="http://schemas.microsoft.com/office/drawing/2014/main" id="{04241216-8B03-4C12-A45D-CEDFE948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1165">
            <a:extLst xmlns:a="http://schemas.openxmlformats.org/drawingml/2006/main">
              <a:ext uri="{FF2B5EF4-FFF2-40B4-BE49-F238E27FC236}">
                <a16:creationId xmlns:a16="http://schemas.microsoft.com/office/drawing/2014/main" id="{C28F069E-B6E0-42E5-9D39-053CD049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Cardona</a:t>
            </a:r>
          </a:p>
        </p:txBody>
      </p:sp>
      <p:sp>
        <p:nvSpPr>
          <p:cNvPr id="31" name="profile-1166">
            <a:extLst xmlns:a="http://schemas.openxmlformats.org/drawingml/2006/main">
              <a:ext uri="{FF2B5EF4-FFF2-40B4-BE49-F238E27FC236}">
                <a16:creationId xmlns:a16="http://schemas.microsoft.com/office/drawing/2014/main" id="{BD2F86B3-91C1-4551-9FDC-DFB0DBEE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1167">
            <a:extLst xmlns:a="http://schemas.openxmlformats.org/drawingml/2006/main">
              <a:ext uri="{FF2B5EF4-FFF2-40B4-BE49-F238E27FC236}">
                <a16:creationId xmlns:a16="http://schemas.microsoft.com/office/drawing/2014/main" id="{DB67B8C5-A147-476A-B82F-BC02368D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Jala-Jala</a:t>
            </a:r>
          </a:p>
        </p:txBody>
      </p:sp>
      <p:sp>
        <p:nvSpPr>
          <p:cNvPr id="33" name="profile-1168">
            <a:extLst xmlns:a="http://schemas.openxmlformats.org/drawingml/2006/main">
              <a:ext uri="{FF2B5EF4-FFF2-40B4-BE49-F238E27FC236}">
                <a16:creationId xmlns:a16="http://schemas.microsoft.com/office/drawing/2014/main" id="{0FFEDFB1-13D6-4061-8F4A-2087B985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1169">
            <a:extLst xmlns:a="http://schemas.openxmlformats.org/drawingml/2006/main">
              <a:ext uri="{FF2B5EF4-FFF2-40B4-BE49-F238E27FC236}">
                <a16:creationId xmlns:a16="http://schemas.microsoft.com/office/drawing/2014/main" id="{CB695286-78BD-4E32-8071-878EF2B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Rodriguez</a:t>
            </a:r>
          </a:p>
        </p:txBody>
      </p:sp>
      <p:sp>
        <p:nvSpPr>
          <p:cNvPr id="35" name="profile-1170">
            <a:extLst xmlns:a="http://schemas.openxmlformats.org/drawingml/2006/main">
              <a:ext uri="{FF2B5EF4-FFF2-40B4-BE49-F238E27FC236}">
                <a16:creationId xmlns:a16="http://schemas.microsoft.com/office/drawing/2014/main" id="{6F9B752E-ABD0-474F-996B-1B04CACA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1171">
            <a:extLst xmlns:a="http://schemas.openxmlformats.org/drawingml/2006/main">
              <a:ext uri="{FF2B5EF4-FFF2-40B4-BE49-F238E27FC236}">
                <a16:creationId xmlns:a16="http://schemas.microsoft.com/office/drawing/2014/main" id="{0918E527-EBC7-44DE-96DB-08FDA58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Morong</a:t>
            </a:r>
          </a:p>
        </p:txBody>
      </p:sp>
      <p:sp>
        <p:nvSpPr>
          <p:cNvPr id="37" name="profile-1172">
            <a:extLst xmlns:a="http://schemas.openxmlformats.org/drawingml/2006/main">
              <a:ext uri="{FF2B5EF4-FFF2-40B4-BE49-F238E27FC236}">
                <a16:creationId xmlns:a16="http://schemas.microsoft.com/office/drawing/2014/main" id="{C4268DAC-0835-4D0E-9F17-EE91E97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1173">
            <a:extLst xmlns:a="http://schemas.openxmlformats.org/drawingml/2006/main">
              <a:ext uri="{FF2B5EF4-FFF2-40B4-BE49-F238E27FC236}">
                <a16:creationId xmlns:a16="http://schemas.microsoft.com/office/drawing/2014/main" id="{6E0CE6D3-ADD0-44C4-B7F7-B7BEB7D6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Pililla</a:t>
            </a:r>
          </a:p>
        </p:txBody>
      </p:sp>
      <p:sp>
        <p:nvSpPr>
          <p:cNvPr id="39" name="profile-1174">
            <a:extLst xmlns:a="http://schemas.openxmlformats.org/drawingml/2006/main">
              <a:ext uri="{FF2B5EF4-FFF2-40B4-BE49-F238E27FC236}">
                <a16:creationId xmlns:a16="http://schemas.microsoft.com/office/drawing/2014/main" id="{2B81F808-1489-4C86-8701-8CF4699C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1175">
            <a:extLst xmlns:a="http://schemas.openxmlformats.org/drawingml/2006/main">
              <a:ext uri="{FF2B5EF4-FFF2-40B4-BE49-F238E27FC236}">
                <a16:creationId xmlns:a16="http://schemas.microsoft.com/office/drawing/2014/main" id="{BF6B0916-1EAF-4F0B-934E-77AE6C83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Mateo</a:t>
            </a:r>
          </a:p>
        </p:txBody>
      </p:sp>
      <p:sp>
        <p:nvSpPr>
          <p:cNvPr id="41" name="profile-1176">
            <a:extLst xmlns:a="http://schemas.openxmlformats.org/drawingml/2006/main">
              <a:ext uri="{FF2B5EF4-FFF2-40B4-BE49-F238E27FC236}">
                <a16:creationId xmlns:a16="http://schemas.microsoft.com/office/drawing/2014/main" id="{FA50542D-B512-4692-A4C4-7C258D90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1177">
            <a:extLst xmlns:a="http://schemas.openxmlformats.org/drawingml/2006/main">
              <a:ext uri="{FF2B5EF4-FFF2-40B4-BE49-F238E27FC236}">
                <a16:creationId xmlns:a16="http://schemas.microsoft.com/office/drawing/2014/main" id="{FBEB5E62-ACE4-4F05-BA65-4CD89451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Tanay</a:t>
            </a:r>
          </a:p>
        </p:txBody>
      </p:sp>
      <p:sp>
        <p:nvSpPr>
          <p:cNvPr id="43" name="profile-1178">
            <a:extLst xmlns:a="http://schemas.openxmlformats.org/drawingml/2006/main">
              <a:ext uri="{FF2B5EF4-FFF2-40B4-BE49-F238E27FC236}">
                <a16:creationId xmlns:a16="http://schemas.microsoft.com/office/drawing/2014/main" id="{75A07703-323B-4ABF-813A-90E4EF15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1179">
            <a:extLst xmlns:a="http://schemas.openxmlformats.org/drawingml/2006/main">
              <a:ext uri="{FF2B5EF4-FFF2-40B4-BE49-F238E27FC236}">
                <a16:creationId xmlns:a16="http://schemas.microsoft.com/office/drawing/2014/main" id="{5EF4961C-57CD-468C-9964-29F9D71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Taytay</a:t>
            </a:r>
          </a:p>
        </p:txBody>
      </p:sp>
      <p:sp>
        <p:nvSpPr>
          <p:cNvPr id="45" name="profile-1180">
            <a:extLst xmlns:a="http://schemas.openxmlformats.org/drawingml/2006/main">
              <a:ext uri="{FF2B5EF4-FFF2-40B4-BE49-F238E27FC236}">
                <a16:creationId xmlns:a16="http://schemas.microsoft.com/office/drawing/2014/main" id="{1D75BE4D-6E65-428D-9E17-651019D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1181">
            <a:extLst xmlns:a="http://schemas.openxmlformats.org/drawingml/2006/main">
              <a:ext uri="{FF2B5EF4-FFF2-40B4-BE49-F238E27FC236}">
                <a16:creationId xmlns:a16="http://schemas.microsoft.com/office/drawing/2014/main" id="{8082597B-BA86-4500-A35D-73E433AF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Teresa</a:t>
            </a:r>
          </a:p>
        </p:txBody>
      </p:sp>
      <p:sp>
        <p:nvSpPr>
          <p:cNvPr id="47" name="profile-1182">
            <a:extLst xmlns:a="http://schemas.openxmlformats.org/drawingml/2006/main">
              <a:ext uri="{FF2B5EF4-FFF2-40B4-BE49-F238E27FC236}">
                <a16:creationId xmlns:a16="http://schemas.microsoft.com/office/drawing/2014/main" id="{87E79330-2A76-4AC3-AE09-CE97286D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8258143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profile-1183">
            <a:extLst xmlns:a="http://schemas.openxmlformats.org/drawingml/2006/main">
              <a:ext uri="{FF2B5EF4-FFF2-40B4-BE49-F238E27FC236}">
                <a16:creationId xmlns:a16="http://schemas.microsoft.com/office/drawing/2014/main" id="{84B25E59-DB1D-4159-9AF7-11F4F2BD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184">
            <a:extLst xmlns:a="http://schemas.openxmlformats.org/drawingml/2006/main">
              <a:ext uri="{FF2B5EF4-FFF2-40B4-BE49-F238E27FC236}">
                <a16:creationId xmlns:a16="http://schemas.microsoft.com/office/drawing/2014/main" id="{8646C65A-A01E-482A-B7A3-BDB913BA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18451-4663-4F04-AC85-F4E110913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a6628740f44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185">
            <a:extLst xmlns:a="http://schemas.openxmlformats.org/drawingml/2006/main">
              <a:ext uri="{FF2B5EF4-FFF2-40B4-BE49-F238E27FC236}">
                <a16:creationId xmlns:a16="http://schemas.microsoft.com/office/drawing/2014/main" id="{14046C7E-F3B3-432B-8D22-17B22ABE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186">
            <a:extLst xmlns:a="http://schemas.openxmlformats.org/drawingml/2006/main">
              <a:ext uri="{FF2B5EF4-FFF2-40B4-BE49-F238E27FC236}">
                <a16:creationId xmlns:a16="http://schemas.microsoft.com/office/drawing/2014/main" id="{0B1A1C0E-79ED-404E-BC22-D4DA5157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187">
            <a:extLst xmlns:a="http://schemas.openxmlformats.org/drawingml/2006/main">
              <a:ext uri="{FF2B5EF4-FFF2-40B4-BE49-F238E27FC236}">
                <a16:creationId xmlns:a16="http://schemas.microsoft.com/office/drawing/2014/main" id="{896E0896-93AC-4610-96C9-D0402D19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188">
            <a:extLst xmlns:a="http://schemas.openxmlformats.org/drawingml/2006/main">
              <a:ext uri="{FF2B5EF4-FFF2-40B4-BE49-F238E27FC236}">
                <a16:creationId xmlns:a16="http://schemas.microsoft.com/office/drawing/2014/main" id="{F79E4115-730D-4B33-9C7C-5D35C09B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189">
            <a:extLst xmlns:a="http://schemas.openxmlformats.org/drawingml/2006/main">
              <a:ext uri="{FF2B5EF4-FFF2-40B4-BE49-F238E27FC236}">
                <a16:creationId xmlns:a16="http://schemas.microsoft.com/office/drawing/2014/main" id="{48EC2E9A-EA4D-4675-8595-F2551419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190">
            <a:extLst xmlns:a="http://schemas.openxmlformats.org/drawingml/2006/main">
              <a:ext uri="{FF2B5EF4-FFF2-40B4-BE49-F238E27FC236}">
                <a16:creationId xmlns:a16="http://schemas.microsoft.com/office/drawing/2014/main" id="{D3560F6E-D9E4-4B7C-AA52-4A43492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191">
            <a:extLst xmlns:a="http://schemas.openxmlformats.org/drawingml/2006/main">
              <a:ext uri="{FF2B5EF4-FFF2-40B4-BE49-F238E27FC236}">
                <a16:creationId xmlns:a16="http://schemas.microsoft.com/office/drawing/2014/main" id="{E8F60378-BD20-4349-9A51-B82E6600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192">
            <a:extLst xmlns:a="http://schemas.openxmlformats.org/drawingml/2006/main">
              <a:ext uri="{FF2B5EF4-FFF2-40B4-BE49-F238E27FC236}">
                <a16:creationId xmlns:a16="http://schemas.microsoft.com/office/drawing/2014/main" id="{1FBE6A35-AAC5-4CC6-9B03-46AE7466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193">
            <a:extLst xmlns:a="http://schemas.openxmlformats.org/drawingml/2006/main">
              <a:ext uri="{FF2B5EF4-FFF2-40B4-BE49-F238E27FC236}">
                <a16:creationId xmlns:a16="http://schemas.microsoft.com/office/drawing/2014/main" id="{D02A998A-C000-45F6-AF40-A034F654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194">
            <a:extLst xmlns:a="http://schemas.openxmlformats.org/drawingml/2006/main">
              <a:ext uri="{FF2B5EF4-FFF2-40B4-BE49-F238E27FC236}">
                <a16:creationId xmlns:a16="http://schemas.microsoft.com/office/drawing/2014/main" id="{C3857607-D98C-423D-9EC9-F55E5041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195">
            <a:extLst xmlns:a="http://schemas.openxmlformats.org/drawingml/2006/main">
              <a:ext uri="{FF2B5EF4-FFF2-40B4-BE49-F238E27FC236}">
                <a16:creationId xmlns:a16="http://schemas.microsoft.com/office/drawing/2014/main" id="{1E603170-80F3-4AD2-9C45-9F598BCB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196">
            <a:extLst xmlns:a="http://schemas.openxmlformats.org/drawingml/2006/main">
              <a:ext uri="{FF2B5EF4-FFF2-40B4-BE49-F238E27FC236}">
                <a16:creationId xmlns:a16="http://schemas.microsoft.com/office/drawing/2014/main" id="{16FC5EC3-3263-4F50-9932-BD05C70F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sp>
        <p:nvSpPr>
          <p:cNvPr id="16" name="profile-1197">
            <a:extLst xmlns:a="http://schemas.openxmlformats.org/drawingml/2006/main">
              <a:ext uri="{FF2B5EF4-FFF2-40B4-BE49-F238E27FC236}">
                <a16:creationId xmlns:a16="http://schemas.microsoft.com/office/drawing/2014/main" id="{B3BB7733-B236-42F0-A33D-CB1E8D20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17" name="profile-1198">
            <a:extLst xmlns:a="http://schemas.openxmlformats.org/drawingml/2006/main">
              <a:ext uri="{FF2B5EF4-FFF2-40B4-BE49-F238E27FC236}">
                <a16:creationId xmlns:a16="http://schemas.microsoft.com/office/drawing/2014/main" id="{489A0CE1-9333-43FA-9B9E-AA1F72D9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199">
            <a:extLst xmlns:a="http://schemas.openxmlformats.org/drawingml/2006/main">
              <a:ext uri="{FF2B5EF4-FFF2-40B4-BE49-F238E27FC236}">
                <a16:creationId xmlns:a16="http://schemas.microsoft.com/office/drawing/2014/main" id="{F4A999C9-43A6-4DCA-9F52-8E4A162C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1200">
            <a:extLst xmlns:a="http://schemas.openxmlformats.org/drawingml/2006/main">
              <a:ext uri="{FF2B5EF4-FFF2-40B4-BE49-F238E27FC236}">
                <a16:creationId xmlns:a16="http://schemas.microsoft.com/office/drawing/2014/main" id="{AD892CEE-B920-49A2-A04F-AB520739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1201">
            <a:extLst xmlns:a="http://schemas.openxmlformats.org/drawingml/2006/main">
              <a:ext uri="{FF2B5EF4-FFF2-40B4-BE49-F238E27FC236}">
                <a16:creationId xmlns:a16="http://schemas.microsoft.com/office/drawing/2014/main" id="{F0DA5822-2587-45BC-8259-D69FB8E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Baliwag</a:t>
            </a:r>
          </a:p>
        </p:txBody>
      </p:sp>
      <p:sp>
        <p:nvSpPr>
          <p:cNvPr id="21" name="profile-1202">
            <a:extLst xmlns:a="http://schemas.openxmlformats.org/drawingml/2006/main">
              <a:ext uri="{FF2B5EF4-FFF2-40B4-BE49-F238E27FC236}">
                <a16:creationId xmlns:a16="http://schemas.microsoft.com/office/drawing/2014/main" id="{9A7F9F4D-2BF6-4192-8B03-393FC133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1203">
            <a:extLst xmlns:a="http://schemas.openxmlformats.org/drawingml/2006/main">
              <a:ext uri="{FF2B5EF4-FFF2-40B4-BE49-F238E27FC236}">
                <a16:creationId xmlns:a16="http://schemas.microsoft.com/office/drawing/2014/main" id="{CCA262A5-C5F4-477D-A676-40802A31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Malolos</a:t>
            </a:r>
          </a:p>
        </p:txBody>
      </p:sp>
      <p:sp>
        <p:nvSpPr>
          <p:cNvPr id="23" name="profile-1204">
            <a:extLst xmlns:a="http://schemas.openxmlformats.org/drawingml/2006/main">
              <a:ext uri="{FF2B5EF4-FFF2-40B4-BE49-F238E27FC236}">
                <a16:creationId xmlns:a16="http://schemas.microsoft.com/office/drawing/2014/main" id="{71DED413-473A-4569-A937-A213B816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1205">
            <a:extLst xmlns:a="http://schemas.openxmlformats.org/drawingml/2006/main">
              <a:ext uri="{FF2B5EF4-FFF2-40B4-BE49-F238E27FC236}">
                <a16:creationId xmlns:a16="http://schemas.microsoft.com/office/drawing/2014/main" id="{4296EAF2-E80C-4D97-AC00-EFE52845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Meycauayan</a:t>
            </a:r>
          </a:p>
        </p:txBody>
      </p:sp>
      <p:sp>
        <p:nvSpPr>
          <p:cNvPr id="25" name="profile-1206">
            <a:extLst xmlns:a="http://schemas.openxmlformats.org/drawingml/2006/main">
              <a:ext uri="{FF2B5EF4-FFF2-40B4-BE49-F238E27FC236}">
                <a16:creationId xmlns:a16="http://schemas.microsoft.com/office/drawing/2014/main" id="{8C53EB26-7498-401C-B2D2-491811CB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1207">
            <a:extLst xmlns:a="http://schemas.openxmlformats.org/drawingml/2006/main">
              <a:ext uri="{FF2B5EF4-FFF2-40B4-BE49-F238E27FC236}">
                <a16:creationId xmlns:a16="http://schemas.microsoft.com/office/drawing/2014/main" id="{1880E503-961F-4AF2-88BE-3E54F041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Jose del Monte</a:t>
            </a:r>
          </a:p>
        </p:txBody>
      </p:sp>
      <p:sp>
        <p:nvSpPr>
          <p:cNvPr id="27" name="profile-1208">
            <a:extLst xmlns:a="http://schemas.openxmlformats.org/drawingml/2006/main">
              <a:ext uri="{FF2B5EF4-FFF2-40B4-BE49-F238E27FC236}">
                <a16:creationId xmlns:a16="http://schemas.microsoft.com/office/drawing/2014/main" id="{E55AF1B0-5C7D-481E-A4CA-5B4AAC8C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1209">
            <a:extLst xmlns:a="http://schemas.openxmlformats.org/drawingml/2006/main">
              <a:ext uri="{FF2B5EF4-FFF2-40B4-BE49-F238E27FC236}">
                <a16:creationId xmlns:a16="http://schemas.microsoft.com/office/drawing/2014/main" id="{DF07492C-2801-454D-A6A9-71FC3151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Angat</a:t>
            </a:r>
          </a:p>
        </p:txBody>
      </p:sp>
      <p:sp>
        <p:nvSpPr>
          <p:cNvPr id="29" name="profile-1210">
            <a:extLst xmlns:a="http://schemas.openxmlformats.org/drawingml/2006/main">
              <a:ext uri="{FF2B5EF4-FFF2-40B4-BE49-F238E27FC236}">
                <a16:creationId xmlns:a16="http://schemas.microsoft.com/office/drawing/2014/main" id="{3DA313CA-5151-4AAB-B33B-224B8D08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1211">
            <a:extLst xmlns:a="http://schemas.openxmlformats.org/drawingml/2006/main">
              <a:ext uri="{FF2B5EF4-FFF2-40B4-BE49-F238E27FC236}">
                <a16:creationId xmlns:a16="http://schemas.microsoft.com/office/drawing/2014/main" id="{822ABCE2-1777-4C31-ADD5-1FD89AA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Balagtas</a:t>
            </a:r>
          </a:p>
        </p:txBody>
      </p:sp>
      <p:sp>
        <p:nvSpPr>
          <p:cNvPr id="31" name="profile-1212">
            <a:extLst xmlns:a="http://schemas.openxmlformats.org/drawingml/2006/main">
              <a:ext uri="{FF2B5EF4-FFF2-40B4-BE49-F238E27FC236}">
                <a16:creationId xmlns:a16="http://schemas.microsoft.com/office/drawing/2014/main" id="{43D5A257-51BF-49DC-99AC-487A80F1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1213">
            <a:extLst xmlns:a="http://schemas.openxmlformats.org/drawingml/2006/main">
              <a:ext uri="{FF2B5EF4-FFF2-40B4-BE49-F238E27FC236}">
                <a16:creationId xmlns:a16="http://schemas.microsoft.com/office/drawing/2014/main" id="{13EA13FF-06BB-45F9-99EF-D04A4B27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Bocaue</a:t>
            </a:r>
          </a:p>
        </p:txBody>
      </p:sp>
      <p:sp>
        <p:nvSpPr>
          <p:cNvPr id="33" name="profile-1214">
            <a:extLst xmlns:a="http://schemas.openxmlformats.org/drawingml/2006/main">
              <a:ext uri="{FF2B5EF4-FFF2-40B4-BE49-F238E27FC236}">
                <a16:creationId xmlns:a16="http://schemas.microsoft.com/office/drawing/2014/main" id="{4B841A83-205E-4FA2-A40A-A9B1702A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1215">
            <a:extLst xmlns:a="http://schemas.openxmlformats.org/drawingml/2006/main">
              <a:ext uri="{FF2B5EF4-FFF2-40B4-BE49-F238E27FC236}">
                <a16:creationId xmlns:a16="http://schemas.microsoft.com/office/drawing/2014/main" id="{F6A47D44-4411-4DB9-BDE8-984587F0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35" name="profile-1216">
            <a:extLst xmlns:a="http://schemas.openxmlformats.org/drawingml/2006/main">
              <a:ext uri="{FF2B5EF4-FFF2-40B4-BE49-F238E27FC236}">
                <a16:creationId xmlns:a16="http://schemas.microsoft.com/office/drawing/2014/main" id="{450F22B8-7E7A-4462-80D5-C21367BB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1217">
            <a:extLst xmlns:a="http://schemas.openxmlformats.org/drawingml/2006/main">
              <a:ext uri="{FF2B5EF4-FFF2-40B4-BE49-F238E27FC236}">
                <a16:creationId xmlns:a16="http://schemas.microsoft.com/office/drawing/2014/main" id="{0FF46929-17FF-41EE-B0B7-79815C2B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Bustos</a:t>
            </a:r>
          </a:p>
        </p:txBody>
      </p:sp>
      <p:sp>
        <p:nvSpPr>
          <p:cNvPr id="37" name="profile-1218">
            <a:extLst xmlns:a="http://schemas.openxmlformats.org/drawingml/2006/main">
              <a:ext uri="{FF2B5EF4-FFF2-40B4-BE49-F238E27FC236}">
                <a16:creationId xmlns:a16="http://schemas.microsoft.com/office/drawing/2014/main" id="{F23758A6-0712-42B6-BEF7-105C884A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1219">
            <a:extLst xmlns:a="http://schemas.openxmlformats.org/drawingml/2006/main">
              <a:ext uri="{FF2B5EF4-FFF2-40B4-BE49-F238E27FC236}">
                <a16:creationId xmlns:a16="http://schemas.microsoft.com/office/drawing/2014/main" id="{A2F81864-69A4-4E6D-B87D-873B8911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Calumpit</a:t>
            </a:r>
          </a:p>
        </p:txBody>
      </p:sp>
      <p:sp>
        <p:nvSpPr>
          <p:cNvPr id="39" name="profile-1220">
            <a:extLst xmlns:a="http://schemas.openxmlformats.org/drawingml/2006/main">
              <a:ext uri="{FF2B5EF4-FFF2-40B4-BE49-F238E27FC236}">
                <a16:creationId xmlns:a16="http://schemas.microsoft.com/office/drawing/2014/main" id="{21F3FE6F-1220-4E7A-BB23-9E5ECDD3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1221">
            <a:extLst xmlns:a="http://schemas.openxmlformats.org/drawingml/2006/main">
              <a:ext uri="{FF2B5EF4-FFF2-40B4-BE49-F238E27FC236}">
                <a16:creationId xmlns:a16="http://schemas.microsoft.com/office/drawing/2014/main" id="{45C1971C-D2FC-4691-9C1C-8679CA9B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Guiguinto</a:t>
            </a:r>
          </a:p>
        </p:txBody>
      </p:sp>
      <p:sp>
        <p:nvSpPr>
          <p:cNvPr id="41" name="profile-1222">
            <a:extLst xmlns:a="http://schemas.openxmlformats.org/drawingml/2006/main">
              <a:ext uri="{FF2B5EF4-FFF2-40B4-BE49-F238E27FC236}">
                <a16:creationId xmlns:a16="http://schemas.microsoft.com/office/drawing/2014/main" id="{5B8EA695-5082-45E8-9B5D-F610CE1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1223">
            <a:extLst xmlns:a="http://schemas.openxmlformats.org/drawingml/2006/main">
              <a:ext uri="{FF2B5EF4-FFF2-40B4-BE49-F238E27FC236}">
                <a16:creationId xmlns:a16="http://schemas.microsoft.com/office/drawing/2014/main" id="{B013D71F-2533-4C6E-9613-7A33377F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Hagonoy</a:t>
            </a:r>
          </a:p>
        </p:txBody>
      </p:sp>
      <p:sp>
        <p:nvSpPr>
          <p:cNvPr id="43" name="profile-1224">
            <a:extLst xmlns:a="http://schemas.openxmlformats.org/drawingml/2006/main">
              <a:ext uri="{FF2B5EF4-FFF2-40B4-BE49-F238E27FC236}">
                <a16:creationId xmlns:a16="http://schemas.microsoft.com/office/drawing/2014/main" id="{95E5B209-D7E4-4422-9721-2E21F7BE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1225">
            <a:extLst xmlns:a="http://schemas.openxmlformats.org/drawingml/2006/main">
              <a:ext uri="{FF2B5EF4-FFF2-40B4-BE49-F238E27FC236}">
                <a16:creationId xmlns:a16="http://schemas.microsoft.com/office/drawing/2014/main" id="{35459EF4-B0D2-4307-9999-A3EB952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Marilao</a:t>
            </a:r>
          </a:p>
        </p:txBody>
      </p:sp>
      <p:sp>
        <p:nvSpPr>
          <p:cNvPr id="45" name="profile-1226">
            <a:extLst xmlns:a="http://schemas.openxmlformats.org/drawingml/2006/main">
              <a:ext uri="{FF2B5EF4-FFF2-40B4-BE49-F238E27FC236}">
                <a16:creationId xmlns:a16="http://schemas.microsoft.com/office/drawing/2014/main" id="{DB1DE2C1-A554-4660-89CB-A361A4E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1227">
            <a:extLst xmlns:a="http://schemas.openxmlformats.org/drawingml/2006/main">
              <a:ext uri="{FF2B5EF4-FFF2-40B4-BE49-F238E27FC236}">
                <a16:creationId xmlns:a16="http://schemas.microsoft.com/office/drawing/2014/main" id="{F451879E-B048-423B-9428-769E35CD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Norzagaray</a:t>
            </a:r>
          </a:p>
        </p:txBody>
      </p:sp>
      <p:sp>
        <p:nvSpPr>
          <p:cNvPr id="47" name="profile-1228">
            <a:extLst xmlns:a="http://schemas.openxmlformats.org/drawingml/2006/main">
              <a:ext uri="{FF2B5EF4-FFF2-40B4-BE49-F238E27FC236}">
                <a16:creationId xmlns:a16="http://schemas.microsoft.com/office/drawing/2014/main" id="{893EDD65-EA62-44BF-B5C0-EA118BB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8" name="profile-1229">
            <a:extLst xmlns:a="http://schemas.openxmlformats.org/drawingml/2006/main">
              <a:ext uri="{FF2B5EF4-FFF2-40B4-BE49-F238E27FC236}">
                <a16:creationId xmlns:a16="http://schemas.microsoft.com/office/drawing/2014/main" id="{683EEDD7-4506-4240-AAD1-9A2B7929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Obando</a:t>
            </a:r>
          </a:p>
        </p:txBody>
      </p:sp>
      <p:sp>
        <p:nvSpPr>
          <p:cNvPr id="49" name="profile-1230">
            <a:extLst xmlns:a="http://schemas.openxmlformats.org/drawingml/2006/main">
              <a:ext uri="{FF2B5EF4-FFF2-40B4-BE49-F238E27FC236}">
                <a16:creationId xmlns:a16="http://schemas.microsoft.com/office/drawing/2014/main" id="{24DB2FBA-16E4-45D3-880A-71C7C1DB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0" name="profile-1231">
            <a:extLst xmlns:a="http://schemas.openxmlformats.org/drawingml/2006/main">
              <a:ext uri="{FF2B5EF4-FFF2-40B4-BE49-F238E27FC236}">
                <a16:creationId xmlns:a16="http://schemas.microsoft.com/office/drawing/2014/main" id="{C7056605-F578-49E8-94D4-C668B1A4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Pandi</a:t>
            </a:r>
          </a:p>
        </p:txBody>
      </p:sp>
      <p:sp>
        <p:nvSpPr>
          <p:cNvPr id="51" name="profile-1232">
            <a:extLst xmlns:a="http://schemas.openxmlformats.org/drawingml/2006/main">
              <a:ext uri="{FF2B5EF4-FFF2-40B4-BE49-F238E27FC236}">
                <a16:creationId xmlns:a16="http://schemas.microsoft.com/office/drawing/2014/main" id="{09E3B600-BA38-49B8-A5FF-F179968A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2" name="profile-1233">
            <a:extLst xmlns:a="http://schemas.openxmlformats.org/drawingml/2006/main">
              <a:ext uri="{FF2B5EF4-FFF2-40B4-BE49-F238E27FC236}">
                <a16:creationId xmlns:a16="http://schemas.microsoft.com/office/drawing/2014/main" id="{1F91884F-5CE6-4BC2-9D00-F9EDAFB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Paombong</a:t>
            </a:r>
          </a:p>
        </p:txBody>
      </p:sp>
      <p:sp>
        <p:nvSpPr>
          <p:cNvPr id="53" name="profile-1234">
            <a:extLst xmlns:a="http://schemas.openxmlformats.org/drawingml/2006/main">
              <a:ext uri="{FF2B5EF4-FFF2-40B4-BE49-F238E27FC236}">
                <a16:creationId xmlns:a16="http://schemas.microsoft.com/office/drawing/2014/main" id="{B6489277-414C-4D10-954D-AE1E868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4" name="profile-1235">
            <a:extLst xmlns:a="http://schemas.openxmlformats.org/drawingml/2006/main">
              <a:ext uri="{FF2B5EF4-FFF2-40B4-BE49-F238E27FC236}">
                <a16:creationId xmlns:a16="http://schemas.microsoft.com/office/drawing/2014/main" id="{C8D575EC-AF37-4BAC-B1A4-FD2C797B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Plaridel</a:t>
            </a:r>
          </a:p>
        </p:txBody>
      </p:sp>
      <p:sp>
        <p:nvSpPr>
          <p:cNvPr id="55" name="profile-1236">
            <a:extLst xmlns:a="http://schemas.openxmlformats.org/drawingml/2006/main">
              <a:ext uri="{FF2B5EF4-FFF2-40B4-BE49-F238E27FC236}">
                <a16:creationId xmlns:a16="http://schemas.microsoft.com/office/drawing/2014/main" id="{28AF18A2-08B6-475E-9A23-5D05F7CD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6" name="profile-1237">
            <a:extLst xmlns:a="http://schemas.openxmlformats.org/drawingml/2006/main">
              <a:ext uri="{FF2B5EF4-FFF2-40B4-BE49-F238E27FC236}">
                <a16:creationId xmlns:a16="http://schemas.microsoft.com/office/drawing/2014/main" id="{A7CD2B23-DE62-4690-B031-DE564745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Pulilan</a:t>
            </a:r>
          </a:p>
        </p:txBody>
      </p:sp>
      <p:sp>
        <p:nvSpPr>
          <p:cNvPr id="57" name="profile-1238">
            <a:extLst xmlns:a="http://schemas.openxmlformats.org/drawingml/2006/main">
              <a:ext uri="{FF2B5EF4-FFF2-40B4-BE49-F238E27FC236}">
                <a16:creationId xmlns:a16="http://schemas.microsoft.com/office/drawing/2014/main" id="{A0CCC17B-58BB-403D-B575-B1C25A99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8" name="profile-1239">
            <a:extLst xmlns:a="http://schemas.openxmlformats.org/drawingml/2006/main">
              <a:ext uri="{FF2B5EF4-FFF2-40B4-BE49-F238E27FC236}">
                <a16:creationId xmlns:a16="http://schemas.microsoft.com/office/drawing/2014/main" id="{2B123E9D-653C-446A-9F87-5515A273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Ildefonso</a:t>
            </a:r>
          </a:p>
        </p:txBody>
      </p:sp>
      <p:sp>
        <p:nvSpPr>
          <p:cNvPr id="59" name="profile-1240">
            <a:extLst xmlns:a="http://schemas.openxmlformats.org/drawingml/2006/main">
              <a:ext uri="{FF2B5EF4-FFF2-40B4-BE49-F238E27FC236}">
                <a16:creationId xmlns:a16="http://schemas.microsoft.com/office/drawing/2014/main" id="{BE13D9EF-B9A4-4472-9EE6-E6129047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0" name="profile-1241">
            <a:extLst xmlns:a="http://schemas.openxmlformats.org/drawingml/2006/main">
              <a:ext uri="{FF2B5EF4-FFF2-40B4-BE49-F238E27FC236}">
                <a16:creationId xmlns:a16="http://schemas.microsoft.com/office/drawing/2014/main" id="{FC9E4867-99D7-4905-89E4-B8BC0C3E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Miguel</a:t>
            </a:r>
          </a:p>
        </p:txBody>
      </p:sp>
      <p:sp>
        <p:nvSpPr>
          <p:cNvPr id="61" name="profile-1242">
            <a:extLst xmlns:a="http://schemas.openxmlformats.org/drawingml/2006/main">
              <a:ext uri="{FF2B5EF4-FFF2-40B4-BE49-F238E27FC236}">
                <a16:creationId xmlns:a16="http://schemas.microsoft.com/office/drawing/2014/main" id="{B0D6528E-3961-4410-87F6-C46D113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2" name="profile-1243">
            <a:extLst xmlns:a="http://schemas.openxmlformats.org/drawingml/2006/main">
              <a:ext uri="{FF2B5EF4-FFF2-40B4-BE49-F238E27FC236}">
                <a16:creationId xmlns:a16="http://schemas.microsoft.com/office/drawing/2014/main" id="{EDD73113-1142-47A8-B4C9-27288284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Rafael</a:t>
            </a:r>
          </a:p>
        </p:txBody>
      </p:sp>
      <p:sp>
        <p:nvSpPr>
          <p:cNvPr id="63" name="profile-1244">
            <a:extLst xmlns:a="http://schemas.openxmlformats.org/drawingml/2006/main">
              <a:ext uri="{FF2B5EF4-FFF2-40B4-BE49-F238E27FC236}">
                <a16:creationId xmlns:a16="http://schemas.microsoft.com/office/drawing/2014/main" id="{BAA0D978-7F90-467C-B8DB-16085CE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4" name="profile-1245">
            <a:extLst xmlns:a="http://schemas.openxmlformats.org/drawingml/2006/main">
              <a:ext uri="{FF2B5EF4-FFF2-40B4-BE49-F238E27FC236}">
                <a16:creationId xmlns:a16="http://schemas.microsoft.com/office/drawing/2014/main" id="{A071F090-3C1A-45FA-94B4-56E16D2A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Santa Maria</a:t>
            </a:r>
          </a:p>
        </p:txBody>
      </p:sp>
      <p:sp>
        <p:nvSpPr>
          <p:cNvPr id="65" name="profile-1246">
            <a:extLst xmlns:a="http://schemas.openxmlformats.org/drawingml/2006/main">
              <a:ext uri="{FF2B5EF4-FFF2-40B4-BE49-F238E27FC236}">
                <a16:creationId xmlns:a16="http://schemas.microsoft.com/office/drawing/2014/main" id="{AA578FD1-C10B-471D-8BB5-BB12F7D4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6" name="profile-1247">
            <a:extLst xmlns:a="http://schemas.openxmlformats.org/drawingml/2006/main">
              <a:ext uri="{FF2B5EF4-FFF2-40B4-BE49-F238E27FC236}">
                <a16:creationId xmlns:a16="http://schemas.microsoft.com/office/drawing/2014/main" id="{105D5F23-A03B-460B-BD25-3F1A803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Doña Remedios Trinidad</a:t>
            </a:r>
          </a:p>
        </p:txBody>
      </p:sp>
      <p:sp>
        <p:nvSpPr>
          <p:cNvPr id="67" name="profile-1248">
            <a:extLst xmlns:a="http://schemas.openxmlformats.org/drawingml/2006/main">
              <a:ext uri="{FF2B5EF4-FFF2-40B4-BE49-F238E27FC236}">
                <a16:creationId xmlns:a16="http://schemas.microsoft.com/office/drawing/2014/main" id="{42FACA62-BFA6-4CE0-BE6A-E836AE84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19743368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profile-1249">
            <a:extLst xmlns:a="http://schemas.openxmlformats.org/drawingml/2006/main">
              <a:ext uri="{FF2B5EF4-FFF2-40B4-BE49-F238E27FC236}">
                <a16:creationId xmlns:a16="http://schemas.microsoft.com/office/drawing/2014/main" id="{4F4418B1-E813-4B80-8814-CDEEA771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250">
            <a:extLst xmlns:a="http://schemas.openxmlformats.org/drawingml/2006/main">
              <a:ext uri="{FF2B5EF4-FFF2-40B4-BE49-F238E27FC236}">
                <a16:creationId xmlns:a16="http://schemas.microsoft.com/office/drawing/2014/main" id="{95E8F198-DB3E-4CB6-9F34-AE95CC2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EDF8A-7F95-457E-8972-5EED1ED2E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b0fbe82f544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251">
            <a:extLst xmlns:a="http://schemas.openxmlformats.org/drawingml/2006/main">
              <a:ext uri="{FF2B5EF4-FFF2-40B4-BE49-F238E27FC236}">
                <a16:creationId xmlns:a16="http://schemas.microsoft.com/office/drawing/2014/main" id="{9F5C6818-E484-410E-916C-D93456F2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252">
            <a:extLst xmlns:a="http://schemas.openxmlformats.org/drawingml/2006/main">
              <a:ext uri="{FF2B5EF4-FFF2-40B4-BE49-F238E27FC236}">
                <a16:creationId xmlns:a16="http://schemas.microsoft.com/office/drawing/2014/main" id="{606EDF07-65C0-4EF8-B38E-5D649BF1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253">
            <a:extLst xmlns:a="http://schemas.openxmlformats.org/drawingml/2006/main">
              <a:ext uri="{FF2B5EF4-FFF2-40B4-BE49-F238E27FC236}">
                <a16:creationId xmlns:a16="http://schemas.microsoft.com/office/drawing/2014/main" id="{5503EC75-7265-4692-AE0C-35E7526D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254">
            <a:extLst xmlns:a="http://schemas.openxmlformats.org/drawingml/2006/main">
              <a:ext uri="{FF2B5EF4-FFF2-40B4-BE49-F238E27FC236}">
                <a16:creationId xmlns:a16="http://schemas.microsoft.com/office/drawing/2014/main" id="{0B58AF86-14EE-4A22-932E-DDF98031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255">
            <a:extLst xmlns:a="http://schemas.openxmlformats.org/drawingml/2006/main">
              <a:ext uri="{FF2B5EF4-FFF2-40B4-BE49-F238E27FC236}">
                <a16:creationId xmlns:a16="http://schemas.microsoft.com/office/drawing/2014/main" id="{8597DF0C-056C-491A-92A1-B7A9701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256">
            <a:extLst xmlns:a="http://schemas.openxmlformats.org/drawingml/2006/main">
              <a:ext uri="{FF2B5EF4-FFF2-40B4-BE49-F238E27FC236}">
                <a16:creationId xmlns:a16="http://schemas.microsoft.com/office/drawing/2014/main" id="{70C6DED5-662B-4953-8391-9E507411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257">
            <a:extLst xmlns:a="http://schemas.openxmlformats.org/drawingml/2006/main">
              <a:ext uri="{FF2B5EF4-FFF2-40B4-BE49-F238E27FC236}">
                <a16:creationId xmlns:a16="http://schemas.microsoft.com/office/drawing/2014/main" id="{B8552D4D-6B1D-48EA-B9EB-523376B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258">
            <a:extLst xmlns:a="http://schemas.openxmlformats.org/drawingml/2006/main">
              <a:ext uri="{FF2B5EF4-FFF2-40B4-BE49-F238E27FC236}">
                <a16:creationId xmlns:a16="http://schemas.microsoft.com/office/drawing/2014/main" id="{B49069A6-0C3A-4490-8343-57E2F25A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259">
            <a:extLst xmlns:a="http://schemas.openxmlformats.org/drawingml/2006/main">
              <a:ext uri="{FF2B5EF4-FFF2-40B4-BE49-F238E27FC236}">
                <a16:creationId xmlns:a16="http://schemas.microsoft.com/office/drawing/2014/main" id="{45DB26EF-59BB-4A36-8F1E-FE7BA765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260">
            <a:extLst xmlns:a="http://schemas.openxmlformats.org/drawingml/2006/main">
              <a:ext uri="{FF2B5EF4-FFF2-40B4-BE49-F238E27FC236}">
                <a16:creationId xmlns:a16="http://schemas.microsoft.com/office/drawing/2014/main" id="{CFAF6449-D6C5-4068-88F7-DCC01E2D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261">
            <a:extLst xmlns:a="http://schemas.openxmlformats.org/drawingml/2006/main">
              <a:ext uri="{FF2B5EF4-FFF2-40B4-BE49-F238E27FC236}">
                <a16:creationId xmlns:a16="http://schemas.microsoft.com/office/drawing/2014/main" id="{1B1B8E8A-1E41-4454-BAF2-BA58B5ED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262">
            <a:extLst xmlns:a="http://schemas.openxmlformats.org/drawingml/2006/main">
              <a:ext uri="{FF2B5EF4-FFF2-40B4-BE49-F238E27FC236}">
                <a16:creationId xmlns:a16="http://schemas.microsoft.com/office/drawing/2014/main" id="{B52D8CF2-7FD5-4309-9875-A88FBD24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16" name="profile-1263">
            <a:extLst xmlns:a="http://schemas.openxmlformats.org/drawingml/2006/main">
              <a:ext uri="{FF2B5EF4-FFF2-40B4-BE49-F238E27FC236}">
                <a16:creationId xmlns:a16="http://schemas.microsoft.com/office/drawing/2014/main" id="{CEEF0DE7-5C15-4DB1-A7BD-83D39DBE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Pampanga and Angeles</a:t>
            </a:r>
          </a:p>
        </p:txBody>
      </p:sp>
      <p:sp>
        <p:nvSpPr>
          <p:cNvPr id="17" name="profile-1264">
            <a:extLst xmlns:a="http://schemas.openxmlformats.org/drawingml/2006/main">
              <a:ext uri="{FF2B5EF4-FFF2-40B4-BE49-F238E27FC236}">
                <a16:creationId xmlns:a16="http://schemas.microsoft.com/office/drawing/2014/main" id="{D58F0323-D03F-4DD7-B247-A8F86F5B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265">
            <a:extLst xmlns:a="http://schemas.openxmlformats.org/drawingml/2006/main">
              <a:ext uri="{FF2B5EF4-FFF2-40B4-BE49-F238E27FC236}">
                <a16:creationId xmlns:a16="http://schemas.microsoft.com/office/drawing/2014/main" id="{2E343375-565D-4D7D-9A07-FDF871A5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1266">
            <a:extLst xmlns:a="http://schemas.openxmlformats.org/drawingml/2006/main">
              <a:ext uri="{FF2B5EF4-FFF2-40B4-BE49-F238E27FC236}">
                <a16:creationId xmlns:a16="http://schemas.microsoft.com/office/drawing/2014/main" id="{6CC3C68B-73BA-4657-B484-4F5FB76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1267">
            <a:extLst xmlns:a="http://schemas.openxmlformats.org/drawingml/2006/main">
              <a:ext uri="{FF2B5EF4-FFF2-40B4-BE49-F238E27FC236}">
                <a16:creationId xmlns:a16="http://schemas.microsoft.com/office/drawing/2014/main" id="{D3FE190E-9F91-4E31-9BD2-618AB9A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Angeles</a:t>
            </a:r>
          </a:p>
        </p:txBody>
      </p:sp>
      <p:sp>
        <p:nvSpPr>
          <p:cNvPr id="21" name="profile-1268">
            <a:extLst xmlns:a="http://schemas.openxmlformats.org/drawingml/2006/main">
              <a:ext uri="{FF2B5EF4-FFF2-40B4-BE49-F238E27FC236}">
                <a16:creationId xmlns:a16="http://schemas.microsoft.com/office/drawing/2014/main" id="{77E4E00A-3E3F-4FAB-B1E8-23CF5D5A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1269">
            <a:extLst xmlns:a="http://schemas.openxmlformats.org/drawingml/2006/main">
              <a:ext uri="{FF2B5EF4-FFF2-40B4-BE49-F238E27FC236}">
                <a16:creationId xmlns:a16="http://schemas.microsoft.com/office/drawing/2014/main" id="{7DB530D5-8A25-432F-8BA2-7E3A8E08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Mabalacat</a:t>
            </a:r>
          </a:p>
        </p:txBody>
      </p:sp>
      <p:sp>
        <p:nvSpPr>
          <p:cNvPr id="23" name="profile-1270">
            <a:extLst xmlns:a="http://schemas.openxmlformats.org/drawingml/2006/main">
              <a:ext uri="{FF2B5EF4-FFF2-40B4-BE49-F238E27FC236}">
                <a16:creationId xmlns:a16="http://schemas.microsoft.com/office/drawing/2014/main" id="{7006107B-7940-4643-B3A1-4B67B782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1271">
            <a:extLst xmlns:a="http://schemas.openxmlformats.org/drawingml/2006/main">
              <a:ext uri="{FF2B5EF4-FFF2-40B4-BE49-F238E27FC236}">
                <a16:creationId xmlns:a16="http://schemas.microsoft.com/office/drawing/2014/main" id="{45FDA8CE-F27F-49BA-9A24-16748427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Fernando</a:t>
            </a:r>
          </a:p>
        </p:txBody>
      </p:sp>
      <p:sp>
        <p:nvSpPr>
          <p:cNvPr id="25" name="profile-1272">
            <a:extLst xmlns:a="http://schemas.openxmlformats.org/drawingml/2006/main">
              <a:ext uri="{FF2B5EF4-FFF2-40B4-BE49-F238E27FC236}">
                <a16:creationId xmlns:a16="http://schemas.microsoft.com/office/drawing/2014/main" id="{C70A3BA0-C1CF-4299-97AC-908F4BD0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1273">
            <a:extLst xmlns:a="http://schemas.openxmlformats.org/drawingml/2006/main">
              <a:ext uri="{FF2B5EF4-FFF2-40B4-BE49-F238E27FC236}">
                <a16:creationId xmlns:a16="http://schemas.microsoft.com/office/drawing/2014/main" id="{CBCF6BB1-40BB-4704-9887-BE5BE461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Apalit</a:t>
            </a:r>
          </a:p>
        </p:txBody>
      </p:sp>
      <p:sp>
        <p:nvSpPr>
          <p:cNvPr id="27" name="profile-1274">
            <a:extLst xmlns:a="http://schemas.openxmlformats.org/drawingml/2006/main">
              <a:ext uri="{FF2B5EF4-FFF2-40B4-BE49-F238E27FC236}">
                <a16:creationId xmlns:a16="http://schemas.microsoft.com/office/drawing/2014/main" id="{41340FD5-9138-4C60-AC8F-DEC1D39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1275">
            <a:extLst xmlns:a="http://schemas.openxmlformats.org/drawingml/2006/main">
              <a:ext uri="{FF2B5EF4-FFF2-40B4-BE49-F238E27FC236}">
                <a16:creationId xmlns:a16="http://schemas.microsoft.com/office/drawing/2014/main" id="{E0417BF5-E738-4126-8846-AAF58B3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Arayat</a:t>
            </a:r>
          </a:p>
        </p:txBody>
      </p:sp>
      <p:sp>
        <p:nvSpPr>
          <p:cNvPr id="29" name="profile-1276">
            <a:extLst xmlns:a="http://schemas.openxmlformats.org/drawingml/2006/main">
              <a:ext uri="{FF2B5EF4-FFF2-40B4-BE49-F238E27FC236}">
                <a16:creationId xmlns:a16="http://schemas.microsoft.com/office/drawing/2014/main" id="{5C27DA11-6D5B-43F5-A135-E3087E4D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1277">
            <a:extLst xmlns:a="http://schemas.openxmlformats.org/drawingml/2006/main">
              <a:ext uri="{FF2B5EF4-FFF2-40B4-BE49-F238E27FC236}">
                <a16:creationId xmlns:a16="http://schemas.microsoft.com/office/drawing/2014/main" id="{3B61F10A-915A-4375-A71A-5308D779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Bacolor</a:t>
            </a:r>
          </a:p>
        </p:txBody>
      </p:sp>
      <p:sp>
        <p:nvSpPr>
          <p:cNvPr id="31" name="profile-1278">
            <a:extLst xmlns:a="http://schemas.openxmlformats.org/drawingml/2006/main">
              <a:ext uri="{FF2B5EF4-FFF2-40B4-BE49-F238E27FC236}">
                <a16:creationId xmlns:a16="http://schemas.microsoft.com/office/drawing/2014/main" id="{BAF7D4E1-F767-4B8D-9CB3-0466556B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1279">
            <a:extLst xmlns:a="http://schemas.openxmlformats.org/drawingml/2006/main">
              <a:ext uri="{FF2B5EF4-FFF2-40B4-BE49-F238E27FC236}">
                <a16:creationId xmlns:a16="http://schemas.microsoft.com/office/drawing/2014/main" id="{66A8552A-9DD9-424F-AA69-9363C073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Candaba</a:t>
            </a:r>
          </a:p>
        </p:txBody>
      </p:sp>
      <p:sp>
        <p:nvSpPr>
          <p:cNvPr id="33" name="profile-1280">
            <a:extLst xmlns:a="http://schemas.openxmlformats.org/drawingml/2006/main">
              <a:ext uri="{FF2B5EF4-FFF2-40B4-BE49-F238E27FC236}">
                <a16:creationId xmlns:a16="http://schemas.microsoft.com/office/drawing/2014/main" id="{8E59F6B9-7935-4796-A166-CE33BE3C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1281">
            <a:extLst xmlns:a="http://schemas.openxmlformats.org/drawingml/2006/main">
              <a:ext uri="{FF2B5EF4-FFF2-40B4-BE49-F238E27FC236}">
                <a16:creationId xmlns:a16="http://schemas.microsoft.com/office/drawing/2014/main" id="{025F4D08-8B77-400A-8430-A4932061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Floridablanca</a:t>
            </a:r>
          </a:p>
        </p:txBody>
      </p:sp>
      <p:sp>
        <p:nvSpPr>
          <p:cNvPr id="35" name="profile-1282">
            <a:extLst xmlns:a="http://schemas.openxmlformats.org/drawingml/2006/main">
              <a:ext uri="{FF2B5EF4-FFF2-40B4-BE49-F238E27FC236}">
                <a16:creationId xmlns:a16="http://schemas.microsoft.com/office/drawing/2014/main" id="{4C33134E-FEB6-42F4-8DF5-4447E62E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1283">
            <a:extLst xmlns:a="http://schemas.openxmlformats.org/drawingml/2006/main">
              <a:ext uri="{FF2B5EF4-FFF2-40B4-BE49-F238E27FC236}">
                <a16:creationId xmlns:a16="http://schemas.microsoft.com/office/drawing/2014/main" id="{9B802D25-B05A-4DF5-ACEF-8A9DC54A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Guagua</a:t>
            </a:r>
          </a:p>
        </p:txBody>
      </p:sp>
      <p:sp>
        <p:nvSpPr>
          <p:cNvPr id="37" name="profile-1284">
            <a:extLst xmlns:a="http://schemas.openxmlformats.org/drawingml/2006/main">
              <a:ext uri="{FF2B5EF4-FFF2-40B4-BE49-F238E27FC236}">
                <a16:creationId xmlns:a16="http://schemas.microsoft.com/office/drawing/2014/main" id="{225A826A-CCF3-44B1-9466-83239CE9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1285">
            <a:extLst xmlns:a="http://schemas.openxmlformats.org/drawingml/2006/main">
              <a:ext uri="{FF2B5EF4-FFF2-40B4-BE49-F238E27FC236}">
                <a16:creationId xmlns:a16="http://schemas.microsoft.com/office/drawing/2014/main" id="{70C89CAD-CC13-49D8-AB6A-2D9DE5DA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Lubao</a:t>
            </a:r>
          </a:p>
        </p:txBody>
      </p:sp>
      <p:sp>
        <p:nvSpPr>
          <p:cNvPr id="39" name="profile-1286">
            <a:extLst xmlns:a="http://schemas.openxmlformats.org/drawingml/2006/main">
              <a:ext uri="{FF2B5EF4-FFF2-40B4-BE49-F238E27FC236}">
                <a16:creationId xmlns:a16="http://schemas.microsoft.com/office/drawing/2014/main" id="{47C80CE7-B081-4B11-93B2-C1AF366F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1287">
            <a:extLst xmlns:a="http://schemas.openxmlformats.org/drawingml/2006/main">
              <a:ext uri="{FF2B5EF4-FFF2-40B4-BE49-F238E27FC236}">
                <a16:creationId xmlns:a16="http://schemas.microsoft.com/office/drawing/2014/main" id="{34696E3A-DDD5-4FF1-A7CE-E656B25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Macabebe</a:t>
            </a:r>
          </a:p>
        </p:txBody>
      </p:sp>
      <p:sp>
        <p:nvSpPr>
          <p:cNvPr id="41" name="profile-1288">
            <a:extLst xmlns:a="http://schemas.openxmlformats.org/drawingml/2006/main">
              <a:ext uri="{FF2B5EF4-FFF2-40B4-BE49-F238E27FC236}">
                <a16:creationId xmlns:a16="http://schemas.microsoft.com/office/drawing/2014/main" id="{35FF0893-F45D-4A00-BEC2-979B6154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1289">
            <a:extLst xmlns:a="http://schemas.openxmlformats.org/drawingml/2006/main">
              <a:ext uri="{FF2B5EF4-FFF2-40B4-BE49-F238E27FC236}">
                <a16:creationId xmlns:a16="http://schemas.microsoft.com/office/drawing/2014/main" id="{494FFD56-8C9E-4873-93F0-321D8F4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Magalang</a:t>
            </a:r>
          </a:p>
        </p:txBody>
      </p:sp>
      <p:sp>
        <p:nvSpPr>
          <p:cNvPr id="43" name="profile-1290">
            <a:extLst xmlns:a="http://schemas.openxmlformats.org/drawingml/2006/main">
              <a:ext uri="{FF2B5EF4-FFF2-40B4-BE49-F238E27FC236}">
                <a16:creationId xmlns:a16="http://schemas.microsoft.com/office/drawing/2014/main" id="{294064FE-CC89-4232-8233-8132537A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1291">
            <a:extLst xmlns:a="http://schemas.openxmlformats.org/drawingml/2006/main">
              <a:ext uri="{FF2B5EF4-FFF2-40B4-BE49-F238E27FC236}">
                <a16:creationId xmlns:a16="http://schemas.microsoft.com/office/drawing/2014/main" id="{5328C15D-7C8D-4E1D-8A08-AAA4A2A6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Masantol</a:t>
            </a:r>
          </a:p>
        </p:txBody>
      </p:sp>
      <p:sp>
        <p:nvSpPr>
          <p:cNvPr id="45" name="profile-1292">
            <a:extLst xmlns:a="http://schemas.openxmlformats.org/drawingml/2006/main">
              <a:ext uri="{FF2B5EF4-FFF2-40B4-BE49-F238E27FC236}">
                <a16:creationId xmlns:a16="http://schemas.microsoft.com/office/drawing/2014/main" id="{216AFF4E-C1B8-494B-8E2C-CEC1D66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1293">
            <a:extLst xmlns:a="http://schemas.openxmlformats.org/drawingml/2006/main">
              <a:ext uri="{FF2B5EF4-FFF2-40B4-BE49-F238E27FC236}">
                <a16:creationId xmlns:a16="http://schemas.microsoft.com/office/drawing/2014/main" id="{3FBF4C0A-C87C-4F55-802B-C077555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Mexico</a:t>
            </a:r>
          </a:p>
        </p:txBody>
      </p:sp>
      <p:sp>
        <p:nvSpPr>
          <p:cNvPr id="47" name="profile-1294">
            <a:extLst xmlns:a="http://schemas.openxmlformats.org/drawingml/2006/main">
              <a:ext uri="{FF2B5EF4-FFF2-40B4-BE49-F238E27FC236}">
                <a16:creationId xmlns:a16="http://schemas.microsoft.com/office/drawing/2014/main" id="{7A1E3012-917B-45BD-921B-28F58BA1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8" name="profile-1295">
            <a:extLst xmlns:a="http://schemas.openxmlformats.org/drawingml/2006/main">
              <a:ext uri="{FF2B5EF4-FFF2-40B4-BE49-F238E27FC236}">
                <a16:creationId xmlns:a16="http://schemas.microsoft.com/office/drawing/2014/main" id="{04A5DA38-9CBF-4BD9-ABF4-2473F0C9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481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Minalin</a:t>
            </a:r>
          </a:p>
        </p:txBody>
      </p:sp>
      <p:sp>
        <p:nvSpPr>
          <p:cNvPr id="49" name="profile-1296">
            <a:extLst xmlns:a="http://schemas.openxmlformats.org/drawingml/2006/main">
              <a:ext uri="{FF2B5EF4-FFF2-40B4-BE49-F238E27FC236}">
                <a16:creationId xmlns:a16="http://schemas.microsoft.com/office/drawing/2014/main" id="{14984140-D5D5-4AEB-80D6-254806B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00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0" name="profile-1297">
            <a:extLst xmlns:a="http://schemas.openxmlformats.org/drawingml/2006/main">
              <a:ext uri="{FF2B5EF4-FFF2-40B4-BE49-F238E27FC236}">
                <a16:creationId xmlns:a16="http://schemas.microsoft.com/office/drawing/2014/main" id="{924A133D-8A84-4402-A430-C3F0A7DD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958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Porac</a:t>
            </a:r>
          </a:p>
        </p:txBody>
      </p:sp>
      <p:sp>
        <p:nvSpPr>
          <p:cNvPr id="51" name="profile-1298">
            <a:extLst xmlns:a="http://schemas.openxmlformats.org/drawingml/2006/main">
              <a:ext uri="{FF2B5EF4-FFF2-40B4-BE49-F238E27FC236}">
                <a16:creationId xmlns:a16="http://schemas.microsoft.com/office/drawing/2014/main" id="{735F5843-72BF-4829-97CB-2A4D4155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2" name="profile-1299">
            <a:extLst xmlns:a="http://schemas.openxmlformats.org/drawingml/2006/main">
              <a:ext uri="{FF2B5EF4-FFF2-40B4-BE49-F238E27FC236}">
                <a16:creationId xmlns:a16="http://schemas.microsoft.com/office/drawing/2014/main" id="{13A92E7F-1559-44EC-A91E-4A42DEBE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Luis</a:t>
            </a:r>
          </a:p>
        </p:txBody>
      </p:sp>
      <p:sp>
        <p:nvSpPr>
          <p:cNvPr id="53" name="profile-1300">
            <a:extLst xmlns:a="http://schemas.openxmlformats.org/drawingml/2006/main">
              <a:ext uri="{FF2B5EF4-FFF2-40B4-BE49-F238E27FC236}">
                <a16:creationId xmlns:a16="http://schemas.microsoft.com/office/drawing/2014/main" id="{FCBECEA5-6EB5-4FFB-AAAB-067E6940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4" name="profile-1301">
            <a:extLst xmlns:a="http://schemas.openxmlformats.org/drawingml/2006/main">
              <a:ext uri="{FF2B5EF4-FFF2-40B4-BE49-F238E27FC236}">
                <a16:creationId xmlns:a16="http://schemas.microsoft.com/office/drawing/2014/main" id="{B9D02F75-BB1F-44D6-A4A3-D4DEB92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Simon</a:t>
            </a:r>
          </a:p>
        </p:txBody>
      </p:sp>
      <p:sp>
        <p:nvSpPr>
          <p:cNvPr id="55" name="profile-1302">
            <a:extLst xmlns:a="http://schemas.openxmlformats.org/drawingml/2006/main">
              <a:ext uri="{FF2B5EF4-FFF2-40B4-BE49-F238E27FC236}">
                <a16:creationId xmlns:a16="http://schemas.microsoft.com/office/drawing/2014/main" id="{D6B81BC0-852F-436E-8F34-A23D0BB3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6" name="profile-1303">
            <a:extLst xmlns:a="http://schemas.openxmlformats.org/drawingml/2006/main">
              <a:ext uri="{FF2B5EF4-FFF2-40B4-BE49-F238E27FC236}">
                <a16:creationId xmlns:a16="http://schemas.microsoft.com/office/drawing/2014/main" id="{DA75E970-EDBC-4A81-8CE0-CCB04442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Santa Ana</a:t>
            </a:r>
          </a:p>
        </p:txBody>
      </p:sp>
      <p:sp>
        <p:nvSpPr>
          <p:cNvPr id="57" name="profile-1304">
            <a:extLst xmlns:a="http://schemas.openxmlformats.org/drawingml/2006/main">
              <a:ext uri="{FF2B5EF4-FFF2-40B4-BE49-F238E27FC236}">
                <a16:creationId xmlns:a16="http://schemas.microsoft.com/office/drawing/2014/main" id="{C8FCD2BE-8F96-4918-81C9-E7C97F39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58" name="profile-1305">
            <a:extLst xmlns:a="http://schemas.openxmlformats.org/drawingml/2006/main">
              <a:ext uri="{FF2B5EF4-FFF2-40B4-BE49-F238E27FC236}">
                <a16:creationId xmlns:a16="http://schemas.microsoft.com/office/drawing/2014/main" id="{5002096A-4A77-4750-90EA-95178945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Santa Rita</a:t>
            </a:r>
          </a:p>
        </p:txBody>
      </p:sp>
      <p:sp>
        <p:nvSpPr>
          <p:cNvPr id="59" name="profile-1306">
            <a:extLst xmlns:a="http://schemas.openxmlformats.org/drawingml/2006/main">
              <a:ext uri="{FF2B5EF4-FFF2-40B4-BE49-F238E27FC236}">
                <a16:creationId xmlns:a16="http://schemas.microsoft.com/office/drawing/2014/main" id="{3046BDCE-9549-4F1A-BC14-25DDEBE4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0" name="profile-1307">
            <a:extLst xmlns:a="http://schemas.openxmlformats.org/drawingml/2006/main">
              <a:ext uri="{FF2B5EF4-FFF2-40B4-BE49-F238E27FC236}">
                <a16:creationId xmlns:a16="http://schemas.microsoft.com/office/drawing/2014/main" id="{F62CCA31-8D64-481C-BABE-AC1E0EE2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Santo Tomas</a:t>
            </a:r>
          </a:p>
        </p:txBody>
      </p:sp>
      <p:sp>
        <p:nvSpPr>
          <p:cNvPr id="61" name="profile-1308">
            <a:extLst xmlns:a="http://schemas.openxmlformats.org/drawingml/2006/main">
              <a:ext uri="{FF2B5EF4-FFF2-40B4-BE49-F238E27FC236}">
                <a16:creationId xmlns:a16="http://schemas.microsoft.com/office/drawing/2014/main" id="{819FD76E-CE26-4BB6-AECE-FF429603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05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62" name="profile-1309">
            <a:extLst xmlns:a="http://schemas.openxmlformats.org/drawingml/2006/main">
              <a:ext uri="{FF2B5EF4-FFF2-40B4-BE49-F238E27FC236}">
                <a16:creationId xmlns:a16="http://schemas.microsoft.com/office/drawing/2014/main" id="{71FEA496-F5A7-42E7-A202-1C0D6D0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Sasmuan</a:t>
            </a:r>
          </a:p>
        </p:txBody>
      </p:sp>
      <p:sp>
        <p:nvSpPr>
          <p:cNvPr id="63" name="profile-1310">
            <a:extLst xmlns:a="http://schemas.openxmlformats.org/drawingml/2006/main">
              <a:ext uri="{FF2B5EF4-FFF2-40B4-BE49-F238E27FC236}">
                <a16:creationId xmlns:a16="http://schemas.microsoft.com/office/drawing/2014/main" id="{C28550B2-12B9-4AF6-B064-A3FD7052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13784870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profile-1311">
            <a:extLst xmlns:a="http://schemas.openxmlformats.org/drawingml/2006/main">
              <a:ext uri="{FF2B5EF4-FFF2-40B4-BE49-F238E27FC236}">
                <a16:creationId xmlns:a16="http://schemas.microsoft.com/office/drawing/2014/main" id="{B8E9840C-FF81-4000-A93C-43AEDA25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312">
            <a:extLst xmlns:a="http://schemas.openxmlformats.org/drawingml/2006/main">
              <a:ext uri="{FF2B5EF4-FFF2-40B4-BE49-F238E27FC236}">
                <a16:creationId xmlns:a16="http://schemas.microsoft.com/office/drawing/2014/main" id="{991A629B-B452-447F-9BFB-7BF61AAF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3F3A0-DA52-463D-8EF2-623204B54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a742cab1840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313">
            <a:extLst xmlns:a="http://schemas.openxmlformats.org/drawingml/2006/main">
              <a:ext uri="{FF2B5EF4-FFF2-40B4-BE49-F238E27FC236}">
                <a16:creationId xmlns:a16="http://schemas.microsoft.com/office/drawing/2014/main" id="{256D0379-DD51-4460-8C09-4489D07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314">
            <a:extLst xmlns:a="http://schemas.openxmlformats.org/drawingml/2006/main">
              <a:ext uri="{FF2B5EF4-FFF2-40B4-BE49-F238E27FC236}">
                <a16:creationId xmlns:a16="http://schemas.microsoft.com/office/drawing/2014/main" id="{F2D6B0A2-91EF-4BF1-B4D1-B0E2AFE2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315">
            <a:extLst xmlns:a="http://schemas.openxmlformats.org/drawingml/2006/main">
              <a:ext uri="{FF2B5EF4-FFF2-40B4-BE49-F238E27FC236}">
                <a16:creationId xmlns:a16="http://schemas.microsoft.com/office/drawing/2014/main" id="{EF1E8995-6D37-4AE9-BC93-C3EC54ED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316">
            <a:extLst xmlns:a="http://schemas.openxmlformats.org/drawingml/2006/main">
              <a:ext uri="{FF2B5EF4-FFF2-40B4-BE49-F238E27FC236}">
                <a16:creationId xmlns:a16="http://schemas.microsoft.com/office/drawing/2014/main" id="{79C635D1-ACDB-4CE6-B01E-3374B680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317">
            <a:extLst xmlns:a="http://schemas.openxmlformats.org/drawingml/2006/main">
              <a:ext uri="{FF2B5EF4-FFF2-40B4-BE49-F238E27FC236}">
                <a16:creationId xmlns:a16="http://schemas.microsoft.com/office/drawing/2014/main" id="{1B9CC237-310C-4437-A272-0BB4E4C8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318">
            <a:extLst xmlns:a="http://schemas.openxmlformats.org/drawingml/2006/main">
              <a:ext uri="{FF2B5EF4-FFF2-40B4-BE49-F238E27FC236}">
                <a16:creationId xmlns:a16="http://schemas.microsoft.com/office/drawing/2014/main" id="{19FE02BF-16AC-455B-BC00-1EBEB6A8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319">
            <a:extLst xmlns:a="http://schemas.openxmlformats.org/drawingml/2006/main">
              <a:ext uri="{FF2B5EF4-FFF2-40B4-BE49-F238E27FC236}">
                <a16:creationId xmlns:a16="http://schemas.microsoft.com/office/drawing/2014/main" id="{18E2C3BA-A6DD-400F-8A62-D9EE30F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320">
            <a:extLst xmlns:a="http://schemas.openxmlformats.org/drawingml/2006/main">
              <a:ext uri="{FF2B5EF4-FFF2-40B4-BE49-F238E27FC236}">
                <a16:creationId xmlns:a16="http://schemas.microsoft.com/office/drawing/2014/main" id="{7D52DD31-26A5-459C-B80A-6EBF19D3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321">
            <a:extLst xmlns:a="http://schemas.openxmlformats.org/drawingml/2006/main">
              <a:ext uri="{FF2B5EF4-FFF2-40B4-BE49-F238E27FC236}">
                <a16:creationId xmlns:a16="http://schemas.microsoft.com/office/drawing/2014/main" id="{A4B0CA39-D8A3-4EC9-A000-C7C07272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322">
            <a:extLst xmlns:a="http://schemas.openxmlformats.org/drawingml/2006/main">
              <a:ext uri="{FF2B5EF4-FFF2-40B4-BE49-F238E27FC236}">
                <a16:creationId xmlns:a16="http://schemas.microsoft.com/office/drawing/2014/main" id="{76E1234C-1154-4462-A6CD-4C272864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323">
            <a:extLst xmlns:a="http://schemas.openxmlformats.org/drawingml/2006/main">
              <a:ext uri="{FF2B5EF4-FFF2-40B4-BE49-F238E27FC236}">
                <a16:creationId xmlns:a16="http://schemas.microsoft.com/office/drawing/2014/main" id="{E235F799-1ED1-4AB6-AC35-6CF6ED2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324">
            <a:extLst xmlns:a="http://schemas.openxmlformats.org/drawingml/2006/main">
              <a:ext uri="{FF2B5EF4-FFF2-40B4-BE49-F238E27FC236}">
                <a16:creationId xmlns:a16="http://schemas.microsoft.com/office/drawing/2014/main" id="{8B9DB1F8-9252-4D77-9988-B801A68C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16" name="profile-1325">
            <a:extLst xmlns:a="http://schemas.openxmlformats.org/drawingml/2006/main">
              <a:ext uri="{FF2B5EF4-FFF2-40B4-BE49-F238E27FC236}">
                <a16:creationId xmlns:a16="http://schemas.microsoft.com/office/drawing/2014/main" id="{546E7B45-20AE-49DA-9C20-9DD4D568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Zambales and Olongapo</a:t>
            </a:r>
          </a:p>
        </p:txBody>
      </p:sp>
      <p:sp>
        <p:nvSpPr>
          <p:cNvPr id="17" name="profile-1326">
            <a:extLst xmlns:a="http://schemas.openxmlformats.org/drawingml/2006/main">
              <a:ext uri="{FF2B5EF4-FFF2-40B4-BE49-F238E27FC236}">
                <a16:creationId xmlns:a16="http://schemas.microsoft.com/office/drawing/2014/main" id="{F5A36316-93E2-4A2C-8FB1-D9B635F3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327">
            <a:extLst xmlns:a="http://schemas.openxmlformats.org/drawingml/2006/main">
              <a:ext uri="{FF2B5EF4-FFF2-40B4-BE49-F238E27FC236}">
                <a16:creationId xmlns:a16="http://schemas.microsoft.com/office/drawing/2014/main" id="{50E4FEB5-2435-45F6-8A0B-3E29B1B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1328">
            <a:extLst xmlns:a="http://schemas.openxmlformats.org/drawingml/2006/main">
              <a:ext uri="{FF2B5EF4-FFF2-40B4-BE49-F238E27FC236}">
                <a16:creationId xmlns:a16="http://schemas.microsoft.com/office/drawing/2014/main" id="{A3B7D17B-7624-4502-9F60-417B4946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1329">
            <a:extLst xmlns:a="http://schemas.openxmlformats.org/drawingml/2006/main">
              <a:ext uri="{FF2B5EF4-FFF2-40B4-BE49-F238E27FC236}">
                <a16:creationId xmlns:a16="http://schemas.microsoft.com/office/drawing/2014/main" id="{E1377212-17E0-416E-8974-FF47E0B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Olongapo</a:t>
            </a:r>
          </a:p>
        </p:txBody>
      </p:sp>
      <p:sp>
        <p:nvSpPr>
          <p:cNvPr id="21" name="profile-1330">
            <a:extLst xmlns:a="http://schemas.openxmlformats.org/drawingml/2006/main">
              <a:ext uri="{FF2B5EF4-FFF2-40B4-BE49-F238E27FC236}">
                <a16:creationId xmlns:a16="http://schemas.microsoft.com/office/drawing/2014/main" id="{03EFED68-3E05-460A-A39F-AC229E94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1331">
            <a:extLst xmlns:a="http://schemas.openxmlformats.org/drawingml/2006/main">
              <a:ext uri="{FF2B5EF4-FFF2-40B4-BE49-F238E27FC236}">
                <a16:creationId xmlns:a16="http://schemas.microsoft.com/office/drawing/2014/main" id="{34D8D63E-7BDE-4077-95F7-686CC4A8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Botolan</a:t>
            </a:r>
          </a:p>
        </p:txBody>
      </p:sp>
      <p:sp>
        <p:nvSpPr>
          <p:cNvPr id="23" name="profile-1332">
            <a:extLst xmlns:a="http://schemas.openxmlformats.org/drawingml/2006/main">
              <a:ext uri="{FF2B5EF4-FFF2-40B4-BE49-F238E27FC236}">
                <a16:creationId xmlns:a16="http://schemas.microsoft.com/office/drawing/2014/main" id="{06045942-EEE3-4524-BFCF-9C346648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1333">
            <a:extLst xmlns:a="http://schemas.openxmlformats.org/drawingml/2006/main">
              <a:ext uri="{FF2B5EF4-FFF2-40B4-BE49-F238E27FC236}">
                <a16:creationId xmlns:a16="http://schemas.microsoft.com/office/drawing/2014/main" id="{7FE3C5FF-12E1-4769-A492-861F732E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Cabangan</a:t>
            </a:r>
          </a:p>
        </p:txBody>
      </p:sp>
      <p:sp>
        <p:nvSpPr>
          <p:cNvPr id="25" name="profile-1334">
            <a:extLst xmlns:a="http://schemas.openxmlformats.org/drawingml/2006/main">
              <a:ext uri="{FF2B5EF4-FFF2-40B4-BE49-F238E27FC236}">
                <a16:creationId xmlns:a16="http://schemas.microsoft.com/office/drawing/2014/main" id="{67D2B9FB-2271-4A92-B646-A80AF1ED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1335">
            <a:extLst xmlns:a="http://schemas.openxmlformats.org/drawingml/2006/main">
              <a:ext uri="{FF2B5EF4-FFF2-40B4-BE49-F238E27FC236}">
                <a16:creationId xmlns:a16="http://schemas.microsoft.com/office/drawing/2014/main" id="{330D3D14-03AF-448F-AC80-74A1F1B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Candelaria</a:t>
            </a:r>
          </a:p>
        </p:txBody>
      </p:sp>
      <p:sp>
        <p:nvSpPr>
          <p:cNvPr id="27" name="profile-1336">
            <a:extLst xmlns:a="http://schemas.openxmlformats.org/drawingml/2006/main">
              <a:ext uri="{FF2B5EF4-FFF2-40B4-BE49-F238E27FC236}">
                <a16:creationId xmlns:a16="http://schemas.microsoft.com/office/drawing/2014/main" id="{B1CFE2CD-88E9-4E7F-962A-4FFC212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1337">
            <a:extLst xmlns:a="http://schemas.openxmlformats.org/drawingml/2006/main">
              <a:ext uri="{FF2B5EF4-FFF2-40B4-BE49-F238E27FC236}">
                <a16:creationId xmlns:a16="http://schemas.microsoft.com/office/drawing/2014/main" id="{9C513FC5-5C37-40D4-8AC0-239AFD2D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Castillejos</a:t>
            </a:r>
          </a:p>
        </p:txBody>
      </p:sp>
      <p:sp>
        <p:nvSpPr>
          <p:cNvPr id="29" name="profile-1338">
            <a:extLst xmlns:a="http://schemas.openxmlformats.org/drawingml/2006/main">
              <a:ext uri="{FF2B5EF4-FFF2-40B4-BE49-F238E27FC236}">
                <a16:creationId xmlns:a16="http://schemas.microsoft.com/office/drawing/2014/main" id="{F7C42428-683D-4CE3-B14B-6CD474F0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1339">
            <a:extLst xmlns:a="http://schemas.openxmlformats.org/drawingml/2006/main">
              <a:ext uri="{FF2B5EF4-FFF2-40B4-BE49-F238E27FC236}">
                <a16:creationId xmlns:a16="http://schemas.microsoft.com/office/drawing/2014/main" id="{0200548C-C7F3-4423-B0AB-1061D48D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Iba</a:t>
            </a:r>
          </a:p>
        </p:txBody>
      </p:sp>
      <p:sp>
        <p:nvSpPr>
          <p:cNvPr id="31" name="profile-1340">
            <a:extLst xmlns:a="http://schemas.openxmlformats.org/drawingml/2006/main">
              <a:ext uri="{FF2B5EF4-FFF2-40B4-BE49-F238E27FC236}">
                <a16:creationId xmlns:a16="http://schemas.microsoft.com/office/drawing/2014/main" id="{068A7CE9-F44B-4041-8626-7174DE7A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1341">
            <a:extLst xmlns:a="http://schemas.openxmlformats.org/drawingml/2006/main">
              <a:ext uri="{FF2B5EF4-FFF2-40B4-BE49-F238E27FC236}">
                <a16:creationId xmlns:a16="http://schemas.microsoft.com/office/drawing/2014/main" id="{CBEED9E3-9A0F-4F34-A880-1B6A8B5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Masinloc</a:t>
            </a:r>
          </a:p>
        </p:txBody>
      </p:sp>
      <p:sp>
        <p:nvSpPr>
          <p:cNvPr id="33" name="profile-1342">
            <a:extLst xmlns:a="http://schemas.openxmlformats.org/drawingml/2006/main">
              <a:ext uri="{FF2B5EF4-FFF2-40B4-BE49-F238E27FC236}">
                <a16:creationId xmlns:a16="http://schemas.microsoft.com/office/drawing/2014/main" id="{058CC2CC-B85D-4CA7-B55A-76FF0EF7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1343">
            <a:extLst xmlns:a="http://schemas.openxmlformats.org/drawingml/2006/main">
              <a:ext uri="{FF2B5EF4-FFF2-40B4-BE49-F238E27FC236}">
                <a16:creationId xmlns:a16="http://schemas.microsoft.com/office/drawing/2014/main" id="{1FFBE2A4-6E43-47E7-A7CE-006613E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Palauig</a:t>
            </a:r>
          </a:p>
        </p:txBody>
      </p:sp>
      <p:sp>
        <p:nvSpPr>
          <p:cNvPr id="35" name="profile-1344">
            <a:extLst xmlns:a="http://schemas.openxmlformats.org/drawingml/2006/main">
              <a:ext uri="{FF2B5EF4-FFF2-40B4-BE49-F238E27FC236}">
                <a16:creationId xmlns:a16="http://schemas.microsoft.com/office/drawing/2014/main" id="{6990AADA-A07D-4CC7-8C4F-E447E5DB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1345">
            <a:extLst xmlns:a="http://schemas.openxmlformats.org/drawingml/2006/main">
              <a:ext uri="{FF2B5EF4-FFF2-40B4-BE49-F238E27FC236}">
                <a16:creationId xmlns:a16="http://schemas.microsoft.com/office/drawing/2014/main" id="{F635D028-65E5-4161-A1AF-3E5C09D6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Antonio</a:t>
            </a:r>
          </a:p>
        </p:txBody>
      </p:sp>
      <p:sp>
        <p:nvSpPr>
          <p:cNvPr id="37" name="profile-1346">
            <a:extLst xmlns:a="http://schemas.openxmlformats.org/drawingml/2006/main">
              <a:ext uri="{FF2B5EF4-FFF2-40B4-BE49-F238E27FC236}">
                <a16:creationId xmlns:a16="http://schemas.microsoft.com/office/drawing/2014/main" id="{2482ABEA-82B4-429C-9558-CE70F19C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1347">
            <a:extLst xmlns:a="http://schemas.openxmlformats.org/drawingml/2006/main">
              <a:ext uri="{FF2B5EF4-FFF2-40B4-BE49-F238E27FC236}">
                <a16:creationId xmlns:a16="http://schemas.microsoft.com/office/drawing/2014/main" id="{7B5C6F3B-3CD9-4093-A476-FA9399FE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528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Felipe</a:t>
            </a:r>
          </a:p>
        </p:txBody>
      </p:sp>
      <p:sp>
        <p:nvSpPr>
          <p:cNvPr id="39" name="profile-1348">
            <a:extLst xmlns:a="http://schemas.openxmlformats.org/drawingml/2006/main">
              <a:ext uri="{FF2B5EF4-FFF2-40B4-BE49-F238E27FC236}">
                <a16:creationId xmlns:a16="http://schemas.microsoft.com/office/drawing/2014/main" id="{9E2C4FF4-E82E-44F1-8C5B-2661A496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1349">
            <a:extLst xmlns:a="http://schemas.openxmlformats.org/drawingml/2006/main">
              <a:ext uri="{FF2B5EF4-FFF2-40B4-BE49-F238E27FC236}">
                <a16:creationId xmlns:a16="http://schemas.microsoft.com/office/drawing/2014/main" id="{FBC4989F-C9F6-4EDD-9997-ED5A3B5D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Marcelino</a:t>
            </a:r>
          </a:p>
        </p:txBody>
      </p:sp>
      <p:sp>
        <p:nvSpPr>
          <p:cNvPr id="41" name="profile-1350">
            <a:extLst xmlns:a="http://schemas.openxmlformats.org/drawingml/2006/main">
              <a:ext uri="{FF2B5EF4-FFF2-40B4-BE49-F238E27FC236}">
                <a16:creationId xmlns:a16="http://schemas.microsoft.com/office/drawing/2014/main" id="{E66AE302-2A91-4F17-8F64-7284E6D2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1351">
            <a:extLst xmlns:a="http://schemas.openxmlformats.org/drawingml/2006/main">
              <a:ext uri="{FF2B5EF4-FFF2-40B4-BE49-F238E27FC236}">
                <a16:creationId xmlns:a16="http://schemas.microsoft.com/office/drawing/2014/main" id="{D94FAA54-6277-4894-A9BB-CABDB82F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 Narciso</a:t>
            </a:r>
          </a:p>
        </p:txBody>
      </p:sp>
      <p:sp>
        <p:nvSpPr>
          <p:cNvPr id="43" name="profile-1352">
            <a:extLst xmlns:a="http://schemas.openxmlformats.org/drawingml/2006/main">
              <a:ext uri="{FF2B5EF4-FFF2-40B4-BE49-F238E27FC236}">
                <a16:creationId xmlns:a16="http://schemas.microsoft.com/office/drawing/2014/main" id="{1926970F-A3E9-48F0-BFFC-AE2013C4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4" name="profile-1353">
            <a:extLst xmlns:a="http://schemas.openxmlformats.org/drawingml/2006/main">
              <a:ext uri="{FF2B5EF4-FFF2-40B4-BE49-F238E27FC236}">
                <a16:creationId xmlns:a16="http://schemas.microsoft.com/office/drawing/2014/main" id="{0E1AEC1E-E796-48E6-A644-F0646C1C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Santa Cruz</a:t>
            </a:r>
          </a:p>
        </p:txBody>
      </p:sp>
      <p:sp>
        <p:nvSpPr>
          <p:cNvPr id="45" name="profile-1354">
            <a:extLst xmlns:a="http://schemas.openxmlformats.org/drawingml/2006/main">
              <a:ext uri="{FF2B5EF4-FFF2-40B4-BE49-F238E27FC236}">
                <a16:creationId xmlns:a16="http://schemas.microsoft.com/office/drawing/2014/main" id="{560A8ED3-EA39-4632-B7EC-4494C815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6" name="profile-1355">
            <a:extLst xmlns:a="http://schemas.openxmlformats.org/drawingml/2006/main">
              <a:ext uri="{FF2B5EF4-FFF2-40B4-BE49-F238E27FC236}">
                <a16:creationId xmlns:a16="http://schemas.microsoft.com/office/drawing/2014/main" id="{B32B0C45-30B9-4A00-B5F9-F741AD41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Subic</a:t>
            </a:r>
          </a:p>
        </p:txBody>
      </p:sp>
      <p:sp>
        <p:nvSpPr>
          <p:cNvPr id="47" name="profile-1356">
            <a:extLst xmlns:a="http://schemas.openxmlformats.org/drawingml/2006/main">
              <a:ext uri="{FF2B5EF4-FFF2-40B4-BE49-F238E27FC236}">
                <a16:creationId xmlns:a16="http://schemas.microsoft.com/office/drawing/2014/main" id="{CF33B849-E149-4F74-BDCE-E8D37C2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110001453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rofile-1357">
            <a:extLst xmlns:a="http://schemas.openxmlformats.org/drawingml/2006/main">
              <a:ext uri="{FF2B5EF4-FFF2-40B4-BE49-F238E27FC236}">
                <a16:creationId xmlns:a16="http://schemas.microsoft.com/office/drawing/2014/main" id="{F8B9D3AF-10C3-40FF-97AD-64948A5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358">
            <a:extLst xmlns:a="http://schemas.openxmlformats.org/drawingml/2006/main">
              <a:ext uri="{FF2B5EF4-FFF2-40B4-BE49-F238E27FC236}">
                <a16:creationId xmlns:a16="http://schemas.microsoft.com/office/drawing/2014/main" id="{306FB442-2C37-4E73-825A-F6327AA8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CAF9D-61CA-484E-90AE-43DF36438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8bd6b968b4f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359">
            <a:extLst xmlns:a="http://schemas.openxmlformats.org/drawingml/2006/main">
              <a:ext uri="{FF2B5EF4-FFF2-40B4-BE49-F238E27FC236}">
                <a16:creationId xmlns:a16="http://schemas.microsoft.com/office/drawing/2014/main" id="{07980038-B258-475B-A2B1-DDB4D7DA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360">
            <a:extLst xmlns:a="http://schemas.openxmlformats.org/drawingml/2006/main">
              <a:ext uri="{FF2B5EF4-FFF2-40B4-BE49-F238E27FC236}">
                <a16:creationId xmlns:a16="http://schemas.microsoft.com/office/drawing/2014/main" id="{57E47F94-4921-42BD-ADD2-55F81B8D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361">
            <a:extLst xmlns:a="http://schemas.openxmlformats.org/drawingml/2006/main">
              <a:ext uri="{FF2B5EF4-FFF2-40B4-BE49-F238E27FC236}">
                <a16:creationId xmlns:a16="http://schemas.microsoft.com/office/drawing/2014/main" id="{4C050245-1CC5-4754-93FD-9661779B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362">
            <a:extLst xmlns:a="http://schemas.openxmlformats.org/drawingml/2006/main">
              <a:ext uri="{FF2B5EF4-FFF2-40B4-BE49-F238E27FC236}">
                <a16:creationId xmlns:a16="http://schemas.microsoft.com/office/drawing/2014/main" id="{33230B50-D61E-4F9D-8B13-77A2790B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363">
            <a:extLst xmlns:a="http://schemas.openxmlformats.org/drawingml/2006/main">
              <a:ext uri="{FF2B5EF4-FFF2-40B4-BE49-F238E27FC236}">
                <a16:creationId xmlns:a16="http://schemas.microsoft.com/office/drawing/2014/main" id="{60F5CB69-6FCC-4E61-BBFE-2009E8C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364">
            <a:extLst xmlns:a="http://schemas.openxmlformats.org/drawingml/2006/main">
              <a:ext uri="{FF2B5EF4-FFF2-40B4-BE49-F238E27FC236}">
                <a16:creationId xmlns:a16="http://schemas.microsoft.com/office/drawing/2014/main" id="{104191ED-29B9-437E-BF74-68A9E87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365">
            <a:extLst xmlns:a="http://schemas.openxmlformats.org/drawingml/2006/main">
              <a:ext uri="{FF2B5EF4-FFF2-40B4-BE49-F238E27FC236}">
                <a16:creationId xmlns:a16="http://schemas.microsoft.com/office/drawing/2014/main" id="{7ADCB3D6-A8C9-45C9-B41C-5D114923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366">
            <a:extLst xmlns:a="http://schemas.openxmlformats.org/drawingml/2006/main">
              <a:ext uri="{FF2B5EF4-FFF2-40B4-BE49-F238E27FC236}">
                <a16:creationId xmlns:a16="http://schemas.microsoft.com/office/drawing/2014/main" id="{2C3F59F2-B84F-470A-92D7-F2562E83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367">
            <a:extLst xmlns:a="http://schemas.openxmlformats.org/drawingml/2006/main">
              <a:ext uri="{FF2B5EF4-FFF2-40B4-BE49-F238E27FC236}">
                <a16:creationId xmlns:a16="http://schemas.microsoft.com/office/drawing/2014/main" id="{0FE71D54-ECDE-4EAA-A2DE-0FC8B833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368">
            <a:extLst xmlns:a="http://schemas.openxmlformats.org/drawingml/2006/main">
              <a:ext uri="{FF2B5EF4-FFF2-40B4-BE49-F238E27FC236}">
                <a16:creationId xmlns:a16="http://schemas.microsoft.com/office/drawing/2014/main" id="{A791E9EC-78B3-4F73-914A-EC9BA94D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369">
            <a:extLst xmlns:a="http://schemas.openxmlformats.org/drawingml/2006/main">
              <a:ext uri="{FF2B5EF4-FFF2-40B4-BE49-F238E27FC236}">
                <a16:creationId xmlns:a16="http://schemas.microsoft.com/office/drawing/2014/main" id="{2ABD4596-2884-45C4-B4E0-812F64EE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370">
            <a:extLst xmlns:a="http://schemas.openxmlformats.org/drawingml/2006/main">
              <a:ext uri="{FF2B5EF4-FFF2-40B4-BE49-F238E27FC236}">
                <a16:creationId xmlns:a16="http://schemas.microsoft.com/office/drawing/2014/main" id="{1C54BB02-EA9B-4FD5-8D77-13F6AD48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16" name="profile-1371">
            <a:extLst xmlns:a="http://schemas.openxmlformats.org/drawingml/2006/main">
              <a:ext uri="{FF2B5EF4-FFF2-40B4-BE49-F238E27FC236}">
                <a16:creationId xmlns:a16="http://schemas.microsoft.com/office/drawing/2014/main" id="{54C21EDF-2EB1-4C41-B8B3-19FA2459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Bataan</a:t>
            </a:r>
          </a:p>
        </p:txBody>
      </p:sp>
      <p:sp>
        <p:nvSpPr>
          <p:cNvPr id="17" name="profile-1372">
            <a:extLst xmlns:a="http://schemas.openxmlformats.org/drawingml/2006/main">
              <a:ext uri="{FF2B5EF4-FFF2-40B4-BE49-F238E27FC236}">
                <a16:creationId xmlns:a16="http://schemas.microsoft.com/office/drawing/2014/main" id="{AC268EB6-C5A7-4AED-9B02-8AF07B6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373">
            <a:extLst xmlns:a="http://schemas.openxmlformats.org/drawingml/2006/main">
              <a:ext uri="{FF2B5EF4-FFF2-40B4-BE49-F238E27FC236}">
                <a16:creationId xmlns:a16="http://schemas.microsoft.com/office/drawing/2014/main" id="{DA1B770C-9096-4A3E-B0CC-B350C057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Coverage appendix | Cities and municipalities</a:t>
            </a:r>
          </a:p>
        </p:txBody>
      </p:sp>
      <p:sp>
        <p:nvSpPr>
          <p:cNvPr id="19" name="profile-1374">
            <a:extLst xmlns:a="http://schemas.openxmlformats.org/drawingml/2006/main">
              <a:ext uri="{FF2B5EF4-FFF2-40B4-BE49-F238E27FC236}">
                <a16:creationId xmlns:a16="http://schemas.microsoft.com/office/drawing/2014/main" id="{F6D246A4-559B-41B5-8BF2-4B95C7FF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0" name="profile-1375">
            <a:extLst xmlns:a="http://schemas.openxmlformats.org/drawingml/2006/main">
              <a:ext uri="{FF2B5EF4-FFF2-40B4-BE49-F238E27FC236}">
                <a16:creationId xmlns:a16="http://schemas.microsoft.com/office/drawing/2014/main" id="{380DAE70-E639-49D1-A877-99AB45E6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Balanga</a:t>
            </a:r>
          </a:p>
        </p:txBody>
      </p:sp>
      <p:sp>
        <p:nvSpPr>
          <p:cNvPr id="21" name="profile-1376">
            <a:extLst xmlns:a="http://schemas.openxmlformats.org/drawingml/2006/main">
              <a:ext uri="{FF2B5EF4-FFF2-40B4-BE49-F238E27FC236}">
                <a16:creationId xmlns:a16="http://schemas.microsoft.com/office/drawing/2014/main" id="{5A79A03A-0060-44D5-90E4-6722A521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2" name="profile-1377">
            <a:extLst xmlns:a="http://schemas.openxmlformats.org/drawingml/2006/main">
              <a:ext uri="{FF2B5EF4-FFF2-40B4-BE49-F238E27FC236}">
                <a16:creationId xmlns:a16="http://schemas.microsoft.com/office/drawing/2014/main" id="{67B71780-0870-4FE4-9B73-6B9D1FE7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Abucay</a:t>
            </a:r>
          </a:p>
        </p:txBody>
      </p:sp>
      <p:sp>
        <p:nvSpPr>
          <p:cNvPr id="23" name="profile-1378">
            <a:extLst xmlns:a="http://schemas.openxmlformats.org/drawingml/2006/main">
              <a:ext uri="{FF2B5EF4-FFF2-40B4-BE49-F238E27FC236}">
                <a16:creationId xmlns:a16="http://schemas.microsoft.com/office/drawing/2014/main" id="{FA5282D2-7B1B-4B36-87CB-5B5C5F9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4" name="profile-1379">
            <a:extLst xmlns:a="http://schemas.openxmlformats.org/drawingml/2006/main">
              <a:ext uri="{FF2B5EF4-FFF2-40B4-BE49-F238E27FC236}">
                <a16:creationId xmlns:a16="http://schemas.microsoft.com/office/drawing/2014/main" id="{DA2A17C4-A249-4E45-9493-8EEE9EE2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Bagac</a:t>
            </a:r>
          </a:p>
        </p:txBody>
      </p:sp>
      <p:sp>
        <p:nvSpPr>
          <p:cNvPr id="25" name="profile-1380">
            <a:extLst xmlns:a="http://schemas.openxmlformats.org/drawingml/2006/main">
              <a:ext uri="{FF2B5EF4-FFF2-40B4-BE49-F238E27FC236}">
                <a16:creationId xmlns:a16="http://schemas.microsoft.com/office/drawing/2014/main" id="{234E06E3-7AFE-4C44-8CC1-B5FE026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6" name="profile-1381">
            <a:extLst xmlns:a="http://schemas.openxmlformats.org/drawingml/2006/main">
              <a:ext uri="{FF2B5EF4-FFF2-40B4-BE49-F238E27FC236}">
                <a16:creationId xmlns:a16="http://schemas.microsoft.com/office/drawing/2014/main" id="{6B29581B-A604-448D-A35C-1125563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Dinalupihan</a:t>
            </a:r>
          </a:p>
        </p:txBody>
      </p:sp>
      <p:sp>
        <p:nvSpPr>
          <p:cNvPr id="27" name="profile-1382">
            <a:extLst xmlns:a="http://schemas.openxmlformats.org/drawingml/2006/main">
              <a:ext uri="{FF2B5EF4-FFF2-40B4-BE49-F238E27FC236}">
                <a16:creationId xmlns:a16="http://schemas.microsoft.com/office/drawing/2014/main" id="{414CBAD9-10F0-4C51-9B98-7CD83DCA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8" name="profile-1383">
            <a:extLst xmlns:a="http://schemas.openxmlformats.org/drawingml/2006/main">
              <a:ext uri="{FF2B5EF4-FFF2-40B4-BE49-F238E27FC236}">
                <a16:creationId xmlns:a16="http://schemas.microsoft.com/office/drawing/2014/main" id="{33319ADB-4E5F-48E4-A3B1-1310519D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Hermosa</a:t>
            </a:r>
          </a:p>
        </p:txBody>
      </p:sp>
      <p:sp>
        <p:nvSpPr>
          <p:cNvPr id="29" name="profile-1384">
            <a:extLst xmlns:a="http://schemas.openxmlformats.org/drawingml/2006/main">
              <a:ext uri="{FF2B5EF4-FFF2-40B4-BE49-F238E27FC236}">
                <a16:creationId xmlns:a16="http://schemas.microsoft.com/office/drawing/2014/main" id="{A8AA3153-1203-4B2D-B5EC-DF8D52E1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0" name="profile-1385">
            <a:extLst xmlns:a="http://schemas.openxmlformats.org/drawingml/2006/main">
              <a:ext uri="{FF2B5EF4-FFF2-40B4-BE49-F238E27FC236}">
                <a16:creationId xmlns:a16="http://schemas.microsoft.com/office/drawing/2014/main" id="{4A612F53-6EA6-4697-AE13-47DC093D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Limay</a:t>
            </a:r>
          </a:p>
        </p:txBody>
      </p:sp>
      <p:sp>
        <p:nvSpPr>
          <p:cNvPr id="31" name="profile-1386">
            <a:extLst xmlns:a="http://schemas.openxmlformats.org/drawingml/2006/main">
              <a:ext uri="{FF2B5EF4-FFF2-40B4-BE49-F238E27FC236}">
                <a16:creationId xmlns:a16="http://schemas.microsoft.com/office/drawing/2014/main" id="{4C52B061-FE37-4A59-8D9D-3FD23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2" name="profile-1387">
            <a:extLst xmlns:a="http://schemas.openxmlformats.org/drawingml/2006/main">
              <a:ext uri="{FF2B5EF4-FFF2-40B4-BE49-F238E27FC236}">
                <a16:creationId xmlns:a16="http://schemas.microsoft.com/office/drawing/2014/main" id="{73FE03AB-1018-473C-838F-75023E23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Mariveles</a:t>
            </a:r>
          </a:p>
        </p:txBody>
      </p:sp>
      <p:sp>
        <p:nvSpPr>
          <p:cNvPr id="33" name="profile-1388">
            <a:extLst xmlns:a="http://schemas.openxmlformats.org/drawingml/2006/main">
              <a:ext uri="{FF2B5EF4-FFF2-40B4-BE49-F238E27FC236}">
                <a16:creationId xmlns:a16="http://schemas.microsoft.com/office/drawing/2014/main" id="{04ACDA0E-3FAA-4DFA-8168-0F5ACAAC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4" name="profile-1389">
            <a:extLst xmlns:a="http://schemas.openxmlformats.org/drawingml/2006/main">
              <a:ext uri="{FF2B5EF4-FFF2-40B4-BE49-F238E27FC236}">
                <a16:creationId xmlns:a16="http://schemas.microsoft.com/office/drawing/2014/main" id="{495A7F15-E881-48A4-ACBC-AEB928E6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Morong</a:t>
            </a:r>
          </a:p>
        </p:txBody>
      </p:sp>
      <p:sp>
        <p:nvSpPr>
          <p:cNvPr id="35" name="profile-1390">
            <a:extLst xmlns:a="http://schemas.openxmlformats.org/drawingml/2006/main">
              <a:ext uri="{FF2B5EF4-FFF2-40B4-BE49-F238E27FC236}">
                <a16:creationId xmlns:a16="http://schemas.microsoft.com/office/drawing/2014/main" id="{4D32AD3E-125B-477D-AAA6-D6B46D52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6" name="profile-1391">
            <a:extLst xmlns:a="http://schemas.openxmlformats.org/drawingml/2006/main">
              <a:ext uri="{FF2B5EF4-FFF2-40B4-BE49-F238E27FC236}">
                <a16:creationId xmlns:a16="http://schemas.microsoft.com/office/drawing/2014/main" id="{88D7A89A-5283-4F36-A3B9-AD53AE3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Orani</a:t>
            </a:r>
          </a:p>
        </p:txBody>
      </p:sp>
      <p:sp>
        <p:nvSpPr>
          <p:cNvPr id="37" name="profile-1392">
            <a:extLst xmlns:a="http://schemas.openxmlformats.org/drawingml/2006/main">
              <a:ext uri="{FF2B5EF4-FFF2-40B4-BE49-F238E27FC236}">
                <a16:creationId xmlns:a16="http://schemas.microsoft.com/office/drawing/2014/main" id="{E852CB03-79AE-4D49-9916-53ACA102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14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8" name="profile-1393">
            <a:extLst xmlns:a="http://schemas.openxmlformats.org/drawingml/2006/main">
              <a:ext uri="{FF2B5EF4-FFF2-40B4-BE49-F238E27FC236}">
                <a16:creationId xmlns:a16="http://schemas.microsoft.com/office/drawing/2014/main" id="{9F775B02-25E8-458A-9921-1E627B8F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Orion</a:t>
            </a:r>
          </a:p>
        </p:txBody>
      </p:sp>
      <p:sp>
        <p:nvSpPr>
          <p:cNvPr id="39" name="profile-1394">
            <a:extLst xmlns:a="http://schemas.openxmlformats.org/drawingml/2006/main">
              <a:ext uri="{FF2B5EF4-FFF2-40B4-BE49-F238E27FC236}">
                <a16:creationId xmlns:a16="http://schemas.microsoft.com/office/drawing/2014/main" id="{DFAAF30F-755C-46F1-8FF3-74C1AD9E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0" name="profile-1395">
            <a:extLst xmlns:a="http://schemas.openxmlformats.org/drawingml/2006/main">
              <a:ext uri="{FF2B5EF4-FFF2-40B4-BE49-F238E27FC236}">
                <a16:creationId xmlns:a16="http://schemas.microsoft.com/office/drawing/2014/main" id="{5E539C89-58A3-407F-B94F-17B60259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Pilar</a:t>
            </a:r>
          </a:p>
        </p:txBody>
      </p:sp>
      <p:sp>
        <p:nvSpPr>
          <p:cNvPr id="41" name="profile-1396">
            <a:extLst xmlns:a="http://schemas.openxmlformats.org/drawingml/2006/main">
              <a:ext uri="{FF2B5EF4-FFF2-40B4-BE49-F238E27FC236}">
                <a16:creationId xmlns:a16="http://schemas.microsoft.com/office/drawing/2014/main" id="{9AF66C8A-BDED-4D3A-A41E-989EFB48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42" name="profile-1397">
            <a:extLst xmlns:a="http://schemas.openxmlformats.org/drawingml/2006/main">
              <a:ext uri="{FF2B5EF4-FFF2-40B4-BE49-F238E27FC236}">
                <a16:creationId xmlns:a16="http://schemas.microsoft.com/office/drawing/2014/main" id="{4593293E-29CB-48C4-B5CA-35A7E683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Samal</a:t>
            </a:r>
          </a:p>
        </p:txBody>
      </p:sp>
      <p:sp>
        <p:nvSpPr>
          <p:cNvPr id="43" name="profile-1398">
            <a:extLst xmlns:a="http://schemas.openxmlformats.org/drawingml/2006/main">
              <a:ext uri="{FF2B5EF4-FFF2-40B4-BE49-F238E27FC236}">
                <a16:creationId xmlns:a16="http://schemas.microsoft.com/office/drawing/2014/main" id="{46F8E963-401F-499B-A238-8D8F7601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Geographic names: PSA PSGC. Service schedule and availability confirmed upon inquiry.</a:t>
            </a:r>
          </a:p>
        </p:txBody>
      </p:sp>
    </p:spTree>
    <p:extLst>
      <p:ext uri="{BB962C8B-B14F-4D97-AF65-F5344CB8AC3E}">
        <p14:creationId xmlns:p14="http://schemas.microsoft.com/office/powerpoint/2010/main" val="101600700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rofile-1399">
            <a:extLst xmlns:a="http://schemas.openxmlformats.org/drawingml/2006/main">
              <a:ext uri="{FF2B5EF4-FFF2-40B4-BE49-F238E27FC236}">
                <a16:creationId xmlns:a16="http://schemas.microsoft.com/office/drawing/2014/main" id="{78AA0260-FAC4-4686-9455-D51EAB28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400">
            <a:extLst xmlns:a="http://schemas.openxmlformats.org/drawingml/2006/main">
              <a:ext uri="{FF2B5EF4-FFF2-40B4-BE49-F238E27FC236}">
                <a16:creationId xmlns:a16="http://schemas.microsoft.com/office/drawing/2014/main" id="{EBCDF5A2-6590-457C-B62D-E99DF02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89CB3-2CF6-4A5C-94A9-132E24C39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863310c484d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401">
            <a:extLst xmlns:a="http://schemas.openxmlformats.org/drawingml/2006/main">
              <a:ext uri="{FF2B5EF4-FFF2-40B4-BE49-F238E27FC236}">
                <a16:creationId xmlns:a16="http://schemas.microsoft.com/office/drawing/2014/main" id="{2AD61818-BBF5-4135-8E7F-C69C5CE4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402">
            <a:extLst xmlns:a="http://schemas.openxmlformats.org/drawingml/2006/main">
              <a:ext uri="{FF2B5EF4-FFF2-40B4-BE49-F238E27FC236}">
                <a16:creationId xmlns:a16="http://schemas.microsoft.com/office/drawing/2014/main" id="{41472D83-1BA4-47FC-9237-D6D5D0A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403">
            <a:extLst xmlns:a="http://schemas.openxmlformats.org/drawingml/2006/main">
              <a:ext uri="{FF2B5EF4-FFF2-40B4-BE49-F238E27FC236}">
                <a16:creationId xmlns:a16="http://schemas.microsoft.com/office/drawing/2014/main" id="{24414241-9C1D-422E-B255-7D5B794F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404">
            <a:extLst xmlns:a="http://schemas.openxmlformats.org/drawingml/2006/main">
              <a:ext uri="{FF2B5EF4-FFF2-40B4-BE49-F238E27FC236}">
                <a16:creationId xmlns:a16="http://schemas.microsoft.com/office/drawing/2014/main" id="{B2C67898-F729-4EB4-8BEB-BD632F9F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405">
            <a:extLst xmlns:a="http://schemas.openxmlformats.org/drawingml/2006/main">
              <a:ext uri="{FF2B5EF4-FFF2-40B4-BE49-F238E27FC236}">
                <a16:creationId xmlns:a16="http://schemas.microsoft.com/office/drawing/2014/main" id="{12B09B78-4E27-4E52-BCB7-656339A5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406">
            <a:extLst xmlns:a="http://schemas.openxmlformats.org/drawingml/2006/main">
              <a:ext uri="{FF2B5EF4-FFF2-40B4-BE49-F238E27FC236}">
                <a16:creationId xmlns:a16="http://schemas.microsoft.com/office/drawing/2014/main" id="{B82A76AB-030E-490D-8D69-C3A77DAC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407">
            <a:extLst xmlns:a="http://schemas.openxmlformats.org/drawingml/2006/main">
              <a:ext uri="{FF2B5EF4-FFF2-40B4-BE49-F238E27FC236}">
                <a16:creationId xmlns:a16="http://schemas.microsoft.com/office/drawing/2014/main" id="{ADDB0AA4-64E3-4CFF-9374-19432435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408">
            <a:extLst xmlns:a="http://schemas.openxmlformats.org/drawingml/2006/main">
              <a:ext uri="{FF2B5EF4-FFF2-40B4-BE49-F238E27FC236}">
                <a16:creationId xmlns:a16="http://schemas.microsoft.com/office/drawing/2014/main" id="{02DA8FDD-F4B2-46FC-9140-CE166BF9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409">
            <a:extLst xmlns:a="http://schemas.openxmlformats.org/drawingml/2006/main">
              <a:ext uri="{FF2B5EF4-FFF2-40B4-BE49-F238E27FC236}">
                <a16:creationId xmlns:a16="http://schemas.microsoft.com/office/drawing/2014/main" id="{9A35AF16-FB4C-4070-B7C0-8978947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410">
            <a:extLst xmlns:a="http://schemas.openxmlformats.org/drawingml/2006/main">
              <a:ext uri="{FF2B5EF4-FFF2-40B4-BE49-F238E27FC236}">
                <a16:creationId xmlns:a16="http://schemas.microsoft.com/office/drawing/2014/main" id="{420D7ACB-9C16-47F6-B58F-D0466B66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411">
            <a:extLst xmlns:a="http://schemas.openxmlformats.org/drawingml/2006/main">
              <a:ext uri="{FF2B5EF4-FFF2-40B4-BE49-F238E27FC236}">
                <a16:creationId xmlns:a16="http://schemas.microsoft.com/office/drawing/2014/main" id="{71B55E9A-0B1A-42B8-A930-F87A4D54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412">
            <a:extLst xmlns:a="http://schemas.openxmlformats.org/drawingml/2006/main">
              <a:ext uri="{FF2B5EF4-FFF2-40B4-BE49-F238E27FC236}">
                <a16:creationId xmlns:a16="http://schemas.microsoft.com/office/drawing/2014/main" id="{3B9E4A49-D08F-4722-8836-E9D9BB5F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  <p:sp>
        <p:nvSpPr>
          <p:cNvPr id="16" name="profile-1413">
            <a:extLst xmlns:a="http://schemas.openxmlformats.org/drawingml/2006/main">
              <a:ext uri="{FF2B5EF4-FFF2-40B4-BE49-F238E27FC236}">
                <a16:creationId xmlns:a16="http://schemas.microsoft.com/office/drawing/2014/main" id="{33F03092-F4F9-4EAA-963E-1BC8E314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Company documents</a:t>
            </a:r>
          </a:p>
        </p:txBody>
      </p:sp>
      <p:sp>
        <p:nvSpPr>
          <p:cNvPr id="17" name="profile-1414">
            <a:extLst xmlns:a="http://schemas.openxmlformats.org/drawingml/2006/main">
              <a:ext uri="{FF2B5EF4-FFF2-40B4-BE49-F238E27FC236}">
                <a16:creationId xmlns:a16="http://schemas.microsoft.com/office/drawing/2014/main" id="{54B0DF02-AC0C-4369-BA5A-B35AA344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415">
            <a:extLst xmlns:a="http://schemas.openxmlformats.org/drawingml/2006/main">
              <a:ext uri="{FF2B5EF4-FFF2-40B4-BE49-F238E27FC236}">
                <a16:creationId xmlns:a16="http://schemas.microsoft.com/office/drawing/2014/main" id="{491E543B-04CE-4C5C-A1FB-07A1ABE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2871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Registration and provider records | Appendix</a:t>
            </a:r>
          </a:p>
        </p:txBody>
      </p:sp>
      <p:sp>
        <p:nvSpPr>
          <p:cNvPr id="19" name="profile-1416">
            <a:extLst xmlns:a="http://schemas.openxmlformats.org/drawingml/2006/main">
              <a:ext uri="{FF2B5EF4-FFF2-40B4-BE49-F238E27FC236}">
                <a16:creationId xmlns:a16="http://schemas.microsoft.com/office/drawing/2014/main" id="{03CEE5B5-99ED-4BFC-8A36-1C4E10A5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REGISTRATION</a:t>
            </a:r>
          </a:p>
        </p:txBody>
      </p:sp>
      <p:sp>
        <p:nvSpPr>
          <p:cNvPr id="20" name="profile-1417">
            <a:extLst xmlns:a="http://schemas.openxmlformats.org/drawingml/2006/main">
              <a:ext uri="{FF2B5EF4-FFF2-40B4-BE49-F238E27FC236}">
                <a16:creationId xmlns:a16="http://schemas.microsoft.com/office/drawing/2014/main" id="{2FCC9283-563E-40D3-9203-ABD111AD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1" name="profile-1418">
            <a:extLst xmlns:a="http://schemas.openxmlformats.org/drawingml/2006/main">
              <a:ext uri="{FF2B5EF4-FFF2-40B4-BE49-F238E27FC236}">
                <a16:creationId xmlns:a16="http://schemas.microsoft.com/office/drawing/2014/main" id="{E2BB3591-CC0B-4C3E-949D-FBD665D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67050"/>
            <a:ext cx="5038725" cy="30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SEC Certificate of Incorporation</a:t>
            </a:r>
          </a:p>
        </p:txBody>
      </p:sp>
      <p:sp>
        <p:nvSpPr>
          <p:cNvPr id="22" name="profile-1419">
            <a:extLst xmlns:a="http://schemas.openxmlformats.org/drawingml/2006/main">
              <a:ext uri="{FF2B5EF4-FFF2-40B4-BE49-F238E27FC236}">
                <a16:creationId xmlns:a16="http://schemas.microsoft.com/office/drawing/2014/main" id="{AD129954-464B-4D56-A4A8-A4E8B2B4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4156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3" name="profile-1420">
            <a:extLst xmlns:a="http://schemas.openxmlformats.org/drawingml/2006/main">
              <a:ext uri="{FF2B5EF4-FFF2-40B4-BE49-F238E27FC236}">
                <a16:creationId xmlns:a16="http://schemas.microsoft.com/office/drawing/2014/main" id="{48967348-88E8-416C-8876-064F244F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38906"/>
            <a:ext cx="5038725" cy="30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Articles of Incorporation</a:t>
            </a:r>
          </a:p>
        </p:txBody>
      </p:sp>
      <p:sp>
        <p:nvSpPr>
          <p:cNvPr id="24" name="profile-1421">
            <a:extLst xmlns:a="http://schemas.openxmlformats.org/drawingml/2006/main">
              <a:ext uri="{FF2B5EF4-FFF2-40B4-BE49-F238E27FC236}">
                <a16:creationId xmlns:a16="http://schemas.microsoft.com/office/drawing/2014/main" id="{438DDC89-4FC2-4CDE-A5C1-619BE5E7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6012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5" name="profile-1422">
            <a:extLst xmlns:a="http://schemas.openxmlformats.org/drawingml/2006/main">
              <a:ext uri="{FF2B5EF4-FFF2-40B4-BE49-F238E27FC236}">
                <a16:creationId xmlns:a16="http://schemas.microsoft.com/office/drawing/2014/main" id="{F047685D-B263-42AF-A4AC-5F123FFF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10762"/>
            <a:ext cx="5038725" cy="30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Certificate of Authentication</a:t>
            </a:r>
          </a:p>
        </p:txBody>
      </p:sp>
      <p:sp>
        <p:nvSpPr>
          <p:cNvPr id="26" name="profile-1423">
            <a:extLst xmlns:a="http://schemas.openxmlformats.org/drawingml/2006/main">
              <a:ext uri="{FF2B5EF4-FFF2-40B4-BE49-F238E27FC236}">
                <a16:creationId xmlns:a16="http://schemas.microsoft.com/office/drawing/2014/main" id="{4A5D9015-D4B4-47DC-8764-BCD47ADA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7868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27" name="profile-1424">
            <a:extLst xmlns:a="http://schemas.openxmlformats.org/drawingml/2006/main">
              <a:ext uri="{FF2B5EF4-FFF2-40B4-BE49-F238E27FC236}">
                <a16:creationId xmlns:a16="http://schemas.microsoft.com/office/drawing/2014/main" id="{B6C53539-E801-49AB-A8D9-B0681FA6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82618"/>
            <a:ext cx="5038725" cy="30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2026 Manila Business Permit</a:t>
            </a:r>
          </a:p>
        </p:txBody>
      </p:sp>
      <p:sp>
        <p:nvSpPr>
          <p:cNvPr id="28" name="profile-1425">
            <a:extLst xmlns:a="http://schemas.openxmlformats.org/drawingml/2006/main">
              <a:ext uri="{FF2B5EF4-FFF2-40B4-BE49-F238E27FC236}">
                <a16:creationId xmlns:a16="http://schemas.microsoft.com/office/drawing/2014/main" id="{3F9A7380-F4A0-4019-B1B0-CDD36EC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14925"/>
            <a:ext cx="52387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OPC BIR COR and TIN remain to follow.</a:t>
            </a:r>
          </a:p>
        </p:txBody>
      </p:sp>
      <p:sp>
        <p:nvSpPr>
          <p:cNvPr id="29" name="profile-1426">
            <a:extLst xmlns:a="http://schemas.openxmlformats.org/drawingml/2006/main">
              <a:ext uri="{FF2B5EF4-FFF2-40B4-BE49-F238E27FC236}">
                <a16:creationId xmlns:a16="http://schemas.microsoft.com/office/drawing/2014/main" id="{AE31E091-1C33-4F4D-8F00-568BEC7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28900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RECORDS</a:t>
            </a:r>
          </a:p>
        </p:txBody>
      </p:sp>
      <p:sp>
        <p:nvSpPr>
          <p:cNvPr id="30" name="profile-1427">
            <a:extLst xmlns:a="http://schemas.openxmlformats.org/drawingml/2006/main">
              <a:ext uri="{FF2B5EF4-FFF2-40B4-BE49-F238E27FC236}">
                <a16:creationId xmlns:a16="http://schemas.microsoft.com/office/drawing/2014/main" id="{592FA1AF-05A7-4BA2-B403-84F3E061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62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1" name="profile-1428">
            <a:extLst xmlns:a="http://schemas.openxmlformats.org/drawingml/2006/main">
              <a:ext uri="{FF2B5EF4-FFF2-40B4-BE49-F238E27FC236}">
                <a16:creationId xmlns:a16="http://schemas.microsoft.com/office/drawing/2014/main" id="{EC40F501-F820-423B-AEB5-5F8ED23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5181600" cy="30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DOH Environmental Sanitation Clearance</a:t>
            </a:r>
          </a:p>
        </p:txBody>
      </p:sp>
      <p:sp>
        <p:nvSpPr>
          <p:cNvPr id="32" name="profile-1429">
            <a:extLst xmlns:a="http://schemas.openxmlformats.org/drawingml/2006/main">
              <a:ext uri="{FF2B5EF4-FFF2-40B4-BE49-F238E27FC236}">
                <a16:creationId xmlns:a16="http://schemas.microsoft.com/office/drawing/2014/main" id="{CCA64E1D-74A8-4368-8F73-A0B85295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34156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3" name="profile-1430">
            <a:extLst xmlns:a="http://schemas.openxmlformats.org/drawingml/2006/main">
              <a:ext uri="{FF2B5EF4-FFF2-40B4-BE49-F238E27FC236}">
                <a16:creationId xmlns:a16="http://schemas.microsoft.com/office/drawing/2014/main" id="{16FD6FB3-C165-4ACC-A529-B4C390E5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906"/>
            <a:ext cx="5181600" cy="30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34" name="profile-1431">
            <a:extLst xmlns:a="http://schemas.openxmlformats.org/drawingml/2006/main">
              <a:ext uri="{FF2B5EF4-FFF2-40B4-BE49-F238E27FC236}">
                <a16:creationId xmlns:a16="http://schemas.microsoft.com/office/drawing/2014/main" id="{8983243D-16B1-4437-9771-72F6CA9B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06012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35" name="profile-1432">
            <a:extLst xmlns:a="http://schemas.openxmlformats.org/drawingml/2006/main">
              <a:ext uri="{FF2B5EF4-FFF2-40B4-BE49-F238E27FC236}">
                <a16:creationId xmlns:a16="http://schemas.microsoft.com/office/drawing/2014/main" id="{F92EA61D-6228-4B40-9492-A4DD2A9A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762"/>
            <a:ext cx="5181600" cy="30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Historical discharge permit: printed validity ended 24</a:t>
            </a:r>
          </a:p>
        </p:txBody>
      </p:sp>
      <p:sp>
        <p:nvSpPr>
          <p:cNvPr id="36" name="profile-1433">
            <a:extLst xmlns:a="http://schemas.openxmlformats.org/drawingml/2006/main">
              <a:ext uri="{FF2B5EF4-FFF2-40B4-BE49-F238E27FC236}">
                <a16:creationId xmlns:a16="http://schemas.microsoft.com/office/drawing/2014/main" id="{FA467594-AE0F-4BDB-AE26-36D66479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87368"/>
            <a:ext cx="5181600" cy="30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July 2026</a:t>
            </a:r>
          </a:p>
        </p:txBody>
      </p:sp>
      <p:sp>
        <p:nvSpPr>
          <p:cNvPr id="37" name="profile-1434">
            <a:extLst xmlns:a="http://schemas.openxmlformats.org/drawingml/2006/main">
              <a:ext uri="{FF2B5EF4-FFF2-40B4-BE49-F238E27FC236}">
                <a16:creationId xmlns:a16="http://schemas.microsoft.com/office/drawing/2014/main" id="{FB832718-83C4-45A8-B355-067988D8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257800"/>
            <a:ext cx="538162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Provider records apply to Globaltec and the stated facility or geographic scope.</a:t>
            </a:r>
          </a:p>
        </p:txBody>
      </p:sp>
      <p:sp>
        <p:nvSpPr>
          <p:cNvPr id="38" name="profile-1435">
            <a:extLst xmlns:a="http://schemas.openxmlformats.org/drawingml/2006/main">
              <a:ext uri="{FF2B5EF4-FFF2-40B4-BE49-F238E27FC236}">
                <a16:creationId xmlns:a16="http://schemas.microsoft.com/office/drawing/2014/main" id="{25AB6A21-A6F4-4803-A6F7-BE7E504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11334750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Copies supplied by management. Document conditions and stated periods apply.</a:t>
            </a:r>
          </a:p>
        </p:txBody>
      </p:sp>
    </p:spTree>
    <p:extLst>
      <p:ext uri="{BB962C8B-B14F-4D97-AF65-F5344CB8AC3E}">
        <p14:creationId xmlns:p14="http://schemas.microsoft.com/office/powerpoint/2010/main" val="5936987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436">
            <a:extLst xmlns:a="http://schemas.openxmlformats.org/drawingml/2006/main">
              <a:ext uri="{FF2B5EF4-FFF2-40B4-BE49-F238E27FC236}">
                <a16:creationId xmlns:a16="http://schemas.microsoft.com/office/drawing/2014/main" id="{86D00935-B845-4B10-94B8-C6AFC0D0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437">
            <a:extLst xmlns:a="http://schemas.openxmlformats.org/drawingml/2006/main">
              <a:ext uri="{FF2B5EF4-FFF2-40B4-BE49-F238E27FC236}">
                <a16:creationId xmlns:a16="http://schemas.microsoft.com/office/drawing/2014/main" id="{F3783756-41D5-4C65-A01B-5FE048E5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6D912-64FE-45DD-8222-AC215E5DD1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1c489620741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438">
            <a:extLst xmlns:a="http://schemas.openxmlformats.org/drawingml/2006/main">
              <a:ext uri="{FF2B5EF4-FFF2-40B4-BE49-F238E27FC236}">
                <a16:creationId xmlns:a16="http://schemas.microsoft.com/office/drawing/2014/main" id="{473605A3-BEEE-4606-87D3-6F751802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439">
            <a:extLst xmlns:a="http://schemas.openxmlformats.org/drawingml/2006/main">
              <a:ext uri="{FF2B5EF4-FFF2-40B4-BE49-F238E27FC236}">
                <a16:creationId xmlns:a16="http://schemas.microsoft.com/office/drawing/2014/main" id="{374C83FC-E004-427D-B0C4-4F554315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440">
            <a:extLst xmlns:a="http://schemas.openxmlformats.org/drawingml/2006/main">
              <a:ext uri="{FF2B5EF4-FFF2-40B4-BE49-F238E27FC236}">
                <a16:creationId xmlns:a16="http://schemas.microsoft.com/office/drawing/2014/main" id="{4B2E8965-2AF7-44E1-A947-CB0975CD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441">
            <a:extLst xmlns:a="http://schemas.openxmlformats.org/drawingml/2006/main">
              <a:ext uri="{FF2B5EF4-FFF2-40B4-BE49-F238E27FC236}">
                <a16:creationId xmlns:a16="http://schemas.microsoft.com/office/drawing/2014/main" id="{2E14436D-6335-4A36-BBC8-09847E88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442">
            <a:extLst xmlns:a="http://schemas.openxmlformats.org/drawingml/2006/main">
              <a:ext uri="{FF2B5EF4-FFF2-40B4-BE49-F238E27FC236}">
                <a16:creationId xmlns:a16="http://schemas.microsoft.com/office/drawing/2014/main" id="{0909678F-1D79-4D58-BE41-81CC5D3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443">
            <a:extLst xmlns:a="http://schemas.openxmlformats.org/drawingml/2006/main">
              <a:ext uri="{FF2B5EF4-FFF2-40B4-BE49-F238E27FC236}">
                <a16:creationId xmlns:a16="http://schemas.microsoft.com/office/drawing/2014/main" id="{81B9D36D-3945-440E-9684-0F85585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444">
            <a:extLst xmlns:a="http://schemas.openxmlformats.org/drawingml/2006/main">
              <a:ext uri="{FF2B5EF4-FFF2-40B4-BE49-F238E27FC236}">
                <a16:creationId xmlns:a16="http://schemas.microsoft.com/office/drawing/2014/main" id="{0E5206CE-A6DE-4E04-8265-76D909E1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445">
            <a:extLst xmlns:a="http://schemas.openxmlformats.org/drawingml/2006/main">
              <a:ext uri="{FF2B5EF4-FFF2-40B4-BE49-F238E27FC236}">
                <a16:creationId xmlns:a16="http://schemas.microsoft.com/office/drawing/2014/main" id="{EFF4D348-D176-4887-8606-CD8B033E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446">
            <a:extLst xmlns:a="http://schemas.openxmlformats.org/drawingml/2006/main">
              <a:ext uri="{FF2B5EF4-FFF2-40B4-BE49-F238E27FC236}">
                <a16:creationId xmlns:a16="http://schemas.microsoft.com/office/drawing/2014/main" id="{F3106359-8845-4C6C-B4A1-DE29C688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447">
            <a:extLst xmlns:a="http://schemas.openxmlformats.org/drawingml/2006/main">
              <a:ext uri="{FF2B5EF4-FFF2-40B4-BE49-F238E27FC236}">
                <a16:creationId xmlns:a16="http://schemas.microsoft.com/office/drawing/2014/main" id="{03166CB2-D61B-4A3C-AEEC-AE4628E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448">
            <a:extLst xmlns:a="http://schemas.openxmlformats.org/drawingml/2006/main">
              <a:ext uri="{FF2B5EF4-FFF2-40B4-BE49-F238E27FC236}">
                <a16:creationId xmlns:a16="http://schemas.microsoft.com/office/drawing/2014/main" id="{B33C119F-158D-40E2-AE68-D609281E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449">
            <a:extLst xmlns:a="http://schemas.openxmlformats.org/drawingml/2006/main">
              <a:ext uri="{FF2B5EF4-FFF2-40B4-BE49-F238E27FC236}">
                <a16:creationId xmlns:a16="http://schemas.microsoft.com/office/drawing/2014/main" id="{8FD710B3-528E-4991-9434-4C902249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  <p:sp>
        <p:nvSpPr>
          <p:cNvPr id="16" name="profile-1450">
            <a:extLst xmlns:a="http://schemas.openxmlformats.org/drawingml/2006/main">
              <a:ext uri="{FF2B5EF4-FFF2-40B4-BE49-F238E27FC236}">
                <a16:creationId xmlns:a16="http://schemas.microsoft.com/office/drawing/2014/main" id="{880FBDB3-4F33-493A-8A5A-3EFF9643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SEC Certificate of Incorporation</a:t>
            </a:r>
          </a:p>
        </p:txBody>
      </p:sp>
      <p:sp>
        <p:nvSpPr>
          <p:cNvPr id="17" name="profile-1451">
            <a:extLst xmlns:a="http://schemas.openxmlformats.org/drawingml/2006/main">
              <a:ext uri="{FF2B5EF4-FFF2-40B4-BE49-F238E27FC236}">
                <a16:creationId xmlns:a16="http://schemas.microsoft.com/office/drawing/2014/main" id="{1B9D4907-6914-411E-A3C1-36136E64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452">
            <a:extLst xmlns:a="http://schemas.openxmlformats.org/drawingml/2006/main">
              <a:ext uri="{FF2B5EF4-FFF2-40B4-BE49-F238E27FC236}">
                <a16:creationId xmlns:a16="http://schemas.microsoft.com/office/drawing/2014/main" id="{508DD2A1-3F8F-4A06-BCD4-0B89B8E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453">
            <a:extLst xmlns:a="http://schemas.openxmlformats.org/drawingml/2006/main">
              <a:ext uri="{FF2B5EF4-FFF2-40B4-BE49-F238E27FC236}">
                <a16:creationId xmlns:a16="http://schemas.microsoft.com/office/drawing/2014/main" id="{51AEDD79-FBBE-4B53-B265-F757F18C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SEC REGISTRATION</a:t>
            </a:r>
          </a:p>
        </p:txBody>
      </p:sp>
      <p:sp>
        <p:nvSpPr>
          <p:cNvPr id="20" name="profile-1454">
            <a:extLst xmlns:a="http://schemas.openxmlformats.org/drawingml/2006/main">
              <a:ext uri="{FF2B5EF4-FFF2-40B4-BE49-F238E27FC236}">
                <a16:creationId xmlns:a16="http://schemas.microsoft.com/office/drawing/2014/main" id="{24BF2F38-A051-4E1D-B2B0-EE8A4A20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2026010232712-03</a:t>
            </a:r>
          </a:p>
        </p:txBody>
      </p:sp>
      <p:sp>
        <p:nvSpPr>
          <p:cNvPr id="21" name="profile-1455">
            <a:extLst xmlns:a="http://schemas.openxmlformats.org/drawingml/2006/main">
              <a:ext uri="{FF2B5EF4-FFF2-40B4-BE49-F238E27FC236}">
                <a16:creationId xmlns:a16="http://schemas.microsoft.com/office/drawing/2014/main" id="{20C725E1-1102-4F1F-934F-3461E51C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INCORPORATION DATE</a:t>
            </a:r>
          </a:p>
        </p:txBody>
      </p:sp>
      <p:sp>
        <p:nvSpPr>
          <p:cNvPr id="22" name="profile-1456">
            <a:extLst xmlns:a="http://schemas.openxmlformats.org/drawingml/2006/main">
              <a:ext uri="{FF2B5EF4-FFF2-40B4-BE49-F238E27FC236}">
                <a16:creationId xmlns:a16="http://schemas.microsoft.com/office/drawing/2014/main" id="{EE4E68B2-FA8E-4C16-84AD-C7B471C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14 January 2026</a:t>
            </a:r>
          </a:p>
        </p:txBody>
      </p:sp>
      <p:sp>
        <p:nvSpPr>
          <p:cNvPr id="23" name="profile-1457">
            <a:extLst xmlns:a="http://schemas.openxmlformats.org/drawingml/2006/main">
              <a:ext uri="{FF2B5EF4-FFF2-40B4-BE49-F238E27FC236}">
                <a16:creationId xmlns:a16="http://schemas.microsoft.com/office/drawing/2014/main" id="{FA770784-509A-4141-986A-ECA0E70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4" name="profile-1458">
            <a:extLst xmlns:a="http://schemas.openxmlformats.org/drawingml/2006/main">
              <a:ext uri="{FF2B5EF4-FFF2-40B4-BE49-F238E27FC236}">
                <a16:creationId xmlns:a16="http://schemas.microsoft.com/office/drawing/2014/main" id="{C84CBA9A-4495-462B-B7B2-F3E20499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Plumbing Siphoning &amp; Pest Management</a:t>
            </a:r>
          </a:p>
        </p:txBody>
      </p:sp>
      <p:sp>
        <p:nvSpPr>
          <p:cNvPr id="25" name="profile-1459">
            <a:extLst xmlns:a="http://schemas.openxmlformats.org/drawingml/2006/main">
              <a:ext uri="{FF2B5EF4-FFF2-40B4-BE49-F238E27FC236}">
                <a16:creationId xmlns:a16="http://schemas.microsoft.com/office/drawing/2014/main" id="{FB9C2358-D164-4A9D-9BAE-187FF479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Services OPC</a:t>
            </a:r>
          </a:p>
        </p:txBody>
      </p:sp>
      <p:sp>
        <p:nvSpPr>
          <p:cNvPr id="26" name="profile-1460">
            <a:extLst xmlns:a="http://schemas.openxmlformats.org/drawingml/2006/main">
              <a:ext uri="{FF2B5EF4-FFF2-40B4-BE49-F238E27FC236}">
                <a16:creationId xmlns:a16="http://schemas.microsoft.com/office/drawing/2014/main" id="{9A5912B3-EB48-48AD-9BAC-68AFBEB7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Corporate registration record; attached reportorial requirements</a:t>
            </a:r>
          </a:p>
        </p:txBody>
      </p:sp>
      <p:sp>
        <p:nvSpPr>
          <p:cNvPr id="27" name="profile-1461">
            <a:extLst xmlns:a="http://schemas.openxmlformats.org/drawingml/2006/main">
              <a:ext uri="{FF2B5EF4-FFF2-40B4-BE49-F238E27FC236}">
                <a16:creationId xmlns:a16="http://schemas.microsoft.com/office/drawing/2014/main" id="{5EDF8652-0D1E-4C13-884A-33033DFD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apply.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C2C514-301D-4801-BF45-3BA3A14427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24dd4db7e4c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462">
            <a:extLst xmlns:a="http://schemas.openxmlformats.org/drawingml/2006/main">
              <a:ext uri="{FF2B5EF4-FFF2-40B4-BE49-F238E27FC236}">
                <a16:creationId xmlns:a16="http://schemas.microsoft.com/office/drawing/2014/main" id="{9D8DA1C7-FF9C-43A8-9719-B55F54F9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 of 3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21680080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463">
            <a:extLst xmlns:a="http://schemas.openxmlformats.org/drawingml/2006/main">
              <a:ext uri="{FF2B5EF4-FFF2-40B4-BE49-F238E27FC236}">
                <a16:creationId xmlns:a16="http://schemas.microsoft.com/office/drawing/2014/main" id="{74A06EDC-EC1B-4572-9F24-43D87942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464">
            <a:extLst xmlns:a="http://schemas.openxmlformats.org/drawingml/2006/main">
              <a:ext uri="{FF2B5EF4-FFF2-40B4-BE49-F238E27FC236}">
                <a16:creationId xmlns:a16="http://schemas.microsoft.com/office/drawing/2014/main" id="{22DD75D5-B859-4CAA-B721-5A5B8BC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32525-6D41-4400-9123-94D5A0D972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41698cf0043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465">
            <a:extLst xmlns:a="http://schemas.openxmlformats.org/drawingml/2006/main">
              <a:ext uri="{FF2B5EF4-FFF2-40B4-BE49-F238E27FC236}">
                <a16:creationId xmlns:a16="http://schemas.microsoft.com/office/drawing/2014/main" id="{047EFE03-5E4C-47D0-B60A-EEFF902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466">
            <a:extLst xmlns:a="http://schemas.openxmlformats.org/drawingml/2006/main">
              <a:ext uri="{FF2B5EF4-FFF2-40B4-BE49-F238E27FC236}">
                <a16:creationId xmlns:a16="http://schemas.microsoft.com/office/drawing/2014/main" id="{AFE8655F-918C-4196-8D14-604429A6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467">
            <a:extLst xmlns:a="http://schemas.openxmlformats.org/drawingml/2006/main">
              <a:ext uri="{FF2B5EF4-FFF2-40B4-BE49-F238E27FC236}">
                <a16:creationId xmlns:a16="http://schemas.microsoft.com/office/drawing/2014/main" id="{7F236C9F-19C9-4A58-A0D2-6832C4C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468">
            <a:extLst xmlns:a="http://schemas.openxmlformats.org/drawingml/2006/main">
              <a:ext uri="{FF2B5EF4-FFF2-40B4-BE49-F238E27FC236}">
                <a16:creationId xmlns:a16="http://schemas.microsoft.com/office/drawing/2014/main" id="{281C837D-B7FF-4035-B6F4-FCCA8AB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469">
            <a:extLst xmlns:a="http://schemas.openxmlformats.org/drawingml/2006/main">
              <a:ext uri="{FF2B5EF4-FFF2-40B4-BE49-F238E27FC236}">
                <a16:creationId xmlns:a16="http://schemas.microsoft.com/office/drawing/2014/main" id="{925EBF26-607D-49AD-A8DF-D7EF2A71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470">
            <a:extLst xmlns:a="http://schemas.openxmlformats.org/drawingml/2006/main">
              <a:ext uri="{FF2B5EF4-FFF2-40B4-BE49-F238E27FC236}">
                <a16:creationId xmlns:a16="http://schemas.microsoft.com/office/drawing/2014/main" id="{0A648245-3D24-49EC-9FDC-42354D1A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471">
            <a:extLst xmlns:a="http://schemas.openxmlformats.org/drawingml/2006/main">
              <a:ext uri="{FF2B5EF4-FFF2-40B4-BE49-F238E27FC236}">
                <a16:creationId xmlns:a16="http://schemas.microsoft.com/office/drawing/2014/main" id="{75018C34-AD3C-4826-9A71-5F63D310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472">
            <a:extLst xmlns:a="http://schemas.openxmlformats.org/drawingml/2006/main">
              <a:ext uri="{FF2B5EF4-FFF2-40B4-BE49-F238E27FC236}">
                <a16:creationId xmlns:a16="http://schemas.microsoft.com/office/drawing/2014/main" id="{1A1BB732-7ACC-4294-929F-BE3A110B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473">
            <a:extLst xmlns:a="http://schemas.openxmlformats.org/drawingml/2006/main">
              <a:ext uri="{FF2B5EF4-FFF2-40B4-BE49-F238E27FC236}">
                <a16:creationId xmlns:a16="http://schemas.microsoft.com/office/drawing/2014/main" id="{87D5D704-1621-4C8C-BC63-E55DD30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474">
            <a:extLst xmlns:a="http://schemas.openxmlformats.org/drawingml/2006/main">
              <a:ext uri="{FF2B5EF4-FFF2-40B4-BE49-F238E27FC236}">
                <a16:creationId xmlns:a16="http://schemas.microsoft.com/office/drawing/2014/main" id="{5727AFE3-6F4E-4219-A6BD-19AE21C1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475">
            <a:extLst xmlns:a="http://schemas.openxmlformats.org/drawingml/2006/main">
              <a:ext uri="{FF2B5EF4-FFF2-40B4-BE49-F238E27FC236}">
                <a16:creationId xmlns:a16="http://schemas.microsoft.com/office/drawing/2014/main" id="{D785CBC3-C157-4541-A342-5DCCCCE0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476">
            <a:extLst xmlns:a="http://schemas.openxmlformats.org/drawingml/2006/main">
              <a:ext uri="{FF2B5EF4-FFF2-40B4-BE49-F238E27FC236}">
                <a16:creationId xmlns:a16="http://schemas.microsoft.com/office/drawing/2014/main" id="{2FD6B650-78D5-4EBC-A161-DC9E47DA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  <p:sp>
        <p:nvSpPr>
          <p:cNvPr id="16" name="profile-1477">
            <a:extLst xmlns:a="http://schemas.openxmlformats.org/drawingml/2006/main">
              <a:ext uri="{FF2B5EF4-FFF2-40B4-BE49-F238E27FC236}">
                <a16:creationId xmlns:a16="http://schemas.microsoft.com/office/drawing/2014/main" id="{181178CF-5462-4C1C-A445-20AAC0CB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SEC Certificate of Incorporation</a:t>
            </a:r>
          </a:p>
        </p:txBody>
      </p:sp>
      <p:sp>
        <p:nvSpPr>
          <p:cNvPr id="17" name="profile-1478">
            <a:extLst xmlns:a="http://schemas.openxmlformats.org/drawingml/2006/main">
              <a:ext uri="{FF2B5EF4-FFF2-40B4-BE49-F238E27FC236}">
                <a16:creationId xmlns:a16="http://schemas.microsoft.com/office/drawing/2014/main" id="{AE54F202-4C1D-4892-AAB5-9638E5D1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479">
            <a:extLst xmlns:a="http://schemas.openxmlformats.org/drawingml/2006/main">
              <a:ext uri="{FF2B5EF4-FFF2-40B4-BE49-F238E27FC236}">
                <a16:creationId xmlns:a16="http://schemas.microsoft.com/office/drawing/2014/main" id="{1DCC921E-DC22-46B2-B45F-8B069996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480">
            <a:extLst xmlns:a="http://schemas.openxmlformats.org/drawingml/2006/main">
              <a:ext uri="{FF2B5EF4-FFF2-40B4-BE49-F238E27FC236}">
                <a16:creationId xmlns:a16="http://schemas.microsoft.com/office/drawing/2014/main" id="{0F9C4072-A553-48DA-B859-0E377819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SEC REGISTRATION</a:t>
            </a:r>
          </a:p>
        </p:txBody>
      </p:sp>
      <p:sp>
        <p:nvSpPr>
          <p:cNvPr id="20" name="profile-1481">
            <a:extLst xmlns:a="http://schemas.openxmlformats.org/drawingml/2006/main">
              <a:ext uri="{FF2B5EF4-FFF2-40B4-BE49-F238E27FC236}">
                <a16:creationId xmlns:a16="http://schemas.microsoft.com/office/drawing/2014/main" id="{849D1FDF-44D8-43E8-9D57-2279B4C3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2026010232712-03</a:t>
            </a:r>
          </a:p>
        </p:txBody>
      </p:sp>
      <p:sp>
        <p:nvSpPr>
          <p:cNvPr id="21" name="profile-1482">
            <a:extLst xmlns:a="http://schemas.openxmlformats.org/drawingml/2006/main">
              <a:ext uri="{FF2B5EF4-FFF2-40B4-BE49-F238E27FC236}">
                <a16:creationId xmlns:a16="http://schemas.microsoft.com/office/drawing/2014/main" id="{33E3A899-1451-4ECC-9205-2E5ED1FD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INCORPORATION DATE</a:t>
            </a:r>
          </a:p>
        </p:txBody>
      </p:sp>
      <p:sp>
        <p:nvSpPr>
          <p:cNvPr id="22" name="profile-1483">
            <a:extLst xmlns:a="http://schemas.openxmlformats.org/drawingml/2006/main">
              <a:ext uri="{FF2B5EF4-FFF2-40B4-BE49-F238E27FC236}">
                <a16:creationId xmlns:a16="http://schemas.microsoft.com/office/drawing/2014/main" id="{387693FB-5E16-4D23-B37B-70CD201F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14 January 2026</a:t>
            </a:r>
          </a:p>
        </p:txBody>
      </p:sp>
      <p:sp>
        <p:nvSpPr>
          <p:cNvPr id="23" name="profile-1484">
            <a:extLst xmlns:a="http://schemas.openxmlformats.org/drawingml/2006/main">
              <a:ext uri="{FF2B5EF4-FFF2-40B4-BE49-F238E27FC236}">
                <a16:creationId xmlns:a16="http://schemas.microsoft.com/office/drawing/2014/main" id="{27E5B7DC-B702-427B-8931-C9384DDE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4" name="profile-1485">
            <a:extLst xmlns:a="http://schemas.openxmlformats.org/drawingml/2006/main">
              <a:ext uri="{FF2B5EF4-FFF2-40B4-BE49-F238E27FC236}">
                <a16:creationId xmlns:a16="http://schemas.microsoft.com/office/drawing/2014/main" id="{958B65A0-9581-49E0-B190-6C065A55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Plumbing Siphoning &amp; Pest Management</a:t>
            </a:r>
          </a:p>
        </p:txBody>
      </p:sp>
      <p:sp>
        <p:nvSpPr>
          <p:cNvPr id="25" name="profile-1486">
            <a:extLst xmlns:a="http://schemas.openxmlformats.org/drawingml/2006/main">
              <a:ext uri="{FF2B5EF4-FFF2-40B4-BE49-F238E27FC236}">
                <a16:creationId xmlns:a16="http://schemas.microsoft.com/office/drawing/2014/main" id="{5CE19F46-CADF-41D2-80DB-86F0F505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Services OPC</a:t>
            </a:r>
          </a:p>
        </p:txBody>
      </p:sp>
      <p:sp>
        <p:nvSpPr>
          <p:cNvPr id="26" name="profile-1487">
            <a:extLst xmlns:a="http://schemas.openxmlformats.org/drawingml/2006/main">
              <a:ext uri="{FF2B5EF4-FFF2-40B4-BE49-F238E27FC236}">
                <a16:creationId xmlns:a16="http://schemas.microsoft.com/office/drawing/2014/main" id="{3560A7D1-FBDD-437C-A45C-83A5C6E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Corporate registration record; attached reportorial requirements</a:t>
            </a:r>
          </a:p>
        </p:txBody>
      </p:sp>
      <p:sp>
        <p:nvSpPr>
          <p:cNvPr id="27" name="profile-1488">
            <a:extLst xmlns:a="http://schemas.openxmlformats.org/drawingml/2006/main">
              <a:ext uri="{FF2B5EF4-FFF2-40B4-BE49-F238E27FC236}">
                <a16:creationId xmlns:a16="http://schemas.microsoft.com/office/drawing/2014/main" id="{74458013-A865-4EC5-B42C-78AAE162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apply.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A15B4-C035-400D-9EF5-397D13EDD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d2c224ba14c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489">
            <a:extLst xmlns:a="http://schemas.openxmlformats.org/drawingml/2006/main">
              <a:ext uri="{FF2B5EF4-FFF2-40B4-BE49-F238E27FC236}">
                <a16:creationId xmlns:a16="http://schemas.microsoft.com/office/drawing/2014/main" id="{772425BF-F511-4AC2-9A8B-B0EE3DE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2 of 3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64234409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490">
            <a:extLst xmlns:a="http://schemas.openxmlformats.org/drawingml/2006/main">
              <a:ext uri="{FF2B5EF4-FFF2-40B4-BE49-F238E27FC236}">
                <a16:creationId xmlns:a16="http://schemas.microsoft.com/office/drawing/2014/main" id="{10C4A1EE-0D81-48B3-8F67-EDC63E63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491">
            <a:extLst xmlns:a="http://schemas.openxmlformats.org/drawingml/2006/main">
              <a:ext uri="{FF2B5EF4-FFF2-40B4-BE49-F238E27FC236}">
                <a16:creationId xmlns:a16="http://schemas.microsoft.com/office/drawing/2014/main" id="{B6B3D45D-364C-4761-B9CF-59445455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5862B-E5E3-4F8E-9A11-CE817AFAC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a9184645d47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492">
            <a:extLst xmlns:a="http://schemas.openxmlformats.org/drawingml/2006/main">
              <a:ext uri="{FF2B5EF4-FFF2-40B4-BE49-F238E27FC236}">
                <a16:creationId xmlns:a16="http://schemas.microsoft.com/office/drawing/2014/main" id="{C9B16FF4-76FB-4FE9-9F86-38A761F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493">
            <a:extLst xmlns:a="http://schemas.openxmlformats.org/drawingml/2006/main">
              <a:ext uri="{FF2B5EF4-FFF2-40B4-BE49-F238E27FC236}">
                <a16:creationId xmlns:a16="http://schemas.microsoft.com/office/drawing/2014/main" id="{71CAFCC6-4CFD-4DB9-B69A-A0A9E2AD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494">
            <a:extLst xmlns:a="http://schemas.openxmlformats.org/drawingml/2006/main">
              <a:ext uri="{FF2B5EF4-FFF2-40B4-BE49-F238E27FC236}">
                <a16:creationId xmlns:a16="http://schemas.microsoft.com/office/drawing/2014/main" id="{D9C36E77-ED08-41D7-BCB9-C1C3DB47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495">
            <a:extLst xmlns:a="http://schemas.openxmlformats.org/drawingml/2006/main">
              <a:ext uri="{FF2B5EF4-FFF2-40B4-BE49-F238E27FC236}">
                <a16:creationId xmlns:a16="http://schemas.microsoft.com/office/drawing/2014/main" id="{190C3D78-A807-40AE-821D-50BEC49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496">
            <a:extLst xmlns:a="http://schemas.openxmlformats.org/drawingml/2006/main">
              <a:ext uri="{FF2B5EF4-FFF2-40B4-BE49-F238E27FC236}">
                <a16:creationId xmlns:a16="http://schemas.microsoft.com/office/drawing/2014/main" id="{DBFCC7F6-506F-45D4-A34F-0846CD2C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497">
            <a:extLst xmlns:a="http://schemas.openxmlformats.org/drawingml/2006/main">
              <a:ext uri="{FF2B5EF4-FFF2-40B4-BE49-F238E27FC236}">
                <a16:creationId xmlns:a16="http://schemas.microsoft.com/office/drawing/2014/main" id="{00DD5EA4-E875-4292-BFB4-108A1FE1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498">
            <a:extLst xmlns:a="http://schemas.openxmlformats.org/drawingml/2006/main">
              <a:ext uri="{FF2B5EF4-FFF2-40B4-BE49-F238E27FC236}">
                <a16:creationId xmlns:a16="http://schemas.microsoft.com/office/drawing/2014/main" id="{5EA8AE0E-6AAE-43F5-80E9-41F65508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499">
            <a:extLst xmlns:a="http://schemas.openxmlformats.org/drawingml/2006/main">
              <a:ext uri="{FF2B5EF4-FFF2-40B4-BE49-F238E27FC236}">
                <a16:creationId xmlns:a16="http://schemas.microsoft.com/office/drawing/2014/main" id="{0392B14D-0537-491E-803C-20FDC37E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500">
            <a:extLst xmlns:a="http://schemas.openxmlformats.org/drawingml/2006/main">
              <a:ext uri="{FF2B5EF4-FFF2-40B4-BE49-F238E27FC236}">
                <a16:creationId xmlns:a16="http://schemas.microsoft.com/office/drawing/2014/main" id="{815AED3B-B5B4-4A32-8EA4-949EBA39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501">
            <a:extLst xmlns:a="http://schemas.openxmlformats.org/drawingml/2006/main">
              <a:ext uri="{FF2B5EF4-FFF2-40B4-BE49-F238E27FC236}">
                <a16:creationId xmlns:a16="http://schemas.microsoft.com/office/drawing/2014/main" id="{1CB2E22E-C1F3-442F-859D-0C90EF0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502">
            <a:extLst xmlns:a="http://schemas.openxmlformats.org/drawingml/2006/main">
              <a:ext uri="{FF2B5EF4-FFF2-40B4-BE49-F238E27FC236}">
                <a16:creationId xmlns:a16="http://schemas.microsoft.com/office/drawing/2014/main" id="{45206627-69B8-447C-A723-23F8AEE8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503">
            <a:extLst xmlns:a="http://schemas.openxmlformats.org/drawingml/2006/main">
              <a:ext uri="{FF2B5EF4-FFF2-40B4-BE49-F238E27FC236}">
                <a16:creationId xmlns:a16="http://schemas.microsoft.com/office/drawing/2014/main" id="{7A61B376-B5FE-4662-A40F-ECD1D665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  <p:sp>
        <p:nvSpPr>
          <p:cNvPr id="16" name="profile-1504">
            <a:extLst xmlns:a="http://schemas.openxmlformats.org/drawingml/2006/main">
              <a:ext uri="{FF2B5EF4-FFF2-40B4-BE49-F238E27FC236}">
                <a16:creationId xmlns:a16="http://schemas.microsoft.com/office/drawing/2014/main" id="{6CE3831E-33BD-40F4-93DD-965C0CDC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Articles of Incorporation</a:t>
            </a:r>
          </a:p>
        </p:txBody>
      </p:sp>
      <p:sp>
        <p:nvSpPr>
          <p:cNvPr id="17" name="profile-1505">
            <a:extLst xmlns:a="http://schemas.openxmlformats.org/drawingml/2006/main">
              <a:ext uri="{FF2B5EF4-FFF2-40B4-BE49-F238E27FC236}">
                <a16:creationId xmlns:a16="http://schemas.microsoft.com/office/drawing/2014/main" id="{F951FF8C-1492-4C6A-9A49-760F0643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506">
            <a:extLst xmlns:a="http://schemas.openxmlformats.org/drawingml/2006/main">
              <a:ext uri="{FF2B5EF4-FFF2-40B4-BE49-F238E27FC236}">
                <a16:creationId xmlns:a16="http://schemas.microsoft.com/office/drawing/2014/main" id="{D9AC3636-730F-47D0-91DC-9A1EB660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507">
            <a:extLst xmlns:a="http://schemas.openxmlformats.org/drawingml/2006/main">
              <a:ext uri="{FF2B5EF4-FFF2-40B4-BE49-F238E27FC236}">
                <a16:creationId xmlns:a16="http://schemas.microsoft.com/office/drawing/2014/main" id="{8604A1C6-3F1F-4AFD-9B79-48D5BAC2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CORPORATE FORM</a:t>
            </a:r>
          </a:p>
        </p:txBody>
      </p:sp>
      <p:sp>
        <p:nvSpPr>
          <p:cNvPr id="20" name="profile-1508">
            <a:extLst xmlns:a="http://schemas.openxmlformats.org/drawingml/2006/main">
              <a:ext uri="{FF2B5EF4-FFF2-40B4-BE49-F238E27FC236}">
                <a16:creationId xmlns:a16="http://schemas.microsoft.com/office/drawing/2014/main" id="{1DBCAD5F-BB75-4CA0-A56A-867DDE3C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One Person Corporation</a:t>
            </a:r>
          </a:p>
        </p:txBody>
      </p:sp>
      <p:sp>
        <p:nvSpPr>
          <p:cNvPr id="21" name="profile-1509">
            <a:extLst xmlns:a="http://schemas.openxmlformats.org/drawingml/2006/main">
              <a:ext uri="{FF2B5EF4-FFF2-40B4-BE49-F238E27FC236}">
                <a16:creationId xmlns:a16="http://schemas.microsoft.com/office/drawing/2014/main" id="{9A246AE0-6FF6-4F5E-ACE2-A92B0EC2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REGISTERED OFFICE</a:t>
            </a:r>
          </a:p>
        </p:txBody>
      </p:sp>
      <p:sp>
        <p:nvSpPr>
          <p:cNvPr id="22" name="profile-1510">
            <a:extLst xmlns:a="http://schemas.openxmlformats.org/drawingml/2006/main">
              <a:ext uri="{FF2B5EF4-FFF2-40B4-BE49-F238E27FC236}">
                <a16:creationId xmlns:a16="http://schemas.microsoft.com/office/drawing/2014/main" id="{7ED7A6B2-98B6-42CA-BBDA-7A255273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Tramo corner Dandan, Pasay City</a:t>
            </a:r>
          </a:p>
        </p:txBody>
      </p:sp>
      <p:sp>
        <p:nvSpPr>
          <p:cNvPr id="23" name="profile-1511">
            <a:extLst xmlns:a="http://schemas.openxmlformats.org/drawingml/2006/main">
              <a:ext uri="{FF2B5EF4-FFF2-40B4-BE49-F238E27FC236}">
                <a16:creationId xmlns:a16="http://schemas.microsoft.com/office/drawing/2014/main" id="{725FB1A8-21E8-4864-B170-A027CCB4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CONTENT</a:t>
            </a:r>
          </a:p>
        </p:txBody>
      </p:sp>
      <p:sp>
        <p:nvSpPr>
          <p:cNvPr id="24" name="profile-1512">
            <a:extLst xmlns:a="http://schemas.openxmlformats.org/drawingml/2006/main">
              <a:ext uri="{FF2B5EF4-FFF2-40B4-BE49-F238E27FC236}">
                <a16:creationId xmlns:a16="http://schemas.microsoft.com/office/drawing/2014/main" id="{C8229139-D8E0-4E81-88B7-FC18D0E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Corporate purposes and incorporation provisions</a:t>
            </a:r>
          </a:p>
        </p:txBody>
      </p:sp>
      <p:sp>
        <p:nvSpPr>
          <p:cNvPr id="25" name="profile-1513">
            <a:extLst xmlns:a="http://schemas.openxmlformats.org/drawingml/2006/main">
              <a:ext uri="{FF2B5EF4-FFF2-40B4-BE49-F238E27FC236}">
                <a16:creationId xmlns:a16="http://schemas.microsoft.com/office/drawing/2014/main" id="{5AD4DB76-AD37-4834-AA29-40FECC37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The incorporator's personal TIN is not the OPC tax registration.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7CA68-E6E6-4A11-AEAA-97BDA7CA5B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e25f818684c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7" name="profile-1514">
            <a:extLst xmlns:a="http://schemas.openxmlformats.org/drawingml/2006/main">
              <a:ext uri="{FF2B5EF4-FFF2-40B4-BE49-F238E27FC236}">
                <a16:creationId xmlns:a16="http://schemas.microsoft.com/office/drawing/2014/main" id="{1F4719B6-9205-45A6-B5AF-1F22458C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 of 5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04774595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515">
            <a:extLst xmlns:a="http://schemas.openxmlformats.org/drawingml/2006/main">
              <a:ext uri="{FF2B5EF4-FFF2-40B4-BE49-F238E27FC236}">
                <a16:creationId xmlns:a16="http://schemas.microsoft.com/office/drawing/2014/main" id="{6216689E-6845-4B6D-8412-24E8E6C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516">
            <a:extLst xmlns:a="http://schemas.openxmlformats.org/drawingml/2006/main">
              <a:ext uri="{FF2B5EF4-FFF2-40B4-BE49-F238E27FC236}">
                <a16:creationId xmlns:a16="http://schemas.microsoft.com/office/drawing/2014/main" id="{B7A5BC3F-7112-4757-AE61-965CA6F0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2C933-E81B-4FC4-9341-ABC3BF0D7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a290e7e6741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517">
            <a:extLst xmlns:a="http://schemas.openxmlformats.org/drawingml/2006/main">
              <a:ext uri="{FF2B5EF4-FFF2-40B4-BE49-F238E27FC236}">
                <a16:creationId xmlns:a16="http://schemas.microsoft.com/office/drawing/2014/main" id="{EE981189-B2DA-44A4-930B-C8A31FA3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518">
            <a:extLst xmlns:a="http://schemas.openxmlformats.org/drawingml/2006/main">
              <a:ext uri="{FF2B5EF4-FFF2-40B4-BE49-F238E27FC236}">
                <a16:creationId xmlns:a16="http://schemas.microsoft.com/office/drawing/2014/main" id="{6D494A5F-71C3-42C5-A7AE-6EF89C5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519">
            <a:extLst xmlns:a="http://schemas.openxmlformats.org/drawingml/2006/main">
              <a:ext uri="{FF2B5EF4-FFF2-40B4-BE49-F238E27FC236}">
                <a16:creationId xmlns:a16="http://schemas.microsoft.com/office/drawing/2014/main" id="{6ABA8CCE-4F26-4637-A4D4-B8CB6F05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520">
            <a:extLst xmlns:a="http://schemas.openxmlformats.org/drawingml/2006/main">
              <a:ext uri="{FF2B5EF4-FFF2-40B4-BE49-F238E27FC236}">
                <a16:creationId xmlns:a16="http://schemas.microsoft.com/office/drawing/2014/main" id="{3D76CBC9-1478-4459-BF3A-AC3F6901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521">
            <a:extLst xmlns:a="http://schemas.openxmlformats.org/drawingml/2006/main">
              <a:ext uri="{FF2B5EF4-FFF2-40B4-BE49-F238E27FC236}">
                <a16:creationId xmlns:a16="http://schemas.microsoft.com/office/drawing/2014/main" id="{0C096FAE-90E1-4949-A1C5-BFF5653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522">
            <a:extLst xmlns:a="http://schemas.openxmlformats.org/drawingml/2006/main">
              <a:ext uri="{FF2B5EF4-FFF2-40B4-BE49-F238E27FC236}">
                <a16:creationId xmlns:a16="http://schemas.microsoft.com/office/drawing/2014/main" id="{F74D7418-BAC3-494B-B454-C6A9406E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523">
            <a:extLst xmlns:a="http://schemas.openxmlformats.org/drawingml/2006/main">
              <a:ext uri="{FF2B5EF4-FFF2-40B4-BE49-F238E27FC236}">
                <a16:creationId xmlns:a16="http://schemas.microsoft.com/office/drawing/2014/main" id="{78B259F2-F28B-4556-984B-06BD830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524">
            <a:extLst xmlns:a="http://schemas.openxmlformats.org/drawingml/2006/main">
              <a:ext uri="{FF2B5EF4-FFF2-40B4-BE49-F238E27FC236}">
                <a16:creationId xmlns:a16="http://schemas.microsoft.com/office/drawing/2014/main" id="{F2FEEE54-E13E-4DD5-A4DF-CBED7CC9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525">
            <a:extLst xmlns:a="http://schemas.openxmlformats.org/drawingml/2006/main">
              <a:ext uri="{FF2B5EF4-FFF2-40B4-BE49-F238E27FC236}">
                <a16:creationId xmlns:a16="http://schemas.microsoft.com/office/drawing/2014/main" id="{876046E7-FD3D-4676-8EC0-F5E12F37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526">
            <a:extLst xmlns:a="http://schemas.openxmlformats.org/drawingml/2006/main">
              <a:ext uri="{FF2B5EF4-FFF2-40B4-BE49-F238E27FC236}">
                <a16:creationId xmlns:a16="http://schemas.microsoft.com/office/drawing/2014/main" id="{D9B02188-9C47-481C-8F80-99F7B7FF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527">
            <a:extLst xmlns:a="http://schemas.openxmlformats.org/drawingml/2006/main">
              <a:ext uri="{FF2B5EF4-FFF2-40B4-BE49-F238E27FC236}">
                <a16:creationId xmlns:a16="http://schemas.microsoft.com/office/drawing/2014/main" id="{710811D1-EEBC-4708-80B8-860A8AA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528">
            <a:extLst xmlns:a="http://schemas.openxmlformats.org/drawingml/2006/main">
              <a:ext uri="{FF2B5EF4-FFF2-40B4-BE49-F238E27FC236}">
                <a16:creationId xmlns:a16="http://schemas.microsoft.com/office/drawing/2014/main" id="{317F27B9-4CBA-4987-B226-C5673316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sp>
        <p:nvSpPr>
          <p:cNvPr id="16" name="profile-1529">
            <a:extLst xmlns:a="http://schemas.openxmlformats.org/drawingml/2006/main">
              <a:ext uri="{FF2B5EF4-FFF2-40B4-BE49-F238E27FC236}">
                <a16:creationId xmlns:a16="http://schemas.microsoft.com/office/drawing/2014/main" id="{5569E74B-C46D-4C3F-A77D-EA697EC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Articles of Incorporation</a:t>
            </a:r>
          </a:p>
        </p:txBody>
      </p:sp>
      <p:sp>
        <p:nvSpPr>
          <p:cNvPr id="17" name="profile-1530">
            <a:extLst xmlns:a="http://schemas.openxmlformats.org/drawingml/2006/main">
              <a:ext uri="{FF2B5EF4-FFF2-40B4-BE49-F238E27FC236}">
                <a16:creationId xmlns:a16="http://schemas.microsoft.com/office/drawing/2014/main" id="{D8966205-12D7-4892-9386-B4A799BF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531">
            <a:extLst xmlns:a="http://schemas.openxmlformats.org/drawingml/2006/main">
              <a:ext uri="{FF2B5EF4-FFF2-40B4-BE49-F238E27FC236}">
                <a16:creationId xmlns:a16="http://schemas.microsoft.com/office/drawing/2014/main" id="{EC10FA70-43B8-49B9-AAC4-317F22D0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532">
            <a:extLst xmlns:a="http://schemas.openxmlformats.org/drawingml/2006/main">
              <a:ext uri="{FF2B5EF4-FFF2-40B4-BE49-F238E27FC236}">
                <a16:creationId xmlns:a16="http://schemas.microsoft.com/office/drawing/2014/main" id="{ED66CE7F-8B4D-4C81-BA49-A20BA03D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CORPORATE FORM</a:t>
            </a:r>
          </a:p>
        </p:txBody>
      </p:sp>
      <p:sp>
        <p:nvSpPr>
          <p:cNvPr id="20" name="profile-1533">
            <a:extLst xmlns:a="http://schemas.openxmlformats.org/drawingml/2006/main">
              <a:ext uri="{FF2B5EF4-FFF2-40B4-BE49-F238E27FC236}">
                <a16:creationId xmlns:a16="http://schemas.microsoft.com/office/drawing/2014/main" id="{4B3E96DF-1029-4D1D-8A15-79CE4590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One Person Corporation</a:t>
            </a:r>
          </a:p>
        </p:txBody>
      </p:sp>
      <p:sp>
        <p:nvSpPr>
          <p:cNvPr id="21" name="profile-1534">
            <a:extLst xmlns:a="http://schemas.openxmlformats.org/drawingml/2006/main">
              <a:ext uri="{FF2B5EF4-FFF2-40B4-BE49-F238E27FC236}">
                <a16:creationId xmlns:a16="http://schemas.microsoft.com/office/drawing/2014/main" id="{B0FAF240-EE2F-4E66-8A7A-B5542315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REGISTERED OFFICE</a:t>
            </a:r>
          </a:p>
        </p:txBody>
      </p:sp>
      <p:sp>
        <p:nvSpPr>
          <p:cNvPr id="22" name="profile-1535">
            <a:extLst xmlns:a="http://schemas.openxmlformats.org/drawingml/2006/main">
              <a:ext uri="{FF2B5EF4-FFF2-40B4-BE49-F238E27FC236}">
                <a16:creationId xmlns:a16="http://schemas.microsoft.com/office/drawing/2014/main" id="{837BBEFD-F091-444B-A2DD-4A28588D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Tramo corner Dandan, Pasay City</a:t>
            </a:r>
          </a:p>
        </p:txBody>
      </p:sp>
      <p:sp>
        <p:nvSpPr>
          <p:cNvPr id="23" name="profile-1536">
            <a:extLst xmlns:a="http://schemas.openxmlformats.org/drawingml/2006/main">
              <a:ext uri="{FF2B5EF4-FFF2-40B4-BE49-F238E27FC236}">
                <a16:creationId xmlns:a16="http://schemas.microsoft.com/office/drawing/2014/main" id="{904BA9AE-86DC-4A47-B90D-B1C1F0C3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CONTENT</a:t>
            </a:r>
          </a:p>
        </p:txBody>
      </p:sp>
      <p:sp>
        <p:nvSpPr>
          <p:cNvPr id="24" name="profile-1537">
            <a:extLst xmlns:a="http://schemas.openxmlformats.org/drawingml/2006/main">
              <a:ext uri="{FF2B5EF4-FFF2-40B4-BE49-F238E27FC236}">
                <a16:creationId xmlns:a16="http://schemas.microsoft.com/office/drawing/2014/main" id="{9917BB40-23E3-49A8-A8C1-4D08C61C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Corporate purposes and incorporation provisions</a:t>
            </a:r>
          </a:p>
        </p:txBody>
      </p:sp>
      <p:sp>
        <p:nvSpPr>
          <p:cNvPr id="25" name="profile-1538">
            <a:extLst xmlns:a="http://schemas.openxmlformats.org/drawingml/2006/main">
              <a:ext uri="{FF2B5EF4-FFF2-40B4-BE49-F238E27FC236}">
                <a16:creationId xmlns:a16="http://schemas.microsoft.com/office/drawing/2014/main" id="{FB7CFC0B-BA66-49A0-9CA4-9005CED7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The incorporator's personal TIN is not the OPC tax registration.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8EE51-1944-4008-AE04-E1923A419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3396c600347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7" name="profile-1539">
            <a:extLst xmlns:a="http://schemas.openxmlformats.org/drawingml/2006/main">
              <a:ext uri="{FF2B5EF4-FFF2-40B4-BE49-F238E27FC236}">
                <a16:creationId xmlns:a16="http://schemas.microsoft.com/office/drawing/2014/main" id="{00A3D32B-9E89-4B27-A333-3FE46D16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2 of 5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4255934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540">
            <a:extLst xmlns:a="http://schemas.openxmlformats.org/drawingml/2006/main">
              <a:ext uri="{FF2B5EF4-FFF2-40B4-BE49-F238E27FC236}">
                <a16:creationId xmlns:a16="http://schemas.microsoft.com/office/drawing/2014/main" id="{9EE1C6CE-CDD5-44E1-ADD9-1A48C73E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541">
            <a:extLst xmlns:a="http://schemas.openxmlformats.org/drawingml/2006/main">
              <a:ext uri="{FF2B5EF4-FFF2-40B4-BE49-F238E27FC236}">
                <a16:creationId xmlns:a16="http://schemas.microsoft.com/office/drawing/2014/main" id="{DD0146EF-7A21-4C1E-A297-1A9CBB7C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A6697-78A7-4E0A-9B1E-9DE69D515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a610b709a46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542">
            <a:extLst xmlns:a="http://schemas.openxmlformats.org/drawingml/2006/main">
              <a:ext uri="{FF2B5EF4-FFF2-40B4-BE49-F238E27FC236}">
                <a16:creationId xmlns:a16="http://schemas.microsoft.com/office/drawing/2014/main" id="{D3F99DCE-AAB8-4E55-AA94-E34CDBA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543">
            <a:extLst xmlns:a="http://schemas.openxmlformats.org/drawingml/2006/main">
              <a:ext uri="{FF2B5EF4-FFF2-40B4-BE49-F238E27FC236}">
                <a16:creationId xmlns:a16="http://schemas.microsoft.com/office/drawing/2014/main" id="{59003338-3488-493D-B48B-9BCB2850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544">
            <a:extLst xmlns:a="http://schemas.openxmlformats.org/drawingml/2006/main">
              <a:ext uri="{FF2B5EF4-FFF2-40B4-BE49-F238E27FC236}">
                <a16:creationId xmlns:a16="http://schemas.microsoft.com/office/drawing/2014/main" id="{E25D2FCC-35B6-45A3-A6AC-8D7CD3EF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545">
            <a:extLst xmlns:a="http://schemas.openxmlformats.org/drawingml/2006/main">
              <a:ext uri="{FF2B5EF4-FFF2-40B4-BE49-F238E27FC236}">
                <a16:creationId xmlns:a16="http://schemas.microsoft.com/office/drawing/2014/main" id="{D5E4F4A4-4078-471D-9F47-1E16795E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546">
            <a:extLst xmlns:a="http://schemas.openxmlformats.org/drawingml/2006/main">
              <a:ext uri="{FF2B5EF4-FFF2-40B4-BE49-F238E27FC236}">
                <a16:creationId xmlns:a16="http://schemas.microsoft.com/office/drawing/2014/main" id="{B21BED11-097B-49C2-890C-A2090B31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547">
            <a:extLst xmlns:a="http://schemas.openxmlformats.org/drawingml/2006/main">
              <a:ext uri="{FF2B5EF4-FFF2-40B4-BE49-F238E27FC236}">
                <a16:creationId xmlns:a16="http://schemas.microsoft.com/office/drawing/2014/main" id="{F481977C-7524-4E7C-A588-BEF6AF6B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548">
            <a:extLst xmlns:a="http://schemas.openxmlformats.org/drawingml/2006/main">
              <a:ext uri="{FF2B5EF4-FFF2-40B4-BE49-F238E27FC236}">
                <a16:creationId xmlns:a16="http://schemas.microsoft.com/office/drawing/2014/main" id="{F86255C1-7FF3-47AD-B51F-62BABF5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549">
            <a:extLst xmlns:a="http://schemas.openxmlformats.org/drawingml/2006/main">
              <a:ext uri="{FF2B5EF4-FFF2-40B4-BE49-F238E27FC236}">
                <a16:creationId xmlns:a16="http://schemas.microsoft.com/office/drawing/2014/main" id="{20BB3884-FC81-4A99-9C22-401EE64D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550">
            <a:extLst xmlns:a="http://schemas.openxmlformats.org/drawingml/2006/main">
              <a:ext uri="{FF2B5EF4-FFF2-40B4-BE49-F238E27FC236}">
                <a16:creationId xmlns:a16="http://schemas.microsoft.com/office/drawing/2014/main" id="{08DCB805-B8F5-4640-885A-A04E8AC2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551">
            <a:extLst xmlns:a="http://schemas.openxmlformats.org/drawingml/2006/main">
              <a:ext uri="{FF2B5EF4-FFF2-40B4-BE49-F238E27FC236}">
                <a16:creationId xmlns:a16="http://schemas.microsoft.com/office/drawing/2014/main" id="{774FD467-4B7C-41E9-BB25-23CA1A9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552">
            <a:extLst xmlns:a="http://schemas.openxmlformats.org/drawingml/2006/main">
              <a:ext uri="{FF2B5EF4-FFF2-40B4-BE49-F238E27FC236}">
                <a16:creationId xmlns:a16="http://schemas.microsoft.com/office/drawing/2014/main" id="{A7E7FBE9-FBCF-40D3-B800-90C69C8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553">
            <a:extLst xmlns:a="http://schemas.openxmlformats.org/drawingml/2006/main">
              <a:ext uri="{FF2B5EF4-FFF2-40B4-BE49-F238E27FC236}">
                <a16:creationId xmlns:a16="http://schemas.microsoft.com/office/drawing/2014/main" id="{CEE4403C-C8C7-4357-866E-661F2CC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  <p:sp>
        <p:nvSpPr>
          <p:cNvPr id="16" name="profile-1554">
            <a:extLst xmlns:a="http://schemas.openxmlformats.org/drawingml/2006/main">
              <a:ext uri="{FF2B5EF4-FFF2-40B4-BE49-F238E27FC236}">
                <a16:creationId xmlns:a16="http://schemas.microsoft.com/office/drawing/2014/main" id="{36BF3D7E-1CC8-4AF3-8BB6-35074C0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Articles of Incorporation</a:t>
            </a:r>
          </a:p>
        </p:txBody>
      </p:sp>
      <p:sp>
        <p:nvSpPr>
          <p:cNvPr id="17" name="profile-1555">
            <a:extLst xmlns:a="http://schemas.openxmlformats.org/drawingml/2006/main">
              <a:ext uri="{FF2B5EF4-FFF2-40B4-BE49-F238E27FC236}">
                <a16:creationId xmlns:a16="http://schemas.microsoft.com/office/drawing/2014/main" id="{E6FB8DC7-40FE-4796-A844-EDF8B96C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556">
            <a:extLst xmlns:a="http://schemas.openxmlformats.org/drawingml/2006/main">
              <a:ext uri="{FF2B5EF4-FFF2-40B4-BE49-F238E27FC236}">
                <a16:creationId xmlns:a16="http://schemas.microsoft.com/office/drawing/2014/main" id="{3C61F55D-9E93-4635-88A7-E153D60A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557">
            <a:extLst xmlns:a="http://schemas.openxmlformats.org/drawingml/2006/main">
              <a:ext uri="{FF2B5EF4-FFF2-40B4-BE49-F238E27FC236}">
                <a16:creationId xmlns:a16="http://schemas.microsoft.com/office/drawing/2014/main" id="{039EB4F3-52B0-4813-90F4-F8D5017A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CORPORATE FORM</a:t>
            </a:r>
          </a:p>
        </p:txBody>
      </p:sp>
      <p:sp>
        <p:nvSpPr>
          <p:cNvPr id="20" name="profile-1558">
            <a:extLst xmlns:a="http://schemas.openxmlformats.org/drawingml/2006/main">
              <a:ext uri="{FF2B5EF4-FFF2-40B4-BE49-F238E27FC236}">
                <a16:creationId xmlns:a16="http://schemas.microsoft.com/office/drawing/2014/main" id="{6FF94C2E-8F20-49CB-8743-8C1301F2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One Person Corporation</a:t>
            </a:r>
          </a:p>
        </p:txBody>
      </p:sp>
      <p:sp>
        <p:nvSpPr>
          <p:cNvPr id="21" name="profile-1559">
            <a:extLst xmlns:a="http://schemas.openxmlformats.org/drawingml/2006/main">
              <a:ext uri="{FF2B5EF4-FFF2-40B4-BE49-F238E27FC236}">
                <a16:creationId xmlns:a16="http://schemas.microsoft.com/office/drawing/2014/main" id="{E39A832A-7F51-421F-A84E-5AE765C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REGISTERED OFFICE</a:t>
            </a:r>
          </a:p>
        </p:txBody>
      </p:sp>
      <p:sp>
        <p:nvSpPr>
          <p:cNvPr id="22" name="profile-1560">
            <a:extLst xmlns:a="http://schemas.openxmlformats.org/drawingml/2006/main">
              <a:ext uri="{FF2B5EF4-FFF2-40B4-BE49-F238E27FC236}">
                <a16:creationId xmlns:a16="http://schemas.microsoft.com/office/drawing/2014/main" id="{66D5B9EB-5CB4-42F4-A000-A1B225E4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Tramo corner Dandan, Pasay City</a:t>
            </a:r>
          </a:p>
        </p:txBody>
      </p:sp>
      <p:sp>
        <p:nvSpPr>
          <p:cNvPr id="23" name="profile-1561">
            <a:extLst xmlns:a="http://schemas.openxmlformats.org/drawingml/2006/main">
              <a:ext uri="{FF2B5EF4-FFF2-40B4-BE49-F238E27FC236}">
                <a16:creationId xmlns:a16="http://schemas.microsoft.com/office/drawing/2014/main" id="{2E348D1A-2FF5-4AF1-9E2E-F0559068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CONTENT</a:t>
            </a:r>
          </a:p>
        </p:txBody>
      </p:sp>
      <p:sp>
        <p:nvSpPr>
          <p:cNvPr id="24" name="profile-1562">
            <a:extLst xmlns:a="http://schemas.openxmlformats.org/drawingml/2006/main">
              <a:ext uri="{FF2B5EF4-FFF2-40B4-BE49-F238E27FC236}">
                <a16:creationId xmlns:a16="http://schemas.microsoft.com/office/drawing/2014/main" id="{0BE8AEB0-971F-4EA1-A8B0-9BEB0B1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Corporate purposes and incorporation provisions</a:t>
            </a:r>
          </a:p>
        </p:txBody>
      </p:sp>
      <p:sp>
        <p:nvSpPr>
          <p:cNvPr id="25" name="profile-1563">
            <a:extLst xmlns:a="http://schemas.openxmlformats.org/drawingml/2006/main">
              <a:ext uri="{FF2B5EF4-FFF2-40B4-BE49-F238E27FC236}">
                <a16:creationId xmlns:a16="http://schemas.microsoft.com/office/drawing/2014/main" id="{D85E751C-4F57-436D-B2C9-0159A7DA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The incorporator's personal TIN is not the OPC tax registration.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12023-2589-4D57-86F2-922865A116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10cca197740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7" name="profile-1564">
            <a:extLst xmlns:a="http://schemas.openxmlformats.org/drawingml/2006/main">
              <a:ext uri="{FF2B5EF4-FFF2-40B4-BE49-F238E27FC236}">
                <a16:creationId xmlns:a16="http://schemas.microsoft.com/office/drawing/2014/main" id="{E4EC0465-9DF8-4BE6-80CA-4F40EAB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3 of 5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50005733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565">
            <a:extLst xmlns:a="http://schemas.openxmlformats.org/drawingml/2006/main">
              <a:ext uri="{FF2B5EF4-FFF2-40B4-BE49-F238E27FC236}">
                <a16:creationId xmlns:a16="http://schemas.microsoft.com/office/drawing/2014/main" id="{CC27EFF7-2B6B-4292-ADC8-E5352DA4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566">
            <a:extLst xmlns:a="http://schemas.openxmlformats.org/drawingml/2006/main">
              <a:ext uri="{FF2B5EF4-FFF2-40B4-BE49-F238E27FC236}">
                <a16:creationId xmlns:a16="http://schemas.microsoft.com/office/drawing/2014/main" id="{BF126379-D3F6-4F90-A9A6-8BEED2E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9FF41-E926-4E8F-BE47-C8C0B33AA9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bd83102244e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567">
            <a:extLst xmlns:a="http://schemas.openxmlformats.org/drawingml/2006/main">
              <a:ext uri="{FF2B5EF4-FFF2-40B4-BE49-F238E27FC236}">
                <a16:creationId xmlns:a16="http://schemas.microsoft.com/office/drawing/2014/main" id="{EE20362B-EEF8-4EA1-8024-9E9353AB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568">
            <a:extLst xmlns:a="http://schemas.openxmlformats.org/drawingml/2006/main">
              <a:ext uri="{FF2B5EF4-FFF2-40B4-BE49-F238E27FC236}">
                <a16:creationId xmlns:a16="http://schemas.microsoft.com/office/drawing/2014/main" id="{8CBB07AF-9BF9-4FF7-A05E-8B98015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569">
            <a:extLst xmlns:a="http://schemas.openxmlformats.org/drawingml/2006/main">
              <a:ext uri="{FF2B5EF4-FFF2-40B4-BE49-F238E27FC236}">
                <a16:creationId xmlns:a16="http://schemas.microsoft.com/office/drawing/2014/main" id="{468C36D9-D633-4240-AA89-7B3C9E64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570">
            <a:extLst xmlns:a="http://schemas.openxmlformats.org/drawingml/2006/main">
              <a:ext uri="{FF2B5EF4-FFF2-40B4-BE49-F238E27FC236}">
                <a16:creationId xmlns:a16="http://schemas.microsoft.com/office/drawing/2014/main" id="{863E65E4-4BE8-4F89-AD70-8DD51888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571">
            <a:extLst xmlns:a="http://schemas.openxmlformats.org/drawingml/2006/main">
              <a:ext uri="{FF2B5EF4-FFF2-40B4-BE49-F238E27FC236}">
                <a16:creationId xmlns:a16="http://schemas.microsoft.com/office/drawing/2014/main" id="{B25F339B-84CC-4FBF-9383-44486E0A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572">
            <a:extLst xmlns:a="http://schemas.openxmlformats.org/drawingml/2006/main">
              <a:ext uri="{FF2B5EF4-FFF2-40B4-BE49-F238E27FC236}">
                <a16:creationId xmlns:a16="http://schemas.microsoft.com/office/drawing/2014/main" id="{36C0FDD9-4EF1-4CA5-B82E-70F3BDCE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573">
            <a:extLst xmlns:a="http://schemas.openxmlformats.org/drawingml/2006/main">
              <a:ext uri="{FF2B5EF4-FFF2-40B4-BE49-F238E27FC236}">
                <a16:creationId xmlns:a16="http://schemas.microsoft.com/office/drawing/2014/main" id="{7F2C3B8A-5D19-408E-AF11-B01778DA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574">
            <a:extLst xmlns:a="http://schemas.openxmlformats.org/drawingml/2006/main">
              <a:ext uri="{FF2B5EF4-FFF2-40B4-BE49-F238E27FC236}">
                <a16:creationId xmlns:a16="http://schemas.microsoft.com/office/drawing/2014/main" id="{6BB950B0-1D62-4E3A-AD6A-0B4695E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575">
            <a:extLst xmlns:a="http://schemas.openxmlformats.org/drawingml/2006/main">
              <a:ext uri="{FF2B5EF4-FFF2-40B4-BE49-F238E27FC236}">
                <a16:creationId xmlns:a16="http://schemas.microsoft.com/office/drawing/2014/main" id="{A1929091-9CA2-43A5-9568-287C5E58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576">
            <a:extLst xmlns:a="http://schemas.openxmlformats.org/drawingml/2006/main">
              <a:ext uri="{FF2B5EF4-FFF2-40B4-BE49-F238E27FC236}">
                <a16:creationId xmlns:a16="http://schemas.microsoft.com/office/drawing/2014/main" id="{A2259970-992B-48CD-B4DD-05090E62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577">
            <a:extLst xmlns:a="http://schemas.openxmlformats.org/drawingml/2006/main">
              <a:ext uri="{FF2B5EF4-FFF2-40B4-BE49-F238E27FC236}">
                <a16:creationId xmlns:a16="http://schemas.microsoft.com/office/drawing/2014/main" id="{424D4FAB-6B11-4A0B-A296-118CA572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578">
            <a:extLst xmlns:a="http://schemas.openxmlformats.org/drawingml/2006/main">
              <a:ext uri="{FF2B5EF4-FFF2-40B4-BE49-F238E27FC236}">
                <a16:creationId xmlns:a16="http://schemas.microsoft.com/office/drawing/2014/main" id="{9FD38591-4907-402A-8323-87CA286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16" name="profile-1579">
            <a:extLst xmlns:a="http://schemas.openxmlformats.org/drawingml/2006/main">
              <a:ext uri="{FF2B5EF4-FFF2-40B4-BE49-F238E27FC236}">
                <a16:creationId xmlns:a16="http://schemas.microsoft.com/office/drawing/2014/main" id="{5B7AA800-BFE5-4545-9490-2935FC41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Articles of Incorporation</a:t>
            </a:r>
          </a:p>
        </p:txBody>
      </p:sp>
      <p:sp>
        <p:nvSpPr>
          <p:cNvPr id="17" name="profile-1580">
            <a:extLst xmlns:a="http://schemas.openxmlformats.org/drawingml/2006/main">
              <a:ext uri="{FF2B5EF4-FFF2-40B4-BE49-F238E27FC236}">
                <a16:creationId xmlns:a16="http://schemas.microsoft.com/office/drawing/2014/main" id="{BB613C71-310D-4254-BAC9-A594646B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581">
            <a:extLst xmlns:a="http://schemas.openxmlformats.org/drawingml/2006/main">
              <a:ext uri="{FF2B5EF4-FFF2-40B4-BE49-F238E27FC236}">
                <a16:creationId xmlns:a16="http://schemas.microsoft.com/office/drawing/2014/main" id="{AFCE38C5-8465-4887-AC10-EAE6CB50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582">
            <a:extLst xmlns:a="http://schemas.openxmlformats.org/drawingml/2006/main">
              <a:ext uri="{FF2B5EF4-FFF2-40B4-BE49-F238E27FC236}">
                <a16:creationId xmlns:a16="http://schemas.microsoft.com/office/drawing/2014/main" id="{5A7B850D-7D62-4EB8-95FF-ACEF8B91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CORPORATE FORM</a:t>
            </a:r>
          </a:p>
        </p:txBody>
      </p:sp>
      <p:sp>
        <p:nvSpPr>
          <p:cNvPr id="20" name="profile-1583">
            <a:extLst xmlns:a="http://schemas.openxmlformats.org/drawingml/2006/main">
              <a:ext uri="{FF2B5EF4-FFF2-40B4-BE49-F238E27FC236}">
                <a16:creationId xmlns:a16="http://schemas.microsoft.com/office/drawing/2014/main" id="{4BAD09E5-773E-4D2C-A503-8DC6D78C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One Person Corporation</a:t>
            </a:r>
          </a:p>
        </p:txBody>
      </p:sp>
      <p:sp>
        <p:nvSpPr>
          <p:cNvPr id="21" name="profile-1584">
            <a:extLst xmlns:a="http://schemas.openxmlformats.org/drawingml/2006/main">
              <a:ext uri="{FF2B5EF4-FFF2-40B4-BE49-F238E27FC236}">
                <a16:creationId xmlns:a16="http://schemas.microsoft.com/office/drawing/2014/main" id="{426E2575-6D1D-449D-9A55-D8C37C5F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REGISTERED OFFICE</a:t>
            </a:r>
          </a:p>
        </p:txBody>
      </p:sp>
      <p:sp>
        <p:nvSpPr>
          <p:cNvPr id="22" name="profile-1585">
            <a:extLst xmlns:a="http://schemas.openxmlformats.org/drawingml/2006/main">
              <a:ext uri="{FF2B5EF4-FFF2-40B4-BE49-F238E27FC236}">
                <a16:creationId xmlns:a16="http://schemas.microsoft.com/office/drawing/2014/main" id="{37669507-8676-474A-953A-14FFC65F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Tramo corner Dandan, Pasay City</a:t>
            </a:r>
          </a:p>
        </p:txBody>
      </p:sp>
      <p:sp>
        <p:nvSpPr>
          <p:cNvPr id="23" name="profile-1586">
            <a:extLst xmlns:a="http://schemas.openxmlformats.org/drawingml/2006/main">
              <a:ext uri="{FF2B5EF4-FFF2-40B4-BE49-F238E27FC236}">
                <a16:creationId xmlns:a16="http://schemas.microsoft.com/office/drawing/2014/main" id="{98314535-00A2-48AA-8E7E-E7AE2135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CONTENT</a:t>
            </a:r>
          </a:p>
        </p:txBody>
      </p:sp>
      <p:sp>
        <p:nvSpPr>
          <p:cNvPr id="24" name="profile-1587">
            <a:extLst xmlns:a="http://schemas.openxmlformats.org/drawingml/2006/main">
              <a:ext uri="{FF2B5EF4-FFF2-40B4-BE49-F238E27FC236}">
                <a16:creationId xmlns:a16="http://schemas.microsoft.com/office/drawing/2014/main" id="{61155500-AE24-4B5A-9F90-D018B086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Corporate purposes and incorporation provisions</a:t>
            </a:r>
          </a:p>
        </p:txBody>
      </p:sp>
      <p:sp>
        <p:nvSpPr>
          <p:cNvPr id="25" name="profile-1588">
            <a:extLst xmlns:a="http://schemas.openxmlformats.org/drawingml/2006/main">
              <a:ext uri="{FF2B5EF4-FFF2-40B4-BE49-F238E27FC236}">
                <a16:creationId xmlns:a16="http://schemas.microsoft.com/office/drawing/2014/main" id="{7F134B9F-2A6E-4D08-A397-84DEDB8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The incorporator's personal TIN is not the OPC tax registration.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076E8-72DD-4971-B0D7-94D101FEF3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573cc80ff43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7" name="profile-1589">
            <a:extLst xmlns:a="http://schemas.openxmlformats.org/drawingml/2006/main">
              <a:ext uri="{FF2B5EF4-FFF2-40B4-BE49-F238E27FC236}">
                <a16:creationId xmlns:a16="http://schemas.microsoft.com/office/drawing/2014/main" id="{6560C619-A11C-4E10-8DF5-9F3AE35A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4 of 5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29483997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1590">
            <a:extLst xmlns:a="http://schemas.openxmlformats.org/drawingml/2006/main">
              <a:ext uri="{FF2B5EF4-FFF2-40B4-BE49-F238E27FC236}">
                <a16:creationId xmlns:a16="http://schemas.microsoft.com/office/drawing/2014/main" id="{A56CF2FE-8C74-4EA6-8A34-0EADD264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591">
            <a:extLst xmlns:a="http://schemas.openxmlformats.org/drawingml/2006/main">
              <a:ext uri="{FF2B5EF4-FFF2-40B4-BE49-F238E27FC236}">
                <a16:creationId xmlns:a16="http://schemas.microsoft.com/office/drawing/2014/main" id="{A3D529FD-883A-4ABF-A756-DFFF25C7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6F700-332F-4EC7-B0D0-7E3B2AE3F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592c4cc7b43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592">
            <a:extLst xmlns:a="http://schemas.openxmlformats.org/drawingml/2006/main">
              <a:ext uri="{FF2B5EF4-FFF2-40B4-BE49-F238E27FC236}">
                <a16:creationId xmlns:a16="http://schemas.microsoft.com/office/drawing/2014/main" id="{037F732B-1C54-49F2-A09D-5756A8C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593">
            <a:extLst xmlns:a="http://schemas.openxmlformats.org/drawingml/2006/main">
              <a:ext uri="{FF2B5EF4-FFF2-40B4-BE49-F238E27FC236}">
                <a16:creationId xmlns:a16="http://schemas.microsoft.com/office/drawing/2014/main" id="{C9E38035-DD5B-4619-AFC6-40CDE31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594">
            <a:extLst xmlns:a="http://schemas.openxmlformats.org/drawingml/2006/main">
              <a:ext uri="{FF2B5EF4-FFF2-40B4-BE49-F238E27FC236}">
                <a16:creationId xmlns:a16="http://schemas.microsoft.com/office/drawing/2014/main" id="{1F1B0307-69C1-4A27-A3F3-6C5C8DE3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595">
            <a:extLst xmlns:a="http://schemas.openxmlformats.org/drawingml/2006/main">
              <a:ext uri="{FF2B5EF4-FFF2-40B4-BE49-F238E27FC236}">
                <a16:creationId xmlns:a16="http://schemas.microsoft.com/office/drawing/2014/main" id="{17B8DA43-6DB3-4F29-9E9F-B1B477E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596">
            <a:extLst xmlns:a="http://schemas.openxmlformats.org/drawingml/2006/main">
              <a:ext uri="{FF2B5EF4-FFF2-40B4-BE49-F238E27FC236}">
                <a16:creationId xmlns:a16="http://schemas.microsoft.com/office/drawing/2014/main" id="{0B247DF2-A1E8-4C7A-9FE0-3B3626B0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597">
            <a:extLst xmlns:a="http://schemas.openxmlformats.org/drawingml/2006/main">
              <a:ext uri="{FF2B5EF4-FFF2-40B4-BE49-F238E27FC236}">
                <a16:creationId xmlns:a16="http://schemas.microsoft.com/office/drawing/2014/main" id="{2827A8E6-31DC-4DBF-AF49-557FAC35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598">
            <a:extLst xmlns:a="http://schemas.openxmlformats.org/drawingml/2006/main">
              <a:ext uri="{FF2B5EF4-FFF2-40B4-BE49-F238E27FC236}">
                <a16:creationId xmlns:a16="http://schemas.microsoft.com/office/drawing/2014/main" id="{09C0BF90-7421-4783-9563-FB79341A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599">
            <a:extLst xmlns:a="http://schemas.openxmlformats.org/drawingml/2006/main">
              <a:ext uri="{FF2B5EF4-FFF2-40B4-BE49-F238E27FC236}">
                <a16:creationId xmlns:a16="http://schemas.microsoft.com/office/drawing/2014/main" id="{5AD0C4D6-75E5-480B-92C9-1A073F2F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600">
            <a:extLst xmlns:a="http://schemas.openxmlformats.org/drawingml/2006/main">
              <a:ext uri="{FF2B5EF4-FFF2-40B4-BE49-F238E27FC236}">
                <a16:creationId xmlns:a16="http://schemas.microsoft.com/office/drawing/2014/main" id="{4127C8A9-739E-4734-93BE-1A0B5450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601">
            <a:extLst xmlns:a="http://schemas.openxmlformats.org/drawingml/2006/main">
              <a:ext uri="{FF2B5EF4-FFF2-40B4-BE49-F238E27FC236}">
                <a16:creationId xmlns:a16="http://schemas.microsoft.com/office/drawing/2014/main" id="{D3D121FE-5557-4C32-8347-1C4D2C6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602">
            <a:extLst xmlns:a="http://schemas.openxmlformats.org/drawingml/2006/main">
              <a:ext uri="{FF2B5EF4-FFF2-40B4-BE49-F238E27FC236}">
                <a16:creationId xmlns:a16="http://schemas.microsoft.com/office/drawing/2014/main" id="{D91CBBBC-9788-4C05-AAB0-ACF5566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603">
            <a:extLst xmlns:a="http://schemas.openxmlformats.org/drawingml/2006/main">
              <a:ext uri="{FF2B5EF4-FFF2-40B4-BE49-F238E27FC236}">
                <a16:creationId xmlns:a16="http://schemas.microsoft.com/office/drawing/2014/main" id="{CD66B489-8714-4E00-A6E1-5FE137FF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44</a:t>
            </a:r>
          </a:p>
        </p:txBody>
      </p:sp>
      <p:sp>
        <p:nvSpPr>
          <p:cNvPr id="16" name="profile-1604">
            <a:extLst xmlns:a="http://schemas.openxmlformats.org/drawingml/2006/main">
              <a:ext uri="{FF2B5EF4-FFF2-40B4-BE49-F238E27FC236}">
                <a16:creationId xmlns:a16="http://schemas.microsoft.com/office/drawing/2014/main" id="{BB065CD1-24B2-41A9-A0FB-65D1F0EA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Certificate of Authentication</a:t>
            </a:r>
          </a:p>
        </p:txBody>
      </p:sp>
      <p:sp>
        <p:nvSpPr>
          <p:cNvPr id="17" name="profile-1605">
            <a:extLst xmlns:a="http://schemas.openxmlformats.org/drawingml/2006/main">
              <a:ext uri="{FF2B5EF4-FFF2-40B4-BE49-F238E27FC236}">
                <a16:creationId xmlns:a16="http://schemas.microsoft.com/office/drawing/2014/main" id="{EE5F0836-28FF-457B-9449-864B9EC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606">
            <a:extLst xmlns:a="http://schemas.openxmlformats.org/drawingml/2006/main">
              <a:ext uri="{FF2B5EF4-FFF2-40B4-BE49-F238E27FC236}">
                <a16:creationId xmlns:a16="http://schemas.microsoft.com/office/drawing/2014/main" id="{D9C80A03-4AED-420F-B03D-8AF1FAA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607">
            <a:extLst xmlns:a="http://schemas.openxmlformats.org/drawingml/2006/main">
              <a:ext uri="{FF2B5EF4-FFF2-40B4-BE49-F238E27FC236}">
                <a16:creationId xmlns:a16="http://schemas.microsoft.com/office/drawing/2014/main" id="{2CC5470E-7361-4CD3-B355-17CFDBC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TYPE</a:t>
            </a:r>
          </a:p>
        </p:txBody>
      </p:sp>
      <p:sp>
        <p:nvSpPr>
          <p:cNvPr id="20" name="profile-1608">
            <a:extLst xmlns:a="http://schemas.openxmlformats.org/drawingml/2006/main">
              <a:ext uri="{FF2B5EF4-FFF2-40B4-BE49-F238E27FC236}">
                <a16:creationId xmlns:a16="http://schemas.microsoft.com/office/drawing/2014/main" id="{FD1D03DA-6F44-4971-80A0-5C66A7A0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Incorporator declarations</a:t>
            </a:r>
          </a:p>
        </p:txBody>
      </p:sp>
      <p:sp>
        <p:nvSpPr>
          <p:cNvPr id="21" name="profile-1609">
            <a:extLst xmlns:a="http://schemas.openxmlformats.org/drawingml/2006/main">
              <a:ext uri="{FF2B5EF4-FFF2-40B4-BE49-F238E27FC236}">
                <a16:creationId xmlns:a16="http://schemas.microsoft.com/office/drawing/2014/main" id="{D4AB8A63-E2EC-4984-8B07-E150EE3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AUTHENTICATION EVENT</a:t>
            </a:r>
          </a:p>
        </p:txBody>
      </p:sp>
      <p:sp>
        <p:nvSpPr>
          <p:cNvPr id="22" name="profile-1610">
            <a:extLst xmlns:a="http://schemas.openxmlformats.org/drawingml/2006/main">
              <a:ext uri="{FF2B5EF4-FFF2-40B4-BE49-F238E27FC236}">
                <a16:creationId xmlns:a16="http://schemas.microsoft.com/office/drawing/2014/main" id="{386EC3B2-0F25-4F82-B712-45F43972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12 January 2026</a:t>
            </a:r>
          </a:p>
        </p:txBody>
      </p:sp>
      <p:sp>
        <p:nvSpPr>
          <p:cNvPr id="23" name="profile-1611">
            <a:extLst xmlns:a="http://schemas.openxmlformats.org/drawingml/2006/main">
              <a:ext uri="{FF2B5EF4-FFF2-40B4-BE49-F238E27FC236}">
                <a16:creationId xmlns:a16="http://schemas.microsoft.com/office/drawing/2014/main" id="{A248A725-EFA2-4E46-B19C-2B86C48F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RELATED ENTITY</a:t>
            </a:r>
          </a:p>
        </p:txBody>
      </p:sp>
      <p:sp>
        <p:nvSpPr>
          <p:cNvPr id="24" name="profile-1612">
            <a:extLst xmlns:a="http://schemas.openxmlformats.org/drawingml/2006/main">
              <a:ext uri="{FF2B5EF4-FFF2-40B4-BE49-F238E27FC236}">
                <a16:creationId xmlns:a16="http://schemas.microsoft.com/office/drawing/2014/main" id="{E89ECCDE-C004-47BF-AD6A-746684F5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Plumbing Siphoning &amp; Pest Management</a:t>
            </a:r>
          </a:p>
        </p:txBody>
      </p:sp>
      <p:sp>
        <p:nvSpPr>
          <p:cNvPr id="25" name="profile-1613">
            <a:extLst xmlns:a="http://schemas.openxmlformats.org/drawingml/2006/main">
              <a:ext uri="{FF2B5EF4-FFF2-40B4-BE49-F238E27FC236}">
                <a16:creationId xmlns:a16="http://schemas.microsoft.com/office/drawing/2014/main" id="{46C5C645-4EC8-4F8E-94F8-31860394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Services OPC</a:t>
            </a:r>
          </a:p>
        </p:txBody>
      </p:sp>
      <p:sp>
        <p:nvSpPr>
          <p:cNvPr id="26" name="profile-1614">
            <a:extLst xmlns:a="http://schemas.openxmlformats.org/drawingml/2006/main">
              <a:ext uri="{FF2B5EF4-FFF2-40B4-BE49-F238E27FC236}">
                <a16:creationId xmlns:a16="http://schemas.microsoft.com/office/drawing/2014/main" id="{9646A9C4-E176-4F4A-A9F9-5EBE81AA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Registration declaration; not an operating permit.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6D433-0B5A-46DE-B976-49601203C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eebcf87c447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8" name="profile-1615">
            <a:extLst xmlns:a="http://schemas.openxmlformats.org/drawingml/2006/main">
              <a:ext uri="{FF2B5EF4-FFF2-40B4-BE49-F238E27FC236}">
                <a16:creationId xmlns:a16="http://schemas.microsoft.com/office/drawing/2014/main" id="{B9A3A2B2-35D9-41CC-9788-71514CBD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 of 3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8991933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1616">
            <a:extLst xmlns:a="http://schemas.openxmlformats.org/drawingml/2006/main">
              <a:ext uri="{FF2B5EF4-FFF2-40B4-BE49-F238E27FC236}">
                <a16:creationId xmlns:a16="http://schemas.microsoft.com/office/drawing/2014/main" id="{B0609ED7-5917-488E-BDB1-66F894FC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617">
            <a:extLst xmlns:a="http://schemas.openxmlformats.org/drawingml/2006/main">
              <a:ext uri="{FF2B5EF4-FFF2-40B4-BE49-F238E27FC236}">
                <a16:creationId xmlns:a16="http://schemas.microsoft.com/office/drawing/2014/main" id="{D1EBE943-1837-471A-B966-146F5E4F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C4DA1-4728-4C32-9802-E90E37A799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cc122bcad4d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618">
            <a:extLst xmlns:a="http://schemas.openxmlformats.org/drawingml/2006/main">
              <a:ext uri="{FF2B5EF4-FFF2-40B4-BE49-F238E27FC236}">
                <a16:creationId xmlns:a16="http://schemas.microsoft.com/office/drawing/2014/main" id="{863527BB-11A4-45D7-AFF5-4DBD213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619">
            <a:extLst xmlns:a="http://schemas.openxmlformats.org/drawingml/2006/main">
              <a:ext uri="{FF2B5EF4-FFF2-40B4-BE49-F238E27FC236}">
                <a16:creationId xmlns:a16="http://schemas.microsoft.com/office/drawing/2014/main" id="{EA7BF550-FA32-47D7-BEBA-FBFBC7E8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620">
            <a:extLst xmlns:a="http://schemas.openxmlformats.org/drawingml/2006/main">
              <a:ext uri="{FF2B5EF4-FFF2-40B4-BE49-F238E27FC236}">
                <a16:creationId xmlns:a16="http://schemas.microsoft.com/office/drawing/2014/main" id="{2E7F227D-724C-4EA2-BF06-D4F48F0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621">
            <a:extLst xmlns:a="http://schemas.openxmlformats.org/drawingml/2006/main">
              <a:ext uri="{FF2B5EF4-FFF2-40B4-BE49-F238E27FC236}">
                <a16:creationId xmlns:a16="http://schemas.microsoft.com/office/drawing/2014/main" id="{83470FC9-C9C9-4684-AE6A-FE8584D0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622">
            <a:extLst xmlns:a="http://schemas.openxmlformats.org/drawingml/2006/main">
              <a:ext uri="{FF2B5EF4-FFF2-40B4-BE49-F238E27FC236}">
                <a16:creationId xmlns:a16="http://schemas.microsoft.com/office/drawing/2014/main" id="{FDB1F694-4F7F-4D0B-AF01-8CC76814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623">
            <a:extLst xmlns:a="http://schemas.openxmlformats.org/drawingml/2006/main">
              <a:ext uri="{FF2B5EF4-FFF2-40B4-BE49-F238E27FC236}">
                <a16:creationId xmlns:a16="http://schemas.microsoft.com/office/drawing/2014/main" id="{A437F117-DA6D-4B20-B2A5-B66C6528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624">
            <a:extLst xmlns:a="http://schemas.openxmlformats.org/drawingml/2006/main">
              <a:ext uri="{FF2B5EF4-FFF2-40B4-BE49-F238E27FC236}">
                <a16:creationId xmlns:a16="http://schemas.microsoft.com/office/drawing/2014/main" id="{BEF66BCB-A605-4AA6-B4B9-E542F365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625">
            <a:extLst xmlns:a="http://schemas.openxmlformats.org/drawingml/2006/main">
              <a:ext uri="{FF2B5EF4-FFF2-40B4-BE49-F238E27FC236}">
                <a16:creationId xmlns:a16="http://schemas.microsoft.com/office/drawing/2014/main" id="{C54AE163-DCDD-44BA-B6F9-5E9BF3FA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626">
            <a:extLst xmlns:a="http://schemas.openxmlformats.org/drawingml/2006/main">
              <a:ext uri="{FF2B5EF4-FFF2-40B4-BE49-F238E27FC236}">
                <a16:creationId xmlns:a16="http://schemas.microsoft.com/office/drawing/2014/main" id="{7FBFA41B-AF53-4D3B-9D6F-274F85C4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627">
            <a:extLst xmlns:a="http://schemas.openxmlformats.org/drawingml/2006/main">
              <a:ext uri="{FF2B5EF4-FFF2-40B4-BE49-F238E27FC236}">
                <a16:creationId xmlns:a16="http://schemas.microsoft.com/office/drawing/2014/main" id="{EA0CD615-80ED-4D19-A805-462C5FCD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628">
            <a:extLst xmlns:a="http://schemas.openxmlformats.org/drawingml/2006/main">
              <a:ext uri="{FF2B5EF4-FFF2-40B4-BE49-F238E27FC236}">
                <a16:creationId xmlns:a16="http://schemas.microsoft.com/office/drawing/2014/main" id="{54A26E99-7E42-48BA-82B4-D8C5D33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629">
            <a:extLst xmlns:a="http://schemas.openxmlformats.org/drawingml/2006/main">
              <a:ext uri="{FF2B5EF4-FFF2-40B4-BE49-F238E27FC236}">
                <a16:creationId xmlns:a16="http://schemas.microsoft.com/office/drawing/2014/main" id="{2B20BC95-E04A-4815-AD40-C2F59614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  <p:sp>
        <p:nvSpPr>
          <p:cNvPr id="16" name="profile-1630">
            <a:extLst xmlns:a="http://schemas.openxmlformats.org/drawingml/2006/main">
              <a:ext uri="{FF2B5EF4-FFF2-40B4-BE49-F238E27FC236}">
                <a16:creationId xmlns:a16="http://schemas.microsoft.com/office/drawing/2014/main" id="{BBF942E8-8116-436C-8BD5-454B885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Certificate of Authentication</a:t>
            </a:r>
          </a:p>
        </p:txBody>
      </p:sp>
      <p:sp>
        <p:nvSpPr>
          <p:cNvPr id="17" name="profile-1631">
            <a:extLst xmlns:a="http://schemas.openxmlformats.org/drawingml/2006/main">
              <a:ext uri="{FF2B5EF4-FFF2-40B4-BE49-F238E27FC236}">
                <a16:creationId xmlns:a16="http://schemas.microsoft.com/office/drawing/2014/main" id="{6D2537D8-C2CF-42E6-981A-886A748F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632">
            <a:extLst xmlns:a="http://schemas.openxmlformats.org/drawingml/2006/main">
              <a:ext uri="{FF2B5EF4-FFF2-40B4-BE49-F238E27FC236}">
                <a16:creationId xmlns:a16="http://schemas.microsoft.com/office/drawing/2014/main" id="{42B6D5D9-4831-401A-A208-7ACAD871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633">
            <a:extLst xmlns:a="http://schemas.openxmlformats.org/drawingml/2006/main">
              <a:ext uri="{FF2B5EF4-FFF2-40B4-BE49-F238E27FC236}">
                <a16:creationId xmlns:a16="http://schemas.microsoft.com/office/drawing/2014/main" id="{85E5D88D-A140-419F-8759-CEDD7AA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TYPE</a:t>
            </a:r>
          </a:p>
        </p:txBody>
      </p:sp>
      <p:sp>
        <p:nvSpPr>
          <p:cNvPr id="20" name="profile-1634">
            <a:extLst xmlns:a="http://schemas.openxmlformats.org/drawingml/2006/main">
              <a:ext uri="{FF2B5EF4-FFF2-40B4-BE49-F238E27FC236}">
                <a16:creationId xmlns:a16="http://schemas.microsoft.com/office/drawing/2014/main" id="{ABBF6011-8E68-4F19-AF70-47368EB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Incorporator declarations</a:t>
            </a:r>
          </a:p>
        </p:txBody>
      </p:sp>
      <p:sp>
        <p:nvSpPr>
          <p:cNvPr id="21" name="profile-1635">
            <a:extLst xmlns:a="http://schemas.openxmlformats.org/drawingml/2006/main">
              <a:ext uri="{FF2B5EF4-FFF2-40B4-BE49-F238E27FC236}">
                <a16:creationId xmlns:a16="http://schemas.microsoft.com/office/drawing/2014/main" id="{2966EE41-D136-473F-B013-3C64DE2B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AUTHENTICATION EVENT</a:t>
            </a:r>
          </a:p>
        </p:txBody>
      </p:sp>
      <p:sp>
        <p:nvSpPr>
          <p:cNvPr id="22" name="profile-1636">
            <a:extLst xmlns:a="http://schemas.openxmlformats.org/drawingml/2006/main">
              <a:ext uri="{FF2B5EF4-FFF2-40B4-BE49-F238E27FC236}">
                <a16:creationId xmlns:a16="http://schemas.microsoft.com/office/drawing/2014/main" id="{02E7D58D-BB1C-4F70-831E-7C1CFAFD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12 January 2026</a:t>
            </a:r>
          </a:p>
        </p:txBody>
      </p:sp>
      <p:sp>
        <p:nvSpPr>
          <p:cNvPr id="23" name="profile-1637">
            <a:extLst xmlns:a="http://schemas.openxmlformats.org/drawingml/2006/main">
              <a:ext uri="{FF2B5EF4-FFF2-40B4-BE49-F238E27FC236}">
                <a16:creationId xmlns:a16="http://schemas.microsoft.com/office/drawing/2014/main" id="{8AE41DBB-5682-4AB8-8587-2A8C5625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RELATED ENTITY</a:t>
            </a:r>
          </a:p>
        </p:txBody>
      </p:sp>
      <p:sp>
        <p:nvSpPr>
          <p:cNvPr id="24" name="profile-1638">
            <a:extLst xmlns:a="http://schemas.openxmlformats.org/drawingml/2006/main">
              <a:ext uri="{FF2B5EF4-FFF2-40B4-BE49-F238E27FC236}">
                <a16:creationId xmlns:a16="http://schemas.microsoft.com/office/drawing/2014/main" id="{53DD449C-1B20-490B-A7EB-1E0D83C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Oceanides Plumbing Siphoning &amp; Pest Management</a:t>
            </a:r>
          </a:p>
        </p:txBody>
      </p:sp>
      <p:sp>
        <p:nvSpPr>
          <p:cNvPr id="25" name="profile-1639">
            <a:extLst xmlns:a="http://schemas.openxmlformats.org/drawingml/2006/main">
              <a:ext uri="{FF2B5EF4-FFF2-40B4-BE49-F238E27FC236}">
                <a16:creationId xmlns:a16="http://schemas.microsoft.com/office/drawing/2014/main" id="{BE411D21-CA53-428C-BD97-E0129749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Services OPC</a:t>
            </a:r>
          </a:p>
        </p:txBody>
      </p:sp>
      <p:sp>
        <p:nvSpPr>
          <p:cNvPr id="26" name="profile-1640">
            <a:extLst xmlns:a="http://schemas.openxmlformats.org/drawingml/2006/main">
              <a:ext uri="{FF2B5EF4-FFF2-40B4-BE49-F238E27FC236}">
                <a16:creationId xmlns:a16="http://schemas.microsoft.com/office/drawing/2014/main" id="{423837FE-869A-47D6-9E7C-D1EB7701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Registration declaration; not an operating permit.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C7D77-0691-47AB-9A37-8985885B0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2cda7e58c42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8" name="profile-1641">
            <a:extLst xmlns:a="http://schemas.openxmlformats.org/drawingml/2006/main">
              <a:ext uri="{FF2B5EF4-FFF2-40B4-BE49-F238E27FC236}">
                <a16:creationId xmlns:a16="http://schemas.microsoft.com/office/drawing/2014/main" id="{47D4750D-4FC6-4846-BEB0-E6495B7B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2 of 3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69545090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1642">
            <a:extLst xmlns:a="http://schemas.openxmlformats.org/drawingml/2006/main">
              <a:ext uri="{FF2B5EF4-FFF2-40B4-BE49-F238E27FC236}">
                <a16:creationId xmlns:a16="http://schemas.microsoft.com/office/drawing/2014/main" id="{7DC20025-862C-4008-A110-72C8B389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643">
            <a:extLst xmlns:a="http://schemas.openxmlformats.org/drawingml/2006/main">
              <a:ext uri="{FF2B5EF4-FFF2-40B4-BE49-F238E27FC236}">
                <a16:creationId xmlns:a16="http://schemas.microsoft.com/office/drawing/2014/main" id="{AB14564B-710F-4EC6-8AC2-6C9FE7B0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AB4AB-E178-4B75-B1D4-74FC5366F4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9a7d4aa2045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644">
            <a:extLst xmlns:a="http://schemas.openxmlformats.org/drawingml/2006/main">
              <a:ext uri="{FF2B5EF4-FFF2-40B4-BE49-F238E27FC236}">
                <a16:creationId xmlns:a16="http://schemas.microsoft.com/office/drawing/2014/main" id="{8B933AE9-C44C-4610-AE03-D1A21F67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645">
            <a:extLst xmlns:a="http://schemas.openxmlformats.org/drawingml/2006/main">
              <a:ext uri="{FF2B5EF4-FFF2-40B4-BE49-F238E27FC236}">
                <a16:creationId xmlns:a16="http://schemas.microsoft.com/office/drawing/2014/main" id="{0C91C8F3-2248-4977-8D73-18F64E92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646">
            <a:extLst xmlns:a="http://schemas.openxmlformats.org/drawingml/2006/main">
              <a:ext uri="{FF2B5EF4-FFF2-40B4-BE49-F238E27FC236}">
                <a16:creationId xmlns:a16="http://schemas.microsoft.com/office/drawing/2014/main" id="{6866BC11-7BD6-4DAC-AE38-912B0579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647">
            <a:extLst xmlns:a="http://schemas.openxmlformats.org/drawingml/2006/main">
              <a:ext uri="{FF2B5EF4-FFF2-40B4-BE49-F238E27FC236}">
                <a16:creationId xmlns:a16="http://schemas.microsoft.com/office/drawing/2014/main" id="{38588759-AC11-4DC3-818B-E90C10F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648">
            <a:extLst xmlns:a="http://schemas.openxmlformats.org/drawingml/2006/main">
              <a:ext uri="{FF2B5EF4-FFF2-40B4-BE49-F238E27FC236}">
                <a16:creationId xmlns:a16="http://schemas.microsoft.com/office/drawing/2014/main" id="{410DB081-1663-4A62-A012-4B5BA336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649">
            <a:extLst xmlns:a="http://schemas.openxmlformats.org/drawingml/2006/main">
              <a:ext uri="{FF2B5EF4-FFF2-40B4-BE49-F238E27FC236}">
                <a16:creationId xmlns:a16="http://schemas.microsoft.com/office/drawing/2014/main" id="{F29A271F-EF97-4B15-9BF1-EF3CCE29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650">
            <a:extLst xmlns:a="http://schemas.openxmlformats.org/drawingml/2006/main">
              <a:ext uri="{FF2B5EF4-FFF2-40B4-BE49-F238E27FC236}">
                <a16:creationId xmlns:a16="http://schemas.microsoft.com/office/drawing/2014/main" id="{355B5CDA-5C02-4181-B90F-2EBDDD4F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651">
            <a:extLst xmlns:a="http://schemas.openxmlformats.org/drawingml/2006/main">
              <a:ext uri="{FF2B5EF4-FFF2-40B4-BE49-F238E27FC236}">
                <a16:creationId xmlns:a16="http://schemas.microsoft.com/office/drawing/2014/main" id="{4E1AFB8E-B5B6-467D-8414-D1ECE139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652">
            <a:extLst xmlns:a="http://schemas.openxmlformats.org/drawingml/2006/main">
              <a:ext uri="{FF2B5EF4-FFF2-40B4-BE49-F238E27FC236}">
                <a16:creationId xmlns:a16="http://schemas.microsoft.com/office/drawing/2014/main" id="{70FB47EE-D083-45DE-A485-F2461613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653">
            <a:extLst xmlns:a="http://schemas.openxmlformats.org/drawingml/2006/main">
              <a:ext uri="{FF2B5EF4-FFF2-40B4-BE49-F238E27FC236}">
                <a16:creationId xmlns:a16="http://schemas.microsoft.com/office/drawing/2014/main" id="{E55BF64F-FE5C-499B-AEAF-EECC42BA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654">
            <a:extLst xmlns:a="http://schemas.openxmlformats.org/drawingml/2006/main">
              <a:ext uri="{FF2B5EF4-FFF2-40B4-BE49-F238E27FC236}">
                <a16:creationId xmlns:a16="http://schemas.microsoft.com/office/drawing/2014/main" id="{5AB3022A-01A5-4A18-B0D5-A6D594A6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655">
            <a:extLst xmlns:a="http://schemas.openxmlformats.org/drawingml/2006/main">
              <a:ext uri="{FF2B5EF4-FFF2-40B4-BE49-F238E27FC236}">
                <a16:creationId xmlns:a16="http://schemas.microsoft.com/office/drawing/2014/main" id="{3AE502AF-018A-4E97-AEA5-74E06E8B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sp>
        <p:nvSpPr>
          <p:cNvPr id="16" name="profile-1656">
            <a:extLst xmlns:a="http://schemas.openxmlformats.org/drawingml/2006/main">
              <a:ext uri="{FF2B5EF4-FFF2-40B4-BE49-F238E27FC236}">
                <a16:creationId xmlns:a16="http://schemas.microsoft.com/office/drawing/2014/main" id="{8520FD18-4E97-4554-889F-899CF2B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2026 Manila Business Permit</a:t>
            </a:r>
          </a:p>
        </p:txBody>
      </p:sp>
      <p:sp>
        <p:nvSpPr>
          <p:cNvPr id="17" name="profile-1657">
            <a:extLst xmlns:a="http://schemas.openxmlformats.org/drawingml/2006/main">
              <a:ext uri="{FF2B5EF4-FFF2-40B4-BE49-F238E27FC236}">
                <a16:creationId xmlns:a16="http://schemas.microsoft.com/office/drawing/2014/main" id="{BD35ED2E-58B1-4FF4-A84E-8B9FF9B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658">
            <a:extLst xmlns:a="http://schemas.openxmlformats.org/drawingml/2006/main">
              <a:ext uri="{FF2B5EF4-FFF2-40B4-BE49-F238E27FC236}">
                <a16:creationId xmlns:a16="http://schemas.microsoft.com/office/drawing/2014/main" id="{E78A5410-0487-41A8-AABA-4E954F2F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659">
            <a:extLst xmlns:a="http://schemas.openxmlformats.org/drawingml/2006/main">
              <a:ext uri="{FF2B5EF4-FFF2-40B4-BE49-F238E27FC236}">
                <a16:creationId xmlns:a16="http://schemas.microsoft.com/office/drawing/2014/main" id="{20FF2776-3CE4-4247-A216-78275722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PERMIT NUMBER</a:t>
            </a:r>
          </a:p>
        </p:txBody>
      </p:sp>
      <p:sp>
        <p:nvSpPr>
          <p:cNvPr id="20" name="profile-1660">
            <a:extLst xmlns:a="http://schemas.openxmlformats.org/drawingml/2006/main">
              <a:ext uri="{FF2B5EF4-FFF2-40B4-BE49-F238E27FC236}">
                <a16:creationId xmlns:a16="http://schemas.microsoft.com/office/drawing/2014/main" id="{FC0AAD86-CF9E-4507-81CF-06F9171F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2026-000040205-1</a:t>
            </a:r>
          </a:p>
        </p:txBody>
      </p:sp>
      <p:sp>
        <p:nvSpPr>
          <p:cNvPr id="21" name="profile-1661">
            <a:extLst xmlns:a="http://schemas.openxmlformats.org/drawingml/2006/main">
              <a:ext uri="{FF2B5EF4-FFF2-40B4-BE49-F238E27FC236}">
                <a16:creationId xmlns:a16="http://schemas.microsoft.com/office/drawing/2014/main" id="{8220BE63-7911-4D30-81E4-535129A9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BUSINESS LOCATION</a:t>
            </a:r>
          </a:p>
        </p:txBody>
      </p:sp>
      <p:sp>
        <p:nvSpPr>
          <p:cNvPr id="22" name="profile-1662">
            <a:extLst xmlns:a="http://schemas.openxmlformats.org/drawingml/2006/main">
              <a:ext uri="{FF2B5EF4-FFF2-40B4-BE49-F238E27FC236}">
                <a16:creationId xmlns:a16="http://schemas.microsoft.com/office/drawing/2014/main" id="{4C14CB1A-13B5-4985-B6D0-18764511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Vito Cruz / Malate, Manila</a:t>
            </a:r>
          </a:p>
        </p:txBody>
      </p:sp>
      <p:sp>
        <p:nvSpPr>
          <p:cNvPr id="23" name="profile-1663">
            <a:extLst xmlns:a="http://schemas.openxmlformats.org/drawingml/2006/main">
              <a:ext uri="{FF2B5EF4-FFF2-40B4-BE49-F238E27FC236}">
                <a16:creationId xmlns:a16="http://schemas.microsoft.com/office/drawing/2014/main" id="{7DFEEEA0-B35E-4DE7-B21B-FFE12A7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STATED VALIDITY</a:t>
            </a:r>
          </a:p>
        </p:txBody>
      </p:sp>
      <p:sp>
        <p:nvSpPr>
          <p:cNvPr id="24" name="profile-1664">
            <a:extLst xmlns:a="http://schemas.openxmlformats.org/drawingml/2006/main">
              <a:ext uri="{FF2B5EF4-FFF2-40B4-BE49-F238E27FC236}">
                <a16:creationId xmlns:a16="http://schemas.microsoft.com/office/drawing/2014/main" id="{4EFAA63D-0EFD-4F79-9470-B2C021EC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Through 31 December 2026, subject to conditions</a:t>
            </a:r>
          </a:p>
        </p:txBody>
      </p:sp>
      <p:sp>
        <p:nvSpPr>
          <p:cNvPr id="25" name="profile-1665">
            <a:extLst xmlns:a="http://schemas.openxmlformats.org/drawingml/2006/main">
              <a:ext uri="{FF2B5EF4-FFF2-40B4-BE49-F238E27FC236}">
                <a16:creationId xmlns:a16="http://schemas.microsoft.com/office/drawing/2014/main" id="{15C8975B-DAF3-4C21-A7DE-9209ABBF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and pest control listed. Ancillary clearance status</a:t>
            </a:r>
          </a:p>
        </p:txBody>
      </p:sp>
      <p:sp>
        <p:nvSpPr>
          <p:cNvPr id="26" name="profile-1666">
            <a:extLst xmlns:a="http://schemas.openxmlformats.org/drawingml/2006/main">
              <a:ext uri="{FF2B5EF4-FFF2-40B4-BE49-F238E27FC236}">
                <a16:creationId xmlns:a16="http://schemas.microsoft.com/office/drawing/2014/main" id="{355C8324-2363-4AA4-B0CC-26C78B0D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follows the supplied record.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00381F-6FFA-4B0E-BFE1-9FB1BA05B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925dc94fc4d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4035" y="2076450"/>
            <a:ext cx="3179881" cy="4114800"/>
          </a:xfrm>
          <a:prstGeom xmlns:a="http://schemas.openxmlformats.org/drawingml/2006/main" prst="rect">
            <a:avLst/>
          </a:prstGeom>
        </p:spPr>
      </p:pic>
      <p:sp>
        <p:nvSpPr>
          <p:cNvPr id="28" name="profile-1667">
            <a:extLst xmlns:a="http://schemas.openxmlformats.org/drawingml/2006/main">
              <a:ext uri="{FF2B5EF4-FFF2-40B4-BE49-F238E27FC236}">
                <a16:creationId xmlns:a16="http://schemas.microsoft.com/office/drawing/2014/main" id="{350D8D2A-2D57-46BE-8232-66DE9416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 of 3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92246817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1668">
            <a:extLst xmlns:a="http://schemas.openxmlformats.org/drawingml/2006/main">
              <a:ext uri="{FF2B5EF4-FFF2-40B4-BE49-F238E27FC236}">
                <a16:creationId xmlns:a16="http://schemas.microsoft.com/office/drawing/2014/main" id="{67710CB6-68B1-4EA6-B93E-C85569B4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669">
            <a:extLst xmlns:a="http://schemas.openxmlformats.org/drawingml/2006/main">
              <a:ext uri="{FF2B5EF4-FFF2-40B4-BE49-F238E27FC236}">
                <a16:creationId xmlns:a16="http://schemas.microsoft.com/office/drawing/2014/main" id="{E2A73E88-B7C6-4B72-9C02-F33A0F8F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DFC2E-4E48-488F-A80D-E0522155DB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ec1aaa36945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670">
            <a:extLst xmlns:a="http://schemas.openxmlformats.org/drawingml/2006/main">
              <a:ext uri="{FF2B5EF4-FFF2-40B4-BE49-F238E27FC236}">
                <a16:creationId xmlns:a16="http://schemas.microsoft.com/office/drawing/2014/main" id="{19A6813D-45F9-4B43-A4EF-9FEA6D72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671">
            <a:extLst xmlns:a="http://schemas.openxmlformats.org/drawingml/2006/main">
              <a:ext uri="{FF2B5EF4-FFF2-40B4-BE49-F238E27FC236}">
                <a16:creationId xmlns:a16="http://schemas.microsoft.com/office/drawing/2014/main" id="{700ACD44-2F6D-4961-BDDF-E9676696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672">
            <a:extLst xmlns:a="http://schemas.openxmlformats.org/drawingml/2006/main">
              <a:ext uri="{FF2B5EF4-FFF2-40B4-BE49-F238E27FC236}">
                <a16:creationId xmlns:a16="http://schemas.microsoft.com/office/drawing/2014/main" id="{527C6D55-CBA0-4141-A177-A53AB8E1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673">
            <a:extLst xmlns:a="http://schemas.openxmlformats.org/drawingml/2006/main">
              <a:ext uri="{FF2B5EF4-FFF2-40B4-BE49-F238E27FC236}">
                <a16:creationId xmlns:a16="http://schemas.microsoft.com/office/drawing/2014/main" id="{DB182FF2-BF25-4880-A29D-CDC0E0B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674">
            <a:extLst xmlns:a="http://schemas.openxmlformats.org/drawingml/2006/main">
              <a:ext uri="{FF2B5EF4-FFF2-40B4-BE49-F238E27FC236}">
                <a16:creationId xmlns:a16="http://schemas.microsoft.com/office/drawing/2014/main" id="{4B6F821E-B90F-4F44-98FF-520CCE0D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675">
            <a:extLst xmlns:a="http://schemas.openxmlformats.org/drawingml/2006/main">
              <a:ext uri="{FF2B5EF4-FFF2-40B4-BE49-F238E27FC236}">
                <a16:creationId xmlns:a16="http://schemas.microsoft.com/office/drawing/2014/main" id="{C2199015-4416-4A95-AE8A-27D28AA9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676">
            <a:extLst xmlns:a="http://schemas.openxmlformats.org/drawingml/2006/main">
              <a:ext uri="{FF2B5EF4-FFF2-40B4-BE49-F238E27FC236}">
                <a16:creationId xmlns:a16="http://schemas.microsoft.com/office/drawing/2014/main" id="{96B6F14C-156A-4339-8E70-AE17AA41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677">
            <a:extLst xmlns:a="http://schemas.openxmlformats.org/drawingml/2006/main">
              <a:ext uri="{FF2B5EF4-FFF2-40B4-BE49-F238E27FC236}">
                <a16:creationId xmlns:a16="http://schemas.microsoft.com/office/drawing/2014/main" id="{64265A73-6927-4FAE-BCFD-F8D1CCAA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678">
            <a:extLst xmlns:a="http://schemas.openxmlformats.org/drawingml/2006/main">
              <a:ext uri="{FF2B5EF4-FFF2-40B4-BE49-F238E27FC236}">
                <a16:creationId xmlns:a16="http://schemas.microsoft.com/office/drawing/2014/main" id="{D33131F5-30B7-4A11-BA85-C74A2DE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679">
            <a:extLst xmlns:a="http://schemas.openxmlformats.org/drawingml/2006/main">
              <a:ext uri="{FF2B5EF4-FFF2-40B4-BE49-F238E27FC236}">
                <a16:creationId xmlns:a16="http://schemas.microsoft.com/office/drawing/2014/main" id="{1E29696F-CE5C-4F23-AFA9-DB1CB49E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680">
            <a:extLst xmlns:a="http://schemas.openxmlformats.org/drawingml/2006/main">
              <a:ext uri="{FF2B5EF4-FFF2-40B4-BE49-F238E27FC236}">
                <a16:creationId xmlns:a16="http://schemas.microsoft.com/office/drawing/2014/main" id="{B59005D5-E336-4C9A-8F64-2AEC7CF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681">
            <a:extLst xmlns:a="http://schemas.openxmlformats.org/drawingml/2006/main">
              <a:ext uri="{FF2B5EF4-FFF2-40B4-BE49-F238E27FC236}">
                <a16:creationId xmlns:a16="http://schemas.microsoft.com/office/drawing/2014/main" id="{9001E7F7-8C74-4F60-A2A9-38367186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47</a:t>
            </a:r>
          </a:p>
        </p:txBody>
      </p:sp>
      <p:sp>
        <p:nvSpPr>
          <p:cNvPr id="16" name="profile-1682">
            <a:extLst xmlns:a="http://schemas.openxmlformats.org/drawingml/2006/main">
              <a:ext uri="{FF2B5EF4-FFF2-40B4-BE49-F238E27FC236}">
                <a16:creationId xmlns:a16="http://schemas.microsoft.com/office/drawing/2014/main" id="{BB234ADB-9A89-42B7-9095-ED948D39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2026 Manila Business Permit</a:t>
            </a:r>
          </a:p>
        </p:txBody>
      </p:sp>
      <p:sp>
        <p:nvSpPr>
          <p:cNvPr id="17" name="profile-1683">
            <a:extLst xmlns:a="http://schemas.openxmlformats.org/drawingml/2006/main">
              <a:ext uri="{FF2B5EF4-FFF2-40B4-BE49-F238E27FC236}">
                <a16:creationId xmlns:a16="http://schemas.microsoft.com/office/drawing/2014/main" id="{A0FC1C33-3D52-4C01-A128-D2CE51EC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684">
            <a:extLst xmlns:a="http://schemas.openxmlformats.org/drawingml/2006/main">
              <a:ext uri="{FF2B5EF4-FFF2-40B4-BE49-F238E27FC236}">
                <a16:creationId xmlns:a16="http://schemas.microsoft.com/office/drawing/2014/main" id="{ED0C2875-7D61-4D44-B131-3B5D883C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685">
            <a:extLst xmlns:a="http://schemas.openxmlformats.org/drawingml/2006/main">
              <a:ext uri="{FF2B5EF4-FFF2-40B4-BE49-F238E27FC236}">
                <a16:creationId xmlns:a16="http://schemas.microsoft.com/office/drawing/2014/main" id="{8904FFEA-4DBA-449A-91E4-67DDFF68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PERMIT NUMBER</a:t>
            </a:r>
          </a:p>
        </p:txBody>
      </p:sp>
      <p:sp>
        <p:nvSpPr>
          <p:cNvPr id="20" name="profile-1686">
            <a:extLst xmlns:a="http://schemas.openxmlformats.org/drawingml/2006/main">
              <a:ext uri="{FF2B5EF4-FFF2-40B4-BE49-F238E27FC236}">
                <a16:creationId xmlns:a16="http://schemas.microsoft.com/office/drawing/2014/main" id="{13DC8D5E-E3C4-4B63-8173-F99609B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2026-000040205-1</a:t>
            </a:r>
          </a:p>
        </p:txBody>
      </p:sp>
      <p:sp>
        <p:nvSpPr>
          <p:cNvPr id="21" name="profile-1687">
            <a:extLst xmlns:a="http://schemas.openxmlformats.org/drawingml/2006/main">
              <a:ext uri="{FF2B5EF4-FFF2-40B4-BE49-F238E27FC236}">
                <a16:creationId xmlns:a16="http://schemas.microsoft.com/office/drawing/2014/main" id="{93A3EE27-47A9-4EAF-A0FE-34DD44EF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BUSINESS LOCATION</a:t>
            </a:r>
          </a:p>
        </p:txBody>
      </p:sp>
      <p:sp>
        <p:nvSpPr>
          <p:cNvPr id="22" name="profile-1688">
            <a:extLst xmlns:a="http://schemas.openxmlformats.org/drawingml/2006/main">
              <a:ext uri="{FF2B5EF4-FFF2-40B4-BE49-F238E27FC236}">
                <a16:creationId xmlns:a16="http://schemas.microsoft.com/office/drawing/2014/main" id="{56E38C42-C73D-4A6F-90C0-7E315E99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Vito Cruz / Malate, Manila</a:t>
            </a:r>
          </a:p>
        </p:txBody>
      </p:sp>
      <p:sp>
        <p:nvSpPr>
          <p:cNvPr id="23" name="profile-1689">
            <a:extLst xmlns:a="http://schemas.openxmlformats.org/drawingml/2006/main">
              <a:ext uri="{FF2B5EF4-FFF2-40B4-BE49-F238E27FC236}">
                <a16:creationId xmlns:a16="http://schemas.microsoft.com/office/drawing/2014/main" id="{AA0E9F37-1262-4F60-973F-3AD888D0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STATED VALIDITY</a:t>
            </a:r>
          </a:p>
        </p:txBody>
      </p:sp>
      <p:sp>
        <p:nvSpPr>
          <p:cNvPr id="24" name="profile-1690">
            <a:extLst xmlns:a="http://schemas.openxmlformats.org/drawingml/2006/main">
              <a:ext uri="{FF2B5EF4-FFF2-40B4-BE49-F238E27FC236}">
                <a16:creationId xmlns:a16="http://schemas.microsoft.com/office/drawing/2014/main" id="{1466F22F-35FB-4194-BE38-335DCC4F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Through 31 December 2026, subject to conditions</a:t>
            </a:r>
          </a:p>
        </p:txBody>
      </p:sp>
      <p:sp>
        <p:nvSpPr>
          <p:cNvPr id="25" name="profile-1691">
            <a:extLst xmlns:a="http://schemas.openxmlformats.org/drawingml/2006/main">
              <a:ext uri="{FF2B5EF4-FFF2-40B4-BE49-F238E27FC236}">
                <a16:creationId xmlns:a16="http://schemas.microsoft.com/office/drawing/2014/main" id="{61626407-AE15-43FB-9D00-662CA3A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and pest control listed. Ancillary clearance status</a:t>
            </a:r>
          </a:p>
        </p:txBody>
      </p:sp>
      <p:sp>
        <p:nvSpPr>
          <p:cNvPr id="26" name="profile-1692">
            <a:extLst xmlns:a="http://schemas.openxmlformats.org/drawingml/2006/main">
              <a:ext uri="{FF2B5EF4-FFF2-40B4-BE49-F238E27FC236}">
                <a16:creationId xmlns:a16="http://schemas.microsoft.com/office/drawing/2014/main" id="{78DE4DC5-87EC-4A79-89B1-109381E1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follows the supplied record.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7D731-B0BC-449F-818C-31E13E34A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7dcef4d8043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4035" y="2076450"/>
            <a:ext cx="3179881" cy="4114800"/>
          </a:xfrm>
          <a:prstGeom xmlns:a="http://schemas.openxmlformats.org/drawingml/2006/main" prst="rect">
            <a:avLst/>
          </a:prstGeom>
        </p:spPr>
      </p:pic>
      <p:sp>
        <p:nvSpPr>
          <p:cNvPr id="28" name="profile-1693">
            <a:extLst xmlns:a="http://schemas.openxmlformats.org/drawingml/2006/main">
              <a:ext uri="{FF2B5EF4-FFF2-40B4-BE49-F238E27FC236}">
                <a16:creationId xmlns:a16="http://schemas.microsoft.com/office/drawing/2014/main" id="{EA14515B-4444-4926-A549-A113079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2 of 3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7251512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1694">
            <a:extLst xmlns:a="http://schemas.openxmlformats.org/drawingml/2006/main">
              <a:ext uri="{FF2B5EF4-FFF2-40B4-BE49-F238E27FC236}">
                <a16:creationId xmlns:a16="http://schemas.microsoft.com/office/drawing/2014/main" id="{232C2B28-7503-403B-B536-B39FC53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695">
            <a:extLst xmlns:a="http://schemas.openxmlformats.org/drawingml/2006/main">
              <a:ext uri="{FF2B5EF4-FFF2-40B4-BE49-F238E27FC236}">
                <a16:creationId xmlns:a16="http://schemas.microsoft.com/office/drawing/2014/main" id="{18F13909-3C49-4AC8-AF31-A8D129DC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C0F3E-1F40-459B-AE2A-9D5F28A8BB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1e8aeb89c48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696">
            <a:extLst xmlns:a="http://schemas.openxmlformats.org/drawingml/2006/main">
              <a:ext uri="{FF2B5EF4-FFF2-40B4-BE49-F238E27FC236}">
                <a16:creationId xmlns:a16="http://schemas.microsoft.com/office/drawing/2014/main" id="{BC9C9894-7A62-4014-A605-B6828C6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697">
            <a:extLst xmlns:a="http://schemas.openxmlformats.org/drawingml/2006/main">
              <a:ext uri="{FF2B5EF4-FFF2-40B4-BE49-F238E27FC236}">
                <a16:creationId xmlns:a16="http://schemas.microsoft.com/office/drawing/2014/main" id="{5126E7EF-E4F9-4CBD-8BC4-71844BD6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698">
            <a:extLst xmlns:a="http://schemas.openxmlformats.org/drawingml/2006/main">
              <a:ext uri="{FF2B5EF4-FFF2-40B4-BE49-F238E27FC236}">
                <a16:creationId xmlns:a16="http://schemas.microsoft.com/office/drawing/2014/main" id="{98E4EB07-BDEF-4051-ACE0-866502E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699">
            <a:extLst xmlns:a="http://schemas.openxmlformats.org/drawingml/2006/main">
              <a:ext uri="{FF2B5EF4-FFF2-40B4-BE49-F238E27FC236}">
                <a16:creationId xmlns:a16="http://schemas.microsoft.com/office/drawing/2014/main" id="{E0B0B669-9188-43D8-B9ED-DC7A586B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700">
            <a:extLst xmlns:a="http://schemas.openxmlformats.org/drawingml/2006/main">
              <a:ext uri="{FF2B5EF4-FFF2-40B4-BE49-F238E27FC236}">
                <a16:creationId xmlns:a16="http://schemas.microsoft.com/office/drawing/2014/main" id="{7922D552-AFB3-462A-8243-94730EF8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701">
            <a:extLst xmlns:a="http://schemas.openxmlformats.org/drawingml/2006/main">
              <a:ext uri="{FF2B5EF4-FFF2-40B4-BE49-F238E27FC236}">
                <a16:creationId xmlns:a16="http://schemas.microsoft.com/office/drawing/2014/main" id="{1A7D120A-D50C-4ECD-AEB1-FD0C3FCA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702">
            <a:extLst xmlns:a="http://schemas.openxmlformats.org/drawingml/2006/main">
              <a:ext uri="{FF2B5EF4-FFF2-40B4-BE49-F238E27FC236}">
                <a16:creationId xmlns:a16="http://schemas.microsoft.com/office/drawing/2014/main" id="{96381735-AD1F-4584-8D8C-2EB748EE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703">
            <a:extLst xmlns:a="http://schemas.openxmlformats.org/drawingml/2006/main">
              <a:ext uri="{FF2B5EF4-FFF2-40B4-BE49-F238E27FC236}">
                <a16:creationId xmlns:a16="http://schemas.microsoft.com/office/drawing/2014/main" id="{790F8936-C537-4CEC-9B91-0281E64F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704">
            <a:extLst xmlns:a="http://schemas.openxmlformats.org/drawingml/2006/main">
              <a:ext uri="{FF2B5EF4-FFF2-40B4-BE49-F238E27FC236}">
                <a16:creationId xmlns:a16="http://schemas.microsoft.com/office/drawing/2014/main" id="{865BD393-BE02-4270-BF8F-A6EBCFBA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705">
            <a:extLst xmlns:a="http://schemas.openxmlformats.org/drawingml/2006/main">
              <a:ext uri="{FF2B5EF4-FFF2-40B4-BE49-F238E27FC236}">
                <a16:creationId xmlns:a16="http://schemas.microsoft.com/office/drawing/2014/main" id="{1932B30E-E0E8-48E8-B354-2BB0B4E0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706">
            <a:extLst xmlns:a="http://schemas.openxmlformats.org/drawingml/2006/main">
              <a:ext uri="{FF2B5EF4-FFF2-40B4-BE49-F238E27FC236}">
                <a16:creationId xmlns:a16="http://schemas.microsoft.com/office/drawing/2014/main" id="{B7FA884D-47D1-4DA5-A31E-CF911666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707">
            <a:extLst xmlns:a="http://schemas.openxmlformats.org/drawingml/2006/main">
              <a:ext uri="{FF2B5EF4-FFF2-40B4-BE49-F238E27FC236}">
                <a16:creationId xmlns:a16="http://schemas.microsoft.com/office/drawing/2014/main" id="{7A3EA31A-4C64-4544-A06D-7DC9E200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48</a:t>
            </a:r>
          </a:p>
        </p:txBody>
      </p:sp>
      <p:sp>
        <p:nvSpPr>
          <p:cNvPr id="16" name="profile-1708">
            <a:extLst xmlns:a="http://schemas.openxmlformats.org/drawingml/2006/main">
              <a:ext uri="{FF2B5EF4-FFF2-40B4-BE49-F238E27FC236}">
                <a16:creationId xmlns:a16="http://schemas.microsoft.com/office/drawing/2014/main" id="{01CE2243-AEBF-4EE9-9684-C95E4961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2026 Manila Business Permit</a:t>
            </a:r>
          </a:p>
        </p:txBody>
      </p:sp>
      <p:sp>
        <p:nvSpPr>
          <p:cNvPr id="17" name="profile-1709">
            <a:extLst xmlns:a="http://schemas.openxmlformats.org/drawingml/2006/main">
              <a:ext uri="{FF2B5EF4-FFF2-40B4-BE49-F238E27FC236}">
                <a16:creationId xmlns:a16="http://schemas.microsoft.com/office/drawing/2014/main" id="{D64005C8-1D0D-4AAA-AF88-26CDBCF7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710">
            <a:extLst xmlns:a="http://schemas.openxmlformats.org/drawingml/2006/main">
              <a:ext uri="{FF2B5EF4-FFF2-40B4-BE49-F238E27FC236}">
                <a16:creationId xmlns:a16="http://schemas.microsoft.com/office/drawing/2014/main" id="{768DA194-212B-43C0-AD5F-74E5FBB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OCEANIDES CORPORATE RECORD</a:t>
            </a:r>
          </a:p>
        </p:txBody>
      </p:sp>
      <p:sp>
        <p:nvSpPr>
          <p:cNvPr id="19" name="profile-1711">
            <a:extLst xmlns:a="http://schemas.openxmlformats.org/drawingml/2006/main">
              <a:ext uri="{FF2B5EF4-FFF2-40B4-BE49-F238E27FC236}">
                <a16:creationId xmlns:a16="http://schemas.microsoft.com/office/drawing/2014/main" id="{613C5871-4765-413A-824F-CE38C1E4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PERMIT NUMBER</a:t>
            </a:r>
          </a:p>
        </p:txBody>
      </p:sp>
      <p:sp>
        <p:nvSpPr>
          <p:cNvPr id="20" name="profile-1712">
            <a:extLst xmlns:a="http://schemas.openxmlformats.org/drawingml/2006/main">
              <a:ext uri="{FF2B5EF4-FFF2-40B4-BE49-F238E27FC236}">
                <a16:creationId xmlns:a16="http://schemas.microsoft.com/office/drawing/2014/main" id="{83BCCADF-A3D6-4569-BE77-E42B57A5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2026-000040205-1</a:t>
            </a:r>
          </a:p>
        </p:txBody>
      </p:sp>
      <p:sp>
        <p:nvSpPr>
          <p:cNvPr id="21" name="profile-1713">
            <a:extLst xmlns:a="http://schemas.openxmlformats.org/drawingml/2006/main">
              <a:ext uri="{FF2B5EF4-FFF2-40B4-BE49-F238E27FC236}">
                <a16:creationId xmlns:a16="http://schemas.microsoft.com/office/drawing/2014/main" id="{8166DF8A-3576-4038-A47A-B176B87C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BUSINESS LOCATION</a:t>
            </a:r>
          </a:p>
        </p:txBody>
      </p:sp>
      <p:sp>
        <p:nvSpPr>
          <p:cNvPr id="22" name="profile-1714">
            <a:extLst xmlns:a="http://schemas.openxmlformats.org/drawingml/2006/main">
              <a:ext uri="{FF2B5EF4-FFF2-40B4-BE49-F238E27FC236}">
                <a16:creationId xmlns:a16="http://schemas.microsoft.com/office/drawing/2014/main" id="{BC3512C9-8D63-442C-A5A3-BA0EE47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Vito Cruz / Malate, Manila</a:t>
            </a:r>
          </a:p>
        </p:txBody>
      </p:sp>
      <p:sp>
        <p:nvSpPr>
          <p:cNvPr id="23" name="profile-1715">
            <a:extLst xmlns:a="http://schemas.openxmlformats.org/drawingml/2006/main">
              <a:ext uri="{FF2B5EF4-FFF2-40B4-BE49-F238E27FC236}">
                <a16:creationId xmlns:a16="http://schemas.microsoft.com/office/drawing/2014/main" id="{056C225B-10D8-4F56-8891-97DFEA20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STATED VALIDITY</a:t>
            </a:r>
          </a:p>
        </p:txBody>
      </p:sp>
      <p:sp>
        <p:nvSpPr>
          <p:cNvPr id="24" name="profile-1716">
            <a:extLst xmlns:a="http://schemas.openxmlformats.org/drawingml/2006/main">
              <a:ext uri="{FF2B5EF4-FFF2-40B4-BE49-F238E27FC236}">
                <a16:creationId xmlns:a16="http://schemas.microsoft.com/office/drawing/2014/main" id="{7297177B-A248-4182-9EAC-A08660B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Through 31 December 2026, subject to conditions</a:t>
            </a:r>
          </a:p>
        </p:txBody>
      </p:sp>
      <p:sp>
        <p:nvSpPr>
          <p:cNvPr id="25" name="profile-1717">
            <a:extLst xmlns:a="http://schemas.openxmlformats.org/drawingml/2006/main">
              <a:ext uri="{FF2B5EF4-FFF2-40B4-BE49-F238E27FC236}">
                <a16:creationId xmlns:a16="http://schemas.microsoft.com/office/drawing/2014/main" id="{A68ED35C-D7DF-4BB7-913B-B67EB45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and pest control listed. Ancillary clearance status</a:t>
            </a:r>
          </a:p>
        </p:txBody>
      </p:sp>
      <p:sp>
        <p:nvSpPr>
          <p:cNvPr id="26" name="profile-1718">
            <a:extLst xmlns:a="http://schemas.openxmlformats.org/drawingml/2006/main">
              <a:ext uri="{FF2B5EF4-FFF2-40B4-BE49-F238E27FC236}">
                <a16:creationId xmlns:a16="http://schemas.microsoft.com/office/drawing/2014/main" id="{A63D81EE-F670-4F75-8FE2-A312BEE4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follows the supplied record.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DED00-1709-440D-8800-D9FA0673F0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52488da3d49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4035" y="2076450"/>
            <a:ext cx="3179881" cy="4114800"/>
          </a:xfrm>
          <a:prstGeom xmlns:a="http://schemas.openxmlformats.org/drawingml/2006/main" prst="rect">
            <a:avLst/>
          </a:prstGeom>
        </p:spPr>
      </p:pic>
      <p:sp>
        <p:nvSpPr>
          <p:cNvPr id="28" name="profile-1719">
            <a:extLst xmlns:a="http://schemas.openxmlformats.org/drawingml/2006/main">
              <a:ext uri="{FF2B5EF4-FFF2-40B4-BE49-F238E27FC236}">
                <a16:creationId xmlns:a16="http://schemas.microsoft.com/office/drawing/2014/main" id="{A214B59E-17AC-4F51-8282-87C5C56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3 of 3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98650420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1720">
            <a:extLst xmlns:a="http://schemas.openxmlformats.org/drawingml/2006/main">
              <a:ext uri="{FF2B5EF4-FFF2-40B4-BE49-F238E27FC236}">
                <a16:creationId xmlns:a16="http://schemas.microsoft.com/office/drawing/2014/main" id="{8B959B7F-6DD5-430D-AD95-2CD4B7A2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721">
            <a:extLst xmlns:a="http://schemas.openxmlformats.org/drawingml/2006/main">
              <a:ext uri="{FF2B5EF4-FFF2-40B4-BE49-F238E27FC236}">
                <a16:creationId xmlns:a16="http://schemas.microsoft.com/office/drawing/2014/main" id="{02A8FC06-E5F4-4126-B3A0-59EC253F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08B5B-4046-47B9-A7BE-569715E55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f232266b346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722">
            <a:extLst xmlns:a="http://schemas.openxmlformats.org/drawingml/2006/main">
              <a:ext uri="{FF2B5EF4-FFF2-40B4-BE49-F238E27FC236}">
                <a16:creationId xmlns:a16="http://schemas.microsoft.com/office/drawing/2014/main" id="{D7D390E0-3281-4B63-85DA-4A2FC275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723">
            <a:extLst xmlns:a="http://schemas.openxmlformats.org/drawingml/2006/main">
              <a:ext uri="{FF2B5EF4-FFF2-40B4-BE49-F238E27FC236}">
                <a16:creationId xmlns:a16="http://schemas.microsoft.com/office/drawing/2014/main" id="{5A0A5930-9992-4F18-A199-D583652D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724">
            <a:extLst xmlns:a="http://schemas.openxmlformats.org/drawingml/2006/main">
              <a:ext uri="{FF2B5EF4-FFF2-40B4-BE49-F238E27FC236}">
                <a16:creationId xmlns:a16="http://schemas.microsoft.com/office/drawing/2014/main" id="{7939F5F0-9EA8-4465-84C2-9F897D8B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725">
            <a:extLst xmlns:a="http://schemas.openxmlformats.org/drawingml/2006/main">
              <a:ext uri="{FF2B5EF4-FFF2-40B4-BE49-F238E27FC236}">
                <a16:creationId xmlns:a16="http://schemas.microsoft.com/office/drawing/2014/main" id="{D1616B70-9FD4-412E-9251-D50A0E22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726">
            <a:extLst xmlns:a="http://schemas.openxmlformats.org/drawingml/2006/main">
              <a:ext uri="{FF2B5EF4-FFF2-40B4-BE49-F238E27FC236}">
                <a16:creationId xmlns:a16="http://schemas.microsoft.com/office/drawing/2014/main" id="{41BA4ADF-8516-4618-B744-541D884E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727">
            <a:extLst xmlns:a="http://schemas.openxmlformats.org/drawingml/2006/main">
              <a:ext uri="{FF2B5EF4-FFF2-40B4-BE49-F238E27FC236}">
                <a16:creationId xmlns:a16="http://schemas.microsoft.com/office/drawing/2014/main" id="{CD852F56-11C3-4BE4-BDCA-1B0B70F6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728">
            <a:extLst xmlns:a="http://schemas.openxmlformats.org/drawingml/2006/main">
              <a:ext uri="{FF2B5EF4-FFF2-40B4-BE49-F238E27FC236}">
                <a16:creationId xmlns:a16="http://schemas.microsoft.com/office/drawing/2014/main" id="{B907E04D-F4AA-49C8-A909-EE1C79E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729">
            <a:extLst xmlns:a="http://schemas.openxmlformats.org/drawingml/2006/main">
              <a:ext uri="{FF2B5EF4-FFF2-40B4-BE49-F238E27FC236}">
                <a16:creationId xmlns:a16="http://schemas.microsoft.com/office/drawing/2014/main" id="{343EBDC0-D777-4C71-960D-DCFA447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730">
            <a:extLst xmlns:a="http://schemas.openxmlformats.org/drawingml/2006/main">
              <a:ext uri="{FF2B5EF4-FFF2-40B4-BE49-F238E27FC236}">
                <a16:creationId xmlns:a16="http://schemas.microsoft.com/office/drawing/2014/main" id="{6E6F87D0-0AE4-4701-B34A-F4A68097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731">
            <a:extLst xmlns:a="http://schemas.openxmlformats.org/drawingml/2006/main">
              <a:ext uri="{FF2B5EF4-FFF2-40B4-BE49-F238E27FC236}">
                <a16:creationId xmlns:a16="http://schemas.microsoft.com/office/drawing/2014/main" id="{D876F6B7-C9EC-4138-95A5-89FC40F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732">
            <a:extLst xmlns:a="http://schemas.openxmlformats.org/drawingml/2006/main">
              <a:ext uri="{FF2B5EF4-FFF2-40B4-BE49-F238E27FC236}">
                <a16:creationId xmlns:a16="http://schemas.microsoft.com/office/drawing/2014/main" id="{41B1FEB2-A46C-4AFB-8BC3-ADDF53F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733">
            <a:extLst xmlns:a="http://schemas.openxmlformats.org/drawingml/2006/main">
              <a:ext uri="{FF2B5EF4-FFF2-40B4-BE49-F238E27FC236}">
                <a16:creationId xmlns:a16="http://schemas.microsoft.com/office/drawing/2014/main" id="{8A23D23C-680A-4EBF-8C5F-97BD7427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49</a:t>
            </a:r>
          </a:p>
        </p:txBody>
      </p:sp>
      <p:sp>
        <p:nvSpPr>
          <p:cNvPr id="16" name="profile-1734">
            <a:extLst xmlns:a="http://schemas.openxmlformats.org/drawingml/2006/main">
              <a:ext uri="{FF2B5EF4-FFF2-40B4-BE49-F238E27FC236}">
                <a16:creationId xmlns:a16="http://schemas.microsoft.com/office/drawing/2014/main" id="{EA03EE29-652B-4EF2-8FF5-3956489A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DOH Sanitation Clearance</a:t>
            </a:r>
          </a:p>
        </p:txBody>
      </p:sp>
      <p:sp>
        <p:nvSpPr>
          <p:cNvPr id="17" name="profile-1735">
            <a:extLst xmlns:a="http://schemas.openxmlformats.org/drawingml/2006/main">
              <a:ext uri="{FF2B5EF4-FFF2-40B4-BE49-F238E27FC236}">
                <a16:creationId xmlns:a16="http://schemas.microsoft.com/office/drawing/2014/main" id="{A00D2929-5063-4C16-B6C2-3EEDA78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736">
            <a:extLst xmlns:a="http://schemas.openxmlformats.org/drawingml/2006/main">
              <a:ext uri="{FF2B5EF4-FFF2-40B4-BE49-F238E27FC236}">
                <a16:creationId xmlns:a16="http://schemas.microsoft.com/office/drawing/2014/main" id="{AA0ABB73-4136-4922-913E-72B2D969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737">
            <a:extLst xmlns:a="http://schemas.openxmlformats.org/drawingml/2006/main">
              <a:ext uri="{FF2B5EF4-FFF2-40B4-BE49-F238E27FC236}">
                <a16:creationId xmlns:a16="http://schemas.microsoft.com/office/drawing/2014/main" id="{7ED4E0D2-880D-4095-856C-D61ABD51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738">
            <a:extLst xmlns:a="http://schemas.openxmlformats.org/drawingml/2006/main">
              <a:ext uri="{FF2B5EF4-FFF2-40B4-BE49-F238E27FC236}">
                <a16:creationId xmlns:a16="http://schemas.microsoft.com/office/drawing/2014/main" id="{BE83D32A-48EE-4010-8640-5A964D8E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739">
            <a:extLst xmlns:a="http://schemas.openxmlformats.org/drawingml/2006/main">
              <a:ext uri="{FF2B5EF4-FFF2-40B4-BE49-F238E27FC236}">
                <a16:creationId xmlns:a16="http://schemas.microsoft.com/office/drawing/2014/main" id="{CE7D8E7D-5C39-4FA5-AC28-9BC5148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740">
            <a:extLst xmlns:a="http://schemas.openxmlformats.org/drawingml/2006/main">
              <a:ext uri="{FF2B5EF4-FFF2-40B4-BE49-F238E27FC236}">
                <a16:creationId xmlns:a16="http://schemas.microsoft.com/office/drawing/2014/main" id="{8B07FAB0-1AC3-45F0-A0A9-154A156D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28 April 2025</a:t>
            </a:r>
          </a:p>
        </p:txBody>
      </p:sp>
      <p:sp>
        <p:nvSpPr>
          <p:cNvPr id="23" name="profile-1741">
            <a:extLst xmlns:a="http://schemas.openxmlformats.org/drawingml/2006/main">
              <a:ext uri="{FF2B5EF4-FFF2-40B4-BE49-F238E27FC236}">
                <a16:creationId xmlns:a16="http://schemas.microsoft.com/office/drawing/2014/main" id="{C2D9A471-8D3C-474E-89D6-6B8ADF27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LISTED OPERATING AREA</a:t>
            </a:r>
          </a:p>
        </p:txBody>
      </p:sp>
      <p:sp>
        <p:nvSpPr>
          <p:cNvPr id="24" name="profile-1742">
            <a:extLst xmlns:a="http://schemas.openxmlformats.org/drawingml/2006/main">
              <a:ext uri="{FF2B5EF4-FFF2-40B4-BE49-F238E27FC236}">
                <a16:creationId xmlns:a16="http://schemas.microsoft.com/office/drawing/2014/main" id="{5528B1B6-DA52-4782-A868-F1F9EE00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Bataan, Bulacan, Pampanga and Tarlac</a:t>
            </a:r>
          </a:p>
        </p:txBody>
      </p:sp>
      <p:sp>
        <p:nvSpPr>
          <p:cNvPr id="25" name="profile-1743">
            <a:extLst xmlns:a="http://schemas.openxmlformats.org/drawingml/2006/main">
              <a:ext uri="{FF2B5EF4-FFF2-40B4-BE49-F238E27FC236}">
                <a16:creationId xmlns:a16="http://schemas.microsoft.com/office/drawing/2014/main" id="{D335ADF7-CA74-44CB-904A-512039A9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Provider-held clearance. Stated geographic scope applies; no</a:t>
            </a:r>
          </a:p>
        </p:txBody>
      </p:sp>
      <p:sp>
        <p:nvSpPr>
          <p:cNvPr id="26" name="profile-1744">
            <a:extLst xmlns:a="http://schemas.openxmlformats.org/drawingml/2006/main">
              <a:ext uri="{FF2B5EF4-FFF2-40B4-BE49-F238E27FC236}">
                <a16:creationId xmlns:a16="http://schemas.microsoft.com/office/drawing/2014/main" id="{FD83ABA2-0C02-4095-8B80-064FC0F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expiry is printed.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5C667-514C-4F6C-8701-8B5B89B0A2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70653a85a47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0495" y="2076450"/>
            <a:ext cx="2906960" cy="4114800"/>
          </a:xfrm>
          <a:prstGeom xmlns:a="http://schemas.openxmlformats.org/drawingml/2006/main" prst="rect">
            <a:avLst/>
          </a:prstGeom>
        </p:spPr>
      </p:pic>
      <p:sp>
        <p:nvSpPr>
          <p:cNvPr id="28" name="profile-1745">
            <a:extLst xmlns:a="http://schemas.openxmlformats.org/drawingml/2006/main">
              <a:ext uri="{FF2B5EF4-FFF2-40B4-BE49-F238E27FC236}">
                <a16:creationId xmlns:a16="http://schemas.microsoft.com/office/drawing/2014/main" id="{39F77297-1EEB-40E1-B0DB-E5DDF109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 of 1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43512597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746">
            <a:extLst xmlns:a="http://schemas.openxmlformats.org/drawingml/2006/main">
              <a:ext uri="{FF2B5EF4-FFF2-40B4-BE49-F238E27FC236}">
                <a16:creationId xmlns:a16="http://schemas.microsoft.com/office/drawing/2014/main" id="{DDC272AD-0E79-4F3E-873A-BAD9ED5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747">
            <a:extLst xmlns:a="http://schemas.openxmlformats.org/drawingml/2006/main">
              <a:ext uri="{FF2B5EF4-FFF2-40B4-BE49-F238E27FC236}">
                <a16:creationId xmlns:a16="http://schemas.microsoft.com/office/drawing/2014/main" id="{4EBF212D-94FA-44B6-8873-9BE7000F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D5E35-E4E2-44F5-9642-11B1CCCDA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4e40883f34e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748">
            <a:extLst xmlns:a="http://schemas.openxmlformats.org/drawingml/2006/main">
              <a:ext uri="{FF2B5EF4-FFF2-40B4-BE49-F238E27FC236}">
                <a16:creationId xmlns:a16="http://schemas.microsoft.com/office/drawing/2014/main" id="{8E2657AE-B9D7-4993-8128-C306B1B9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749">
            <a:extLst xmlns:a="http://schemas.openxmlformats.org/drawingml/2006/main">
              <a:ext uri="{FF2B5EF4-FFF2-40B4-BE49-F238E27FC236}">
                <a16:creationId xmlns:a16="http://schemas.microsoft.com/office/drawing/2014/main" id="{4DD8FFBA-AD99-4C53-8293-BCE3A4E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750">
            <a:extLst xmlns:a="http://schemas.openxmlformats.org/drawingml/2006/main">
              <a:ext uri="{FF2B5EF4-FFF2-40B4-BE49-F238E27FC236}">
                <a16:creationId xmlns:a16="http://schemas.microsoft.com/office/drawing/2014/main" id="{62065EC0-F532-43EE-A4C2-EC15A703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751">
            <a:extLst xmlns:a="http://schemas.openxmlformats.org/drawingml/2006/main">
              <a:ext uri="{FF2B5EF4-FFF2-40B4-BE49-F238E27FC236}">
                <a16:creationId xmlns:a16="http://schemas.microsoft.com/office/drawing/2014/main" id="{42A6A30D-E4F6-4946-B56C-91DDB151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752">
            <a:extLst xmlns:a="http://schemas.openxmlformats.org/drawingml/2006/main">
              <a:ext uri="{FF2B5EF4-FFF2-40B4-BE49-F238E27FC236}">
                <a16:creationId xmlns:a16="http://schemas.microsoft.com/office/drawing/2014/main" id="{A08B58AA-EDE9-48B6-8083-699D39DC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753">
            <a:extLst xmlns:a="http://schemas.openxmlformats.org/drawingml/2006/main">
              <a:ext uri="{FF2B5EF4-FFF2-40B4-BE49-F238E27FC236}">
                <a16:creationId xmlns:a16="http://schemas.microsoft.com/office/drawing/2014/main" id="{68A4E027-A027-4A12-AB02-85DE3FB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754">
            <a:extLst xmlns:a="http://schemas.openxmlformats.org/drawingml/2006/main">
              <a:ext uri="{FF2B5EF4-FFF2-40B4-BE49-F238E27FC236}">
                <a16:creationId xmlns:a16="http://schemas.microsoft.com/office/drawing/2014/main" id="{DB96A18E-B3F8-491E-BA65-BEAFAEBF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755">
            <a:extLst xmlns:a="http://schemas.openxmlformats.org/drawingml/2006/main">
              <a:ext uri="{FF2B5EF4-FFF2-40B4-BE49-F238E27FC236}">
                <a16:creationId xmlns:a16="http://schemas.microsoft.com/office/drawing/2014/main" id="{B8F7AB14-FB2A-4CC9-8530-42D6090E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756">
            <a:extLst xmlns:a="http://schemas.openxmlformats.org/drawingml/2006/main">
              <a:ext uri="{FF2B5EF4-FFF2-40B4-BE49-F238E27FC236}">
                <a16:creationId xmlns:a16="http://schemas.microsoft.com/office/drawing/2014/main" id="{93E2BCAC-E5B8-4C09-AD36-E14B7DA8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757">
            <a:extLst xmlns:a="http://schemas.openxmlformats.org/drawingml/2006/main">
              <a:ext uri="{FF2B5EF4-FFF2-40B4-BE49-F238E27FC236}">
                <a16:creationId xmlns:a16="http://schemas.microsoft.com/office/drawing/2014/main" id="{ED376C45-88C6-4029-A521-BAA39DC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758">
            <a:extLst xmlns:a="http://schemas.openxmlformats.org/drawingml/2006/main">
              <a:ext uri="{FF2B5EF4-FFF2-40B4-BE49-F238E27FC236}">
                <a16:creationId xmlns:a16="http://schemas.microsoft.com/office/drawing/2014/main" id="{941D46DF-D90F-4B4B-8094-F47273F2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759">
            <a:extLst xmlns:a="http://schemas.openxmlformats.org/drawingml/2006/main">
              <a:ext uri="{FF2B5EF4-FFF2-40B4-BE49-F238E27FC236}">
                <a16:creationId xmlns:a16="http://schemas.microsoft.com/office/drawing/2014/main" id="{4AE6A033-41C5-403A-9F96-BF400E33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50</a:t>
            </a:r>
          </a:p>
        </p:txBody>
      </p:sp>
      <p:sp>
        <p:nvSpPr>
          <p:cNvPr id="16" name="profile-1760">
            <a:extLst xmlns:a="http://schemas.openxmlformats.org/drawingml/2006/main">
              <a:ext uri="{FF2B5EF4-FFF2-40B4-BE49-F238E27FC236}">
                <a16:creationId xmlns:a16="http://schemas.microsoft.com/office/drawing/2014/main" id="{1649370E-3BCA-490F-9E78-387E84AF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761">
            <a:extLst xmlns:a="http://schemas.openxmlformats.org/drawingml/2006/main">
              <a:ext uri="{FF2B5EF4-FFF2-40B4-BE49-F238E27FC236}">
                <a16:creationId xmlns:a16="http://schemas.microsoft.com/office/drawing/2014/main" id="{90D00E5B-70AA-4F5A-AE35-B3F03904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762">
            <a:extLst xmlns:a="http://schemas.openxmlformats.org/drawingml/2006/main">
              <a:ext uri="{FF2B5EF4-FFF2-40B4-BE49-F238E27FC236}">
                <a16:creationId xmlns:a16="http://schemas.microsoft.com/office/drawing/2014/main" id="{9572DED2-6A04-4D57-9C0F-16DB7C66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763">
            <a:extLst xmlns:a="http://schemas.openxmlformats.org/drawingml/2006/main">
              <a:ext uri="{FF2B5EF4-FFF2-40B4-BE49-F238E27FC236}">
                <a16:creationId xmlns:a16="http://schemas.microsoft.com/office/drawing/2014/main" id="{9E85259B-DA2C-49F9-B103-70326633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764">
            <a:extLst xmlns:a="http://schemas.openxmlformats.org/drawingml/2006/main">
              <a:ext uri="{FF2B5EF4-FFF2-40B4-BE49-F238E27FC236}">
                <a16:creationId xmlns:a16="http://schemas.microsoft.com/office/drawing/2014/main" id="{C50A235C-A6E4-424F-807F-B92A6130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765">
            <a:extLst xmlns:a="http://schemas.openxmlformats.org/drawingml/2006/main">
              <a:ext uri="{FF2B5EF4-FFF2-40B4-BE49-F238E27FC236}">
                <a16:creationId xmlns:a16="http://schemas.microsoft.com/office/drawing/2014/main" id="{D9715549-F7DC-4DA6-964C-CA246023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766">
            <a:extLst xmlns:a="http://schemas.openxmlformats.org/drawingml/2006/main">
              <a:ext uri="{FF2B5EF4-FFF2-40B4-BE49-F238E27FC236}">
                <a16:creationId xmlns:a16="http://schemas.microsoft.com/office/drawing/2014/main" id="{7B449331-6322-4C58-A6CD-DAD9A6B0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767">
            <a:extLst xmlns:a="http://schemas.openxmlformats.org/drawingml/2006/main">
              <a:ext uri="{FF2B5EF4-FFF2-40B4-BE49-F238E27FC236}">
                <a16:creationId xmlns:a16="http://schemas.microsoft.com/office/drawing/2014/main" id="{3C1E868A-A12A-4211-AFA3-2937C574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768">
            <a:extLst xmlns:a="http://schemas.openxmlformats.org/drawingml/2006/main">
              <a:ext uri="{FF2B5EF4-FFF2-40B4-BE49-F238E27FC236}">
                <a16:creationId xmlns:a16="http://schemas.microsoft.com/office/drawing/2014/main" id="{FAA78A09-3699-4850-8D47-C1AC79BD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769">
            <a:extLst xmlns:a="http://schemas.openxmlformats.org/drawingml/2006/main">
              <a:ext uri="{FF2B5EF4-FFF2-40B4-BE49-F238E27FC236}">
                <a16:creationId xmlns:a16="http://schemas.microsoft.com/office/drawing/2014/main" id="{7E1E05D0-F121-4FCA-A7CE-C1821BE3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770">
            <a:extLst xmlns:a="http://schemas.openxmlformats.org/drawingml/2006/main">
              <a:ext uri="{FF2B5EF4-FFF2-40B4-BE49-F238E27FC236}">
                <a16:creationId xmlns:a16="http://schemas.microsoft.com/office/drawing/2014/main" id="{2131FE88-FCF6-461D-AC00-F406CE88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771">
            <a:extLst xmlns:a="http://schemas.openxmlformats.org/drawingml/2006/main">
              <a:ext uri="{FF2B5EF4-FFF2-40B4-BE49-F238E27FC236}">
                <a16:creationId xmlns:a16="http://schemas.microsoft.com/office/drawing/2014/main" id="{5B795A7A-A77B-471A-9578-0AEB6823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219ED-649B-4A2D-8FC4-0568392DA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38ed9277b41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772">
            <a:extLst xmlns:a="http://schemas.openxmlformats.org/drawingml/2006/main">
              <a:ext uri="{FF2B5EF4-FFF2-40B4-BE49-F238E27FC236}">
                <a16:creationId xmlns:a16="http://schemas.microsoft.com/office/drawing/2014/main" id="{4D48F86C-8188-4D57-BA9B-94C98ACB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9054791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773">
            <a:extLst xmlns:a="http://schemas.openxmlformats.org/drawingml/2006/main">
              <a:ext uri="{FF2B5EF4-FFF2-40B4-BE49-F238E27FC236}">
                <a16:creationId xmlns:a16="http://schemas.microsoft.com/office/drawing/2014/main" id="{DFA76AFC-5998-4A79-833D-8B03CD16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774">
            <a:extLst xmlns:a="http://schemas.openxmlformats.org/drawingml/2006/main">
              <a:ext uri="{FF2B5EF4-FFF2-40B4-BE49-F238E27FC236}">
                <a16:creationId xmlns:a16="http://schemas.microsoft.com/office/drawing/2014/main" id="{10732EA8-D94A-4C92-AD81-70A8CFE5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8B845-9007-4D89-AC5D-1F961B26C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2c273477f46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775">
            <a:extLst xmlns:a="http://schemas.openxmlformats.org/drawingml/2006/main">
              <a:ext uri="{FF2B5EF4-FFF2-40B4-BE49-F238E27FC236}">
                <a16:creationId xmlns:a16="http://schemas.microsoft.com/office/drawing/2014/main" id="{1D78BFC2-F116-469E-998C-4C646FE7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776">
            <a:extLst xmlns:a="http://schemas.openxmlformats.org/drawingml/2006/main">
              <a:ext uri="{FF2B5EF4-FFF2-40B4-BE49-F238E27FC236}">
                <a16:creationId xmlns:a16="http://schemas.microsoft.com/office/drawing/2014/main" id="{79C147A9-4AB1-4D63-B15B-3AA285DD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777">
            <a:extLst xmlns:a="http://schemas.openxmlformats.org/drawingml/2006/main">
              <a:ext uri="{FF2B5EF4-FFF2-40B4-BE49-F238E27FC236}">
                <a16:creationId xmlns:a16="http://schemas.microsoft.com/office/drawing/2014/main" id="{F59623A9-9374-4D0F-AE86-75E779DA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778">
            <a:extLst xmlns:a="http://schemas.openxmlformats.org/drawingml/2006/main">
              <a:ext uri="{FF2B5EF4-FFF2-40B4-BE49-F238E27FC236}">
                <a16:creationId xmlns:a16="http://schemas.microsoft.com/office/drawing/2014/main" id="{7F0E3C85-ED22-455A-A851-4930EA6F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779">
            <a:extLst xmlns:a="http://schemas.openxmlformats.org/drawingml/2006/main">
              <a:ext uri="{FF2B5EF4-FFF2-40B4-BE49-F238E27FC236}">
                <a16:creationId xmlns:a16="http://schemas.microsoft.com/office/drawing/2014/main" id="{989DD42C-64C5-4E3B-B308-1B2B2B2F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780">
            <a:extLst xmlns:a="http://schemas.openxmlformats.org/drawingml/2006/main">
              <a:ext uri="{FF2B5EF4-FFF2-40B4-BE49-F238E27FC236}">
                <a16:creationId xmlns:a16="http://schemas.microsoft.com/office/drawing/2014/main" id="{783C9E8C-4070-4965-9466-4FFD884D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781">
            <a:extLst xmlns:a="http://schemas.openxmlformats.org/drawingml/2006/main">
              <a:ext uri="{FF2B5EF4-FFF2-40B4-BE49-F238E27FC236}">
                <a16:creationId xmlns:a16="http://schemas.microsoft.com/office/drawing/2014/main" id="{E1085657-BA57-4438-9E63-3A96C672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782">
            <a:extLst xmlns:a="http://schemas.openxmlformats.org/drawingml/2006/main">
              <a:ext uri="{FF2B5EF4-FFF2-40B4-BE49-F238E27FC236}">
                <a16:creationId xmlns:a16="http://schemas.microsoft.com/office/drawing/2014/main" id="{240D8561-5063-4046-A326-29E99560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783">
            <a:extLst xmlns:a="http://schemas.openxmlformats.org/drawingml/2006/main">
              <a:ext uri="{FF2B5EF4-FFF2-40B4-BE49-F238E27FC236}">
                <a16:creationId xmlns:a16="http://schemas.microsoft.com/office/drawing/2014/main" id="{702FC123-60D3-4516-ADF8-8984987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784">
            <a:extLst xmlns:a="http://schemas.openxmlformats.org/drawingml/2006/main">
              <a:ext uri="{FF2B5EF4-FFF2-40B4-BE49-F238E27FC236}">
                <a16:creationId xmlns:a16="http://schemas.microsoft.com/office/drawing/2014/main" id="{A8253FDB-60FA-42EB-B756-5D7E3615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785">
            <a:extLst xmlns:a="http://schemas.openxmlformats.org/drawingml/2006/main">
              <a:ext uri="{FF2B5EF4-FFF2-40B4-BE49-F238E27FC236}">
                <a16:creationId xmlns:a16="http://schemas.microsoft.com/office/drawing/2014/main" id="{ACDF5858-CFAE-4C42-AC76-8E6F65CF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786">
            <a:extLst xmlns:a="http://schemas.openxmlformats.org/drawingml/2006/main">
              <a:ext uri="{FF2B5EF4-FFF2-40B4-BE49-F238E27FC236}">
                <a16:creationId xmlns:a16="http://schemas.microsoft.com/office/drawing/2014/main" id="{226743ED-2564-42A4-A525-17935C1C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51</a:t>
            </a:r>
          </a:p>
        </p:txBody>
      </p:sp>
      <p:sp>
        <p:nvSpPr>
          <p:cNvPr id="16" name="profile-1787">
            <a:extLst xmlns:a="http://schemas.openxmlformats.org/drawingml/2006/main">
              <a:ext uri="{FF2B5EF4-FFF2-40B4-BE49-F238E27FC236}">
                <a16:creationId xmlns:a16="http://schemas.microsoft.com/office/drawing/2014/main" id="{809023AE-618C-4EDC-9E5F-87026C95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788">
            <a:extLst xmlns:a="http://schemas.openxmlformats.org/drawingml/2006/main">
              <a:ext uri="{FF2B5EF4-FFF2-40B4-BE49-F238E27FC236}">
                <a16:creationId xmlns:a16="http://schemas.microsoft.com/office/drawing/2014/main" id="{EC2C13AE-5FFB-4FB9-9035-68DC7640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789">
            <a:extLst xmlns:a="http://schemas.openxmlformats.org/drawingml/2006/main">
              <a:ext uri="{FF2B5EF4-FFF2-40B4-BE49-F238E27FC236}">
                <a16:creationId xmlns:a16="http://schemas.microsoft.com/office/drawing/2014/main" id="{069F2320-55D0-45CF-8A98-D3BBFAB4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790">
            <a:extLst xmlns:a="http://schemas.openxmlformats.org/drawingml/2006/main">
              <a:ext uri="{FF2B5EF4-FFF2-40B4-BE49-F238E27FC236}">
                <a16:creationId xmlns:a16="http://schemas.microsoft.com/office/drawing/2014/main" id="{4C2AFD95-0C3E-4DE3-A693-474F8667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791">
            <a:extLst xmlns:a="http://schemas.openxmlformats.org/drawingml/2006/main">
              <a:ext uri="{FF2B5EF4-FFF2-40B4-BE49-F238E27FC236}">
                <a16:creationId xmlns:a16="http://schemas.microsoft.com/office/drawing/2014/main" id="{E1AB5D6A-2555-4118-B083-0CAE715F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792">
            <a:extLst xmlns:a="http://schemas.openxmlformats.org/drawingml/2006/main">
              <a:ext uri="{FF2B5EF4-FFF2-40B4-BE49-F238E27FC236}">
                <a16:creationId xmlns:a16="http://schemas.microsoft.com/office/drawing/2014/main" id="{C780941E-6659-4526-89AB-549DE338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793">
            <a:extLst xmlns:a="http://schemas.openxmlformats.org/drawingml/2006/main">
              <a:ext uri="{FF2B5EF4-FFF2-40B4-BE49-F238E27FC236}">
                <a16:creationId xmlns:a16="http://schemas.microsoft.com/office/drawing/2014/main" id="{06AB4BF0-0493-44A9-9A72-FD013243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794">
            <a:extLst xmlns:a="http://schemas.openxmlformats.org/drawingml/2006/main">
              <a:ext uri="{FF2B5EF4-FFF2-40B4-BE49-F238E27FC236}">
                <a16:creationId xmlns:a16="http://schemas.microsoft.com/office/drawing/2014/main" id="{1B4D6518-D676-40EC-B940-0D679E9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795">
            <a:extLst xmlns:a="http://schemas.openxmlformats.org/drawingml/2006/main">
              <a:ext uri="{FF2B5EF4-FFF2-40B4-BE49-F238E27FC236}">
                <a16:creationId xmlns:a16="http://schemas.microsoft.com/office/drawing/2014/main" id="{499D8F1A-E78E-464C-82C5-460170CA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796">
            <a:extLst xmlns:a="http://schemas.openxmlformats.org/drawingml/2006/main">
              <a:ext uri="{FF2B5EF4-FFF2-40B4-BE49-F238E27FC236}">
                <a16:creationId xmlns:a16="http://schemas.microsoft.com/office/drawing/2014/main" id="{29B28BFC-EF7A-46BF-9BAF-3E52C6D0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797">
            <a:extLst xmlns:a="http://schemas.openxmlformats.org/drawingml/2006/main">
              <a:ext uri="{FF2B5EF4-FFF2-40B4-BE49-F238E27FC236}">
                <a16:creationId xmlns:a16="http://schemas.microsoft.com/office/drawing/2014/main" id="{82AF4132-B7F5-4A39-A225-E755E41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798">
            <a:extLst xmlns:a="http://schemas.openxmlformats.org/drawingml/2006/main">
              <a:ext uri="{FF2B5EF4-FFF2-40B4-BE49-F238E27FC236}">
                <a16:creationId xmlns:a16="http://schemas.microsoft.com/office/drawing/2014/main" id="{021D38F0-8D23-47DD-9A72-FEC9307C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C80C6-8685-47BF-9A4C-EDF72597B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e4e06492b4a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799">
            <a:extLst xmlns:a="http://schemas.openxmlformats.org/drawingml/2006/main">
              <a:ext uri="{FF2B5EF4-FFF2-40B4-BE49-F238E27FC236}">
                <a16:creationId xmlns:a16="http://schemas.microsoft.com/office/drawing/2014/main" id="{E6FC9990-40A2-44F2-9F3D-C21A8A9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2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44983002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800">
            <a:extLst xmlns:a="http://schemas.openxmlformats.org/drawingml/2006/main">
              <a:ext uri="{FF2B5EF4-FFF2-40B4-BE49-F238E27FC236}">
                <a16:creationId xmlns:a16="http://schemas.microsoft.com/office/drawing/2014/main" id="{EB190012-8852-4570-8597-494F69AF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801">
            <a:extLst xmlns:a="http://schemas.openxmlformats.org/drawingml/2006/main">
              <a:ext uri="{FF2B5EF4-FFF2-40B4-BE49-F238E27FC236}">
                <a16:creationId xmlns:a16="http://schemas.microsoft.com/office/drawing/2014/main" id="{371A7DF2-B463-4B81-B0F2-A9974C96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A9060-6582-4D43-82F1-7792B21B4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b8e1a273849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802">
            <a:extLst xmlns:a="http://schemas.openxmlformats.org/drawingml/2006/main">
              <a:ext uri="{FF2B5EF4-FFF2-40B4-BE49-F238E27FC236}">
                <a16:creationId xmlns:a16="http://schemas.microsoft.com/office/drawing/2014/main" id="{BABF1F4C-7CD5-47D7-A927-EE4150A7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803">
            <a:extLst xmlns:a="http://schemas.openxmlformats.org/drawingml/2006/main">
              <a:ext uri="{FF2B5EF4-FFF2-40B4-BE49-F238E27FC236}">
                <a16:creationId xmlns:a16="http://schemas.microsoft.com/office/drawing/2014/main" id="{F4A64F0A-C36B-456A-9F54-D3B2EF15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804">
            <a:extLst xmlns:a="http://schemas.openxmlformats.org/drawingml/2006/main">
              <a:ext uri="{FF2B5EF4-FFF2-40B4-BE49-F238E27FC236}">
                <a16:creationId xmlns:a16="http://schemas.microsoft.com/office/drawing/2014/main" id="{C719492F-85B8-4B54-A0E4-4BEFFB3E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805">
            <a:extLst xmlns:a="http://schemas.openxmlformats.org/drawingml/2006/main">
              <a:ext uri="{FF2B5EF4-FFF2-40B4-BE49-F238E27FC236}">
                <a16:creationId xmlns:a16="http://schemas.microsoft.com/office/drawing/2014/main" id="{B8E0ED15-4026-4179-BDDE-B273CA9D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806">
            <a:extLst xmlns:a="http://schemas.openxmlformats.org/drawingml/2006/main">
              <a:ext uri="{FF2B5EF4-FFF2-40B4-BE49-F238E27FC236}">
                <a16:creationId xmlns:a16="http://schemas.microsoft.com/office/drawing/2014/main" id="{21A4E7F4-96B2-42DF-9613-1D1073B6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807">
            <a:extLst xmlns:a="http://schemas.openxmlformats.org/drawingml/2006/main">
              <a:ext uri="{FF2B5EF4-FFF2-40B4-BE49-F238E27FC236}">
                <a16:creationId xmlns:a16="http://schemas.microsoft.com/office/drawing/2014/main" id="{C156F278-D34E-44DD-A669-C6A7E882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808">
            <a:extLst xmlns:a="http://schemas.openxmlformats.org/drawingml/2006/main">
              <a:ext uri="{FF2B5EF4-FFF2-40B4-BE49-F238E27FC236}">
                <a16:creationId xmlns:a16="http://schemas.microsoft.com/office/drawing/2014/main" id="{4BB7610F-BC08-4443-8216-B711B1E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809">
            <a:extLst xmlns:a="http://schemas.openxmlformats.org/drawingml/2006/main">
              <a:ext uri="{FF2B5EF4-FFF2-40B4-BE49-F238E27FC236}">
                <a16:creationId xmlns:a16="http://schemas.microsoft.com/office/drawing/2014/main" id="{A0338702-25C6-425B-AAA7-FF43844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810">
            <a:extLst xmlns:a="http://schemas.openxmlformats.org/drawingml/2006/main">
              <a:ext uri="{FF2B5EF4-FFF2-40B4-BE49-F238E27FC236}">
                <a16:creationId xmlns:a16="http://schemas.microsoft.com/office/drawing/2014/main" id="{7D4EE860-83C8-404B-9742-34CF29D1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811">
            <a:extLst xmlns:a="http://schemas.openxmlformats.org/drawingml/2006/main">
              <a:ext uri="{FF2B5EF4-FFF2-40B4-BE49-F238E27FC236}">
                <a16:creationId xmlns:a16="http://schemas.microsoft.com/office/drawing/2014/main" id="{F8D55C43-DBE1-48AE-B91B-F37E3B5B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812">
            <a:extLst xmlns:a="http://schemas.openxmlformats.org/drawingml/2006/main">
              <a:ext uri="{FF2B5EF4-FFF2-40B4-BE49-F238E27FC236}">
                <a16:creationId xmlns:a16="http://schemas.microsoft.com/office/drawing/2014/main" id="{5DF8F53A-7502-4A8E-BBCE-513A7866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813">
            <a:extLst xmlns:a="http://schemas.openxmlformats.org/drawingml/2006/main">
              <a:ext uri="{FF2B5EF4-FFF2-40B4-BE49-F238E27FC236}">
                <a16:creationId xmlns:a16="http://schemas.microsoft.com/office/drawing/2014/main" id="{98D558B5-3BAF-4297-8164-CFD838B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6" name="profile-1814">
            <a:extLst xmlns:a="http://schemas.openxmlformats.org/drawingml/2006/main">
              <a:ext uri="{FF2B5EF4-FFF2-40B4-BE49-F238E27FC236}">
                <a16:creationId xmlns:a16="http://schemas.microsoft.com/office/drawing/2014/main" id="{31C7BAB2-37EF-474C-B86B-E6B9DFB7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815">
            <a:extLst xmlns:a="http://schemas.openxmlformats.org/drawingml/2006/main">
              <a:ext uri="{FF2B5EF4-FFF2-40B4-BE49-F238E27FC236}">
                <a16:creationId xmlns:a16="http://schemas.microsoft.com/office/drawing/2014/main" id="{04B8ABD1-0BFC-4229-9D6E-C99FE5CB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816">
            <a:extLst xmlns:a="http://schemas.openxmlformats.org/drawingml/2006/main">
              <a:ext uri="{FF2B5EF4-FFF2-40B4-BE49-F238E27FC236}">
                <a16:creationId xmlns:a16="http://schemas.microsoft.com/office/drawing/2014/main" id="{769EFB56-8C66-4898-9BFB-58987B71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817">
            <a:extLst xmlns:a="http://schemas.openxmlformats.org/drawingml/2006/main">
              <a:ext uri="{FF2B5EF4-FFF2-40B4-BE49-F238E27FC236}">
                <a16:creationId xmlns:a16="http://schemas.microsoft.com/office/drawing/2014/main" id="{470FC577-0B52-4BCE-B31C-DC1A77F5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818">
            <a:extLst xmlns:a="http://schemas.openxmlformats.org/drawingml/2006/main">
              <a:ext uri="{FF2B5EF4-FFF2-40B4-BE49-F238E27FC236}">
                <a16:creationId xmlns:a16="http://schemas.microsoft.com/office/drawing/2014/main" id="{B27F655C-EEAE-4E4E-B87D-8F03480C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819">
            <a:extLst xmlns:a="http://schemas.openxmlformats.org/drawingml/2006/main">
              <a:ext uri="{FF2B5EF4-FFF2-40B4-BE49-F238E27FC236}">
                <a16:creationId xmlns:a16="http://schemas.microsoft.com/office/drawing/2014/main" id="{FA134CC6-2E38-4270-A038-0C8462ED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820">
            <a:extLst xmlns:a="http://schemas.openxmlformats.org/drawingml/2006/main">
              <a:ext uri="{FF2B5EF4-FFF2-40B4-BE49-F238E27FC236}">
                <a16:creationId xmlns:a16="http://schemas.microsoft.com/office/drawing/2014/main" id="{11EB56C9-628D-4A9D-9824-728ABBFB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821">
            <a:extLst xmlns:a="http://schemas.openxmlformats.org/drawingml/2006/main">
              <a:ext uri="{FF2B5EF4-FFF2-40B4-BE49-F238E27FC236}">
                <a16:creationId xmlns:a16="http://schemas.microsoft.com/office/drawing/2014/main" id="{86F75A05-FFB5-400E-91F8-D6AF04F5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822">
            <a:extLst xmlns:a="http://schemas.openxmlformats.org/drawingml/2006/main">
              <a:ext uri="{FF2B5EF4-FFF2-40B4-BE49-F238E27FC236}">
                <a16:creationId xmlns:a16="http://schemas.microsoft.com/office/drawing/2014/main" id="{5B8D5696-81BE-47A9-AE48-18675D4C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823">
            <a:extLst xmlns:a="http://schemas.openxmlformats.org/drawingml/2006/main">
              <a:ext uri="{FF2B5EF4-FFF2-40B4-BE49-F238E27FC236}">
                <a16:creationId xmlns:a16="http://schemas.microsoft.com/office/drawing/2014/main" id="{6CF6339E-BC4F-41E5-A68A-B819960A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824">
            <a:extLst xmlns:a="http://schemas.openxmlformats.org/drawingml/2006/main">
              <a:ext uri="{FF2B5EF4-FFF2-40B4-BE49-F238E27FC236}">
                <a16:creationId xmlns:a16="http://schemas.microsoft.com/office/drawing/2014/main" id="{7BCA1159-8C77-471C-AE0A-D9530DB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825">
            <a:extLst xmlns:a="http://schemas.openxmlformats.org/drawingml/2006/main">
              <a:ext uri="{FF2B5EF4-FFF2-40B4-BE49-F238E27FC236}">
                <a16:creationId xmlns:a16="http://schemas.microsoft.com/office/drawing/2014/main" id="{00CC7959-71B4-4ACE-89D3-4D10F90A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333343-4828-44D4-A86D-53372D1C4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d52d9354442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826">
            <a:extLst xmlns:a="http://schemas.openxmlformats.org/drawingml/2006/main">
              <a:ext uri="{FF2B5EF4-FFF2-40B4-BE49-F238E27FC236}">
                <a16:creationId xmlns:a16="http://schemas.microsoft.com/office/drawing/2014/main" id="{71DE8534-C16D-4E25-A57C-444BD81B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3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78279155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827">
            <a:extLst xmlns:a="http://schemas.openxmlformats.org/drawingml/2006/main">
              <a:ext uri="{FF2B5EF4-FFF2-40B4-BE49-F238E27FC236}">
                <a16:creationId xmlns:a16="http://schemas.microsoft.com/office/drawing/2014/main" id="{0D70F7A0-C1A3-42D1-A3B1-EF8E57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828">
            <a:extLst xmlns:a="http://schemas.openxmlformats.org/drawingml/2006/main">
              <a:ext uri="{FF2B5EF4-FFF2-40B4-BE49-F238E27FC236}">
                <a16:creationId xmlns:a16="http://schemas.microsoft.com/office/drawing/2014/main" id="{4E2853CE-5690-4036-B923-9B4D88F7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B2C63-5E1F-49A7-98BB-27431B1FA2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417ebe90e4e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829">
            <a:extLst xmlns:a="http://schemas.openxmlformats.org/drawingml/2006/main">
              <a:ext uri="{FF2B5EF4-FFF2-40B4-BE49-F238E27FC236}">
                <a16:creationId xmlns:a16="http://schemas.microsoft.com/office/drawing/2014/main" id="{449D1EF3-C4F8-4700-AB3A-1317149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830">
            <a:extLst xmlns:a="http://schemas.openxmlformats.org/drawingml/2006/main">
              <a:ext uri="{FF2B5EF4-FFF2-40B4-BE49-F238E27FC236}">
                <a16:creationId xmlns:a16="http://schemas.microsoft.com/office/drawing/2014/main" id="{FA62F19B-48A3-4E13-9219-E658FCDF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831">
            <a:extLst xmlns:a="http://schemas.openxmlformats.org/drawingml/2006/main">
              <a:ext uri="{FF2B5EF4-FFF2-40B4-BE49-F238E27FC236}">
                <a16:creationId xmlns:a16="http://schemas.microsoft.com/office/drawing/2014/main" id="{DFC9CB4C-451C-411A-8AB0-C93E24D2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832">
            <a:extLst xmlns:a="http://schemas.openxmlformats.org/drawingml/2006/main">
              <a:ext uri="{FF2B5EF4-FFF2-40B4-BE49-F238E27FC236}">
                <a16:creationId xmlns:a16="http://schemas.microsoft.com/office/drawing/2014/main" id="{04D120EB-FB4E-4D20-A455-064F2785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833">
            <a:extLst xmlns:a="http://schemas.openxmlformats.org/drawingml/2006/main">
              <a:ext uri="{FF2B5EF4-FFF2-40B4-BE49-F238E27FC236}">
                <a16:creationId xmlns:a16="http://schemas.microsoft.com/office/drawing/2014/main" id="{1C012650-015A-4DAD-89EE-EFE6A2C0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834">
            <a:extLst xmlns:a="http://schemas.openxmlformats.org/drawingml/2006/main">
              <a:ext uri="{FF2B5EF4-FFF2-40B4-BE49-F238E27FC236}">
                <a16:creationId xmlns:a16="http://schemas.microsoft.com/office/drawing/2014/main" id="{8FD4BDD0-3C98-4CC3-A02D-FC90DB10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835">
            <a:extLst xmlns:a="http://schemas.openxmlformats.org/drawingml/2006/main">
              <a:ext uri="{FF2B5EF4-FFF2-40B4-BE49-F238E27FC236}">
                <a16:creationId xmlns:a16="http://schemas.microsoft.com/office/drawing/2014/main" id="{CD2A7650-04FC-44BD-8F1D-B2CADEF8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836">
            <a:extLst xmlns:a="http://schemas.openxmlformats.org/drawingml/2006/main">
              <a:ext uri="{FF2B5EF4-FFF2-40B4-BE49-F238E27FC236}">
                <a16:creationId xmlns:a16="http://schemas.microsoft.com/office/drawing/2014/main" id="{E892AE13-F92E-4FB8-93FD-5377D7E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837">
            <a:extLst xmlns:a="http://schemas.openxmlformats.org/drawingml/2006/main">
              <a:ext uri="{FF2B5EF4-FFF2-40B4-BE49-F238E27FC236}">
                <a16:creationId xmlns:a16="http://schemas.microsoft.com/office/drawing/2014/main" id="{CCE8F6E8-2E2F-44EE-A410-D89188A6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838">
            <a:extLst xmlns:a="http://schemas.openxmlformats.org/drawingml/2006/main">
              <a:ext uri="{FF2B5EF4-FFF2-40B4-BE49-F238E27FC236}">
                <a16:creationId xmlns:a16="http://schemas.microsoft.com/office/drawing/2014/main" id="{622ECA7F-25D4-4CF0-BD42-7829FDE4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839">
            <a:extLst xmlns:a="http://schemas.openxmlformats.org/drawingml/2006/main">
              <a:ext uri="{FF2B5EF4-FFF2-40B4-BE49-F238E27FC236}">
                <a16:creationId xmlns:a16="http://schemas.microsoft.com/office/drawing/2014/main" id="{561C81E2-4A29-4DA5-890E-5671EC95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840">
            <a:extLst xmlns:a="http://schemas.openxmlformats.org/drawingml/2006/main">
              <a:ext uri="{FF2B5EF4-FFF2-40B4-BE49-F238E27FC236}">
                <a16:creationId xmlns:a16="http://schemas.microsoft.com/office/drawing/2014/main" id="{EE90FB2A-2172-4977-8D52-1FDCB3FC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53</a:t>
            </a:r>
          </a:p>
        </p:txBody>
      </p:sp>
      <p:sp>
        <p:nvSpPr>
          <p:cNvPr id="16" name="profile-1841">
            <a:extLst xmlns:a="http://schemas.openxmlformats.org/drawingml/2006/main">
              <a:ext uri="{FF2B5EF4-FFF2-40B4-BE49-F238E27FC236}">
                <a16:creationId xmlns:a16="http://schemas.microsoft.com/office/drawing/2014/main" id="{C5B80BB4-5E15-40FB-85FB-BCD9716E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842">
            <a:extLst xmlns:a="http://schemas.openxmlformats.org/drawingml/2006/main">
              <a:ext uri="{FF2B5EF4-FFF2-40B4-BE49-F238E27FC236}">
                <a16:creationId xmlns:a16="http://schemas.microsoft.com/office/drawing/2014/main" id="{9BC6C2A1-D2BF-4217-BCFD-0B6DB1CD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843">
            <a:extLst xmlns:a="http://schemas.openxmlformats.org/drawingml/2006/main">
              <a:ext uri="{FF2B5EF4-FFF2-40B4-BE49-F238E27FC236}">
                <a16:creationId xmlns:a16="http://schemas.microsoft.com/office/drawing/2014/main" id="{D8E25C8B-48F9-4BA6-A503-C01F3418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844">
            <a:extLst xmlns:a="http://schemas.openxmlformats.org/drawingml/2006/main">
              <a:ext uri="{FF2B5EF4-FFF2-40B4-BE49-F238E27FC236}">
                <a16:creationId xmlns:a16="http://schemas.microsoft.com/office/drawing/2014/main" id="{E80EBB5A-264B-4758-B183-857F3FEF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845">
            <a:extLst xmlns:a="http://schemas.openxmlformats.org/drawingml/2006/main">
              <a:ext uri="{FF2B5EF4-FFF2-40B4-BE49-F238E27FC236}">
                <a16:creationId xmlns:a16="http://schemas.microsoft.com/office/drawing/2014/main" id="{79FC9A24-C061-4A14-87BC-BC86F5DA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846">
            <a:extLst xmlns:a="http://schemas.openxmlformats.org/drawingml/2006/main">
              <a:ext uri="{FF2B5EF4-FFF2-40B4-BE49-F238E27FC236}">
                <a16:creationId xmlns:a16="http://schemas.microsoft.com/office/drawing/2014/main" id="{4A679223-9845-4FC4-89AA-88B53325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847">
            <a:extLst xmlns:a="http://schemas.openxmlformats.org/drawingml/2006/main">
              <a:ext uri="{FF2B5EF4-FFF2-40B4-BE49-F238E27FC236}">
                <a16:creationId xmlns:a16="http://schemas.microsoft.com/office/drawing/2014/main" id="{13383798-8ED7-4F06-8EB4-28B6AB61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848">
            <a:extLst xmlns:a="http://schemas.openxmlformats.org/drawingml/2006/main">
              <a:ext uri="{FF2B5EF4-FFF2-40B4-BE49-F238E27FC236}">
                <a16:creationId xmlns:a16="http://schemas.microsoft.com/office/drawing/2014/main" id="{52F00BCD-1ECE-43EE-A1FF-1CBF4B7E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849">
            <a:extLst xmlns:a="http://schemas.openxmlformats.org/drawingml/2006/main">
              <a:ext uri="{FF2B5EF4-FFF2-40B4-BE49-F238E27FC236}">
                <a16:creationId xmlns:a16="http://schemas.microsoft.com/office/drawing/2014/main" id="{DF730DC1-78D9-4CF7-8DCF-7E6E9319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850">
            <a:extLst xmlns:a="http://schemas.openxmlformats.org/drawingml/2006/main">
              <a:ext uri="{FF2B5EF4-FFF2-40B4-BE49-F238E27FC236}">
                <a16:creationId xmlns:a16="http://schemas.microsoft.com/office/drawing/2014/main" id="{52EB00B2-F952-403B-8FB6-6117DE57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851">
            <a:extLst xmlns:a="http://schemas.openxmlformats.org/drawingml/2006/main">
              <a:ext uri="{FF2B5EF4-FFF2-40B4-BE49-F238E27FC236}">
                <a16:creationId xmlns:a16="http://schemas.microsoft.com/office/drawing/2014/main" id="{8F41386E-EE9A-4CE3-900E-0030A91E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852">
            <a:extLst xmlns:a="http://schemas.openxmlformats.org/drawingml/2006/main">
              <a:ext uri="{FF2B5EF4-FFF2-40B4-BE49-F238E27FC236}">
                <a16:creationId xmlns:a16="http://schemas.microsoft.com/office/drawing/2014/main" id="{E6FA4C42-76E1-4C07-A492-0D7FA1DC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F7816C-132C-4746-8CCD-666698013E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58c0a192f4d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853">
            <a:extLst xmlns:a="http://schemas.openxmlformats.org/drawingml/2006/main">
              <a:ext uri="{FF2B5EF4-FFF2-40B4-BE49-F238E27FC236}">
                <a16:creationId xmlns:a16="http://schemas.microsoft.com/office/drawing/2014/main" id="{BD629B4D-6935-4BD1-8E58-775433F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4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62839708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854">
            <a:extLst xmlns:a="http://schemas.openxmlformats.org/drawingml/2006/main">
              <a:ext uri="{FF2B5EF4-FFF2-40B4-BE49-F238E27FC236}">
                <a16:creationId xmlns:a16="http://schemas.microsoft.com/office/drawing/2014/main" id="{B2F292FD-159F-460A-A6DE-5A6E68D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855">
            <a:extLst xmlns:a="http://schemas.openxmlformats.org/drawingml/2006/main">
              <a:ext uri="{FF2B5EF4-FFF2-40B4-BE49-F238E27FC236}">
                <a16:creationId xmlns:a16="http://schemas.microsoft.com/office/drawing/2014/main" id="{9DC288E2-9D7C-4100-ABF1-4395136A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5CC6E-73E5-4775-8ABE-30B98B95E2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aa515584444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856">
            <a:extLst xmlns:a="http://schemas.openxmlformats.org/drawingml/2006/main">
              <a:ext uri="{FF2B5EF4-FFF2-40B4-BE49-F238E27FC236}">
                <a16:creationId xmlns:a16="http://schemas.microsoft.com/office/drawing/2014/main" id="{EE7B4AD2-F2C3-4822-B355-4ED24706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857">
            <a:extLst xmlns:a="http://schemas.openxmlformats.org/drawingml/2006/main">
              <a:ext uri="{FF2B5EF4-FFF2-40B4-BE49-F238E27FC236}">
                <a16:creationId xmlns:a16="http://schemas.microsoft.com/office/drawing/2014/main" id="{A78F3D97-13F9-4E94-8B94-C0A6905F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858">
            <a:extLst xmlns:a="http://schemas.openxmlformats.org/drawingml/2006/main">
              <a:ext uri="{FF2B5EF4-FFF2-40B4-BE49-F238E27FC236}">
                <a16:creationId xmlns:a16="http://schemas.microsoft.com/office/drawing/2014/main" id="{6230901C-2D38-4339-9E22-72927B5B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859">
            <a:extLst xmlns:a="http://schemas.openxmlformats.org/drawingml/2006/main">
              <a:ext uri="{FF2B5EF4-FFF2-40B4-BE49-F238E27FC236}">
                <a16:creationId xmlns:a16="http://schemas.microsoft.com/office/drawing/2014/main" id="{0484DBD9-89CF-42DE-94AC-3B9154F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860">
            <a:extLst xmlns:a="http://schemas.openxmlformats.org/drawingml/2006/main">
              <a:ext uri="{FF2B5EF4-FFF2-40B4-BE49-F238E27FC236}">
                <a16:creationId xmlns:a16="http://schemas.microsoft.com/office/drawing/2014/main" id="{6BB3659C-18EE-4B16-A40D-F365F95C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861">
            <a:extLst xmlns:a="http://schemas.openxmlformats.org/drawingml/2006/main">
              <a:ext uri="{FF2B5EF4-FFF2-40B4-BE49-F238E27FC236}">
                <a16:creationId xmlns:a16="http://schemas.microsoft.com/office/drawing/2014/main" id="{E11A9207-6751-4FDA-B387-FDAF388E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862">
            <a:extLst xmlns:a="http://schemas.openxmlformats.org/drawingml/2006/main">
              <a:ext uri="{FF2B5EF4-FFF2-40B4-BE49-F238E27FC236}">
                <a16:creationId xmlns:a16="http://schemas.microsoft.com/office/drawing/2014/main" id="{D9BF4F77-8E43-4DF5-A813-6E4DCF1F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863">
            <a:extLst xmlns:a="http://schemas.openxmlformats.org/drawingml/2006/main">
              <a:ext uri="{FF2B5EF4-FFF2-40B4-BE49-F238E27FC236}">
                <a16:creationId xmlns:a16="http://schemas.microsoft.com/office/drawing/2014/main" id="{2AAAA223-BF20-40C0-82F1-E8C4C2B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864">
            <a:extLst xmlns:a="http://schemas.openxmlformats.org/drawingml/2006/main">
              <a:ext uri="{FF2B5EF4-FFF2-40B4-BE49-F238E27FC236}">
                <a16:creationId xmlns:a16="http://schemas.microsoft.com/office/drawing/2014/main" id="{00732D50-CA93-49C4-968C-582E390A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865">
            <a:extLst xmlns:a="http://schemas.openxmlformats.org/drawingml/2006/main">
              <a:ext uri="{FF2B5EF4-FFF2-40B4-BE49-F238E27FC236}">
                <a16:creationId xmlns:a16="http://schemas.microsoft.com/office/drawing/2014/main" id="{8D663E3C-D4FA-44EE-B4CF-99230856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866">
            <a:extLst xmlns:a="http://schemas.openxmlformats.org/drawingml/2006/main">
              <a:ext uri="{FF2B5EF4-FFF2-40B4-BE49-F238E27FC236}">
                <a16:creationId xmlns:a16="http://schemas.microsoft.com/office/drawing/2014/main" id="{16E18F2E-7AEE-46B5-B871-8064AFDB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867">
            <a:extLst xmlns:a="http://schemas.openxmlformats.org/drawingml/2006/main">
              <a:ext uri="{FF2B5EF4-FFF2-40B4-BE49-F238E27FC236}">
                <a16:creationId xmlns:a16="http://schemas.microsoft.com/office/drawing/2014/main" id="{EA0F8617-1C45-49BF-AE6F-47A4B0D7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54</a:t>
            </a:r>
          </a:p>
        </p:txBody>
      </p:sp>
      <p:sp>
        <p:nvSpPr>
          <p:cNvPr id="16" name="profile-1868">
            <a:extLst xmlns:a="http://schemas.openxmlformats.org/drawingml/2006/main">
              <a:ext uri="{FF2B5EF4-FFF2-40B4-BE49-F238E27FC236}">
                <a16:creationId xmlns:a16="http://schemas.microsoft.com/office/drawing/2014/main" id="{0404D7D1-8633-46E7-9DD5-48EE251B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869">
            <a:extLst xmlns:a="http://schemas.openxmlformats.org/drawingml/2006/main">
              <a:ext uri="{FF2B5EF4-FFF2-40B4-BE49-F238E27FC236}">
                <a16:creationId xmlns:a16="http://schemas.microsoft.com/office/drawing/2014/main" id="{8E70F63F-7115-4487-B636-39168469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870">
            <a:extLst xmlns:a="http://schemas.openxmlformats.org/drawingml/2006/main">
              <a:ext uri="{FF2B5EF4-FFF2-40B4-BE49-F238E27FC236}">
                <a16:creationId xmlns:a16="http://schemas.microsoft.com/office/drawing/2014/main" id="{F4FAF42E-24E7-42C7-889A-910E11F9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871">
            <a:extLst xmlns:a="http://schemas.openxmlformats.org/drawingml/2006/main">
              <a:ext uri="{FF2B5EF4-FFF2-40B4-BE49-F238E27FC236}">
                <a16:creationId xmlns:a16="http://schemas.microsoft.com/office/drawing/2014/main" id="{6663591F-7C47-4ACD-8139-EDBAC285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872">
            <a:extLst xmlns:a="http://schemas.openxmlformats.org/drawingml/2006/main">
              <a:ext uri="{FF2B5EF4-FFF2-40B4-BE49-F238E27FC236}">
                <a16:creationId xmlns:a16="http://schemas.microsoft.com/office/drawing/2014/main" id="{E8E5F280-A4DB-47F7-8ED9-F144B106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873">
            <a:extLst xmlns:a="http://schemas.openxmlformats.org/drawingml/2006/main">
              <a:ext uri="{FF2B5EF4-FFF2-40B4-BE49-F238E27FC236}">
                <a16:creationId xmlns:a16="http://schemas.microsoft.com/office/drawing/2014/main" id="{F844265A-3655-40FB-B010-F7C64F14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874">
            <a:extLst xmlns:a="http://schemas.openxmlformats.org/drawingml/2006/main">
              <a:ext uri="{FF2B5EF4-FFF2-40B4-BE49-F238E27FC236}">
                <a16:creationId xmlns:a16="http://schemas.microsoft.com/office/drawing/2014/main" id="{A0BE0B6E-78E3-432D-887F-77C8EF09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875">
            <a:extLst xmlns:a="http://schemas.openxmlformats.org/drawingml/2006/main">
              <a:ext uri="{FF2B5EF4-FFF2-40B4-BE49-F238E27FC236}">
                <a16:creationId xmlns:a16="http://schemas.microsoft.com/office/drawing/2014/main" id="{4D659B05-2BE5-4310-AA53-C641E8E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876">
            <a:extLst xmlns:a="http://schemas.openxmlformats.org/drawingml/2006/main">
              <a:ext uri="{FF2B5EF4-FFF2-40B4-BE49-F238E27FC236}">
                <a16:creationId xmlns:a16="http://schemas.microsoft.com/office/drawing/2014/main" id="{E0345DB0-9C49-4878-B0ED-E06D22CA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877">
            <a:extLst xmlns:a="http://schemas.openxmlformats.org/drawingml/2006/main">
              <a:ext uri="{FF2B5EF4-FFF2-40B4-BE49-F238E27FC236}">
                <a16:creationId xmlns:a16="http://schemas.microsoft.com/office/drawing/2014/main" id="{705B10D5-2BBF-4B52-847A-58FFD36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878">
            <a:extLst xmlns:a="http://schemas.openxmlformats.org/drawingml/2006/main">
              <a:ext uri="{FF2B5EF4-FFF2-40B4-BE49-F238E27FC236}">
                <a16:creationId xmlns:a16="http://schemas.microsoft.com/office/drawing/2014/main" id="{8A1EC826-49BB-4F5D-BFCB-F2F27AD1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879">
            <a:extLst xmlns:a="http://schemas.openxmlformats.org/drawingml/2006/main">
              <a:ext uri="{FF2B5EF4-FFF2-40B4-BE49-F238E27FC236}">
                <a16:creationId xmlns:a16="http://schemas.microsoft.com/office/drawing/2014/main" id="{37E8043E-0940-4A1F-A144-18E4A469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AB20DB-38FF-4BC8-AD4B-0618B1EDA8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f399a41a547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880">
            <a:extLst xmlns:a="http://schemas.openxmlformats.org/drawingml/2006/main">
              <a:ext uri="{FF2B5EF4-FFF2-40B4-BE49-F238E27FC236}">
                <a16:creationId xmlns:a16="http://schemas.microsoft.com/office/drawing/2014/main" id="{C7B79B3E-9CD0-4B25-BE9E-77AABC93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5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97051186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881">
            <a:extLst xmlns:a="http://schemas.openxmlformats.org/drawingml/2006/main">
              <a:ext uri="{FF2B5EF4-FFF2-40B4-BE49-F238E27FC236}">
                <a16:creationId xmlns:a16="http://schemas.microsoft.com/office/drawing/2014/main" id="{A90F0652-482C-44A1-9045-ED5D2440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882">
            <a:extLst xmlns:a="http://schemas.openxmlformats.org/drawingml/2006/main">
              <a:ext uri="{FF2B5EF4-FFF2-40B4-BE49-F238E27FC236}">
                <a16:creationId xmlns:a16="http://schemas.microsoft.com/office/drawing/2014/main" id="{088E9C17-5421-4D78-BDB3-64A47FB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9B21A-6AE3-4CCD-8AD9-BB1915A53B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d2532db3e46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883">
            <a:extLst xmlns:a="http://schemas.openxmlformats.org/drawingml/2006/main">
              <a:ext uri="{FF2B5EF4-FFF2-40B4-BE49-F238E27FC236}">
                <a16:creationId xmlns:a16="http://schemas.microsoft.com/office/drawing/2014/main" id="{8F93BD77-D78C-4DD4-B9EA-15430FCC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884">
            <a:extLst xmlns:a="http://schemas.openxmlformats.org/drawingml/2006/main">
              <a:ext uri="{FF2B5EF4-FFF2-40B4-BE49-F238E27FC236}">
                <a16:creationId xmlns:a16="http://schemas.microsoft.com/office/drawing/2014/main" id="{B8AD09EC-6C08-44EF-A31A-5106499A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885">
            <a:extLst xmlns:a="http://schemas.openxmlformats.org/drawingml/2006/main">
              <a:ext uri="{FF2B5EF4-FFF2-40B4-BE49-F238E27FC236}">
                <a16:creationId xmlns:a16="http://schemas.microsoft.com/office/drawing/2014/main" id="{DC762F10-E9D9-4AD3-BB6B-61C6717D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886">
            <a:extLst xmlns:a="http://schemas.openxmlformats.org/drawingml/2006/main">
              <a:ext uri="{FF2B5EF4-FFF2-40B4-BE49-F238E27FC236}">
                <a16:creationId xmlns:a16="http://schemas.microsoft.com/office/drawing/2014/main" id="{02FB69ED-764B-4A53-BB3A-7E4C41DA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887">
            <a:extLst xmlns:a="http://schemas.openxmlformats.org/drawingml/2006/main">
              <a:ext uri="{FF2B5EF4-FFF2-40B4-BE49-F238E27FC236}">
                <a16:creationId xmlns:a16="http://schemas.microsoft.com/office/drawing/2014/main" id="{799A00DA-89AD-42E5-890E-0C2C4A5F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888">
            <a:extLst xmlns:a="http://schemas.openxmlformats.org/drawingml/2006/main">
              <a:ext uri="{FF2B5EF4-FFF2-40B4-BE49-F238E27FC236}">
                <a16:creationId xmlns:a16="http://schemas.microsoft.com/office/drawing/2014/main" id="{C0E736FF-AA45-49A6-B765-BB83745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889">
            <a:extLst xmlns:a="http://schemas.openxmlformats.org/drawingml/2006/main">
              <a:ext uri="{FF2B5EF4-FFF2-40B4-BE49-F238E27FC236}">
                <a16:creationId xmlns:a16="http://schemas.microsoft.com/office/drawing/2014/main" id="{E7CD3B77-A346-47C6-AF50-5CA4DF4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890">
            <a:extLst xmlns:a="http://schemas.openxmlformats.org/drawingml/2006/main">
              <a:ext uri="{FF2B5EF4-FFF2-40B4-BE49-F238E27FC236}">
                <a16:creationId xmlns:a16="http://schemas.microsoft.com/office/drawing/2014/main" id="{4B78C57B-1001-43B0-9111-06F995EF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891">
            <a:extLst xmlns:a="http://schemas.openxmlformats.org/drawingml/2006/main">
              <a:ext uri="{FF2B5EF4-FFF2-40B4-BE49-F238E27FC236}">
                <a16:creationId xmlns:a16="http://schemas.microsoft.com/office/drawing/2014/main" id="{F1659E1E-6814-4A47-A8E3-8C272737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892">
            <a:extLst xmlns:a="http://schemas.openxmlformats.org/drawingml/2006/main">
              <a:ext uri="{FF2B5EF4-FFF2-40B4-BE49-F238E27FC236}">
                <a16:creationId xmlns:a16="http://schemas.microsoft.com/office/drawing/2014/main" id="{C22E7539-86A0-4476-B49F-7E11C214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893">
            <a:extLst xmlns:a="http://schemas.openxmlformats.org/drawingml/2006/main">
              <a:ext uri="{FF2B5EF4-FFF2-40B4-BE49-F238E27FC236}">
                <a16:creationId xmlns:a16="http://schemas.microsoft.com/office/drawing/2014/main" id="{6F877400-1A5F-4624-8373-FFD70415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894">
            <a:extLst xmlns:a="http://schemas.openxmlformats.org/drawingml/2006/main">
              <a:ext uri="{FF2B5EF4-FFF2-40B4-BE49-F238E27FC236}">
                <a16:creationId xmlns:a16="http://schemas.microsoft.com/office/drawing/2014/main" id="{4F91E80D-A0B7-452F-9C0F-80F1DEBE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55</a:t>
            </a:r>
          </a:p>
        </p:txBody>
      </p:sp>
      <p:sp>
        <p:nvSpPr>
          <p:cNvPr id="16" name="profile-1895">
            <a:extLst xmlns:a="http://schemas.openxmlformats.org/drawingml/2006/main">
              <a:ext uri="{FF2B5EF4-FFF2-40B4-BE49-F238E27FC236}">
                <a16:creationId xmlns:a16="http://schemas.microsoft.com/office/drawing/2014/main" id="{85FBDC1C-A61E-44FB-8C07-74E60D90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896">
            <a:extLst xmlns:a="http://schemas.openxmlformats.org/drawingml/2006/main">
              <a:ext uri="{FF2B5EF4-FFF2-40B4-BE49-F238E27FC236}">
                <a16:creationId xmlns:a16="http://schemas.microsoft.com/office/drawing/2014/main" id="{2642B1FB-10DD-4B5E-BA29-A714933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897">
            <a:extLst xmlns:a="http://schemas.openxmlformats.org/drawingml/2006/main">
              <a:ext uri="{FF2B5EF4-FFF2-40B4-BE49-F238E27FC236}">
                <a16:creationId xmlns:a16="http://schemas.microsoft.com/office/drawing/2014/main" id="{A7AF16F6-77F7-4D7E-80A2-FF87DC01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898">
            <a:extLst xmlns:a="http://schemas.openxmlformats.org/drawingml/2006/main">
              <a:ext uri="{FF2B5EF4-FFF2-40B4-BE49-F238E27FC236}">
                <a16:creationId xmlns:a16="http://schemas.microsoft.com/office/drawing/2014/main" id="{F668268B-76E6-41F7-B8F7-720EEA68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899">
            <a:extLst xmlns:a="http://schemas.openxmlformats.org/drawingml/2006/main">
              <a:ext uri="{FF2B5EF4-FFF2-40B4-BE49-F238E27FC236}">
                <a16:creationId xmlns:a16="http://schemas.microsoft.com/office/drawing/2014/main" id="{0499F2D9-6362-47A8-A1B5-158A1AD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900">
            <a:extLst xmlns:a="http://schemas.openxmlformats.org/drawingml/2006/main">
              <a:ext uri="{FF2B5EF4-FFF2-40B4-BE49-F238E27FC236}">
                <a16:creationId xmlns:a16="http://schemas.microsoft.com/office/drawing/2014/main" id="{9ECC53A4-92F9-4B95-9FDD-84EAF34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901">
            <a:extLst xmlns:a="http://schemas.openxmlformats.org/drawingml/2006/main">
              <a:ext uri="{FF2B5EF4-FFF2-40B4-BE49-F238E27FC236}">
                <a16:creationId xmlns:a16="http://schemas.microsoft.com/office/drawing/2014/main" id="{E3C7A17B-7916-4996-83FB-5A7BB918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902">
            <a:extLst xmlns:a="http://schemas.openxmlformats.org/drawingml/2006/main">
              <a:ext uri="{FF2B5EF4-FFF2-40B4-BE49-F238E27FC236}">
                <a16:creationId xmlns:a16="http://schemas.microsoft.com/office/drawing/2014/main" id="{16F0C625-8063-4DFD-B6F4-FE1479F0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903">
            <a:extLst xmlns:a="http://schemas.openxmlformats.org/drawingml/2006/main">
              <a:ext uri="{FF2B5EF4-FFF2-40B4-BE49-F238E27FC236}">
                <a16:creationId xmlns:a16="http://schemas.microsoft.com/office/drawing/2014/main" id="{D64951E7-70B2-4F79-B4D1-C91ACBD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904">
            <a:extLst xmlns:a="http://schemas.openxmlformats.org/drawingml/2006/main">
              <a:ext uri="{FF2B5EF4-FFF2-40B4-BE49-F238E27FC236}">
                <a16:creationId xmlns:a16="http://schemas.microsoft.com/office/drawing/2014/main" id="{7956CB49-C644-484E-A333-5D64A9DD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905">
            <a:extLst xmlns:a="http://schemas.openxmlformats.org/drawingml/2006/main">
              <a:ext uri="{FF2B5EF4-FFF2-40B4-BE49-F238E27FC236}">
                <a16:creationId xmlns:a16="http://schemas.microsoft.com/office/drawing/2014/main" id="{3A0904DD-97B4-444F-959B-B37DB8C4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906">
            <a:extLst xmlns:a="http://schemas.openxmlformats.org/drawingml/2006/main">
              <a:ext uri="{FF2B5EF4-FFF2-40B4-BE49-F238E27FC236}">
                <a16:creationId xmlns:a16="http://schemas.microsoft.com/office/drawing/2014/main" id="{624BB022-D3FD-4946-94E6-E2C3318B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A9E10-A0FF-437B-B9F9-91846E150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d30dd3cc948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907">
            <a:extLst xmlns:a="http://schemas.openxmlformats.org/drawingml/2006/main">
              <a:ext uri="{FF2B5EF4-FFF2-40B4-BE49-F238E27FC236}">
                <a16:creationId xmlns:a16="http://schemas.microsoft.com/office/drawing/2014/main" id="{FEE5131B-ADB8-4FD3-BE95-27183F06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6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74873983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908">
            <a:extLst xmlns:a="http://schemas.openxmlformats.org/drawingml/2006/main">
              <a:ext uri="{FF2B5EF4-FFF2-40B4-BE49-F238E27FC236}">
                <a16:creationId xmlns:a16="http://schemas.microsoft.com/office/drawing/2014/main" id="{CDFAA460-6396-48BC-AB36-26AD059A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909">
            <a:extLst xmlns:a="http://schemas.openxmlformats.org/drawingml/2006/main">
              <a:ext uri="{FF2B5EF4-FFF2-40B4-BE49-F238E27FC236}">
                <a16:creationId xmlns:a16="http://schemas.microsoft.com/office/drawing/2014/main" id="{51523048-D437-4A8C-ACD8-1C548F89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60B2-A413-41E8-90EA-5F5F40644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9bdf4612541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910">
            <a:extLst xmlns:a="http://schemas.openxmlformats.org/drawingml/2006/main">
              <a:ext uri="{FF2B5EF4-FFF2-40B4-BE49-F238E27FC236}">
                <a16:creationId xmlns:a16="http://schemas.microsoft.com/office/drawing/2014/main" id="{0DBBD060-81AC-49DE-ADC5-8894664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911">
            <a:extLst xmlns:a="http://schemas.openxmlformats.org/drawingml/2006/main">
              <a:ext uri="{FF2B5EF4-FFF2-40B4-BE49-F238E27FC236}">
                <a16:creationId xmlns:a16="http://schemas.microsoft.com/office/drawing/2014/main" id="{E89B119B-E36A-4A18-B2E6-F5B7A64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912">
            <a:extLst xmlns:a="http://schemas.openxmlformats.org/drawingml/2006/main">
              <a:ext uri="{FF2B5EF4-FFF2-40B4-BE49-F238E27FC236}">
                <a16:creationId xmlns:a16="http://schemas.microsoft.com/office/drawing/2014/main" id="{23820087-1B42-4904-BC9C-8783B732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913">
            <a:extLst xmlns:a="http://schemas.openxmlformats.org/drawingml/2006/main">
              <a:ext uri="{FF2B5EF4-FFF2-40B4-BE49-F238E27FC236}">
                <a16:creationId xmlns:a16="http://schemas.microsoft.com/office/drawing/2014/main" id="{A23F9497-E3A1-4E9E-B2CD-4980FE54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914">
            <a:extLst xmlns:a="http://schemas.openxmlformats.org/drawingml/2006/main">
              <a:ext uri="{FF2B5EF4-FFF2-40B4-BE49-F238E27FC236}">
                <a16:creationId xmlns:a16="http://schemas.microsoft.com/office/drawing/2014/main" id="{A79D55DE-189A-4707-A4C3-447F094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915">
            <a:extLst xmlns:a="http://schemas.openxmlformats.org/drawingml/2006/main">
              <a:ext uri="{FF2B5EF4-FFF2-40B4-BE49-F238E27FC236}">
                <a16:creationId xmlns:a16="http://schemas.microsoft.com/office/drawing/2014/main" id="{541121C8-5CAA-4656-B93B-8DE8B9EB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916">
            <a:extLst xmlns:a="http://schemas.openxmlformats.org/drawingml/2006/main">
              <a:ext uri="{FF2B5EF4-FFF2-40B4-BE49-F238E27FC236}">
                <a16:creationId xmlns:a16="http://schemas.microsoft.com/office/drawing/2014/main" id="{3D66ED60-CAFE-4F4B-82E7-3B2EF6B0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917">
            <a:extLst xmlns:a="http://schemas.openxmlformats.org/drawingml/2006/main">
              <a:ext uri="{FF2B5EF4-FFF2-40B4-BE49-F238E27FC236}">
                <a16:creationId xmlns:a16="http://schemas.microsoft.com/office/drawing/2014/main" id="{E3A04DED-94B7-4CC6-9434-971EF640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918">
            <a:extLst xmlns:a="http://schemas.openxmlformats.org/drawingml/2006/main">
              <a:ext uri="{FF2B5EF4-FFF2-40B4-BE49-F238E27FC236}">
                <a16:creationId xmlns:a16="http://schemas.microsoft.com/office/drawing/2014/main" id="{6CFF7F7D-0B1E-4364-A582-050ADE64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919">
            <a:extLst xmlns:a="http://schemas.openxmlformats.org/drawingml/2006/main">
              <a:ext uri="{FF2B5EF4-FFF2-40B4-BE49-F238E27FC236}">
                <a16:creationId xmlns:a16="http://schemas.microsoft.com/office/drawing/2014/main" id="{AC1CC6C1-9286-403E-AE18-9FADD75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920">
            <a:extLst xmlns:a="http://schemas.openxmlformats.org/drawingml/2006/main">
              <a:ext uri="{FF2B5EF4-FFF2-40B4-BE49-F238E27FC236}">
                <a16:creationId xmlns:a16="http://schemas.microsoft.com/office/drawing/2014/main" id="{39B21B65-CFB5-473C-97F3-768D47C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921">
            <a:extLst xmlns:a="http://schemas.openxmlformats.org/drawingml/2006/main">
              <a:ext uri="{FF2B5EF4-FFF2-40B4-BE49-F238E27FC236}">
                <a16:creationId xmlns:a16="http://schemas.microsoft.com/office/drawing/2014/main" id="{F2DC6DA2-9FB7-4401-BEFB-B1D942C5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56</a:t>
            </a:r>
          </a:p>
        </p:txBody>
      </p:sp>
      <p:sp>
        <p:nvSpPr>
          <p:cNvPr id="16" name="profile-1922">
            <a:extLst xmlns:a="http://schemas.openxmlformats.org/drawingml/2006/main">
              <a:ext uri="{FF2B5EF4-FFF2-40B4-BE49-F238E27FC236}">
                <a16:creationId xmlns:a16="http://schemas.microsoft.com/office/drawing/2014/main" id="{D7C12AB2-F73E-46D6-9CAC-152A9468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923">
            <a:extLst xmlns:a="http://schemas.openxmlformats.org/drawingml/2006/main">
              <a:ext uri="{FF2B5EF4-FFF2-40B4-BE49-F238E27FC236}">
                <a16:creationId xmlns:a16="http://schemas.microsoft.com/office/drawing/2014/main" id="{75D0CEEA-02A4-4AF6-80C8-001E0B6C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924">
            <a:extLst xmlns:a="http://schemas.openxmlformats.org/drawingml/2006/main">
              <a:ext uri="{FF2B5EF4-FFF2-40B4-BE49-F238E27FC236}">
                <a16:creationId xmlns:a16="http://schemas.microsoft.com/office/drawing/2014/main" id="{C7DC3F4C-CAB6-44AC-A95C-EF7CF1AD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925">
            <a:extLst xmlns:a="http://schemas.openxmlformats.org/drawingml/2006/main">
              <a:ext uri="{FF2B5EF4-FFF2-40B4-BE49-F238E27FC236}">
                <a16:creationId xmlns:a16="http://schemas.microsoft.com/office/drawing/2014/main" id="{4C7E1931-AA2E-4EAA-8BB1-B8107FB2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926">
            <a:extLst xmlns:a="http://schemas.openxmlformats.org/drawingml/2006/main">
              <a:ext uri="{FF2B5EF4-FFF2-40B4-BE49-F238E27FC236}">
                <a16:creationId xmlns:a16="http://schemas.microsoft.com/office/drawing/2014/main" id="{803D9887-985C-4808-B6F9-3673FCD5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927">
            <a:extLst xmlns:a="http://schemas.openxmlformats.org/drawingml/2006/main">
              <a:ext uri="{FF2B5EF4-FFF2-40B4-BE49-F238E27FC236}">
                <a16:creationId xmlns:a16="http://schemas.microsoft.com/office/drawing/2014/main" id="{A245BE1C-8478-4F26-A912-C2B3D069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928">
            <a:extLst xmlns:a="http://schemas.openxmlformats.org/drawingml/2006/main">
              <a:ext uri="{FF2B5EF4-FFF2-40B4-BE49-F238E27FC236}">
                <a16:creationId xmlns:a16="http://schemas.microsoft.com/office/drawing/2014/main" id="{22200BD6-0063-4FA2-B794-35A79632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929">
            <a:extLst xmlns:a="http://schemas.openxmlformats.org/drawingml/2006/main">
              <a:ext uri="{FF2B5EF4-FFF2-40B4-BE49-F238E27FC236}">
                <a16:creationId xmlns:a16="http://schemas.microsoft.com/office/drawing/2014/main" id="{507F2C88-1CF0-4E17-B55B-0BDB9B12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930">
            <a:extLst xmlns:a="http://schemas.openxmlformats.org/drawingml/2006/main">
              <a:ext uri="{FF2B5EF4-FFF2-40B4-BE49-F238E27FC236}">
                <a16:creationId xmlns:a16="http://schemas.microsoft.com/office/drawing/2014/main" id="{08D4B721-8CA0-45EF-AA03-C8720BC6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931">
            <a:extLst xmlns:a="http://schemas.openxmlformats.org/drawingml/2006/main">
              <a:ext uri="{FF2B5EF4-FFF2-40B4-BE49-F238E27FC236}">
                <a16:creationId xmlns:a16="http://schemas.microsoft.com/office/drawing/2014/main" id="{313FA5F7-AC44-49F4-B603-4320E0D4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932">
            <a:extLst xmlns:a="http://schemas.openxmlformats.org/drawingml/2006/main">
              <a:ext uri="{FF2B5EF4-FFF2-40B4-BE49-F238E27FC236}">
                <a16:creationId xmlns:a16="http://schemas.microsoft.com/office/drawing/2014/main" id="{66B8E09E-FA44-4307-95CB-ECFE9EFA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933">
            <a:extLst xmlns:a="http://schemas.openxmlformats.org/drawingml/2006/main">
              <a:ext uri="{FF2B5EF4-FFF2-40B4-BE49-F238E27FC236}">
                <a16:creationId xmlns:a16="http://schemas.microsoft.com/office/drawing/2014/main" id="{589BE36D-89BE-4B02-92CA-CDC4C069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E59907-55C7-4B4A-851B-2982C64D1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0bc599c3f46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934">
            <a:extLst xmlns:a="http://schemas.openxmlformats.org/drawingml/2006/main">
              <a:ext uri="{FF2B5EF4-FFF2-40B4-BE49-F238E27FC236}">
                <a16:creationId xmlns:a16="http://schemas.microsoft.com/office/drawing/2014/main" id="{43783AFB-E0B4-462A-A5EB-21657C7B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7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9631709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935">
            <a:extLst xmlns:a="http://schemas.openxmlformats.org/drawingml/2006/main">
              <a:ext uri="{FF2B5EF4-FFF2-40B4-BE49-F238E27FC236}">
                <a16:creationId xmlns:a16="http://schemas.microsoft.com/office/drawing/2014/main" id="{57EB3798-4400-49C7-AD3F-4EBDA244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936">
            <a:extLst xmlns:a="http://schemas.openxmlformats.org/drawingml/2006/main">
              <a:ext uri="{FF2B5EF4-FFF2-40B4-BE49-F238E27FC236}">
                <a16:creationId xmlns:a16="http://schemas.microsoft.com/office/drawing/2014/main" id="{DCDBEF0B-B390-4F33-9232-FA3A6230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027F8-FCCC-4368-AF2D-D9E64CECE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a7c57279548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937">
            <a:extLst xmlns:a="http://schemas.openxmlformats.org/drawingml/2006/main">
              <a:ext uri="{FF2B5EF4-FFF2-40B4-BE49-F238E27FC236}">
                <a16:creationId xmlns:a16="http://schemas.microsoft.com/office/drawing/2014/main" id="{E4E34933-DBFE-44E4-A63D-22535A5D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938">
            <a:extLst xmlns:a="http://schemas.openxmlformats.org/drawingml/2006/main">
              <a:ext uri="{FF2B5EF4-FFF2-40B4-BE49-F238E27FC236}">
                <a16:creationId xmlns:a16="http://schemas.microsoft.com/office/drawing/2014/main" id="{76A05049-CC86-40C8-924B-32E7F2AB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939">
            <a:extLst xmlns:a="http://schemas.openxmlformats.org/drawingml/2006/main">
              <a:ext uri="{FF2B5EF4-FFF2-40B4-BE49-F238E27FC236}">
                <a16:creationId xmlns:a16="http://schemas.microsoft.com/office/drawing/2014/main" id="{4737D43E-297F-48CE-8ED9-A01DD86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940">
            <a:extLst xmlns:a="http://schemas.openxmlformats.org/drawingml/2006/main">
              <a:ext uri="{FF2B5EF4-FFF2-40B4-BE49-F238E27FC236}">
                <a16:creationId xmlns:a16="http://schemas.microsoft.com/office/drawing/2014/main" id="{AAA3C952-5738-4169-A4A5-7CDB6F7B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941">
            <a:extLst xmlns:a="http://schemas.openxmlformats.org/drawingml/2006/main">
              <a:ext uri="{FF2B5EF4-FFF2-40B4-BE49-F238E27FC236}">
                <a16:creationId xmlns:a16="http://schemas.microsoft.com/office/drawing/2014/main" id="{76DC02DC-377D-4660-B348-B4ECFB19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942">
            <a:extLst xmlns:a="http://schemas.openxmlformats.org/drawingml/2006/main">
              <a:ext uri="{FF2B5EF4-FFF2-40B4-BE49-F238E27FC236}">
                <a16:creationId xmlns:a16="http://schemas.microsoft.com/office/drawing/2014/main" id="{8E6BDE24-3F59-4813-866B-A2ABBD05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943">
            <a:extLst xmlns:a="http://schemas.openxmlformats.org/drawingml/2006/main">
              <a:ext uri="{FF2B5EF4-FFF2-40B4-BE49-F238E27FC236}">
                <a16:creationId xmlns:a16="http://schemas.microsoft.com/office/drawing/2014/main" id="{932E2028-D34A-470C-AEE9-3123372A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944">
            <a:extLst xmlns:a="http://schemas.openxmlformats.org/drawingml/2006/main">
              <a:ext uri="{FF2B5EF4-FFF2-40B4-BE49-F238E27FC236}">
                <a16:creationId xmlns:a16="http://schemas.microsoft.com/office/drawing/2014/main" id="{0595D03C-4720-48E1-9756-ACA72965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945">
            <a:extLst xmlns:a="http://schemas.openxmlformats.org/drawingml/2006/main">
              <a:ext uri="{FF2B5EF4-FFF2-40B4-BE49-F238E27FC236}">
                <a16:creationId xmlns:a16="http://schemas.microsoft.com/office/drawing/2014/main" id="{1467FE6A-932C-4537-A02D-4730ED2A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946">
            <a:extLst xmlns:a="http://schemas.openxmlformats.org/drawingml/2006/main">
              <a:ext uri="{FF2B5EF4-FFF2-40B4-BE49-F238E27FC236}">
                <a16:creationId xmlns:a16="http://schemas.microsoft.com/office/drawing/2014/main" id="{B3E034EE-CF91-4D3D-80F2-80E92A5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947">
            <a:extLst xmlns:a="http://schemas.openxmlformats.org/drawingml/2006/main">
              <a:ext uri="{FF2B5EF4-FFF2-40B4-BE49-F238E27FC236}">
                <a16:creationId xmlns:a16="http://schemas.microsoft.com/office/drawing/2014/main" id="{822B78F2-75EC-43A4-BCC2-B4EED94F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948">
            <a:extLst xmlns:a="http://schemas.openxmlformats.org/drawingml/2006/main">
              <a:ext uri="{FF2B5EF4-FFF2-40B4-BE49-F238E27FC236}">
                <a16:creationId xmlns:a16="http://schemas.microsoft.com/office/drawing/2014/main" id="{2F40BFA9-1764-4EB0-8097-A92CD4B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57</a:t>
            </a:r>
          </a:p>
        </p:txBody>
      </p:sp>
      <p:sp>
        <p:nvSpPr>
          <p:cNvPr id="16" name="profile-1949">
            <a:extLst xmlns:a="http://schemas.openxmlformats.org/drawingml/2006/main">
              <a:ext uri="{FF2B5EF4-FFF2-40B4-BE49-F238E27FC236}">
                <a16:creationId xmlns:a16="http://schemas.microsoft.com/office/drawing/2014/main" id="{F85167B4-01E4-4F86-A37F-51CC1309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950">
            <a:extLst xmlns:a="http://schemas.openxmlformats.org/drawingml/2006/main">
              <a:ext uri="{FF2B5EF4-FFF2-40B4-BE49-F238E27FC236}">
                <a16:creationId xmlns:a16="http://schemas.microsoft.com/office/drawing/2014/main" id="{8D40EC6F-561E-4DFD-AA37-C530C2AB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951">
            <a:extLst xmlns:a="http://schemas.openxmlformats.org/drawingml/2006/main">
              <a:ext uri="{FF2B5EF4-FFF2-40B4-BE49-F238E27FC236}">
                <a16:creationId xmlns:a16="http://schemas.microsoft.com/office/drawing/2014/main" id="{B74E7A34-7422-44F6-BC26-6C0BEE21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952">
            <a:extLst xmlns:a="http://schemas.openxmlformats.org/drawingml/2006/main">
              <a:ext uri="{FF2B5EF4-FFF2-40B4-BE49-F238E27FC236}">
                <a16:creationId xmlns:a16="http://schemas.microsoft.com/office/drawing/2014/main" id="{11F2AFFE-1B18-4366-8EAC-B6153E32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953">
            <a:extLst xmlns:a="http://schemas.openxmlformats.org/drawingml/2006/main">
              <a:ext uri="{FF2B5EF4-FFF2-40B4-BE49-F238E27FC236}">
                <a16:creationId xmlns:a16="http://schemas.microsoft.com/office/drawing/2014/main" id="{E3EBEAFB-EAAE-475C-BC88-FB31DA0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954">
            <a:extLst xmlns:a="http://schemas.openxmlformats.org/drawingml/2006/main">
              <a:ext uri="{FF2B5EF4-FFF2-40B4-BE49-F238E27FC236}">
                <a16:creationId xmlns:a16="http://schemas.microsoft.com/office/drawing/2014/main" id="{A6A9D3F7-6BC7-41D0-B4DA-10FAE09B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955">
            <a:extLst xmlns:a="http://schemas.openxmlformats.org/drawingml/2006/main">
              <a:ext uri="{FF2B5EF4-FFF2-40B4-BE49-F238E27FC236}">
                <a16:creationId xmlns:a16="http://schemas.microsoft.com/office/drawing/2014/main" id="{77114377-C5FE-4311-A727-53245EAD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956">
            <a:extLst xmlns:a="http://schemas.openxmlformats.org/drawingml/2006/main">
              <a:ext uri="{FF2B5EF4-FFF2-40B4-BE49-F238E27FC236}">
                <a16:creationId xmlns:a16="http://schemas.microsoft.com/office/drawing/2014/main" id="{6F92E8C6-DBBE-4733-9159-B5630473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957">
            <a:extLst xmlns:a="http://schemas.openxmlformats.org/drawingml/2006/main">
              <a:ext uri="{FF2B5EF4-FFF2-40B4-BE49-F238E27FC236}">
                <a16:creationId xmlns:a16="http://schemas.microsoft.com/office/drawing/2014/main" id="{C0A9A106-998F-4E76-9C12-F2E6AE5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958">
            <a:extLst xmlns:a="http://schemas.openxmlformats.org/drawingml/2006/main">
              <a:ext uri="{FF2B5EF4-FFF2-40B4-BE49-F238E27FC236}">
                <a16:creationId xmlns:a16="http://schemas.microsoft.com/office/drawing/2014/main" id="{17EF96CE-575B-47AB-9720-97C58E58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959">
            <a:extLst xmlns:a="http://schemas.openxmlformats.org/drawingml/2006/main">
              <a:ext uri="{FF2B5EF4-FFF2-40B4-BE49-F238E27FC236}">
                <a16:creationId xmlns:a16="http://schemas.microsoft.com/office/drawing/2014/main" id="{DFD92C69-FFE2-40DD-A59B-C6AFFDBA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960">
            <a:extLst xmlns:a="http://schemas.openxmlformats.org/drawingml/2006/main">
              <a:ext uri="{FF2B5EF4-FFF2-40B4-BE49-F238E27FC236}">
                <a16:creationId xmlns:a16="http://schemas.microsoft.com/office/drawing/2014/main" id="{EF1028BF-2B66-40A6-8FD9-2E087B3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1833D-BA57-4A30-807C-D6AFB8FAC3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dcff721f742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961">
            <a:extLst xmlns:a="http://schemas.openxmlformats.org/drawingml/2006/main">
              <a:ext uri="{FF2B5EF4-FFF2-40B4-BE49-F238E27FC236}">
                <a16:creationId xmlns:a16="http://schemas.microsoft.com/office/drawing/2014/main" id="{2AD140E8-3E10-4B75-8918-2CC3DDBE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8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39581744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962">
            <a:extLst xmlns:a="http://schemas.openxmlformats.org/drawingml/2006/main">
              <a:ext uri="{FF2B5EF4-FFF2-40B4-BE49-F238E27FC236}">
                <a16:creationId xmlns:a16="http://schemas.microsoft.com/office/drawing/2014/main" id="{EF651A84-C898-43B8-82CB-FD778D7E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963">
            <a:extLst xmlns:a="http://schemas.openxmlformats.org/drawingml/2006/main">
              <a:ext uri="{FF2B5EF4-FFF2-40B4-BE49-F238E27FC236}">
                <a16:creationId xmlns:a16="http://schemas.microsoft.com/office/drawing/2014/main" id="{E55C84B1-CC16-453E-8126-7D85E825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81575-D617-4F78-AFBD-A52D66F7C3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4a97463114a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964">
            <a:extLst xmlns:a="http://schemas.openxmlformats.org/drawingml/2006/main">
              <a:ext uri="{FF2B5EF4-FFF2-40B4-BE49-F238E27FC236}">
                <a16:creationId xmlns:a16="http://schemas.microsoft.com/office/drawing/2014/main" id="{F51E4E9E-79DF-4CD9-8DEB-F8DA2421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965">
            <a:extLst xmlns:a="http://schemas.openxmlformats.org/drawingml/2006/main">
              <a:ext uri="{FF2B5EF4-FFF2-40B4-BE49-F238E27FC236}">
                <a16:creationId xmlns:a16="http://schemas.microsoft.com/office/drawing/2014/main" id="{46D3DF59-D9D6-44D5-99BD-435E8158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966">
            <a:extLst xmlns:a="http://schemas.openxmlformats.org/drawingml/2006/main">
              <a:ext uri="{FF2B5EF4-FFF2-40B4-BE49-F238E27FC236}">
                <a16:creationId xmlns:a16="http://schemas.microsoft.com/office/drawing/2014/main" id="{9BC0CF5E-32D3-48E5-BEC8-2EB6B0FD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967">
            <a:extLst xmlns:a="http://schemas.openxmlformats.org/drawingml/2006/main">
              <a:ext uri="{FF2B5EF4-FFF2-40B4-BE49-F238E27FC236}">
                <a16:creationId xmlns:a16="http://schemas.microsoft.com/office/drawing/2014/main" id="{D3584E03-C36E-4890-A830-D0216448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968">
            <a:extLst xmlns:a="http://schemas.openxmlformats.org/drawingml/2006/main">
              <a:ext uri="{FF2B5EF4-FFF2-40B4-BE49-F238E27FC236}">
                <a16:creationId xmlns:a16="http://schemas.microsoft.com/office/drawing/2014/main" id="{C9504ED3-871F-495E-B2DB-C8D861F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969">
            <a:extLst xmlns:a="http://schemas.openxmlformats.org/drawingml/2006/main">
              <a:ext uri="{FF2B5EF4-FFF2-40B4-BE49-F238E27FC236}">
                <a16:creationId xmlns:a16="http://schemas.microsoft.com/office/drawing/2014/main" id="{223EAFAD-6A9D-4D7C-B873-940F855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970">
            <a:extLst xmlns:a="http://schemas.openxmlformats.org/drawingml/2006/main">
              <a:ext uri="{FF2B5EF4-FFF2-40B4-BE49-F238E27FC236}">
                <a16:creationId xmlns:a16="http://schemas.microsoft.com/office/drawing/2014/main" id="{6A3D05EB-5974-4129-B302-D8447525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971">
            <a:extLst xmlns:a="http://schemas.openxmlformats.org/drawingml/2006/main">
              <a:ext uri="{FF2B5EF4-FFF2-40B4-BE49-F238E27FC236}">
                <a16:creationId xmlns:a16="http://schemas.microsoft.com/office/drawing/2014/main" id="{CF507BB4-0034-4391-94F9-D439C7E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972">
            <a:extLst xmlns:a="http://schemas.openxmlformats.org/drawingml/2006/main">
              <a:ext uri="{FF2B5EF4-FFF2-40B4-BE49-F238E27FC236}">
                <a16:creationId xmlns:a16="http://schemas.microsoft.com/office/drawing/2014/main" id="{EA741B6A-CC02-4B1A-9DF3-056C93B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1973">
            <a:extLst xmlns:a="http://schemas.openxmlformats.org/drawingml/2006/main">
              <a:ext uri="{FF2B5EF4-FFF2-40B4-BE49-F238E27FC236}">
                <a16:creationId xmlns:a16="http://schemas.microsoft.com/office/drawing/2014/main" id="{11E46F07-1311-4AB9-85E1-3781C9E8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1974">
            <a:extLst xmlns:a="http://schemas.openxmlformats.org/drawingml/2006/main">
              <a:ext uri="{FF2B5EF4-FFF2-40B4-BE49-F238E27FC236}">
                <a16:creationId xmlns:a16="http://schemas.microsoft.com/office/drawing/2014/main" id="{96C9BD16-AC4D-49E4-B9A4-3618386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1975">
            <a:extLst xmlns:a="http://schemas.openxmlformats.org/drawingml/2006/main">
              <a:ext uri="{FF2B5EF4-FFF2-40B4-BE49-F238E27FC236}">
                <a16:creationId xmlns:a16="http://schemas.microsoft.com/office/drawing/2014/main" id="{AEEDD884-D6DC-4F07-8F89-F39CDEE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58</a:t>
            </a:r>
          </a:p>
        </p:txBody>
      </p:sp>
      <p:sp>
        <p:nvSpPr>
          <p:cNvPr id="16" name="profile-1976">
            <a:extLst xmlns:a="http://schemas.openxmlformats.org/drawingml/2006/main">
              <a:ext uri="{FF2B5EF4-FFF2-40B4-BE49-F238E27FC236}">
                <a16:creationId xmlns:a16="http://schemas.microsoft.com/office/drawing/2014/main" id="{B1239DB9-0462-4048-A4EB-BF80365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1977">
            <a:extLst xmlns:a="http://schemas.openxmlformats.org/drawingml/2006/main">
              <a:ext uri="{FF2B5EF4-FFF2-40B4-BE49-F238E27FC236}">
                <a16:creationId xmlns:a16="http://schemas.microsoft.com/office/drawing/2014/main" id="{208B4E22-89B5-4792-A872-A3AE972D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1978">
            <a:extLst xmlns:a="http://schemas.openxmlformats.org/drawingml/2006/main">
              <a:ext uri="{FF2B5EF4-FFF2-40B4-BE49-F238E27FC236}">
                <a16:creationId xmlns:a16="http://schemas.microsoft.com/office/drawing/2014/main" id="{37FF6308-BF31-4218-B454-32BE3490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1979">
            <a:extLst xmlns:a="http://schemas.openxmlformats.org/drawingml/2006/main">
              <a:ext uri="{FF2B5EF4-FFF2-40B4-BE49-F238E27FC236}">
                <a16:creationId xmlns:a16="http://schemas.microsoft.com/office/drawing/2014/main" id="{41CA5947-42A1-4D7A-B8E5-F3248934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1980">
            <a:extLst xmlns:a="http://schemas.openxmlformats.org/drawingml/2006/main">
              <a:ext uri="{FF2B5EF4-FFF2-40B4-BE49-F238E27FC236}">
                <a16:creationId xmlns:a16="http://schemas.microsoft.com/office/drawing/2014/main" id="{E1724B93-7339-4CFE-8B77-0FF50B50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1981">
            <a:extLst xmlns:a="http://schemas.openxmlformats.org/drawingml/2006/main">
              <a:ext uri="{FF2B5EF4-FFF2-40B4-BE49-F238E27FC236}">
                <a16:creationId xmlns:a16="http://schemas.microsoft.com/office/drawing/2014/main" id="{C058E178-9C9F-4F0B-94C9-B9FB943B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1982">
            <a:extLst xmlns:a="http://schemas.openxmlformats.org/drawingml/2006/main">
              <a:ext uri="{FF2B5EF4-FFF2-40B4-BE49-F238E27FC236}">
                <a16:creationId xmlns:a16="http://schemas.microsoft.com/office/drawing/2014/main" id="{0B72243F-24DD-4F5E-A31A-C2A40F33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1983">
            <a:extLst xmlns:a="http://schemas.openxmlformats.org/drawingml/2006/main">
              <a:ext uri="{FF2B5EF4-FFF2-40B4-BE49-F238E27FC236}">
                <a16:creationId xmlns:a16="http://schemas.microsoft.com/office/drawing/2014/main" id="{C8221CF4-DF23-4C87-B7A9-90019850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1984">
            <a:extLst xmlns:a="http://schemas.openxmlformats.org/drawingml/2006/main">
              <a:ext uri="{FF2B5EF4-FFF2-40B4-BE49-F238E27FC236}">
                <a16:creationId xmlns:a16="http://schemas.microsoft.com/office/drawing/2014/main" id="{DBCACB96-54ED-4365-B9A0-E1DFCC62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1985">
            <a:extLst xmlns:a="http://schemas.openxmlformats.org/drawingml/2006/main">
              <a:ext uri="{FF2B5EF4-FFF2-40B4-BE49-F238E27FC236}">
                <a16:creationId xmlns:a16="http://schemas.microsoft.com/office/drawing/2014/main" id="{B6C9B9FE-982B-428F-9D1F-70E8C8B3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1986">
            <a:extLst xmlns:a="http://schemas.openxmlformats.org/drawingml/2006/main">
              <a:ext uri="{FF2B5EF4-FFF2-40B4-BE49-F238E27FC236}">
                <a16:creationId xmlns:a16="http://schemas.microsoft.com/office/drawing/2014/main" id="{F3AB143F-B3DF-4331-B9B3-D641BF8E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1987">
            <a:extLst xmlns:a="http://schemas.openxmlformats.org/drawingml/2006/main">
              <a:ext uri="{FF2B5EF4-FFF2-40B4-BE49-F238E27FC236}">
                <a16:creationId xmlns:a16="http://schemas.microsoft.com/office/drawing/2014/main" id="{F126158F-7E3C-4C4C-A8F5-9FC9D8AE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8CAD43-25CB-40A2-9038-D83DC2806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7352abdc04e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1988">
            <a:extLst xmlns:a="http://schemas.openxmlformats.org/drawingml/2006/main">
              <a:ext uri="{FF2B5EF4-FFF2-40B4-BE49-F238E27FC236}">
                <a16:creationId xmlns:a16="http://schemas.microsoft.com/office/drawing/2014/main" id="{4D7166B9-A600-460D-8C6E-4783C13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9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07944606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989">
            <a:extLst xmlns:a="http://schemas.openxmlformats.org/drawingml/2006/main">
              <a:ext uri="{FF2B5EF4-FFF2-40B4-BE49-F238E27FC236}">
                <a16:creationId xmlns:a16="http://schemas.microsoft.com/office/drawing/2014/main" id="{07E5CA44-1805-4E99-B2E5-DAC22623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1990">
            <a:extLst xmlns:a="http://schemas.openxmlformats.org/drawingml/2006/main">
              <a:ext uri="{FF2B5EF4-FFF2-40B4-BE49-F238E27FC236}">
                <a16:creationId xmlns:a16="http://schemas.microsoft.com/office/drawing/2014/main" id="{95819D48-A829-4854-A8DD-EB3293AC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CEE58-D324-4F96-9E14-2DA498434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7a557d6f34d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1991">
            <a:extLst xmlns:a="http://schemas.openxmlformats.org/drawingml/2006/main">
              <a:ext uri="{FF2B5EF4-FFF2-40B4-BE49-F238E27FC236}">
                <a16:creationId xmlns:a16="http://schemas.microsoft.com/office/drawing/2014/main" id="{5248C647-AF8B-4B5B-BA3F-B1A99F3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992">
            <a:extLst xmlns:a="http://schemas.openxmlformats.org/drawingml/2006/main">
              <a:ext uri="{FF2B5EF4-FFF2-40B4-BE49-F238E27FC236}">
                <a16:creationId xmlns:a16="http://schemas.microsoft.com/office/drawing/2014/main" id="{748FC692-AEAA-4B79-A4A7-E2A4F8E0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1993">
            <a:extLst xmlns:a="http://schemas.openxmlformats.org/drawingml/2006/main">
              <a:ext uri="{FF2B5EF4-FFF2-40B4-BE49-F238E27FC236}">
                <a16:creationId xmlns:a16="http://schemas.microsoft.com/office/drawing/2014/main" id="{207A68CD-4547-4884-8EE4-C7185F57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1994">
            <a:extLst xmlns:a="http://schemas.openxmlformats.org/drawingml/2006/main">
              <a:ext uri="{FF2B5EF4-FFF2-40B4-BE49-F238E27FC236}">
                <a16:creationId xmlns:a16="http://schemas.microsoft.com/office/drawing/2014/main" id="{C875797D-A2D6-4488-AFF5-8C8FE30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1995">
            <a:extLst xmlns:a="http://schemas.openxmlformats.org/drawingml/2006/main">
              <a:ext uri="{FF2B5EF4-FFF2-40B4-BE49-F238E27FC236}">
                <a16:creationId xmlns:a16="http://schemas.microsoft.com/office/drawing/2014/main" id="{32850D9E-2DAC-49B4-B7AA-B59A94E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1996">
            <a:extLst xmlns:a="http://schemas.openxmlformats.org/drawingml/2006/main">
              <a:ext uri="{FF2B5EF4-FFF2-40B4-BE49-F238E27FC236}">
                <a16:creationId xmlns:a16="http://schemas.microsoft.com/office/drawing/2014/main" id="{F2A95DE0-F7D9-4A3E-85A7-F4B51F57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1997">
            <a:extLst xmlns:a="http://schemas.openxmlformats.org/drawingml/2006/main">
              <a:ext uri="{FF2B5EF4-FFF2-40B4-BE49-F238E27FC236}">
                <a16:creationId xmlns:a16="http://schemas.microsoft.com/office/drawing/2014/main" id="{3DBA290D-2993-4364-AC0F-855205BC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1998">
            <a:extLst xmlns:a="http://schemas.openxmlformats.org/drawingml/2006/main">
              <a:ext uri="{FF2B5EF4-FFF2-40B4-BE49-F238E27FC236}">
                <a16:creationId xmlns:a16="http://schemas.microsoft.com/office/drawing/2014/main" id="{6B09F98A-6E8F-41E2-8447-B97F1076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1999">
            <a:extLst xmlns:a="http://schemas.openxmlformats.org/drawingml/2006/main">
              <a:ext uri="{FF2B5EF4-FFF2-40B4-BE49-F238E27FC236}">
                <a16:creationId xmlns:a16="http://schemas.microsoft.com/office/drawing/2014/main" id="{B057C8F7-42F7-4ED1-9213-B7A759D6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000">
            <a:extLst xmlns:a="http://schemas.openxmlformats.org/drawingml/2006/main">
              <a:ext uri="{FF2B5EF4-FFF2-40B4-BE49-F238E27FC236}">
                <a16:creationId xmlns:a16="http://schemas.microsoft.com/office/drawing/2014/main" id="{FA978468-443A-4A6C-B20B-1F43BAC7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001">
            <a:extLst xmlns:a="http://schemas.openxmlformats.org/drawingml/2006/main">
              <a:ext uri="{FF2B5EF4-FFF2-40B4-BE49-F238E27FC236}">
                <a16:creationId xmlns:a16="http://schemas.microsoft.com/office/drawing/2014/main" id="{232C4D44-36E0-4E8B-9DE1-8CC2D6FF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002">
            <a:extLst xmlns:a="http://schemas.openxmlformats.org/drawingml/2006/main">
              <a:ext uri="{FF2B5EF4-FFF2-40B4-BE49-F238E27FC236}">
                <a16:creationId xmlns:a16="http://schemas.microsoft.com/office/drawing/2014/main" id="{3C85ADAC-5ED2-4B8E-829A-314B311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59</a:t>
            </a:r>
          </a:p>
        </p:txBody>
      </p:sp>
      <p:sp>
        <p:nvSpPr>
          <p:cNvPr id="16" name="profile-2003">
            <a:extLst xmlns:a="http://schemas.openxmlformats.org/drawingml/2006/main">
              <a:ext uri="{FF2B5EF4-FFF2-40B4-BE49-F238E27FC236}">
                <a16:creationId xmlns:a16="http://schemas.microsoft.com/office/drawing/2014/main" id="{0B5306B4-9D09-43ED-8B14-0AEE890D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2004">
            <a:extLst xmlns:a="http://schemas.openxmlformats.org/drawingml/2006/main">
              <a:ext uri="{FF2B5EF4-FFF2-40B4-BE49-F238E27FC236}">
                <a16:creationId xmlns:a16="http://schemas.microsoft.com/office/drawing/2014/main" id="{39C54CD0-2DC9-4CCC-B703-F2E63A5F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2005">
            <a:extLst xmlns:a="http://schemas.openxmlformats.org/drawingml/2006/main">
              <a:ext uri="{FF2B5EF4-FFF2-40B4-BE49-F238E27FC236}">
                <a16:creationId xmlns:a16="http://schemas.microsoft.com/office/drawing/2014/main" id="{0A19C416-DF23-435A-8524-71584B30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2006">
            <a:extLst xmlns:a="http://schemas.openxmlformats.org/drawingml/2006/main">
              <a:ext uri="{FF2B5EF4-FFF2-40B4-BE49-F238E27FC236}">
                <a16:creationId xmlns:a16="http://schemas.microsoft.com/office/drawing/2014/main" id="{BC340F92-D088-4492-A313-89ADFF84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2007">
            <a:extLst xmlns:a="http://schemas.openxmlformats.org/drawingml/2006/main">
              <a:ext uri="{FF2B5EF4-FFF2-40B4-BE49-F238E27FC236}">
                <a16:creationId xmlns:a16="http://schemas.microsoft.com/office/drawing/2014/main" id="{4CD9A791-5FBB-4C30-A0CA-4A74B88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2008">
            <a:extLst xmlns:a="http://schemas.openxmlformats.org/drawingml/2006/main">
              <a:ext uri="{FF2B5EF4-FFF2-40B4-BE49-F238E27FC236}">
                <a16:creationId xmlns:a16="http://schemas.microsoft.com/office/drawing/2014/main" id="{1C081C65-88B9-46A2-A861-51ACD160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2009">
            <a:extLst xmlns:a="http://schemas.openxmlformats.org/drawingml/2006/main">
              <a:ext uri="{FF2B5EF4-FFF2-40B4-BE49-F238E27FC236}">
                <a16:creationId xmlns:a16="http://schemas.microsoft.com/office/drawing/2014/main" id="{96EC2129-9131-4FEE-9D42-7E76533A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2010">
            <a:extLst xmlns:a="http://schemas.openxmlformats.org/drawingml/2006/main">
              <a:ext uri="{FF2B5EF4-FFF2-40B4-BE49-F238E27FC236}">
                <a16:creationId xmlns:a16="http://schemas.microsoft.com/office/drawing/2014/main" id="{A32A0BB8-BEEA-4F20-A89A-52486BD2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2011">
            <a:extLst xmlns:a="http://schemas.openxmlformats.org/drawingml/2006/main">
              <a:ext uri="{FF2B5EF4-FFF2-40B4-BE49-F238E27FC236}">
                <a16:creationId xmlns:a16="http://schemas.microsoft.com/office/drawing/2014/main" id="{A5AE8982-9BF5-4AD8-A1B4-C5931193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2012">
            <a:extLst xmlns:a="http://schemas.openxmlformats.org/drawingml/2006/main">
              <a:ext uri="{FF2B5EF4-FFF2-40B4-BE49-F238E27FC236}">
                <a16:creationId xmlns:a16="http://schemas.microsoft.com/office/drawing/2014/main" id="{EE06B2BE-4AA5-4DED-982D-DD29460D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2013">
            <a:extLst xmlns:a="http://schemas.openxmlformats.org/drawingml/2006/main">
              <a:ext uri="{FF2B5EF4-FFF2-40B4-BE49-F238E27FC236}">
                <a16:creationId xmlns:a16="http://schemas.microsoft.com/office/drawing/2014/main" id="{CA998F3C-7614-4DEC-B0CF-C08EE0A4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2014">
            <a:extLst xmlns:a="http://schemas.openxmlformats.org/drawingml/2006/main">
              <a:ext uri="{FF2B5EF4-FFF2-40B4-BE49-F238E27FC236}">
                <a16:creationId xmlns:a16="http://schemas.microsoft.com/office/drawing/2014/main" id="{F11D9FC7-D3BF-4B74-9ABE-7C3B403F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CBFE2-E4BD-4872-A5B5-E56948BAC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befb1fc284d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2015">
            <a:extLst xmlns:a="http://schemas.openxmlformats.org/drawingml/2006/main">
              <a:ext uri="{FF2B5EF4-FFF2-40B4-BE49-F238E27FC236}">
                <a16:creationId xmlns:a16="http://schemas.microsoft.com/office/drawing/2014/main" id="{EB1D5E7C-EFAC-4C09-B8AF-2D8F4A30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10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86005477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2016">
            <a:extLst xmlns:a="http://schemas.openxmlformats.org/drawingml/2006/main">
              <a:ext uri="{FF2B5EF4-FFF2-40B4-BE49-F238E27FC236}">
                <a16:creationId xmlns:a16="http://schemas.microsoft.com/office/drawing/2014/main" id="{D61ED214-B1DF-4A76-B0C3-E0E02D4E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017">
            <a:extLst xmlns:a="http://schemas.openxmlformats.org/drawingml/2006/main">
              <a:ext uri="{FF2B5EF4-FFF2-40B4-BE49-F238E27FC236}">
                <a16:creationId xmlns:a16="http://schemas.microsoft.com/office/drawing/2014/main" id="{6A121327-8EE1-4575-8615-BACD280D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AA3F4-90C2-4D6A-8417-409BCABC87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8f6ae7bb243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2018">
            <a:extLst xmlns:a="http://schemas.openxmlformats.org/drawingml/2006/main">
              <a:ext uri="{FF2B5EF4-FFF2-40B4-BE49-F238E27FC236}">
                <a16:creationId xmlns:a16="http://schemas.microsoft.com/office/drawing/2014/main" id="{AB997CF9-4829-4274-87B7-DFE3C8AD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2019">
            <a:extLst xmlns:a="http://schemas.openxmlformats.org/drawingml/2006/main">
              <a:ext uri="{FF2B5EF4-FFF2-40B4-BE49-F238E27FC236}">
                <a16:creationId xmlns:a16="http://schemas.microsoft.com/office/drawing/2014/main" id="{40058E24-A1A6-4206-A990-06C1965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2020">
            <a:extLst xmlns:a="http://schemas.openxmlformats.org/drawingml/2006/main">
              <a:ext uri="{FF2B5EF4-FFF2-40B4-BE49-F238E27FC236}">
                <a16:creationId xmlns:a16="http://schemas.microsoft.com/office/drawing/2014/main" id="{0BD46D25-2D44-47B2-AC64-AA5ACD88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2021">
            <a:extLst xmlns:a="http://schemas.openxmlformats.org/drawingml/2006/main">
              <a:ext uri="{FF2B5EF4-FFF2-40B4-BE49-F238E27FC236}">
                <a16:creationId xmlns:a16="http://schemas.microsoft.com/office/drawing/2014/main" id="{9735BFBD-C330-43FE-A5E8-9F53978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2022">
            <a:extLst xmlns:a="http://schemas.openxmlformats.org/drawingml/2006/main">
              <a:ext uri="{FF2B5EF4-FFF2-40B4-BE49-F238E27FC236}">
                <a16:creationId xmlns:a16="http://schemas.microsoft.com/office/drawing/2014/main" id="{B63B1DF5-842D-4828-9B4F-0632C03B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2023">
            <a:extLst xmlns:a="http://schemas.openxmlformats.org/drawingml/2006/main">
              <a:ext uri="{FF2B5EF4-FFF2-40B4-BE49-F238E27FC236}">
                <a16:creationId xmlns:a16="http://schemas.microsoft.com/office/drawing/2014/main" id="{227DF9BB-630B-42A0-8F21-A23862DE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2024">
            <a:extLst xmlns:a="http://schemas.openxmlformats.org/drawingml/2006/main">
              <a:ext uri="{FF2B5EF4-FFF2-40B4-BE49-F238E27FC236}">
                <a16:creationId xmlns:a16="http://schemas.microsoft.com/office/drawing/2014/main" id="{63C921CE-3A1D-4495-A0D0-80007FB4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2025">
            <a:extLst xmlns:a="http://schemas.openxmlformats.org/drawingml/2006/main">
              <a:ext uri="{FF2B5EF4-FFF2-40B4-BE49-F238E27FC236}">
                <a16:creationId xmlns:a16="http://schemas.microsoft.com/office/drawing/2014/main" id="{59BC6540-EC16-4A77-8BF0-DB7647AA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2026">
            <a:extLst xmlns:a="http://schemas.openxmlformats.org/drawingml/2006/main">
              <a:ext uri="{FF2B5EF4-FFF2-40B4-BE49-F238E27FC236}">
                <a16:creationId xmlns:a16="http://schemas.microsoft.com/office/drawing/2014/main" id="{3129EE39-67D4-4C8B-84AA-BBC234B4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027">
            <a:extLst xmlns:a="http://schemas.openxmlformats.org/drawingml/2006/main">
              <a:ext uri="{FF2B5EF4-FFF2-40B4-BE49-F238E27FC236}">
                <a16:creationId xmlns:a16="http://schemas.microsoft.com/office/drawing/2014/main" id="{3B761B1C-EDF9-4D2F-8B50-10BB0CC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028">
            <a:extLst xmlns:a="http://schemas.openxmlformats.org/drawingml/2006/main">
              <a:ext uri="{FF2B5EF4-FFF2-40B4-BE49-F238E27FC236}">
                <a16:creationId xmlns:a16="http://schemas.microsoft.com/office/drawing/2014/main" id="{E6B4409A-84BC-48A5-AF90-96BA693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029">
            <a:extLst xmlns:a="http://schemas.openxmlformats.org/drawingml/2006/main">
              <a:ext uri="{FF2B5EF4-FFF2-40B4-BE49-F238E27FC236}">
                <a16:creationId xmlns:a16="http://schemas.microsoft.com/office/drawing/2014/main" id="{CFF5366D-BF4C-4FFC-9694-401E4C95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60</a:t>
            </a:r>
          </a:p>
        </p:txBody>
      </p:sp>
      <p:sp>
        <p:nvSpPr>
          <p:cNvPr id="16" name="profile-2030">
            <a:extLst xmlns:a="http://schemas.openxmlformats.org/drawingml/2006/main">
              <a:ext uri="{FF2B5EF4-FFF2-40B4-BE49-F238E27FC236}">
                <a16:creationId xmlns:a16="http://schemas.microsoft.com/office/drawing/2014/main" id="{E905F2A4-CCEB-446B-9549-557BC376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2031">
            <a:extLst xmlns:a="http://schemas.openxmlformats.org/drawingml/2006/main">
              <a:ext uri="{FF2B5EF4-FFF2-40B4-BE49-F238E27FC236}">
                <a16:creationId xmlns:a16="http://schemas.microsoft.com/office/drawing/2014/main" id="{C3B485A9-4374-4FF6-9C0A-92FA5F02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2032">
            <a:extLst xmlns:a="http://schemas.openxmlformats.org/drawingml/2006/main">
              <a:ext uri="{FF2B5EF4-FFF2-40B4-BE49-F238E27FC236}">
                <a16:creationId xmlns:a16="http://schemas.microsoft.com/office/drawing/2014/main" id="{DCD3B3FC-2BEC-4EBD-80A5-FFAA5ED4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2033">
            <a:extLst xmlns:a="http://schemas.openxmlformats.org/drawingml/2006/main">
              <a:ext uri="{FF2B5EF4-FFF2-40B4-BE49-F238E27FC236}">
                <a16:creationId xmlns:a16="http://schemas.microsoft.com/office/drawing/2014/main" id="{2B1C54B4-DDD5-4721-A3BF-F6E60279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2034">
            <a:extLst xmlns:a="http://schemas.openxmlformats.org/drawingml/2006/main">
              <a:ext uri="{FF2B5EF4-FFF2-40B4-BE49-F238E27FC236}">
                <a16:creationId xmlns:a16="http://schemas.microsoft.com/office/drawing/2014/main" id="{39CCFC24-255D-4508-A928-18FE827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2035">
            <a:extLst xmlns:a="http://schemas.openxmlformats.org/drawingml/2006/main">
              <a:ext uri="{FF2B5EF4-FFF2-40B4-BE49-F238E27FC236}">
                <a16:creationId xmlns:a16="http://schemas.microsoft.com/office/drawing/2014/main" id="{A8F076AC-FF88-4139-96CC-C03C458B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2036">
            <a:extLst xmlns:a="http://schemas.openxmlformats.org/drawingml/2006/main">
              <a:ext uri="{FF2B5EF4-FFF2-40B4-BE49-F238E27FC236}">
                <a16:creationId xmlns:a16="http://schemas.microsoft.com/office/drawing/2014/main" id="{B6267F15-0D8F-4B90-850E-FBDB9866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2037">
            <a:extLst xmlns:a="http://schemas.openxmlformats.org/drawingml/2006/main">
              <a:ext uri="{FF2B5EF4-FFF2-40B4-BE49-F238E27FC236}">
                <a16:creationId xmlns:a16="http://schemas.microsoft.com/office/drawing/2014/main" id="{90964456-7229-4668-BA3B-9E694BAE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2038">
            <a:extLst xmlns:a="http://schemas.openxmlformats.org/drawingml/2006/main">
              <a:ext uri="{FF2B5EF4-FFF2-40B4-BE49-F238E27FC236}">
                <a16:creationId xmlns:a16="http://schemas.microsoft.com/office/drawing/2014/main" id="{6D850F42-B773-4079-A170-DF551108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2039">
            <a:extLst xmlns:a="http://schemas.openxmlformats.org/drawingml/2006/main">
              <a:ext uri="{FF2B5EF4-FFF2-40B4-BE49-F238E27FC236}">
                <a16:creationId xmlns:a16="http://schemas.microsoft.com/office/drawing/2014/main" id="{5C786210-0432-4E84-880E-F5DA9065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2040">
            <a:extLst xmlns:a="http://schemas.openxmlformats.org/drawingml/2006/main">
              <a:ext uri="{FF2B5EF4-FFF2-40B4-BE49-F238E27FC236}">
                <a16:creationId xmlns:a16="http://schemas.microsoft.com/office/drawing/2014/main" id="{F726C60A-0657-4B08-ACE4-7257FE54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2041">
            <a:extLst xmlns:a="http://schemas.openxmlformats.org/drawingml/2006/main">
              <a:ext uri="{FF2B5EF4-FFF2-40B4-BE49-F238E27FC236}">
                <a16:creationId xmlns:a16="http://schemas.microsoft.com/office/drawing/2014/main" id="{73B9084C-654B-4610-A03C-A140247B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618A3-CBC9-41CA-B43C-87B4CCE49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b5a74ec7946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2042">
            <a:extLst xmlns:a="http://schemas.openxmlformats.org/drawingml/2006/main">
              <a:ext uri="{FF2B5EF4-FFF2-40B4-BE49-F238E27FC236}">
                <a16:creationId xmlns:a16="http://schemas.microsoft.com/office/drawing/2014/main" id="{265E8904-6008-46D0-9658-B282E1F0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11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64331305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2043">
            <a:extLst xmlns:a="http://schemas.openxmlformats.org/drawingml/2006/main">
              <a:ext uri="{FF2B5EF4-FFF2-40B4-BE49-F238E27FC236}">
                <a16:creationId xmlns:a16="http://schemas.microsoft.com/office/drawing/2014/main" id="{9C5680AB-5637-4143-9AFB-7A5468CE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044">
            <a:extLst xmlns:a="http://schemas.openxmlformats.org/drawingml/2006/main">
              <a:ext uri="{FF2B5EF4-FFF2-40B4-BE49-F238E27FC236}">
                <a16:creationId xmlns:a16="http://schemas.microsoft.com/office/drawing/2014/main" id="{31E8E592-D046-4EDD-87AF-C3BC7733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56A78-D56E-4483-A7F5-AA19ECA42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b909b91ce4d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2045">
            <a:extLst xmlns:a="http://schemas.openxmlformats.org/drawingml/2006/main">
              <a:ext uri="{FF2B5EF4-FFF2-40B4-BE49-F238E27FC236}">
                <a16:creationId xmlns:a16="http://schemas.microsoft.com/office/drawing/2014/main" id="{A9C22E65-0913-4D60-A07F-5B532E7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2046">
            <a:extLst xmlns:a="http://schemas.openxmlformats.org/drawingml/2006/main">
              <a:ext uri="{FF2B5EF4-FFF2-40B4-BE49-F238E27FC236}">
                <a16:creationId xmlns:a16="http://schemas.microsoft.com/office/drawing/2014/main" id="{92D6D949-48C2-4D76-A4F9-E6D43869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2047">
            <a:extLst xmlns:a="http://schemas.openxmlformats.org/drawingml/2006/main">
              <a:ext uri="{FF2B5EF4-FFF2-40B4-BE49-F238E27FC236}">
                <a16:creationId xmlns:a16="http://schemas.microsoft.com/office/drawing/2014/main" id="{655C1620-B60B-46FE-8915-D9587F13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2048">
            <a:extLst xmlns:a="http://schemas.openxmlformats.org/drawingml/2006/main">
              <a:ext uri="{FF2B5EF4-FFF2-40B4-BE49-F238E27FC236}">
                <a16:creationId xmlns:a16="http://schemas.microsoft.com/office/drawing/2014/main" id="{266B65AC-0094-4AA3-8F11-8D09EA1F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2049">
            <a:extLst xmlns:a="http://schemas.openxmlformats.org/drawingml/2006/main">
              <a:ext uri="{FF2B5EF4-FFF2-40B4-BE49-F238E27FC236}">
                <a16:creationId xmlns:a16="http://schemas.microsoft.com/office/drawing/2014/main" id="{49828F4F-EFC8-4723-B8AF-D0E20C27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2050">
            <a:extLst xmlns:a="http://schemas.openxmlformats.org/drawingml/2006/main">
              <a:ext uri="{FF2B5EF4-FFF2-40B4-BE49-F238E27FC236}">
                <a16:creationId xmlns:a16="http://schemas.microsoft.com/office/drawing/2014/main" id="{13235A2B-5456-4F74-9675-D69B586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2051">
            <a:extLst xmlns:a="http://schemas.openxmlformats.org/drawingml/2006/main">
              <a:ext uri="{FF2B5EF4-FFF2-40B4-BE49-F238E27FC236}">
                <a16:creationId xmlns:a16="http://schemas.microsoft.com/office/drawing/2014/main" id="{AF953F95-42BE-48EE-A666-073334E6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2052">
            <a:extLst xmlns:a="http://schemas.openxmlformats.org/drawingml/2006/main">
              <a:ext uri="{FF2B5EF4-FFF2-40B4-BE49-F238E27FC236}">
                <a16:creationId xmlns:a16="http://schemas.microsoft.com/office/drawing/2014/main" id="{7F862EF5-EE38-41F2-8CBF-20F52B8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2053">
            <a:extLst xmlns:a="http://schemas.openxmlformats.org/drawingml/2006/main">
              <a:ext uri="{FF2B5EF4-FFF2-40B4-BE49-F238E27FC236}">
                <a16:creationId xmlns:a16="http://schemas.microsoft.com/office/drawing/2014/main" id="{471D9CBC-2F28-4A48-9D02-53E35A51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054">
            <a:extLst xmlns:a="http://schemas.openxmlformats.org/drawingml/2006/main">
              <a:ext uri="{FF2B5EF4-FFF2-40B4-BE49-F238E27FC236}">
                <a16:creationId xmlns:a16="http://schemas.microsoft.com/office/drawing/2014/main" id="{0C2FD3DD-CFFB-4636-BEB7-C972DF65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055">
            <a:extLst xmlns:a="http://schemas.openxmlformats.org/drawingml/2006/main">
              <a:ext uri="{FF2B5EF4-FFF2-40B4-BE49-F238E27FC236}">
                <a16:creationId xmlns:a16="http://schemas.microsoft.com/office/drawing/2014/main" id="{C7705D29-C9E0-4D3F-90E8-04BD6C4C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056">
            <a:extLst xmlns:a="http://schemas.openxmlformats.org/drawingml/2006/main">
              <a:ext uri="{FF2B5EF4-FFF2-40B4-BE49-F238E27FC236}">
                <a16:creationId xmlns:a16="http://schemas.microsoft.com/office/drawing/2014/main" id="{23DB0DB1-CE8D-458C-BDF1-D6126FBD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61</a:t>
            </a:r>
          </a:p>
        </p:txBody>
      </p:sp>
      <p:sp>
        <p:nvSpPr>
          <p:cNvPr id="16" name="profile-2057">
            <a:extLst xmlns:a="http://schemas.openxmlformats.org/drawingml/2006/main">
              <a:ext uri="{FF2B5EF4-FFF2-40B4-BE49-F238E27FC236}">
                <a16:creationId xmlns:a16="http://schemas.microsoft.com/office/drawing/2014/main" id="{53C3E02F-25F5-4221-99A8-7E236D5F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Amended Environmental Compliance Certificate</a:t>
            </a:r>
          </a:p>
        </p:txBody>
      </p:sp>
      <p:sp>
        <p:nvSpPr>
          <p:cNvPr id="17" name="profile-2058">
            <a:extLst xmlns:a="http://schemas.openxmlformats.org/drawingml/2006/main">
              <a:ext uri="{FF2B5EF4-FFF2-40B4-BE49-F238E27FC236}">
                <a16:creationId xmlns:a16="http://schemas.microsoft.com/office/drawing/2014/main" id="{DAF406A3-A7AA-4131-895E-9AB869ED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2059">
            <a:extLst xmlns:a="http://schemas.openxmlformats.org/drawingml/2006/main">
              <a:ext uri="{FF2B5EF4-FFF2-40B4-BE49-F238E27FC236}">
                <a16:creationId xmlns:a16="http://schemas.microsoft.com/office/drawing/2014/main" id="{2B63FAA6-86E9-45B7-97D6-D14D03F8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2060">
            <a:extLst xmlns:a="http://schemas.openxmlformats.org/drawingml/2006/main">
              <a:ext uri="{FF2B5EF4-FFF2-40B4-BE49-F238E27FC236}">
                <a16:creationId xmlns:a16="http://schemas.microsoft.com/office/drawing/2014/main" id="{2D34ABA7-4CD7-46C3-82D9-C10FB4B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2061">
            <a:extLst xmlns:a="http://schemas.openxmlformats.org/drawingml/2006/main">
              <a:ext uri="{FF2B5EF4-FFF2-40B4-BE49-F238E27FC236}">
                <a16:creationId xmlns:a16="http://schemas.microsoft.com/office/drawing/2014/main" id="{81895AD4-191F-412B-B70D-DE87AECB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2062">
            <a:extLst xmlns:a="http://schemas.openxmlformats.org/drawingml/2006/main">
              <a:ext uri="{FF2B5EF4-FFF2-40B4-BE49-F238E27FC236}">
                <a16:creationId xmlns:a16="http://schemas.microsoft.com/office/drawing/2014/main" id="{B0FED150-E801-4B26-85C4-532AD07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2063">
            <a:extLst xmlns:a="http://schemas.openxmlformats.org/drawingml/2006/main">
              <a:ext uri="{FF2B5EF4-FFF2-40B4-BE49-F238E27FC236}">
                <a16:creationId xmlns:a16="http://schemas.microsoft.com/office/drawing/2014/main" id="{E5B61531-8A9B-43FE-B84C-5D6883D3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27 December 2024</a:t>
            </a:r>
          </a:p>
        </p:txBody>
      </p:sp>
      <p:sp>
        <p:nvSpPr>
          <p:cNvPr id="23" name="profile-2064">
            <a:extLst xmlns:a="http://schemas.openxmlformats.org/drawingml/2006/main">
              <a:ext uri="{FF2B5EF4-FFF2-40B4-BE49-F238E27FC236}">
                <a16:creationId xmlns:a16="http://schemas.microsoft.com/office/drawing/2014/main" id="{D0788A97-2D0A-4AB8-9315-17E6BCA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24" name="profile-2065">
            <a:extLst xmlns:a="http://schemas.openxmlformats.org/drawingml/2006/main">
              <a:ext uri="{FF2B5EF4-FFF2-40B4-BE49-F238E27FC236}">
                <a16:creationId xmlns:a16="http://schemas.microsoft.com/office/drawing/2014/main" id="{CD489C4C-7699-47ED-93F1-535A5320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Treatment, storage and disposal facility in Marilao,</a:t>
            </a:r>
          </a:p>
        </p:txBody>
      </p:sp>
      <p:sp>
        <p:nvSpPr>
          <p:cNvPr id="25" name="profile-2066">
            <a:extLst xmlns:a="http://schemas.openxmlformats.org/drawingml/2006/main">
              <a:ext uri="{FF2B5EF4-FFF2-40B4-BE49-F238E27FC236}">
                <a16:creationId xmlns:a16="http://schemas.microsoft.com/office/drawing/2014/main" id="{BA8D13D4-DE8C-4CFA-8642-66684B1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Bulacan</a:t>
            </a:r>
          </a:p>
        </p:txBody>
      </p:sp>
      <p:sp>
        <p:nvSpPr>
          <p:cNvPr id="26" name="profile-2067">
            <a:extLst xmlns:a="http://schemas.openxmlformats.org/drawingml/2006/main">
              <a:ext uri="{FF2B5EF4-FFF2-40B4-BE49-F238E27FC236}">
                <a16:creationId xmlns:a16="http://schemas.microsoft.com/office/drawing/2014/main" id="{AC04C9E6-F904-41F3-BDCD-6833D5F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Provider facility record, subject to attached conditions. An ECC is</a:t>
            </a:r>
          </a:p>
        </p:txBody>
      </p:sp>
      <p:sp>
        <p:nvSpPr>
          <p:cNvPr id="27" name="profile-2068">
            <a:extLst xmlns:a="http://schemas.openxmlformats.org/drawingml/2006/main">
              <a:ext uri="{FF2B5EF4-FFF2-40B4-BE49-F238E27FC236}">
                <a16:creationId xmlns:a16="http://schemas.microsoft.com/office/drawing/2014/main" id="{CD31CD90-114D-4675-BC4F-F23A63B8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not an operating permit.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CA98A-3E56-4403-88A9-16BEC9F15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6de2419424f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9138" y="2076450"/>
            <a:ext cx="2909674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profile-2069">
            <a:extLst xmlns:a="http://schemas.openxmlformats.org/drawingml/2006/main">
              <a:ext uri="{FF2B5EF4-FFF2-40B4-BE49-F238E27FC236}">
                <a16:creationId xmlns:a16="http://schemas.microsoft.com/office/drawing/2014/main" id="{4635203A-EBBF-4229-B8B3-EFD2AF8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12 of 12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88593419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2070">
            <a:extLst xmlns:a="http://schemas.openxmlformats.org/drawingml/2006/main">
              <a:ext uri="{FF2B5EF4-FFF2-40B4-BE49-F238E27FC236}">
                <a16:creationId xmlns:a16="http://schemas.microsoft.com/office/drawing/2014/main" id="{93E32C9B-0A9B-43EA-A519-A74B33B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071">
            <a:extLst xmlns:a="http://schemas.openxmlformats.org/drawingml/2006/main">
              <a:ext uri="{FF2B5EF4-FFF2-40B4-BE49-F238E27FC236}">
                <a16:creationId xmlns:a16="http://schemas.microsoft.com/office/drawing/2014/main" id="{EB5B160A-1078-4CBC-84D0-CDD3EDB7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A65D6-E8CA-426C-A220-138562FDB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d0e27c40c45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2072">
            <a:extLst xmlns:a="http://schemas.openxmlformats.org/drawingml/2006/main">
              <a:ext uri="{FF2B5EF4-FFF2-40B4-BE49-F238E27FC236}">
                <a16:creationId xmlns:a16="http://schemas.microsoft.com/office/drawing/2014/main" id="{16CDAC8E-DAFD-4BB6-86FC-BB6CB7C1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2073">
            <a:extLst xmlns:a="http://schemas.openxmlformats.org/drawingml/2006/main">
              <a:ext uri="{FF2B5EF4-FFF2-40B4-BE49-F238E27FC236}">
                <a16:creationId xmlns:a16="http://schemas.microsoft.com/office/drawing/2014/main" id="{A40F5259-5B21-4472-882D-86EFDF7A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2074">
            <a:extLst xmlns:a="http://schemas.openxmlformats.org/drawingml/2006/main">
              <a:ext uri="{FF2B5EF4-FFF2-40B4-BE49-F238E27FC236}">
                <a16:creationId xmlns:a16="http://schemas.microsoft.com/office/drawing/2014/main" id="{0A949D00-6DAA-4AEB-932A-8175AAE5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2075">
            <a:extLst xmlns:a="http://schemas.openxmlformats.org/drawingml/2006/main">
              <a:ext uri="{FF2B5EF4-FFF2-40B4-BE49-F238E27FC236}">
                <a16:creationId xmlns:a16="http://schemas.microsoft.com/office/drawing/2014/main" id="{C89EC4F5-AA64-43BE-8668-AA9742C9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2076">
            <a:extLst xmlns:a="http://schemas.openxmlformats.org/drawingml/2006/main">
              <a:ext uri="{FF2B5EF4-FFF2-40B4-BE49-F238E27FC236}">
                <a16:creationId xmlns:a16="http://schemas.microsoft.com/office/drawing/2014/main" id="{156FA9A5-B1B9-42EC-8AAB-7743187F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2077">
            <a:extLst xmlns:a="http://schemas.openxmlformats.org/drawingml/2006/main">
              <a:ext uri="{FF2B5EF4-FFF2-40B4-BE49-F238E27FC236}">
                <a16:creationId xmlns:a16="http://schemas.microsoft.com/office/drawing/2014/main" id="{809CBF7D-8F68-453A-A335-A7CAA58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2078">
            <a:extLst xmlns:a="http://schemas.openxmlformats.org/drawingml/2006/main">
              <a:ext uri="{FF2B5EF4-FFF2-40B4-BE49-F238E27FC236}">
                <a16:creationId xmlns:a16="http://schemas.microsoft.com/office/drawing/2014/main" id="{CC32C158-CACB-4CA5-907F-C880A9E7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2079">
            <a:extLst xmlns:a="http://schemas.openxmlformats.org/drawingml/2006/main">
              <a:ext uri="{FF2B5EF4-FFF2-40B4-BE49-F238E27FC236}">
                <a16:creationId xmlns:a16="http://schemas.microsoft.com/office/drawing/2014/main" id="{82680C00-B02D-4734-91F3-13356749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2080">
            <a:extLst xmlns:a="http://schemas.openxmlformats.org/drawingml/2006/main">
              <a:ext uri="{FF2B5EF4-FFF2-40B4-BE49-F238E27FC236}">
                <a16:creationId xmlns:a16="http://schemas.microsoft.com/office/drawing/2014/main" id="{421669DE-9ED3-4612-8B9D-2C15633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081">
            <a:extLst xmlns:a="http://schemas.openxmlformats.org/drawingml/2006/main">
              <a:ext uri="{FF2B5EF4-FFF2-40B4-BE49-F238E27FC236}">
                <a16:creationId xmlns:a16="http://schemas.microsoft.com/office/drawing/2014/main" id="{5575AD79-20D7-46A9-BC41-46576DF8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082">
            <a:extLst xmlns:a="http://schemas.openxmlformats.org/drawingml/2006/main">
              <a:ext uri="{FF2B5EF4-FFF2-40B4-BE49-F238E27FC236}">
                <a16:creationId xmlns:a16="http://schemas.microsoft.com/office/drawing/2014/main" id="{A74F6581-9C82-4436-A25D-62965C70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083">
            <a:extLst xmlns:a="http://schemas.openxmlformats.org/drawingml/2006/main">
              <a:ext uri="{FF2B5EF4-FFF2-40B4-BE49-F238E27FC236}">
                <a16:creationId xmlns:a16="http://schemas.microsoft.com/office/drawing/2014/main" id="{595ABF4A-9C00-49D7-AC7A-B192BED3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62</a:t>
            </a:r>
          </a:p>
        </p:txBody>
      </p:sp>
      <p:sp>
        <p:nvSpPr>
          <p:cNvPr id="16" name="profile-2084">
            <a:extLst xmlns:a="http://schemas.openxmlformats.org/drawingml/2006/main">
              <a:ext uri="{FF2B5EF4-FFF2-40B4-BE49-F238E27FC236}">
                <a16:creationId xmlns:a16="http://schemas.microsoft.com/office/drawing/2014/main" id="{FD9B8142-83E7-4C53-B79B-581605CE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Historical Discharge Permit</a:t>
            </a:r>
          </a:p>
        </p:txBody>
      </p:sp>
      <p:sp>
        <p:nvSpPr>
          <p:cNvPr id="17" name="profile-2085">
            <a:extLst xmlns:a="http://schemas.openxmlformats.org/drawingml/2006/main">
              <a:ext uri="{FF2B5EF4-FFF2-40B4-BE49-F238E27FC236}">
                <a16:creationId xmlns:a16="http://schemas.microsoft.com/office/drawing/2014/main" id="{0233DB60-DFCB-4343-9F6F-572898E3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2086">
            <a:extLst xmlns:a="http://schemas.openxmlformats.org/drawingml/2006/main">
              <a:ext uri="{FF2B5EF4-FFF2-40B4-BE49-F238E27FC236}">
                <a16:creationId xmlns:a16="http://schemas.microsoft.com/office/drawing/2014/main" id="{C80ABA34-88C8-4AE6-A910-1B82239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2087">
            <a:extLst xmlns:a="http://schemas.openxmlformats.org/drawingml/2006/main">
              <a:ext uri="{FF2B5EF4-FFF2-40B4-BE49-F238E27FC236}">
                <a16:creationId xmlns:a16="http://schemas.microsoft.com/office/drawing/2014/main" id="{F26A8F31-1E68-4023-B93F-5FCB6F71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2088">
            <a:extLst xmlns:a="http://schemas.openxmlformats.org/drawingml/2006/main">
              <a:ext uri="{FF2B5EF4-FFF2-40B4-BE49-F238E27FC236}">
                <a16:creationId xmlns:a16="http://schemas.microsoft.com/office/drawing/2014/main" id="{91989443-8689-4952-9C92-9CDEE2A0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2089">
            <a:extLst xmlns:a="http://schemas.openxmlformats.org/drawingml/2006/main">
              <a:ext uri="{FF2B5EF4-FFF2-40B4-BE49-F238E27FC236}">
                <a16:creationId xmlns:a16="http://schemas.microsoft.com/office/drawing/2014/main" id="{A14ACF76-4F24-422E-BCAC-3D15C89C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2090">
            <a:extLst xmlns:a="http://schemas.openxmlformats.org/drawingml/2006/main">
              <a:ext uri="{FF2B5EF4-FFF2-40B4-BE49-F238E27FC236}">
                <a16:creationId xmlns:a16="http://schemas.microsoft.com/office/drawing/2014/main" id="{D02B02CB-8597-4951-A75F-6ED99DE3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24 July 2025</a:t>
            </a:r>
          </a:p>
        </p:txBody>
      </p:sp>
      <p:sp>
        <p:nvSpPr>
          <p:cNvPr id="23" name="profile-2091">
            <a:extLst xmlns:a="http://schemas.openxmlformats.org/drawingml/2006/main">
              <a:ext uri="{FF2B5EF4-FFF2-40B4-BE49-F238E27FC236}">
                <a16:creationId xmlns:a16="http://schemas.microsoft.com/office/drawing/2014/main" id="{7C9CBDED-9356-4D8E-B6CF-39D54499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PRINTED VALIDITY ENDED</a:t>
            </a:r>
          </a:p>
        </p:txBody>
      </p:sp>
      <p:sp>
        <p:nvSpPr>
          <p:cNvPr id="24" name="profile-2092">
            <a:extLst xmlns:a="http://schemas.openxmlformats.org/drawingml/2006/main">
              <a:ext uri="{FF2B5EF4-FFF2-40B4-BE49-F238E27FC236}">
                <a16:creationId xmlns:a16="http://schemas.microsoft.com/office/drawing/2014/main" id="{DC9F350A-A42E-4306-A8B2-72C11322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24 July 2026</a:t>
            </a:r>
          </a:p>
        </p:txBody>
      </p:sp>
      <p:sp>
        <p:nvSpPr>
          <p:cNvPr id="25" name="profile-2093">
            <a:extLst xmlns:a="http://schemas.openxmlformats.org/drawingml/2006/main">
              <a:ext uri="{FF2B5EF4-FFF2-40B4-BE49-F238E27FC236}">
                <a16:creationId xmlns:a16="http://schemas.microsoft.com/office/drawing/2014/main" id="{6C9375CA-0E7D-461B-8ABD-1665372B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Historical supplied copy. Updated renewal copy required; current</a:t>
            </a:r>
          </a:p>
        </p:txBody>
      </p:sp>
      <p:sp>
        <p:nvSpPr>
          <p:cNvPr id="26" name="profile-2094">
            <a:extLst xmlns:a="http://schemas.openxmlformats.org/drawingml/2006/main">
              <a:ext uri="{FF2B5EF4-FFF2-40B4-BE49-F238E27FC236}">
                <a16:creationId xmlns:a16="http://schemas.microsoft.com/office/drawing/2014/main" id="{89210F2A-6959-4886-B2BE-489F6E7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status is not established by this copy.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39393D-1107-4DE0-99F8-7BD1B1C85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654efc80540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4799" y="2076450"/>
            <a:ext cx="2498352" cy="4114800"/>
          </a:xfrm>
          <a:prstGeom xmlns:a="http://schemas.openxmlformats.org/drawingml/2006/main" prst="rect">
            <a:avLst/>
          </a:prstGeom>
        </p:spPr>
      </p:pic>
      <p:sp>
        <p:nvSpPr>
          <p:cNvPr id="28" name="profile-2095">
            <a:extLst xmlns:a="http://schemas.openxmlformats.org/drawingml/2006/main">
              <a:ext uri="{FF2B5EF4-FFF2-40B4-BE49-F238E27FC236}">
                <a16:creationId xmlns:a16="http://schemas.microsoft.com/office/drawing/2014/main" id="{7D1244E0-ACA7-44B4-BF73-9C7308E3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1 of 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184122174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ofile-2096">
            <a:extLst xmlns:a="http://schemas.openxmlformats.org/drawingml/2006/main">
              <a:ext uri="{FF2B5EF4-FFF2-40B4-BE49-F238E27FC236}">
                <a16:creationId xmlns:a16="http://schemas.microsoft.com/office/drawing/2014/main" id="{A8C78AB0-A828-4B5C-887C-50EE3D9E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F"/>
          </a:solidFill>
          <a:ln xmlns:a="http://schemas.openxmlformats.org/drawingml/2006/main" w="0">
            <a:noFill/>
          </a:ln>
        </p:spPr>
      </p:sp>
      <p:sp>
        <p:nvSpPr>
          <p:cNvPr id="2" name="profile-2097">
            <a:extLst xmlns:a="http://schemas.openxmlformats.org/drawingml/2006/main">
              <a:ext uri="{FF2B5EF4-FFF2-40B4-BE49-F238E27FC236}">
                <a16:creationId xmlns:a16="http://schemas.microsoft.com/office/drawing/2014/main" id="{C0549433-080B-4C5F-B1A4-23D7C1C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53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975C2-3334-4F19-9A24-3135A70F7A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cea728afe49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profile-2098">
            <a:extLst xmlns:a="http://schemas.openxmlformats.org/drawingml/2006/main">
              <a:ext uri="{FF2B5EF4-FFF2-40B4-BE49-F238E27FC236}">
                <a16:creationId xmlns:a16="http://schemas.microsoft.com/office/drawing/2014/main" id="{393C3661-84A7-4D76-97AF-AD91B34A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2099">
            <a:extLst xmlns:a="http://schemas.openxmlformats.org/drawingml/2006/main">
              <a:ext uri="{FF2B5EF4-FFF2-40B4-BE49-F238E27FC236}">
                <a16:creationId xmlns:a16="http://schemas.microsoft.com/office/drawing/2014/main" id="{F1D45E70-030B-4D56-A2A7-5B7928B0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6" name="profile-2100">
            <a:extLst xmlns:a="http://schemas.openxmlformats.org/drawingml/2006/main">
              <a:ext uri="{FF2B5EF4-FFF2-40B4-BE49-F238E27FC236}">
                <a16:creationId xmlns:a16="http://schemas.microsoft.com/office/drawing/2014/main" id="{22EDB396-63AE-4883-95A2-1B20C4CE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  |   Globe 0917 671 6383   |   Smart 0939 245 6217</a:t>
            </a:r>
          </a:p>
        </p:txBody>
      </p:sp>
      <p:sp>
        <p:nvSpPr>
          <p:cNvPr id="7" name="profile-2101">
            <a:extLst xmlns:a="http://schemas.openxmlformats.org/drawingml/2006/main">
              <a:ext uri="{FF2B5EF4-FFF2-40B4-BE49-F238E27FC236}">
                <a16:creationId xmlns:a16="http://schemas.microsoft.com/office/drawing/2014/main" id="{3339EFD5-94AE-4E49-AE15-F27C845C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23925"/>
            <a:ext cx="714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" name="profile-2102">
            <a:extLst xmlns:a="http://schemas.openxmlformats.org/drawingml/2006/main">
              <a:ext uri="{FF2B5EF4-FFF2-40B4-BE49-F238E27FC236}">
                <a16:creationId xmlns:a16="http://schemas.microsoft.com/office/drawing/2014/main" id="{10D96FBE-D36D-4A38-8187-C4AC0E5E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TO FOLLOW</a:t>
            </a:r>
          </a:p>
        </p:txBody>
      </p:sp>
      <p:sp>
        <p:nvSpPr>
          <p:cNvPr id="9" name="profile-2103">
            <a:extLst xmlns:a="http://schemas.openxmlformats.org/drawingml/2006/main">
              <a:ext uri="{FF2B5EF4-FFF2-40B4-BE49-F238E27FC236}">
                <a16:creationId xmlns:a16="http://schemas.microsoft.com/office/drawing/2014/main" id="{3FE4D104-C3D8-422E-93A4-AC75B7EE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2F8F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2F8FC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profile-2104">
            <a:extLst xmlns:a="http://schemas.openxmlformats.org/drawingml/2006/main">
              <a:ext uri="{FF2B5EF4-FFF2-40B4-BE49-F238E27FC236}">
                <a16:creationId xmlns:a16="http://schemas.microsoft.com/office/drawing/2014/main" id="{9FB437C5-8E35-43A8-A553-BEE17691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C5E"/>
          </a:solidFill>
          <a:ln xmlns:a="http://schemas.openxmlformats.org/drawingml/2006/main" w="0">
            <a:noFill/>
          </a:ln>
        </p:spPr>
      </p:sp>
      <p:sp>
        <p:nvSpPr>
          <p:cNvPr id="11" name="profile-2105">
            <a:extLst xmlns:a="http://schemas.openxmlformats.org/drawingml/2006/main">
              <a:ext uri="{FF2B5EF4-FFF2-40B4-BE49-F238E27FC236}">
                <a16:creationId xmlns:a16="http://schemas.microsoft.com/office/drawing/2014/main" id="{F3FF1B8F-6547-4B3D-9DAA-E54FA93D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2" name="profile-2106">
            <a:extLst xmlns:a="http://schemas.openxmlformats.org/drawingml/2006/main">
              <a:ext uri="{FF2B5EF4-FFF2-40B4-BE49-F238E27FC236}">
                <a16:creationId xmlns:a16="http://schemas.microsoft.com/office/drawing/2014/main" id="{7FC4B2C4-0E52-47EE-A712-48A6F948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3" name="profile-2107">
            <a:extLst xmlns:a="http://schemas.openxmlformats.org/drawingml/2006/main">
              <a:ext uri="{FF2B5EF4-FFF2-40B4-BE49-F238E27FC236}">
                <a16:creationId xmlns:a16="http://schemas.microsoft.com/office/drawing/2014/main" id="{7FD0FB9F-722E-496D-B85D-E9FC9C79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98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4" name="profile-2108">
            <a:extLst xmlns:a="http://schemas.openxmlformats.org/drawingml/2006/main">
              <a:ext uri="{FF2B5EF4-FFF2-40B4-BE49-F238E27FC236}">
                <a16:creationId xmlns:a16="http://schemas.microsoft.com/office/drawing/2014/main" id="{76B8D996-EF48-4668-AE4F-FD224CE8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817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 DRAFT</a:t>
            </a:r>
          </a:p>
        </p:txBody>
      </p:sp>
      <p:sp>
        <p:nvSpPr>
          <p:cNvPr id="15" name="profile-2109">
            <a:extLst xmlns:a="http://schemas.openxmlformats.org/drawingml/2006/main">
              <a:ext uri="{FF2B5EF4-FFF2-40B4-BE49-F238E27FC236}">
                <a16:creationId xmlns:a16="http://schemas.microsoft.com/office/drawing/2014/main" id="{22A81D80-3B8C-4233-B9FF-3F5F8FE0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610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63</a:t>
            </a:r>
          </a:p>
        </p:txBody>
      </p:sp>
      <p:sp>
        <p:nvSpPr>
          <p:cNvPr id="16" name="profile-2110">
            <a:extLst xmlns:a="http://schemas.openxmlformats.org/drawingml/2006/main">
              <a:ext uri="{FF2B5EF4-FFF2-40B4-BE49-F238E27FC236}">
                <a16:creationId xmlns:a16="http://schemas.microsoft.com/office/drawing/2014/main" id="{448CCA7C-0387-48A8-858F-60B70E44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Historical Discharge Permit</a:t>
            </a:r>
          </a:p>
        </p:txBody>
      </p:sp>
      <p:sp>
        <p:nvSpPr>
          <p:cNvPr id="17" name="profile-2111">
            <a:extLst xmlns:a="http://schemas.openxmlformats.org/drawingml/2006/main">
              <a:ext uri="{FF2B5EF4-FFF2-40B4-BE49-F238E27FC236}">
                <a16:creationId xmlns:a16="http://schemas.microsoft.com/office/drawing/2014/main" id="{7C2C6B99-0572-47E4-BF4F-C11A8970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EEC"/>
          </a:solidFill>
          <a:ln xmlns:a="http://schemas.openxmlformats.org/drawingml/2006/main" w="0">
            <a:noFill/>
          </a:ln>
        </p:spPr>
      </p:sp>
      <p:sp>
        <p:nvSpPr>
          <p:cNvPr id="18" name="profile-2112">
            <a:extLst xmlns:a="http://schemas.openxmlformats.org/drawingml/2006/main">
              <a:ext uri="{FF2B5EF4-FFF2-40B4-BE49-F238E27FC236}">
                <a16:creationId xmlns:a16="http://schemas.microsoft.com/office/drawing/2014/main" id="{57299F28-FA24-40C5-B54F-0D4E3191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GLOBALTEC PROVIDER RECORD</a:t>
            </a:r>
          </a:p>
        </p:txBody>
      </p:sp>
      <p:sp>
        <p:nvSpPr>
          <p:cNvPr id="19" name="profile-2113">
            <a:extLst xmlns:a="http://schemas.openxmlformats.org/drawingml/2006/main">
              <a:ext uri="{FF2B5EF4-FFF2-40B4-BE49-F238E27FC236}">
                <a16:creationId xmlns:a16="http://schemas.microsoft.com/office/drawing/2014/main" id="{02ECEE88-8AE2-4466-BF0A-8C4431DB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RECORD HOLDER</a:t>
            </a:r>
          </a:p>
        </p:txBody>
      </p:sp>
      <p:sp>
        <p:nvSpPr>
          <p:cNvPr id="20" name="profile-2114">
            <a:extLst xmlns:a="http://schemas.openxmlformats.org/drawingml/2006/main">
              <a:ext uri="{FF2B5EF4-FFF2-40B4-BE49-F238E27FC236}">
                <a16:creationId xmlns:a16="http://schemas.microsoft.com/office/drawing/2014/main" id="{41F2C6FE-6612-4738-969E-92490F15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Globaltec Waste Management, Inc.</a:t>
            </a:r>
          </a:p>
        </p:txBody>
      </p:sp>
      <p:sp>
        <p:nvSpPr>
          <p:cNvPr id="21" name="profile-2115">
            <a:extLst xmlns:a="http://schemas.openxmlformats.org/drawingml/2006/main">
              <a:ext uri="{FF2B5EF4-FFF2-40B4-BE49-F238E27FC236}">
                <a16:creationId xmlns:a16="http://schemas.microsoft.com/office/drawing/2014/main" id="{BAB5D227-180D-41BD-A997-4B36B8F3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ISSUED</a:t>
            </a:r>
          </a:p>
        </p:txBody>
      </p:sp>
      <p:sp>
        <p:nvSpPr>
          <p:cNvPr id="22" name="profile-2116">
            <a:extLst xmlns:a="http://schemas.openxmlformats.org/drawingml/2006/main">
              <a:ext uri="{FF2B5EF4-FFF2-40B4-BE49-F238E27FC236}">
                <a16:creationId xmlns:a16="http://schemas.microsoft.com/office/drawing/2014/main" id="{1BE303A5-39EF-4A1B-844F-500FCDDC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24 July 2025</a:t>
            </a:r>
          </a:p>
        </p:txBody>
      </p:sp>
      <p:sp>
        <p:nvSpPr>
          <p:cNvPr id="23" name="profile-2117">
            <a:extLst xmlns:a="http://schemas.openxmlformats.org/drawingml/2006/main">
              <a:ext uri="{FF2B5EF4-FFF2-40B4-BE49-F238E27FC236}">
                <a16:creationId xmlns:a16="http://schemas.microsoft.com/office/drawing/2014/main" id="{FDF5B1B0-5ADC-44FA-84F2-4FD69E1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PRINTED VALIDITY ENDED</a:t>
            </a:r>
          </a:p>
        </p:txBody>
      </p:sp>
      <p:sp>
        <p:nvSpPr>
          <p:cNvPr id="24" name="profile-2118">
            <a:extLst xmlns:a="http://schemas.openxmlformats.org/drawingml/2006/main">
              <a:ext uri="{FF2B5EF4-FFF2-40B4-BE49-F238E27FC236}">
                <a16:creationId xmlns:a16="http://schemas.microsoft.com/office/drawing/2014/main" id="{DB3D575A-7DBE-40D3-8372-AC2CDD43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B4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2B49"/>
                </a:solidFill>
                <a:latin typeface="Segoe UI"/>
                <a:ea typeface="Segoe UI"/>
                <a:cs typeface="Segoe UI"/>
              </a:rPr>
              <a:t>24 July 2026</a:t>
            </a:r>
          </a:p>
        </p:txBody>
      </p:sp>
      <p:sp>
        <p:nvSpPr>
          <p:cNvPr id="25" name="profile-2119">
            <a:extLst xmlns:a="http://schemas.openxmlformats.org/drawingml/2006/main">
              <a:ext uri="{FF2B5EF4-FFF2-40B4-BE49-F238E27FC236}">
                <a16:creationId xmlns:a16="http://schemas.microsoft.com/office/drawing/2014/main" id="{0CA4318A-C21B-4727-9828-9B32C084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Historical supplied copy. Updated renewal copy required; current</a:t>
            </a:r>
          </a:p>
        </p:txBody>
      </p:sp>
      <p:sp>
        <p:nvSpPr>
          <p:cNvPr id="26" name="profile-2120">
            <a:extLst xmlns:a="http://schemas.openxmlformats.org/drawingml/2006/main">
              <a:ext uri="{FF2B5EF4-FFF2-40B4-BE49-F238E27FC236}">
                <a16:creationId xmlns:a16="http://schemas.microsoft.com/office/drawing/2014/main" id="{172F3B8B-4D3D-4468-A59D-763934D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status is not established by this copy.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8335B-186E-437F-A92D-A31F44FF5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81ede4e7844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4799" y="2076450"/>
            <a:ext cx="2498352" cy="4114800"/>
          </a:xfrm>
          <a:prstGeom xmlns:a="http://schemas.openxmlformats.org/drawingml/2006/main" prst="rect">
            <a:avLst/>
          </a:prstGeom>
        </p:spPr>
      </p:pic>
      <p:sp>
        <p:nvSpPr>
          <p:cNvPr id="28" name="profile-2121">
            <a:extLst xmlns:a="http://schemas.openxmlformats.org/drawingml/2006/main">
              <a:ext uri="{FF2B5EF4-FFF2-40B4-BE49-F238E27FC236}">
                <a16:creationId xmlns:a16="http://schemas.microsoft.com/office/drawing/2014/main" id="{3D7522C9-4490-48A4-9474-DF0FCCFF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24500" cy="20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560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456079"/>
                </a:solidFill>
                <a:latin typeface="Segoe UI"/>
                <a:ea typeface="Segoe UI"/>
                <a:cs typeface="Segoe UI"/>
              </a:rPr>
              <a:t>Source page 2 of 2 | Owner-supplied copy</a:t>
            </a:r>
          </a:p>
        </p:txBody>
      </p:sp>
    </p:spTree>
    <p:extLst>
      <p:ext uri="{BB962C8B-B14F-4D97-AF65-F5344CB8AC3E}">
        <p14:creationId xmlns:p14="http://schemas.microsoft.com/office/powerpoint/2010/main" val="2040435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2026-10-13T04:48:56.6090000Z</dcterms:created>
  <dcterms:modified xsi:type="dcterms:W3CDTF">2026-10-13T04:48:56.6090000Z</dcterms:modified>
</coreProperties>
</file>