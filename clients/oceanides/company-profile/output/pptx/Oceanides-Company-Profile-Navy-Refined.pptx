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c2a7f7e77466b" /><Relationship Type="http://schemas.openxmlformats.org/officeDocument/2006/relationships/extended-properties" Target="/docProps/app.xml" Id="R73cc90299b6d41e6" /><Relationship Type="http://schemas.openxmlformats.org/officeDocument/2006/relationships/officeDocument" Target="/ppt/presentation.xml" Id="R04d6d409c1c74a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2ebb3cc3645f0"/>
  </p:sldMasterIdLst>
  <p:notesMasterIdLst>
    <p:notesMasterId xmlns:r="http://schemas.openxmlformats.org/officeDocument/2006/relationships" r:id="R8cb28739ec2b429f"/>
  </p:notesMasterIdLst>
  <p:sldIdLst>
    <p:sldId xmlns:r="http://schemas.openxmlformats.org/officeDocument/2006/relationships" id="256" r:id="R32d00231353040e5"/>
    <p:sldId xmlns:r="http://schemas.openxmlformats.org/officeDocument/2006/relationships" id="257" r:id="R816087868a3947b7"/>
    <p:sldId xmlns:r="http://schemas.openxmlformats.org/officeDocument/2006/relationships" id="258" r:id="R1135314010984690"/>
    <p:sldId xmlns:r="http://schemas.openxmlformats.org/officeDocument/2006/relationships" id="259" r:id="Rf9221a228052453c"/>
    <p:sldId xmlns:r="http://schemas.openxmlformats.org/officeDocument/2006/relationships" id="260" r:id="R4558385fa8114369"/>
    <p:sldId xmlns:r="http://schemas.openxmlformats.org/officeDocument/2006/relationships" id="261" r:id="R04e47bf5df9c4bb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12c2960faf48d3" /><Relationship Type="http://schemas.openxmlformats.org/officeDocument/2006/relationships/slideMaster" Target="/ppt/slideMasters/slideMaster1.xml" Id="R3ce2ebb3cc3645f0" /><Relationship Type="http://schemas.openxmlformats.org/officeDocument/2006/relationships/notesMaster" Target="/ppt/notesMasters/notesMaster1.xml" Id="R8cb28739ec2b429f" /><Relationship Type="http://schemas.openxmlformats.org/officeDocument/2006/relationships/presProps" Target="/ppt/presProps.xml" Id="Rd067671014254d37" /><Relationship Type="http://schemas.openxmlformats.org/officeDocument/2006/relationships/tableStyles" Target="/ppt/tableStyles.xml" Id="R535eb188527645bb" /><Relationship Type="http://schemas.openxmlformats.org/officeDocument/2006/relationships/slide" Target="/ppt/slides/slide1.xml" Id="R32d00231353040e5" /><Relationship Type="http://schemas.openxmlformats.org/officeDocument/2006/relationships/slide" Target="/ppt/slides/slide2.xml" Id="R816087868a3947b7" /><Relationship Type="http://schemas.openxmlformats.org/officeDocument/2006/relationships/slide" Target="/ppt/slides/slide3.xml" Id="R1135314010984690" /><Relationship Type="http://schemas.openxmlformats.org/officeDocument/2006/relationships/slide" Target="/ppt/slides/slide4.xml" Id="Rf9221a228052453c" /><Relationship Type="http://schemas.openxmlformats.org/officeDocument/2006/relationships/slide" Target="/ppt/slides/slide5.xml" Id="R4558385fa8114369" /><Relationship Type="http://schemas.openxmlformats.org/officeDocument/2006/relationships/slide" Target="/ppt/slides/slide6.xml" Id="R04e47bf5df9c4b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686e6738d40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ce9b2f7a54969" /><Relationship Type="http://schemas.openxmlformats.org/officeDocument/2006/relationships/notesMaster" Target="/ppt/notesMasters/notesMaster1.xml" Id="R2c55432c27a4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28864f9d94094" /><Relationship Type="http://schemas.openxmlformats.org/officeDocument/2006/relationships/notesMaster" Target="/ppt/notesMasters/notesMaster1.xml" Id="Rc84c49a68c8b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96c343742e47d9" /><Relationship Type="http://schemas.openxmlformats.org/officeDocument/2006/relationships/notesMaster" Target="/ppt/notesMasters/notesMaster1.xml" Id="Rb21c3472565c45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a15a154b8347e6" /><Relationship Type="http://schemas.openxmlformats.org/officeDocument/2006/relationships/notesMaster" Target="/ppt/notesMasters/notesMaster1.xml" Id="Rc7394a085476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07b8f513c14c1d" /><Relationship Type="http://schemas.openxmlformats.org/officeDocument/2006/relationships/notesMaster" Target="/ppt/notesMasters/notesMaster1.xml" Id="Rf3c6b568b4644d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8a4c472f84626" /><Relationship Type="http://schemas.openxmlformats.org/officeDocument/2006/relationships/notesMaster" Target="/ppt/notesMasters/notesMaster1.xml" Id="R0449db4fb45e47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d436f487e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b00abefa9467d" /><Relationship Type="http://schemas.openxmlformats.org/officeDocument/2006/relationships/slideLayout" Target="/ppt/slideLayouts/slideLayout1.xml" Id="R2ab53fb2f6dd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53fb2f6dd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353ec7a934490" /><Relationship Type="http://schemas.openxmlformats.org/officeDocument/2006/relationships/image" Target="/ppt/media/image.png" Id="R8c453aa8bd1949b0" /><Relationship Type="http://schemas.openxmlformats.org/officeDocument/2006/relationships/image" Target="/ppt/media/image.jpeg" Id="R11f2d3977eaa4a4c" /><Relationship Type="http://schemas.openxmlformats.org/officeDocument/2006/relationships/notesSlide" Target="/ppt/notesSlides/notesSlide1.xml" Id="R2135ade3bfdd46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814381174388" /><Relationship Type="http://schemas.openxmlformats.org/officeDocument/2006/relationships/notesSlide" Target="/ppt/notesSlides/notesSlide2.xml" Id="Rce8eab60fbac46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3f22622ba42f3" /><Relationship Type="http://schemas.openxmlformats.org/officeDocument/2006/relationships/image" Target="/ppt/media/image2.jpeg" Id="Rade7bcb280974830" /><Relationship Type="http://schemas.openxmlformats.org/officeDocument/2006/relationships/image" Target="/ppt/media/image3.jpeg" Id="R855ab0e3d927465d" /><Relationship Type="http://schemas.openxmlformats.org/officeDocument/2006/relationships/image" Target="/ppt/media/image4.jpeg" Id="R558f4029015d4255" /><Relationship Type="http://schemas.openxmlformats.org/officeDocument/2006/relationships/notesSlide" Target="/ppt/notesSlides/notesSlide3.xml" Id="Rf5585b97f1184e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a0ba240f04369" /><Relationship Type="http://schemas.openxmlformats.org/officeDocument/2006/relationships/image" Target="/ppt/media/image5.jpeg" Id="Rde8b35d2e3b644eb" /><Relationship Type="http://schemas.openxmlformats.org/officeDocument/2006/relationships/notesSlide" Target="/ppt/notesSlides/notesSlide4.xml" Id="R824a6e55bb6d41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756de1de4abe" /><Relationship Type="http://schemas.openxmlformats.org/officeDocument/2006/relationships/image" Target="/ppt/media/image6.jpeg" Id="R2402f81991d24860" /><Relationship Type="http://schemas.openxmlformats.org/officeDocument/2006/relationships/notesSlide" Target="/ppt/notesSlides/notesSlide5.xml" Id="Rb423f0cd8c134e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3a5db0d31479e" /><Relationship Type="http://schemas.openxmlformats.org/officeDocument/2006/relationships/image" Target="/ppt/media/image2.png" Id="R63cd6652d5414f48" /><Relationship Type="http://schemas.openxmlformats.org/officeDocument/2006/relationships/notesSlide" Target="/ppt/notesSlides/notesSlide6.xml" Id="Rf9ee37e22bc841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1">
            <a:extLst xmlns:a="http://schemas.openxmlformats.org/drawingml/2006/main">
              <a:ext uri="{FF2B5EF4-FFF2-40B4-BE49-F238E27FC236}">
                <a16:creationId xmlns:a16="http://schemas.microsoft.com/office/drawing/2014/main" id="{5BA9EFB4-2248-4F4C-A842-D718BDDB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BCCBEA9A-7C1A-4D9B-AA69-A20E3EE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">
            <a:extLst xmlns:a="http://schemas.openxmlformats.org/drawingml/2006/main">
              <a:ext uri="{FF2B5EF4-FFF2-40B4-BE49-F238E27FC236}">
                <a16:creationId xmlns:a16="http://schemas.microsoft.com/office/drawing/2014/main" id="{7095E454-3D14-43FE-B689-33C83E25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53aa8bd1949b0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3FA2749D-C691-4B87-898B-3EDC9FC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A5D7F14B-639D-46B3-A24D-44FF814C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Property services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06A79E34-CE3D-4870-8592-BC2871C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75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point of contact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2d3977eaa4a4c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B27FC0DE-6054-4035-9290-CB6BE124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3C1E16DD-7AFA-4E57-9A36-ED5B3F2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773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</a:t>
            </a:r>
          </a:p>
        </p:txBody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FDF1ADDC-5126-460B-A482-EB49A0E4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FE11BCC6-389F-40A5-9371-9561A41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11">
            <a:extLst xmlns:a="http://schemas.openxmlformats.org/drawingml/2006/main">
              <a:ext uri="{FF2B5EF4-FFF2-40B4-BE49-F238E27FC236}">
                <a16:creationId xmlns:a16="http://schemas.microsoft.com/office/drawing/2014/main" id="{FA023C23-6DCF-4CE2-BF0C-277EC8AA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4" name="profile-12">
            <a:extLst xmlns:a="http://schemas.openxmlformats.org/drawingml/2006/main">
              <a:ext uri="{FF2B5EF4-FFF2-40B4-BE49-F238E27FC236}">
                <a16:creationId xmlns:a16="http://schemas.microsoft.com/office/drawing/2014/main" id="{AB201E3F-EA43-4B52-9BCE-873B7AED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6131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rofile-13">
            <a:extLst xmlns:a="http://schemas.openxmlformats.org/drawingml/2006/main">
              <a:ext uri="{FF2B5EF4-FFF2-40B4-BE49-F238E27FC236}">
                <a16:creationId xmlns:a16="http://schemas.microsoft.com/office/drawing/2014/main" id="{24685F50-57EC-4F89-B607-136547B2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4">
            <a:extLst xmlns:a="http://schemas.openxmlformats.org/drawingml/2006/main">
              <a:ext uri="{FF2B5EF4-FFF2-40B4-BE49-F238E27FC236}">
                <a16:creationId xmlns:a16="http://schemas.microsoft.com/office/drawing/2014/main" id="{85AE4276-FEA9-4CA4-A91B-371F1FBE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5">
            <a:extLst xmlns:a="http://schemas.openxmlformats.org/drawingml/2006/main">
              <a:ext uri="{FF2B5EF4-FFF2-40B4-BE49-F238E27FC236}">
                <a16:creationId xmlns:a16="http://schemas.microsoft.com/office/drawing/2014/main" id="{35AEA7D3-C231-414C-A594-1C88E57D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6">
            <a:extLst xmlns:a="http://schemas.openxmlformats.org/drawingml/2006/main">
              <a:ext uri="{FF2B5EF4-FFF2-40B4-BE49-F238E27FC236}">
                <a16:creationId xmlns:a16="http://schemas.microsoft.com/office/drawing/2014/main" id="{49BFB621-CB87-4B25-9896-942054D2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">
            <a:extLst xmlns:a="http://schemas.openxmlformats.org/drawingml/2006/main">
              <a:ext uri="{FF2B5EF4-FFF2-40B4-BE49-F238E27FC236}">
                <a16:creationId xmlns:a16="http://schemas.microsoft.com/office/drawing/2014/main" id="{26C21C82-6AE9-4F4A-8D9C-9A9F8265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8">
            <a:extLst xmlns:a="http://schemas.openxmlformats.org/drawingml/2006/main">
              <a:ext uri="{FF2B5EF4-FFF2-40B4-BE49-F238E27FC236}">
                <a16:creationId xmlns:a16="http://schemas.microsoft.com/office/drawing/2014/main" id="{3E3F54C2-6B1D-4731-8E30-A3965E06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Services for the places</a:t>
            </a:r>
          </a:p>
        </p:txBody>
      </p:sp>
      <p:sp>
        <p:nvSpPr>
          <p:cNvPr id="7" name="profile-19">
            <a:extLst xmlns:a="http://schemas.openxmlformats.org/drawingml/2006/main">
              <a:ext uri="{FF2B5EF4-FFF2-40B4-BE49-F238E27FC236}">
                <a16:creationId xmlns:a16="http://schemas.microsoft.com/office/drawing/2014/main" id="{CA69530A-3E1F-40C4-AE5E-B613B7FB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you live and work</a:t>
            </a:r>
          </a:p>
        </p:txBody>
      </p:sp>
      <p:sp>
        <p:nvSpPr>
          <p:cNvPr id="8" name="profile-20">
            <a:extLst xmlns:a="http://schemas.openxmlformats.org/drawingml/2006/main">
              <a:ext uri="{FF2B5EF4-FFF2-40B4-BE49-F238E27FC236}">
                <a16:creationId xmlns:a16="http://schemas.microsoft.com/office/drawing/2014/main" id="{AF334F31-D535-4EDD-AAE2-5A12CB5B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9" name="profile-21">
            <a:extLst xmlns:a="http://schemas.openxmlformats.org/drawingml/2006/main">
              <a:ext uri="{FF2B5EF4-FFF2-40B4-BE49-F238E27FC236}">
                <a16:creationId xmlns:a16="http://schemas.microsoft.com/office/drawing/2014/main" id="{14B1EBF3-BF45-47D5-B6B6-6064E9BA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service offering covers siphoning,</a:t>
            </a:r>
          </a:p>
        </p:txBody>
      </p:sp>
      <p:sp>
        <p:nvSpPr>
          <p:cNvPr id="10" name="profile-22">
            <a:extLst xmlns:a="http://schemas.openxmlformats.org/drawingml/2006/main">
              <a:ext uri="{FF2B5EF4-FFF2-40B4-BE49-F238E27FC236}">
                <a16:creationId xmlns:a16="http://schemas.microsoft.com/office/drawing/2014/main" id="{E415A310-8E47-4A13-A9E0-44768C85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plumbing, renovation and restoration, and pest control.</a:t>
            </a:r>
          </a:p>
        </p:txBody>
      </p:sp>
      <p:sp>
        <p:nvSpPr>
          <p:cNvPr id="11" name="profile-23">
            <a:extLst xmlns:a="http://schemas.openxmlformats.org/drawingml/2006/main">
              <a:ext uri="{FF2B5EF4-FFF2-40B4-BE49-F238E27FC236}">
                <a16:creationId xmlns:a16="http://schemas.microsoft.com/office/drawing/2014/main" id="{8B2562A8-9982-4209-897A-1105567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24">
            <a:extLst xmlns:a="http://schemas.openxmlformats.org/drawingml/2006/main">
              <a:ext uri="{FF2B5EF4-FFF2-40B4-BE49-F238E27FC236}">
                <a16:creationId xmlns:a16="http://schemas.microsoft.com/office/drawing/2014/main" id="{2B11DC53-0420-49A8-85D0-BBBEED35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13" name="profile-25">
            <a:extLst xmlns:a="http://schemas.openxmlformats.org/drawingml/2006/main">
              <a:ext uri="{FF2B5EF4-FFF2-40B4-BE49-F238E27FC236}">
                <a16:creationId xmlns:a16="http://schemas.microsoft.com/office/drawing/2014/main" id="{DACEE1DE-192B-4167-A62A-59710CE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4" name="profile-26">
            <a:extLst xmlns:a="http://schemas.openxmlformats.org/drawingml/2006/main">
              <a:ext uri="{FF2B5EF4-FFF2-40B4-BE49-F238E27FC236}">
                <a16:creationId xmlns:a16="http://schemas.microsoft.com/office/drawing/2014/main" id="{AF33E117-486F-4422-907C-0E76F11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5" name="profile-27">
            <a:extLst xmlns:a="http://schemas.openxmlformats.org/drawingml/2006/main">
              <a:ext uri="{FF2B5EF4-FFF2-40B4-BE49-F238E27FC236}">
                <a16:creationId xmlns:a16="http://schemas.microsoft.com/office/drawing/2014/main" id="{C6A52422-C9F6-41C5-8F02-70C259B8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16" name="profile-28">
            <a:extLst xmlns:a="http://schemas.openxmlformats.org/drawingml/2006/main">
              <a:ext uri="{FF2B5EF4-FFF2-40B4-BE49-F238E27FC236}">
                <a16:creationId xmlns:a16="http://schemas.microsoft.com/office/drawing/2014/main" id="{9F57116F-F185-4475-843E-F8BAF16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388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7" name="profile-29">
            <a:extLst xmlns:a="http://schemas.openxmlformats.org/drawingml/2006/main">
              <a:ext uri="{FF2B5EF4-FFF2-40B4-BE49-F238E27FC236}">
                <a16:creationId xmlns:a16="http://schemas.microsoft.com/office/drawing/2014/main" id="{B76EC50E-5A16-4F0A-A2FB-BCD13F7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8" name="profile-30">
            <a:extLst xmlns:a="http://schemas.openxmlformats.org/drawingml/2006/main">
              <a:ext uri="{FF2B5EF4-FFF2-40B4-BE49-F238E27FC236}">
                <a16:creationId xmlns:a16="http://schemas.microsoft.com/office/drawing/2014/main" id="{DF9BB3B6-AAE7-4F31-A746-C6F590D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19" name="profile-31">
            <a:extLst xmlns:a="http://schemas.openxmlformats.org/drawingml/2006/main">
              <a:ext uri="{FF2B5EF4-FFF2-40B4-BE49-F238E27FC236}">
                <a16:creationId xmlns:a16="http://schemas.microsoft.com/office/drawing/2014/main" id="{6465E54B-044C-4985-8B43-DB4C0988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20" name="profile-32">
            <a:extLst xmlns:a="http://schemas.openxmlformats.org/drawingml/2006/main">
              <a:ext uri="{FF2B5EF4-FFF2-40B4-BE49-F238E27FC236}">
                <a16:creationId xmlns:a16="http://schemas.microsoft.com/office/drawing/2014/main" id="{99C8851C-FC1A-4045-835F-F0286D5F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246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21" name="profile-33">
            <a:extLst xmlns:a="http://schemas.openxmlformats.org/drawingml/2006/main">
              <a:ext uri="{FF2B5EF4-FFF2-40B4-BE49-F238E27FC236}">
                <a16:creationId xmlns:a16="http://schemas.microsoft.com/office/drawing/2014/main" id="{12C22644-239F-47A3-82DF-D353260D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818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22" name="profile-34">
            <a:extLst xmlns:a="http://schemas.openxmlformats.org/drawingml/2006/main">
              <a:ext uri="{FF2B5EF4-FFF2-40B4-BE49-F238E27FC236}">
                <a16:creationId xmlns:a16="http://schemas.microsoft.com/office/drawing/2014/main" id="{B985EB97-582E-4798-AA52-A243531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3" name="profile-35">
            <a:extLst xmlns:a="http://schemas.openxmlformats.org/drawingml/2006/main">
              <a:ext uri="{FF2B5EF4-FFF2-40B4-BE49-F238E27FC236}">
                <a16:creationId xmlns:a16="http://schemas.microsoft.com/office/drawing/2014/main" id="{CBA7A0AF-07A3-4CD8-B45C-EE3A29E2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24" name="profile-36">
            <a:extLst xmlns:a="http://schemas.openxmlformats.org/drawingml/2006/main">
              <a:ext uri="{FF2B5EF4-FFF2-40B4-BE49-F238E27FC236}">
                <a16:creationId xmlns:a16="http://schemas.microsoft.com/office/drawing/2014/main" id="{E9B666A5-A8E4-4B17-8AE7-ED459E8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810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5" name="profile-37">
            <a:extLst xmlns:a="http://schemas.openxmlformats.org/drawingml/2006/main">
              <a:ext uri="{FF2B5EF4-FFF2-40B4-BE49-F238E27FC236}">
                <a16:creationId xmlns:a16="http://schemas.microsoft.com/office/drawing/2014/main" id="{48C3730A-CC6A-4A75-AD36-0BAF64A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67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6" name="profile-38">
            <a:extLst xmlns:a="http://schemas.openxmlformats.org/drawingml/2006/main">
              <a:ext uri="{FF2B5EF4-FFF2-40B4-BE49-F238E27FC236}">
                <a16:creationId xmlns:a16="http://schemas.microsoft.com/office/drawing/2014/main" id="{5C2B94BB-1B92-4B46-9E19-709DD9E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7" name="profile-39">
            <a:extLst xmlns:a="http://schemas.openxmlformats.org/drawingml/2006/main">
              <a:ext uri="{FF2B5EF4-FFF2-40B4-BE49-F238E27FC236}">
                <a16:creationId xmlns:a16="http://schemas.microsoft.com/office/drawing/2014/main" id="{6508FF6D-3A41-4BA2-B794-6804C83D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contact through turnover</a:t>
            </a:r>
          </a:p>
        </p:txBody>
      </p:sp>
      <p:sp>
        <p:nvSpPr>
          <p:cNvPr id="28" name="profile-40">
            <a:extLst xmlns:a="http://schemas.openxmlformats.org/drawingml/2006/main">
              <a:ext uri="{FF2B5EF4-FFF2-40B4-BE49-F238E27FC236}">
                <a16:creationId xmlns:a16="http://schemas.microsoft.com/office/drawing/2014/main" id="{12A79FE2-2070-47E1-BE77-7E0504EB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29" name="profile-41">
            <a:extLst xmlns:a="http://schemas.openxmlformats.org/drawingml/2006/main">
              <a:ext uri="{FF2B5EF4-FFF2-40B4-BE49-F238E27FC236}">
                <a16:creationId xmlns:a16="http://schemas.microsoft.com/office/drawing/2014/main" id="{B730BB53-918D-478E-926C-9FE37F7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30" name="profile-42">
            <a:extLst xmlns:a="http://schemas.openxmlformats.org/drawingml/2006/main">
              <a:ext uri="{FF2B5EF4-FFF2-40B4-BE49-F238E27FC236}">
                <a16:creationId xmlns:a16="http://schemas.microsoft.com/office/drawing/2014/main" id="{CC5C5D62-0ACD-4B3E-94CD-6E03BEB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31" name="profile-43">
            <a:extLst xmlns:a="http://schemas.openxmlformats.org/drawingml/2006/main">
              <a:ext uri="{FF2B5EF4-FFF2-40B4-BE49-F238E27FC236}">
                <a16:creationId xmlns:a16="http://schemas.microsoft.com/office/drawing/2014/main" id="{45972114-E3FD-4A27-BE45-B636DF81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32" name="profile-44">
            <a:extLst xmlns:a="http://schemas.openxmlformats.org/drawingml/2006/main">
              <a:ext uri="{FF2B5EF4-FFF2-40B4-BE49-F238E27FC236}">
                <a16:creationId xmlns:a16="http://schemas.microsoft.com/office/drawing/2014/main" id="{EC829486-0DAD-4222-982E-8D6E342A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4523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45">
            <a:extLst xmlns:a="http://schemas.openxmlformats.org/drawingml/2006/main">
              <a:ext uri="{FF2B5EF4-FFF2-40B4-BE49-F238E27FC236}">
                <a16:creationId xmlns:a16="http://schemas.microsoft.com/office/drawing/2014/main" id="{511F538E-466C-4538-BE4B-6D0F5939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46">
            <a:extLst xmlns:a="http://schemas.openxmlformats.org/drawingml/2006/main">
              <a:ext uri="{FF2B5EF4-FFF2-40B4-BE49-F238E27FC236}">
                <a16:creationId xmlns:a16="http://schemas.microsoft.com/office/drawing/2014/main" id="{9ECC0719-8282-4E71-A145-D70D90CC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47">
            <a:extLst xmlns:a="http://schemas.openxmlformats.org/drawingml/2006/main">
              <a:ext uri="{FF2B5EF4-FFF2-40B4-BE49-F238E27FC236}">
                <a16:creationId xmlns:a16="http://schemas.microsoft.com/office/drawing/2014/main" id="{9FE370A6-C7F6-4745-9759-5BA2876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48">
            <a:extLst xmlns:a="http://schemas.openxmlformats.org/drawingml/2006/main">
              <a:ext uri="{FF2B5EF4-FFF2-40B4-BE49-F238E27FC236}">
                <a16:creationId xmlns:a16="http://schemas.microsoft.com/office/drawing/2014/main" id="{D856C209-673F-4F8E-9E67-755A647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9">
            <a:extLst xmlns:a="http://schemas.openxmlformats.org/drawingml/2006/main">
              <a:ext uri="{FF2B5EF4-FFF2-40B4-BE49-F238E27FC236}">
                <a16:creationId xmlns:a16="http://schemas.microsoft.com/office/drawing/2014/main" id="{33D44413-3430-4F50-9454-F4376EE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0">
            <a:extLst xmlns:a="http://schemas.openxmlformats.org/drawingml/2006/main">
              <a:ext uri="{FF2B5EF4-FFF2-40B4-BE49-F238E27FC236}">
                <a16:creationId xmlns:a16="http://schemas.microsoft.com/office/drawing/2014/main" id="{2931C39F-DDA5-4013-9B35-99FD056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 &amp;</a:t>
            </a:r>
          </a:p>
        </p:txBody>
      </p:sp>
      <p:sp>
        <p:nvSpPr>
          <p:cNvPr id="7" name="profile-51">
            <a:extLst xmlns:a="http://schemas.openxmlformats.org/drawingml/2006/main">
              <a:ext uri="{FF2B5EF4-FFF2-40B4-BE49-F238E27FC236}">
                <a16:creationId xmlns:a16="http://schemas.microsoft.com/office/drawing/2014/main" id="{6A4FDBEE-94CF-414E-8F9A-61DE8CE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8" name="profile-52">
            <a:extLst xmlns:a="http://schemas.openxmlformats.org/drawingml/2006/main">
              <a:ext uri="{FF2B5EF4-FFF2-40B4-BE49-F238E27FC236}">
                <a16:creationId xmlns:a16="http://schemas.microsoft.com/office/drawing/2014/main" id="{92FFE180-80AB-4F95-BC0B-5821E14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9" name="profile-53">
            <a:extLst xmlns:a="http://schemas.openxmlformats.org/drawingml/2006/main">
              <a:ext uri="{FF2B5EF4-FFF2-40B4-BE49-F238E27FC236}">
                <a16:creationId xmlns:a16="http://schemas.microsoft.com/office/drawing/2014/main" id="{2DEC6066-466B-4BC4-BF21-1A20306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 scope</a:t>
            </a:r>
          </a:p>
        </p:txBody>
      </p:sp>
      <p:sp>
        <p:nvSpPr>
          <p:cNvPr id="10" name="profile-54">
            <a:extLst xmlns:a="http://schemas.openxmlformats.org/drawingml/2006/main">
              <a:ext uri="{FF2B5EF4-FFF2-40B4-BE49-F238E27FC236}">
                <a16:creationId xmlns:a16="http://schemas.microsoft.com/office/drawing/2014/main" id="{0D1BDC5F-6812-4626-B7E8-36FAF6C1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1" name="profile-55">
            <a:extLst xmlns:a="http://schemas.openxmlformats.org/drawingml/2006/main">
              <a:ext uri="{FF2B5EF4-FFF2-40B4-BE49-F238E27FC236}">
                <a16:creationId xmlns:a16="http://schemas.microsoft.com/office/drawing/2014/main" id="{DD1B3322-1FAC-48D8-80F6-F202E41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2" name="profile-56">
            <a:extLst xmlns:a="http://schemas.openxmlformats.org/drawingml/2006/main">
              <a:ext uri="{FF2B5EF4-FFF2-40B4-BE49-F238E27FC236}">
                <a16:creationId xmlns:a16="http://schemas.microsoft.com/office/drawing/2014/main" id="{CC4DF50A-2E3F-463E-8EED-449D1EC0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3" name="profile-57">
            <a:extLst xmlns:a="http://schemas.openxmlformats.org/drawingml/2006/main">
              <a:ext uri="{FF2B5EF4-FFF2-40B4-BE49-F238E27FC236}">
                <a16:creationId xmlns:a16="http://schemas.microsoft.com/office/drawing/2014/main" id="{555C503C-9561-449F-9977-05A52966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7bcb280974830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5" name="profile-58">
            <a:extLst xmlns:a="http://schemas.openxmlformats.org/drawingml/2006/main">
              <a:ext uri="{FF2B5EF4-FFF2-40B4-BE49-F238E27FC236}">
                <a16:creationId xmlns:a16="http://schemas.microsoft.com/office/drawing/2014/main" id="{7BCF6459-AC71-4244-8B1C-6E145D1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6" name="profile-59">
            <a:extLst xmlns:a="http://schemas.openxmlformats.org/drawingml/2006/main">
              <a:ext uri="{FF2B5EF4-FFF2-40B4-BE49-F238E27FC236}">
                <a16:creationId xmlns:a16="http://schemas.microsoft.com/office/drawing/2014/main" id="{FABD927E-F23D-4385-8ACE-9CCFBAF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60">
            <a:extLst xmlns:a="http://schemas.openxmlformats.org/drawingml/2006/main">
              <a:ext uri="{FF2B5EF4-FFF2-40B4-BE49-F238E27FC236}">
                <a16:creationId xmlns:a16="http://schemas.microsoft.com/office/drawing/2014/main" id="{2D0C9931-B40C-44E6-857A-E4F8848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Actual siphoning work</a:t>
            </a:r>
          </a:p>
        </p:txBody>
      </p:sp>
      <p:sp>
        <p:nvSpPr>
          <p:cNvPr id="18" name="profile-61">
            <a:extLst xmlns:a="http://schemas.openxmlformats.org/drawingml/2006/main">
              <a:ext uri="{FF2B5EF4-FFF2-40B4-BE49-F238E27FC236}">
                <a16:creationId xmlns:a16="http://schemas.microsoft.com/office/drawing/2014/main" id="{0A366247-5CA6-4AFC-A283-78E02D47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ab0e3d927465d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f4029015d4255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21" name="profile-62">
            <a:extLst xmlns:a="http://schemas.openxmlformats.org/drawingml/2006/main">
              <a:ext uri="{FF2B5EF4-FFF2-40B4-BE49-F238E27FC236}">
                <a16:creationId xmlns:a16="http://schemas.microsoft.com/office/drawing/2014/main" id="{88A7A54D-5B5F-4044-95D1-6AD4E59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22" name="profile-63">
            <a:extLst xmlns:a="http://schemas.openxmlformats.org/drawingml/2006/main">
              <a:ext uri="{FF2B5EF4-FFF2-40B4-BE49-F238E27FC236}">
                <a16:creationId xmlns:a16="http://schemas.microsoft.com/office/drawing/2014/main" id="{66B1C2CA-6BC2-4C17-83BF-B217063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3" name="profile-64">
            <a:extLst xmlns:a="http://schemas.openxmlformats.org/drawingml/2006/main">
              <a:ext uri="{FF2B5EF4-FFF2-40B4-BE49-F238E27FC236}">
                <a16:creationId xmlns:a16="http://schemas.microsoft.com/office/drawing/2014/main" id="{30996007-D525-4745-969D-7409366B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4" name="profile-65">
            <a:extLst xmlns:a="http://schemas.openxmlformats.org/drawingml/2006/main">
              <a:ext uri="{FF2B5EF4-FFF2-40B4-BE49-F238E27FC236}">
                <a16:creationId xmlns:a16="http://schemas.microsoft.com/office/drawing/2014/main" id="{3B9C89E2-034A-4D91-87BD-36D548A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5" name="profile-66">
            <a:extLst xmlns:a="http://schemas.openxmlformats.org/drawingml/2006/main">
              <a:ext uri="{FF2B5EF4-FFF2-40B4-BE49-F238E27FC236}">
                <a16:creationId xmlns:a16="http://schemas.microsoft.com/office/drawing/2014/main" id="{CE1754F7-6A0B-47B5-AB68-4897184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6" name="profile-67">
            <a:extLst xmlns:a="http://schemas.openxmlformats.org/drawingml/2006/main">
              <a:ext uri="{FF2B5EF4-FFF2-40B4-BE49-F238E27FC236}">
                <a16:creationId xmlns:a16="http://schemas.microsoft.com/office/drawing/2014/main" id="{65898FE1-4149-4BF6-9C07-AC94058B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4915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file-68">
            <a:extLst xmlns:a="http://schemas.openxmlformats.org/drawingml/2006/main">
              <a:ext uri="{FF2B5EF4-FFF2-40B4-BE49-F238E27FC236}">
                <a16:creationId xmlns:a16="http://schemas.microsoft.com/office/drawing/2014/main" id="{BF95083B-FBC4-44DD-A462-FC7AB67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69">
            <a:extLst xmlns:a="http://schemas.openxmlformats.org/drawingml/2006/main">
              <a:ext uri="{FF2B5EF4-FFF2-40B4-BE49-F238E27FC236}">
                <a16:creationId xmlns:a16="http://schemas.microsoft.com/office/drawing/2014/main" id="{A05FD89B-D577-436E-8B67-4E326300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70">
            <a:extLst xmlns:a="http://schemas.openxmlformats.org/drawingml/2006/main">
              <a:ext uri="{FF2B5EF4-FFF2-40B4-BE49-F238E27FC236}">
                <a16:creationId xmlns:a16="http://schemas.microsoft.com/office/drawing/2014/main" id="{E599939D-30A3-4BBA-B602-2E7E90A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71">
            <a:extLst xmlns:a="http://schemas.openxmlformats.org/drawingml/2006/main">
              <a:ext uri="{FF2B5EF4-FFF2-40B4-BE49-F238E27FC236}">
                <a16:creationId xmlns:a16="http://schemas.microsoft.com/office/drawing/2014/main" id="{07C6D89B-351A-4B5C-B95C-AA911D70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2">
            <a:extLst xmlns:a="http://schemas.openxmlformats.org/drawingml/2006/main">
              <a:ext uri="{FF2B5EF4-FFF2-40B4-BE49-F238E27FC236}">
                <a16:creationId xmlns:a16="http://schemas.microsoft.com/office/drawing/2014/main" id="{0619C5FD-6599-4EB5-A0E7-80733E0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73">
            <a:extLst xmlns:a="http://schemas.openxmlformats.org/drawingml/2006/main">
              <a:ext uri="{FF2B5EF4-FFF2-40B4-BE49-F238E27FC236}">
                <a16:creationId xmlns:a16="http://schemas.microsoft.com/office/drawing/2014/main" id="{41CAAEFB-7337-4321-BD67-22BC1524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7" name="profile-74">
            <a:extLst xmlns:a="http://schemas.openxmlformats.org/drawingml/2006/main">
              <a:ext uri="{FF2B5EF4-FFF2-40B4-BE49-F238E27FC236}">
                <a16:creationId xmlns:a16="http://schemas.microsoft.com/office/drawing/2014/main" id="{1EB8D4A4-8FDA-4996-B926-515BAFBD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8" name="profile-75">
            <a:extLst xmlns:a="http://schemas.openxmlformats.org/drawingml/2006/main">
              <a:ext uri="{FF2B5EF4-FFF2-40B4-BE49-F238E27FC236}">
                <a16:creationId xmlns:a16="http://schemas.microsoft.com/office/drawing/2014/main" id="{37DC8FC6-D42E-4B08-B9FD-4FA79F09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b35d2e3b644eb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0" name="profile-76">
            <a:extLst xmlns:a="http://schemas.openxmlformats.org/drawingml/2006/main">
              <a:ext uri="{FF2B5EF4-FFF2-40B4-BE49-F238E27FC236}">
                <a16:creationId xmlns:a16="http://schemas.microsoft.com/office/drawing/2014/main" id="{A8500DA2-A478-4294-8C46-5F0B23A3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1" name="profile-77">
            <a:extLst xmlns:a="http://schemas.openxmlformats.org/drawingml/2006/main">
              <a:ext uri="{FF2B5EF4-FFF2-40B4-BE49-F238E27FC236}">
                <a16:creationId xmlns:a16="http://schemas.microsoft.com/office/drawing/2014/main" id="{73688B0A-ED6B-4E12-A108-6700291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Ceilings</a:t>
            </a:r>
          </a:p>
        </p:txBody>
      </p:sp>
      <p:sp>
        <p:nvSpPr>
          <p:cNvPr id="12" name="profile-78">
            <a:extLst xmlns:a="http://schemas.openxmlformats.org/drawingml/2006/main">
              <a:ext uri="{FF2B5EF4-FFF2-40B4-BE49-F238E27FC236}">
                <a16:creationId xmlns:a16="http://schemas.microsoft.com/office/drawing/2014/main" id="{A9966F3B-DA30-4068-88E1-992C5455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3" name="profile-79">
            <a:extLst xmlns:a="http://schemas.openxmlformats.org/drawingml/2006/main">
              <a:ext uri="{FF2B5EF4-FFF2-40B4-BE49-F238E27FC236}">
                <a16:creationId xmlns:a16="http://schemas.microsoft.com/office/drawing/2014/main" id="{3930334D-8233-48BE-BF0A-4E36A082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Water protection</a:t>
            </a:r>
          </a:p>
        </p:txBody>
      </p:sp>
      <p:sp>
        <p:nvSpPr>
          <p:cNvPr id="14" name="profile-80">
            <a:extLst xmlns:a="http://schemas.openxmlformats.org/drawingml/2006/main">
              <a:ext uri="{FF2B5EF4-FFF2-40B4-BE49-F238E27FC236}">
                <a16:creationId xmlns:a16="http://schemas.microsoft.com/office/drawing/2014/main" id="{51BAA13E-F215-4D0C-89FC-19595827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5" name="profile-81">
            <a:extLst xmlns:a="http://schemas.openxmlformats.org/drawingml/2006/main">
              <a:ext uri="{FF2B5EF4-FFF2-40B4-BE49-F238E27FC236}">
                <a16:creationId xmlns:a16="http://schemas.microsoft.com/office/drawing/2014/main" id="{00CEF0E5-37E9-499A-AABC-45FCFA83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16" name="profile-82">
            <a:extLst xmlns:a="http://schemas.openxmlformats.org/drawingml/2006/main">
              <a:ext uri="{FF2B5EF4-FFF2-40B4-BE49-F238E27FC236}">
                <a16:creationId xmlns:a16="http://schemas.microsoft.com/office/drawing/2014/main" id="{04C06A55-EE68-4587-9F9A-1D01AC9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7" name="profile-83">
            <a:extLst xmlns:a="http://schemas.openxmlformats.org/drawingml/2006/main">
              <a:ext uri="{FF2B5EF4-FFF2-40B4-BE49-F238E27FC236}">
                <a16:creationId xmlns:a16="http://schemas.microsoft.com/office/drawing/2014/main" id="{88F9CE85-71A2-4261-AF3E-98B0977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Cleaning</a:t>
            </a:r>
          </a:p>
        </p:txBody>
      </p:sp>
      <p:sp>
        <p:nvSpPr>
          <p:cNvPr id="18" name="profile-84">
            <a:extLst xmlns:a="http://schemas.openxmlformats.org/drawingml/2006/main">
              <a:ext uri="{FF2B5EF4-FFF2-40B4-BE49-F238E27FC236}">
                <a16:creationId xmlns:a16="http://schemas.microsoft.com/office/drawing/2014/main" id="{67CA5376-CB26-473D-9365-2D13033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9" name="profile-85">
            <a:extLst xmlns:a="http://schemas.openxmlformats.org/drawingml/2006/main">
              <a:ext uri="{FF2B5EF4-FFF2-40B4-BE49-F238E27FC236}">
                <a16:creationId xmlns:a16="http://schemas.microsoft.com/office/drawing/2014/main" id="{A2514054-0551-4FD9-AFCC-F45D3A2F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86">
            <a:extLst xmlns:a="http://schemas.openxmlformats.org/drawingml/2006/main">
              <a:ext uri="{FF2B5EF4-FFF2-40B4-BE49-F238E27FC236}">
                <a16:creationId xmlns:a16="http://schemas.microsoft.com/office/drawing/2014/main" id="{FA9AFD7B-01B6-4704-9E72-92E57720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1" name="profile-87">
            <a:extLst xmlns:a="http://schemas.openxmlformats.org/drawingml/2006/main">
              <a:ext uri="{FF2B5EF4-FFF2-40B4-BE49-F238E27FC236}">
                <a16:creationId xmlns:a16="http://schemas.microsoft.com/office/drawing/2014/main" id="{C1119CC5-42B1-4F44-9DFF-93D9CBD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4834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88">
            <a:extLst xmlns:a="http://schemas.openxmlformats.org/drawingml/2006/main">
              <a:ext uri="{FF2B5EF4-FFF2-40B4-BE49-F238E27FC236}">
                <a16:creationId xmlns:a16="http://schemas.microsoft.com/office/drawing/2014/main" id="{E081D363-B453-40A6-973A-5A998AF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89">
            <a:extLst xmlns:a="http://schemas.openxmlformats.org/drawingml/2006/main">
              <a:ext uri="{FF2B5EF4-FFF2-40B4-BE49-F238E27FC236}">
                <a16:creationId xmlns:a16="http://schemas.microsoft.com/office/drawing/2014/main" id="{AEAE80F6-E939-462D-BCEC-4104825F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90">
            <a:extLst xmlns:a="http://schemas.openxmlformats.org/drawingml/2006/main">
              <a:ext uri="{FF2B5EF4-FFF2-40B4-BE49-F238E27FC236}">
                <a16:creationId xmlns:a16="http://schemas.microsoft.com/office/drawing/2014/main" id="{3723219D-C8E2-440B-8B17-84BB3F3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91">
            <a:extLst xmlns:a="http://schemas.openxmlformats.org/drawingml/2006/main">
              <a:ext uri="{FF2B5EF4-FFF2-40B4-BE49-F238E27FC236}">
                <a16:creationId xmlns:a16="http://schemas.microsoft.com/office/drawing/2014/main" id="{41BD457F-3E70-4D03-B030-CE44342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92">
            <a:extLst xmlns:a="http://schemas.openxmlformats.org/drawingml/2006/main">
              <a:ext uri="{FF2B5EF4-FFF2-40B4-BE49-F238E27FC236}">
                <a16:creationId xmlns:a16="http://schemas.microsoft.com/office/drawing/2014/main" id="{3C62931B-CF28-438A-9B96-B0972B5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2f81991d24860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93">
            <a:extLst xmlns:a="http://schemas.openxmlformats.org/drawingml/2006/main">
              <a:ext uri="{FF2B5EF4-FFF2-40B4-BE49-F238E27FC236}">
                <a16:creationId xmlns:a16="http://schemas.microsoft.com/office/drawing/2014/main" id="{9A33AD20-FD0B-411C-864A-F8C3F4E4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94">
            <a:extLst xmlns:a="http://schemas.openxmlformats.org/drawingml/2006/main">
              <a:ext uri="{FF2B5EF4-FFF2-40B4-BE49-F238E27FC236}">
                <a16:creationId xmlns:a16="http://schemas.microsoft.com/office/drawing/2014/main" id="{39749CC6-B480-4EE2-94D2-0BB8E3D1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9" name="profile-95">
            <a:extLst xmlns:a="http://schemas.openxmlformats.org/drawingml/2006/main">
              <a:ext uri="{FF2B5EF4-FFF2-40B4-BE49-F238E27FC236}">
                <a16:creationId xmlns:a16="http://schemas.microsoft.com/office/drawing/2014/main" id="{D443B272-1C9E-4A46-8439-EA526BE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10" name="profile-96">
            <a:extLst xmlns:a="http://schemas.openxmlformats.org/drawingml/2006/main">
              <a:ext uri="{FF2B5EF4-FFF2-40B4-BE49-F238E27FC236}">
                <a16:creationId xmlns:a16="http://schemas.microsoft.com/office/drawing/2014/main" id="{F951D52A-B8D7-40A4-A529-334B774B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11" name="profile-97">
            <a:extLst xmlns:a="http://schemas.openxmlformats.org/drawingml/2006/main">
              <a:ext uri="{FF2B5EF4-FFF2-40B4-BE49-F238E27FC236}">
                <a16:creationId xmlns:a16="http://schemas.microsoft.com/office/drawing/2014/main" id="{ACBDF38B-72D0-447E-8652-3B82D25C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98">
            <a:extLst xmlns:a="http://schemas.openxmlformats.org/drawingml/2006/main">
              <a:ext uri="{FF2B5EF4-FFF2-40B4-BE49-F238E27FC236}">
                <a16:creationId xmlns:a16="http://schemas.microsoft.com/office/drawing/2014/main" id="{BE42F74D-221A-4FDC-9EE9-AEDC5F9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3" name="profile-99">
            <a:extLst xmlns:a="http://schemas.openxmlformats.org/drawingml/2006/main">
              <a:ext uri="{FF2B5EF4-FFF2-40B4-BE49-F238E27FC236}">
                <a16:creationId xmlns:a16="http://schemas.microsoft.com/office/drawing/2014/main" id="{511A9A0E-7B34-4FEC-8B1E-67587651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100">
            <a:extLst xmlns:a="http://schemas.openxmlformats.org/drawingml/2006/main">
              <a:ext uri="{FF2B5EF4-FFF2-40B4-BE49-F238E27FC236}">
                <a16:creationId xmlns:a16="http://schemas.microsoft.com/office/drawing/2014/main" id="{BDD21629-5515-4736-80B5-3B4444B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5" name="profile-101">
            <a:extLst xmlns:a="http://schemas.openxmlformats.org/drawingml/2006/main">
              <a:ext uri="{FF2B5EF4-FFF2-40B4-BE49-F238E27FC236}">
                <a16:creationId xmlns:a16="http://schemas.microsoft.com/office/drawing/2014/main" id="{7AE8306F-A6F3-435B-B2EF-827F53D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102">
            <a:extLst xmlns:a="http://schemas.openxmlformats.org/drawingml/2006/main">
              <a:ext uri="{FF2B5EF4-FFF2-40B4-BE49-F238E27FC236}">
                <a16:creationId xmlns:a16="http://schemas.microsoft.com/office/drawing/2014/main" id="{316F3AF6-9ADD-4A54-8A48-5D6C247D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7" name="profile-103">
            <a:extLst xmlns:a="http://schemas.openxmlformats.org/drawingml/2006/main">
              <a:ext uri="{FF2B5EF4-FFF2-40B4-BE49-F238E27FC236}">
                <a16:creationId xmlns:a16="http://schemas.microsoft.com/office/drawing/2014/main" id="{2F19527C-35BE-43EE-B64D-8020F3D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8" name="profile-104">
            <a:extLst xmlns:a="http://schemas.openxmlformats.org/drawingml/2006/main">
              <a:ext uri="{FF2B5EF4-FFF2-40B4-BE49-F238E27FC236}">
                <a16:creationId xmlns:a16="http://schemas.microsoft.com/office/drawing/2014/main" id="{0BC1A27B-5245-4EC5-B608-DADBDBB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105">
            <a:extLst xmlns:a="http://schemas.openxmlformats.org/drawingml/2006/main">
              <a:ext uri="{FF2B5EF4-FFF2-40B4-BE49-F238E27FC236}">
                <a16:creationId xmlns:a16="http://schemas.microsoft.com/office/drawing/2014/main" id="{11FCF94C-7678-4997-908C-2968CAD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106">
            <a:extLst xmlns:a="http://schemas.openxmlformats.org/drawingml/2006/main">
              <a:ext uri="{FF2B5EF4-FFF2-40B4-BE49-F238E27FC236}">
                <a16:creationId xmlns:a16="http://schemas.microsoft.com/office/drawing/2014/main" id="{A938DA4C-7B16-4226-82ED-11A4DE9E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8933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07">
            <a:extLst xmlns:a="http://schemas.openxmlformats.org/drawingml/2006/main">
              <a:ext uri="{FF2B5EF4-FFF2-40B4-BE49-F238E27FC236}">
                <a16:creationId xmlns:a16="http://schemas.microsoft.com/office/drawing/2014/main" id="{4D3BE41E-68AA-47C4-A0E4-CC6BC923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" name="profile-108">
            <a:extLst xmlns:a="http://schemas.openxmlformats.org/drawingml/2006/main">
              <a:ext uri="{FF2B5EF4-FFF2-40B4-BE49-F238E27FC236}">
                <a16:creationId xmlns:a16="http://schemas.microsoft.com/office/drawing/2014/main" id="{B2E04503-B44D-49C0-8FA2-EE049022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173759"/>
          </a:solidFill>
          <a:ln xmlns:a="http://schemas.openxmlformats.org/drawingml/2006/main" w="0">
            <a:noFill/>
          </a:ln>
        </p:spPr>
      </p:sp>
      <p:sp>
        <p:nvSpPr>
          <p:cNvPr id="3" name="profile-109">
            <a:extLst xmlns:a="http://schemas.openxmlformats.org/drawingml/2006/main">
              <a:ext uri="{FF2B5EF4-FFF2-40B4-BE49-F238E27FC236}">
                <a16:creationId xmlns:a16="http://schemas.microsoft.com/office/drawing/2014/main" id="{62893A68-6724-44BB-AAF3-8BD90B0B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21486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d6652d5414f48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110">
            <a:extLst xmlns:a="http://schemas.openxmlformats.org/drawingml/2006/main">
              <a:ext uri="{FF2B5EF4-FFF2-40B4-BE49-F238E27FC236}">
                <a16:creationId xmlns:a16="http://schemas.microsoft.com/office/drawing/2014/main" id="{B659DACF-10E2-4C25-A261-621A3A35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6" name="profile-111">
            <a:extLst xmlns:a="http://schemas.openxmlformats.org/drawingml/2006/main">
              <a:ext uri="{FF2B5EF4-FFF2-40B4-BE49-F238E27FC236}">
                <a16:creationId xmlns:a16="http://schemas.microsoft.com/office/drawing/2014/main" id="{508E0013-C520-4613-8CEE-D838CBB8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7" name="profile-112">
            <a:extLst xmlns:a="http://schemas.openxmlformats.org/drawingml/2006/main">
              <a:ext uri="{FF2B5EF4-FFF2-40B4-BE49-F238E27FC236}">
                <a16:creationId xmlns:a16="http://schemas.microsoft.com/office/drawing/2014/main" id="{B6370331-4090-412D-9E85-0F552031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8" name="profile-113">
            <a:extLst xmlns:a="http://schemas.openxmlformats.org/drawingml/2006/main">
              <a:ext uri="{FF2B5EF4-FFF2-40B4-BE49-F238E27FC236}">
                <a16:creationId xmlns:a16="http://schemas.microsoft.com/office/drawing/2014/main" id="{F408CADD-D2FC-460E-8920-A22FA02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9" name="profile-114">
            <a:extLst xmlns:a="http://schemas.openxmlformats.org/drawingml/2006/main">
              <a:ext uri="{FF2B5EF4-FFF2-40B4-BE49-F238E27FC236}">
                <a16:creationId xmlns:a16="http://schemas.microsoft.com/office/drawing/2014/main" id="{8FFDE76B-3D98-4B85-9064-D764E9C6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10" name="profile-115">
            <a:extLst xmlns:a="http://schemas.openxmlformats.org/drawingml/2006/main">
              <a:ext uri="{FF2B5EF4-FFF2-40B4-BE49-F238E27FC236}">
                <a16:creationId xmlns:a16="http://schemas.microsoft.com/office/drawing/2014/main" id="{D82A2FDB-1ED0-4B7A-A658-11FC7A9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11" name="profile-116">
            <a:extLst xmlns:a="http://schemas.openxmlformats.org/drawingml/2006/main">
              <a:ext uri="{FF2B5EF4-FFF2-40B4-BE49-F238E27FC236}">
                <a16:creationId xmlns:a16="http://schemas.microsoft.com/office/drawing/2014/main" id="{DB5F23B7-A4C7-4CDD-A654-23CAF47E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2" name="profile-117">
            <a:extLst xmlns:a="http://schemas.openxmlformats.org/drawingml/2006/main">
              <a:ext uri="{FF2B5EF4-FFF2-40B4-BE49-F238E27FC236}">
                <a16:creationId xmlns:a16="http://schemas.microsoft.com/office/drawing/2014/main" id="{B62BFDE4-5384-403E-B5E5-D146EF88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3" name="profile-118">
            <a:extLst xmlns:a="http://schemas.openxmlformats.org/drawingml/2006/main">
              <a:ext uri="{FF2B5EF4-FFF2-40B4-BE49-F238E27FC236}">
                <a16:creationId xmlns:a16="http://schemas.microsoft.com/office/drawing/2014/main" id="{FC4A757F-B776-41F7-B648-1C190C2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4" name="profile-119">
            <a:extLst xmlns:a="http://schemas.openxmlformats.org/drawingml/2006/main">
              <a:ext uri="{FF2B5EF4-FFF2-40B4-BE49-F238E27FC236}">
                <a16:creationId xmlns:a16="http://schemas.microsoft.com/office/drawing/2014/main" id="{980B66E4-A47E-4EE6-BFB2-E66864E5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Supplier accreditation</a:t>
            </a:r>
          </a:p>
        </p:txBody>
      </p:sp>
      <p:sp>
        <p:nvSpPr>
          <p:cNvPr id="15" name="profile-120">
            <a:extLst xmlns:a="http://schemas.openxmlformats.org/drawingml/2006/main">
              <a:ext uri="{FF2B5EF4-FFF2-40B4-BE49-F238E27FC236}">
                <a16:creationId xmlns:a16="http://schemas.microsoft.com/office/drawing/2014/main" id="{ED44EAC8-1490-4366-82A8-A434340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6" name="profile-121">
            <a:extLst xmlns:a="http://schemas.openxmlformats.org/drawingml/2006/main">
              <a:ext uri="{FF2B5EF4-FFF2-40B4-BE49-F238E27FC236}">
                <a16:creationId xmlns:a16="http://schemas.microsoft.com/office/drawing/2014/main" id="{885E6F3F-2D25-4A9A-B0B0-F77EA8B9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7" name="profile-122">
            <a:extLst xmlns:a="http://schemas.openxmlformats.org/drawingml/2006/main">
              <a:ext uri="{FF2B5EF4-FFF2-40B4-BE49-F238E27FC236}">
                <a16:creationId xmlns:a16="http://schemas.microsoft.com/office/drawing/2014/main" id="{CA1AF14A-16C7-4DFE-A141-E7DE6FC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18" name="profile-123">
            <a:extLst xmlns:a="http://schemas.openxmlformats.org/drawingml/2006/main">
              <a:ext uri="{FF2B5EF4-FFF2-40B4-BE49-F238E27FC236}">
                <a16:creationId xmlns:a16="http://schemas.microsoft.com/office/drawing/2014/main" id="{80F18453-90F8-4E05-850F-A332C419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9" name="profile-124">
            <a:extLst xmlns:a="http://schemas.openxmlformats.org/drawingml/2006/main">
              <a:ext uri="{FF2B5EF4-FFF2-40B4-BE49-F238E27FC236}">
                <a16:creationId xmlns:a16="http://schemas.microsoft.com/office/drawing/2014/main" id="{2D0D832F-E7C6-4AB2-A3F6-AC13666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20" name="profile-125">
            <a:extLst xmlns:a="http://schemas.openxmlformats.org/drawingml/2006/main">
              <a:ext uri="{FF2B5EF4-FFF2-40B4-BE49-F238E27FC236}">
                <a16:creationId xmlns:a16="http://schemas.microsoft.com/office/drawing/2014/main" id="{9C0DF13F-B7E8-44FF-9A00-BF6B575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21" name="profile-126">
            <a:extLst xmlns:a="http://schemas.openxmlformats.org/drawingml/2006/main">
              <a:ext uri="{FF2B5EF4-FFF2-40B4-BE49-F238E27FC236}">
                <a16:creationId xmlns:a16="http://schemas.microsoft.com/office/drawing/2014/main" id="{0070949B-D9BE-47D4-9C19-64902D3F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Service coordination</a:t>
            </a:r>
          </a:p>
        </p:txBody>
      </p:sp>
      <p:sp>
        <p:nvSpPr>
          <p:cNvPr id="22" name="profile-127">
            <a:extLst xmlns:a="http://schemas.openxmlformats.org/drawingml/2006/main">
              <a:ext uri="{FF2B5EF4-FFF2-40B4-BE49-F238E27FC236}">
                <a16:creationId xmlns:a16="http://schemas.microsoft.com/office/drawing/2014/main" id="{D492EEDB-624C-419E-9676-B6BFFCD3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3" name="profile-128">
            <a:extLst xmlns:a="http://schemas.openxmlformats.org/drawingml/2006/main">
              <a:ext uri="{FF2B5EF4-FFF2-40B4-BE49-F238E27FC236}">
                <a16:creationId xmlns:a16="http://schemas.microsoft.com/office/drawing/2014/main" id="{B47FC8B7-CDC5-4A26-8E93-3532713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Turnover</a:t>
            </a:r>
          </a:p>
        </p:txBody>
      </p:sp>
      <p:sp>
        <p:nvSpPr>
          <p:cNvPr id="24" name="profile-129">
            <a:extLst xmlns:a="http://schemas.openxmlformats.org/drawingml/2006/main">
              <a:ext uri="{FF2B5EF4-FFF2-40B4-BE49-F238E27FC236}">
                <a16:creationId xmlns:a16="http://schemas.microsoft.com/office/drawing/2014/main" id="{DC0A9829-3532-47B6-B992-1A5966F0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5" name="profile-130">
            <a:extLst xmlns:a="http://schemas.openxmlformats.org/drawingml/2006/main">
              <a:ext uri="{FF2B5EF4-FFF2-40B4-BE49-F238E27FC236}">
                <a16:creationId xmlns:a16="http://schemas.microsoft.com/office/drawing/2014/main" id="{4332FDDD-343B-4A06-A7CB-977B9F03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6" name="profile-131">
            <a:extLst xmlns:a="http://schemas.openxmlformats.org/drawingml/2006/main">
              <a:ext uri="{FF2B5EF4-FFF2-40B4-BE49-F238E27FC236}">
                <a16:creationId xmlns:a16="http://schemas.microsoft.com/office/drawing/2014/main" id="{AC66ED86-ABD9-47CA-B859-77AB1F1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7" name="profile-132">
            <a:extLst xmlns:a="http://schemas.openxmlformats.org/drawingml/2006/main">
              <a:ext uri="{FF2B5EF4-FFF2-40B4-BE49-F238E27FC236}">
                <a16:creationId xmlns:a16="http://schemas.microsoft.com/office/drawing/2014/main" id="{DB368FB3-61F4-4EBA-B595-48A396B3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191983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2026-10-01T14:17:30.7780000Z</dcterms:created>
  <dcterms:modified xsi:type="dcterms:W3CDTF">2026-10-01T14:17:30.7780000Z</dcterms:modified>
</coreProperties>
</file>