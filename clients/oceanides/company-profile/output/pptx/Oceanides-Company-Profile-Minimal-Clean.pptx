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e6cdfa0eaa44c8" /><Relationship Type="http://schemas.openxmlformats.org/officeDocument/2006/relationships/extended-properties" Target="/docProps/app.xml" Id="R3ed692237c3f4c1d" /><Relationship Type="http://schemas.openxmlformats.org/officeDocument/2006/relationships/officeDocument" Target="/ppt/presentation.xml" Id="Ra3f5347c9986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0f539c39c4755"/>
  </p:sldMasterIdLst>
  <p:notesMasterIdLst>
    <p:notesMasterId xmlns:r="http://schemas.openxmlformats.org/officeDocument/2006/relationships" r:id="R48c4c4cd37f34aa9"/>
  </p:notesMasterIdLst>
  <p:sldIdLst>
    <p:sldId xmlns:r="http://schemas.openxmlformats.org/officeDocument/2006/relationships" id="256" r:id="R3a572c20d93148f3"/>
    <p:sldId xmlns:r="http://schemas.openxmlformats.org/officeDocument/2006/relationships" id="257" r:id="R2f63b93f2b6a4144"/>
    <p:sldId xmlns:r="http://schemas.openxmlformats.org/officeDocument/2006/relationships" id="258" r:id="Rbf644fc49dfb404f"/>
    <p:sldId xmlns:r="http://schemas.openxmlformats.org/officeDocument/2006/relationships" id="259" r:id="R98c125a9847a4abc"/>
    <p:sldId xmlns:r="http://schemas.openxmlformats.org/officeDocument/2006/relationships" id="260" r:id="Rc154d339b2ce4738"/>
    <p:sldId xmlns:r="http://schemas.openxmlformats.org/officeDocument/2006/relationships" id="261" r:id="Ra424fd355a944d2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9384a16a304b96" /><Relationship Type="http://schemas.openxmlformats.org/officeDocument/2006/relationships/slideMaster" Target="/ppt/slideMasters/slideMaster1.xml" Id="Ra130f539c39c4755" /><Relationship Type="http://schemas.openxmlformats.org/officeDocument/2006/relationships/notesMaster" Target="/ppt/notesMasters/notesMaster1.xml" Id="R48c4c4cd37f34aa9" /><Relationship Type="http://schemas.openxmlformats.org/officeDocument/2006/relationships/presProps" Target="/ppt/presProps.xml" Id="R7485eab2fe2f4f57" /><Relationship Type="http://schemas.openxmlformats.org/officeDocument/2006/relationships/tableStyles" Target="/ppt/tableStyles.xml" Id="R77bfed94f91c4c8b" /><Relationship Type="http://schemas.openxmlformats.org/officeDocument/2006/relationships/slide" Target="/ppt/slides/slide1.xml" Id="R3a572c20d93148f3" /><Relationship Type="http://schemas.openxmlformats.org/officeDocument/2006/relationships/slide" Target="/ppt/slides/slide2.xml" Id="R2f63b93f2b6a4144" /><Relationship Type="http://schemas.openxmlformats.org/officeDocument/2006/relationships/slide" Target="/ppt/slides/slide3.xml" Id="Rbf644fc49dfb404f" /><Relationship Type="http://schemas.openxmlformats.org/officeDocument/2006/relationships/slide" Target="/ppt/slides/slide4.xml" Id="R98c125a9847a4abc" /><Relationship Type="http://schemas.openxmlformats.org/officeDocument/2006/relationships/slide" Target="/ppt/slides/slide5.xml" Id="Rc154d339b2ce4738" /><Relationship Type="http://schemas.openxmlformats.org/officeDocument/2006/relationships/slide" Target="/ppt/slides/slide6.xml" Id="Ra424fd355a944d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5340f5ccf49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41b6cc553546bb" /><Relationship Type="http://schemas.openxmlformats.org/officeDocument/2006/relationships/notesMaster" Target="/ppt/notesMasters/notesMaster1.xml" Id="R7ab5ee91d7ff4c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24e75ff9fa43a7" /><Relationship Type="http://schemas.openxmlformats.org/officeDocument/2006/relationships/notesMaster" Target="/ppt/notesMasters/notesMaster1.xml" Id="R187912fcd75d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55898d69d4186" /><Relationship Type="http://schemas.openxmlformats.org/officeDocument/2006/relationships/notesMaster" Target="/ppt/notesMasters/notesMaster1.xml" Id="Rbe857b02677c44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f10ec123e4975" /><Relationship Type="http://schemas.openxmlformats.org/officeDocument/2006/relationships/notesMaster" Target="/ppt/notesMasters/notesMaster1.xml" Id="R8ee95dd0376d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1a78ceb3694f14" /><Relationship Type="http://schemas.openxmlformats.org/officeDocument/2006/relationships/notesMaster" Target="/ppt/notesMasters/notesMaster1.xml" Id="Rb1e27dee06a24a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c53c379534331" /><Relationship Type="http://schemas.openxmlformats.org/officeDocument/2006/relationships/notesMaster" Target="/ppt/notesMasters/notesMaster1.xml" Id="R09901b79368a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f6169830944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178e3f3c5432f" /><Relationship Type="http://schemas.openxmlformats.org/officeDocument/2006/relationships/slideLayout" Target="/ppt/slideLayouts/slideLayout1.xml" Id="R495f6fb9ff52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f6fb9ff52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b0a19579c491f" /><Relationship Type="http://schemas.openxmlformats.org/officeDocument/2006/relationships/image" Target="/ppt/media/image.png" Id="R4260d18b4fc747a9" /><Relationship Type="http://schemas.openxmlformats.org/officeDocument/2006/relationships/image" Target="/ppt/media/image.jpeg" Id="Re08c12261c3f416d" /><Relationship Type="http://schemas.openxmlformats.org/officeDocument/2006/relationships/notesSlide" Target="/ppt/notesSlides/notesSlide1.xml" Id="R7314d081434643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0588ac2ce4c3a" /><Relationship Type="http://schemas.openxmlformats.org/officeDocument/2006/relationships/notesSlide" Target="/ppt/notesSlides/notesSlide2.xml" Id="Ree00deca7cb3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d14f37fb148c5" /><Relationship Type="http://schemas.openxmlformats.org/officeDocument/2006/relationships/image" Target="/ppt/media/image2.jpeg" Id="R6839ecb5098c461f" /><Relationship Type="http://schemas.openxmlformats.org/officeDocument/2006/relationships/image" Target="/ppt/media/image3.jpeg" Id="R4337ca080913444e" /><Relationship Type="http://schemas.openxmlformats.org/officeDocument/2006/relationships/image" Target="/ppt/media/image4.jpeg" Id="R76429f258e1a4b37" /><Relationship Type="http://schemas.openxmlformats.org/officeDocument/2006/relationships/notesSlide" Target="/ppt/notesSlides/notesSlide3.xml" Id="Rac1ce268f03049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9f5f3c3740eb" /><Relationship Type="http://schemas.openxmlformats.org/officeDocument/2006/relationships/image" Target="/ppt/media/image5.jpeg" Id="R673a0dc93f0c40ea" /><Relationship Type="http://schemas.openxmlformats.org/officeDocument/2006/relationships/notesSlide" Target="/ppt/notesSlides/notesSlide4.xml" Id="R03cd5bca76c546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1d9778c9e4285" /><Relationship Type="http://schemas.openxmlformats.org/officeDocument/2006/relationships/image" Target="/ppt/media/image6.jpeg" Id="R0f0a89d687d04ec8" /><Relationship Type="http://schemas.openxmlformats.org/officeDocument/2006/relationships/notesSlide" Target="/ppt/notesSlides/notesSlide5.xml" Id="R8b238164a3e3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94f255bec42cc" /><Relationship Type="http://schemas.openxmlformats.org/officeDocument/2006/relationships/image" Target="/ppt/media/image2.png" Id="R0cc079d4fa994b6a" /><Relationship Type="http://schemas.openxmlformats.org/officeDocument/2006/relationships/notesSlide" Target="/ppt/notesSlides/notesSlide6.xml" Id="Re7d9796eb149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0d18b4fc747a9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profile-1">
            <a:extLst xmlns:a="http://schemas.openxmlformats.org/drawingml/2006/main">
              <a:ext uri="{FF2B5EF4-FFF2-40B4-BE49-F238E27FC236}">
                <a16:creationId xmlns:a16="http://schemas.microsoft.com/office/drawing/2014/main" id="{E64DE70B-82ED-479C-9F0A-220563DD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2">
            <a:extLst xmlns:a="http://schemas.openxmlformats.org/drawingml/2006/main">
              <a:ext uri="{FF2B5EF4-FFF2-40B4-BE49-F238E27FC236}">
                <a16:creationId xmlns:a16="http://schemas.microsoft.com/office/drawing/2014/main" id="{866CA548-406F-4753-9C79-DE27FC99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Property services</a:t>
            </a:r>
          </a:p>
        </p:txBody>
      </p:sp>
      <p:sp>
        <p:nvSpPr>
          <p:cNvPr id="4" name="profile-3">
            <a:extLst xmlns:a="http://schemas.openxmlformats.org/drawingml/2006/main">
              <a:ext uri="{FF2B5EF4-FFF2-40B4-BE49-F238E27FC236}">
                <a16:creationId xmlns:a16="http://schemas.microsoft.com/office/drawing/2014/main" id="{56F8DAD2-614D-4A34-B020-83844EF7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point of contact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c12261c3f416d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6" name="profile-4">
            <a:extLst xmlns:a="http://schemas.openxmlformats.org/drawingml/2006/main">
              <a:ext uri="{FF2B5EF4-FFF2-40B4-BE49-F238E27FC236}">
                <a16:creationId xmlns:a16="http://schemas.microsoft.com/office/drawing/2014/main" id="{25CB2247-E636-4FE4-9435-1803818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7" name="profile-5">
            <a:extLst xmlns:a="http://schemas.openxmlformats.org/drawingml/2006/main">
              <a:ext uri="{FF2B5EF4-FFF2-40B4-BE49-F238E27FC236}">
                <a16:creationId xmlns:a16="http://schemas.microsoft.com/office/drawing/2014/main" id="{FD0B9DE8-2834-4596-8FB0-E7D35FA1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773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</a:t>
            </a:r>
          </a:p>
        </p:txBody>
      </p:sp>
      <p:sp>
        <p:nvSpPr>
          <p:cNvPr id="8" name="profile-6">
            <a:extLst xmlns:a="http://schemas.openxmlformats.org/drawingml/2006/main">
              <a:ext uri="{FF2B5EF4-FFF2-40B4-BE49-F238E27FC236}">
                <a16:creationId xmlns:a16="http://schemas.microsoft.com/office/drawing/2014/main" id="{CAF1E64E-F671-48B6-9317-BAE17200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DF824218-B24A-437B-A6CF-7737C5FD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A8095D03-83AE-4DA2-BBDE-61BDFFF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9B4D7529-8144-4712-A510-41BB50D3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46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0">
            <a:extLst xmlns:a="http://schemas.openxmlformats.org/drawingml/2006/main">
              <a:ext uri="{FF2B5EF4-FFF2-40B4-BE49-F238E27FC236}">
                <a16:creationId xmlns:a16="http://schemas.microsoft.com/office/drawing/2014/main" id="{8391F337-7BC3-4B0D-80C8-8D00523A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11">
            <a:extLst xmlns:a="http://schemas.openxmlformats.org/drawingml/2006/main">
              <a:ext uri="{FF2B5EF4-FFF2-40B4-BE49-F238E27FC236}">
                <a16:creationId xmlns:a16="http://schemas.microsoft.com/office/drawing/2014/main" id="{44C07A3B-21B2-4C9D-B6E3-AF70F74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12">
            <a:extLst xmlns:a="http://schemas.openxmlformats.org/drawingml/2006/main">
              <a:ext uri="{FF2B5EF4-FFF2-40B4-BE49-F238E27FC236}">
                <a16:creationId xmlns:a16="http://schemas.microsoft.com/office/drawing/2014/main" id="{1CE546CE-5DAE-47BB-9105-8F7A952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Services for the places</a:t>
            </a:r>
          </a:p>
        </p:txBody>
      </p:sp>
      <p:sp>
        <p:nvSpPr>
          <p:cNvPr id="4" name="profile-13">
            <a:extLst xmlns:a="http://schemas.openxmlformats.org/drawingml/2006/main">
              <a:ext uri="{FF2B5EF4-FFF2-40B4-BE49-F238E27FC236}">
                <a16:creationId xmlns:a16="http://schemas.microsoft.com/office/drawing/2014/main" id="{B2CEBE2F-B445-4E69-A33E-0C5D3B95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you live and work</a:t>
            </a:r>
          </a:p>
        </p:txBody>
      </p:sp>
      <p:sp>
        <p:nvSpPr>
          <p:cNvPr id="5" name="profile-14">
            <a:extLst xmlns:a="http://schemas.openxmlformats.org/drawingml/2006/main">
              <a:ext uri="{FF2B5EF4-FFF2-40B4-BE49-F238E27FC236}">
                <a16:creationId xmlns:a16="http://schemas.microsoft.com/office/drawing/2014/main" id="{42436B78-8745-479D-A470-3FCA761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6" name="profile-15">
            <a:extLst xmlns:a="http://schemas.openxmlformats.org/drawingml/2006/main">
              <a:ext uri="{FF2B5EF4-FFF2-40B4-BE49-F238E27FC236}">
                <a16:creationId xmlns:a16="http://schemas.microsoft.com/office/drawing/2014/main" id="{F61E784B-C03B-45F5-8035-02CC8C5F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service offering covers siphoning,</a:t>
            </a:r>
          </a:p>
        </p:txBody>
      </p:sp>
      <p:sp>
        <p:nvSpPr>
          <p:cNvPr id="7" name="profile-16">
            <a:extLst xmlns:a="http://schemas.openxmlformats.org/drawingml/2006/main">
              <a:ext uri="{FF2B5EF4-FFF2-40B4-BE49-F238E27FC236}">
                <a16:creationId xmlns:a16="http://schemas.microsoft.com/office/drawing/2014/main" id="{0EE3F94B-83D6-4EC6-9886-0711EE7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plumbing, renovation and restoration, and pest control.</a:t>
            </a:r>
          </a:p>
        </p:txBody>
      </p:sp>
      <p:sp>
        <p:nvSpPr>
          <p:cNvPr id="8" name="profile-17">
            <a:extLst xmlns:a="http://schemas.openxmlformats.org/drawingml/2006/main">
              <a:ext uri="{FF2B5EF4-FFF2-40B4-BE49-F238E27FC236}">
                <a16:creationId xmlns:a16="http://schemas.microsoft.com/office/drawing/2014/main" id="{012DEB16-42AA-4353-AB21-064B762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9" name="profile-18">
            <a:extLst xmlns:a="http://schemas.openxmlformats.org/drawingml/2006/main">
              <a:ext uri="{FF2B5EF4-FFF2-40B4-BE49-F238E27FC236}">
                <a16:creationId xmlns:a16="http://schemas.microsoft.com/office/drawing/2014/main" id="{2722A899-B36D-4A03-B29E-454542C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</a:t>
            </a:r>
          </a:p>
        </p:txBody>
      </p:sp>
      <p:sp>
        <p:nvSpPr>
          <p:cNvPr id="10" name="profile-19">
            <a:extLst xmlns:a="http://schemas.openxmlformats.org/drawingml/2006/main">
              <a:ext uri="{FF2B5EF4-FFF2-40B4-BE49-F238E27FC236}">
                <a16:creationId xmlns:a16="http://schemas.microsoft.com/office/drawing/2014/main" id="{055826C2-7379-4112-95A3-BDA2BF45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1" name="profile-20">
            <a:extLst xmlns:a="http://schemas.openxmlformats.org/drawingml/2006/main">
              <a:ext uri="{FF2B5EF4-FFF2-40B4-BE49-F238E27FC236}">
                <a16:creationId xmlns:a16="http://schemas.microsoft.com/office/drawing/2014/main" id="{3A455FF9-5D24-4C53-9831-EBBC1E3E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21">
            <a:extLst xmlns:a="http://schemas.openxmlformats.org/drawingml/2006/main">
              <a:ext uri="{FF2B5EF4-FFF2-40B4-BE49-F238E27FC236}">
                <a16:creationId xmlns:a16="http://schemas.microsoft.com/office/drawing/2014/main" id="{A983F7EB-F185-4E90-A3B7-4AC0437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13" name="profile-22">
            <a:extLst xmlns:a="http://schemas.openxmlformats.org/drawingml/2006/main">
              <a:ext uri="{FF2B5EF4-FFF2-40B4-BE49-F238E27FC236}">
                <a16:creationId xmlns:a16="http://schemas.microsoft.com/office/drawing/2014/main" id="{90D3251E-D791-487A-8548-7745ACC3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388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4" name="profile-23">
            <a:extLst xmlns:a="http://schemas.openxmlformats.org/drawingml/2006/main">
              <a:ext uri="{FF2B5EF4-FFF2-40B4-BE49-F238E27FC236}">
                <a16:creationId xmlns:a16="http://schemas.microsoft.com/office/drawing/2014/main" id="{02FAA9E0-27B1-405E-A393-6D0DB660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5" name="profile-24">
            <a:extLst xmlns:a="http://schemas.openxmlformats.org/drawingml/2006/main">
              <a:ext uri="{FF2B5EF4-FFF2-40B4-BE49-F238E27FC236}">
                <a16:creationId xmlns:a16="http://schemas.microsoft.com/office/drawing/2014/main" id="{36230CC6-72CE-446B-93DF-E70EF690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16" name="profile-25">
            <a:extLst xmlns:a="http://schemas.openxmlformats.org/drawingml/2006/main">
              <a:ext uri="{FF2B5EF4-FFF2-40B4-BE49-F238E27FC236}">
                <a16:creationId xmlns:a16="http://schemas.microsoft.com/office/drawing/2014/main" id="{872BF3FE-7BFC-414E-98B2-D8FDC60B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17" name="profile-26">
            <a:extLst xmlns:a="http://schemas.openxmlformats.org/drawingml/2006/main">
              <a:ext uri="{FF2B5EF4-FFF2-40B4-BE49-F238E27FC236}">
                <a16:creationId xmlns:a16="http://schemas.microsoft.com/office/drawing/2014/main" id="{128D6EFD-29FC-4658-9A75-B223D8BF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246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18" name="profile-27">
            <a:extLst xmlns:a="http://schemas.openxmlformats.org/drawingml/2006/main">
              <a:ext uri="{FF2B5EF4-FFF2-40B4-BE49-F238E27FC236}">
                <a16:creationId xmlns:a16="http://schemas.microsoft.com/office/drawing/2014/main" id="{BCBA0700-5883-41C5-A014-89FC5D38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818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19" name="profile-28">
            <a:extLst xmlns:a="http://schemas.openxmlformats.org/drawingml/2006/main">
              <a:ext uri="{FF2B5EF4-FFF2-40B4-BE49-F238E27FC236}">
                <a16:creationId xmlns:a16="http://schemas.microsoft.com/office/drawing/2014/main" id="{E5B476EB-E7D0-45BC-BFAC-3D8D3B2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29">
            <a:extLst xmlns:a="http://schemas.openxmlformats.org/drawingml/2006/main">
              <a:ext uri="{FF2B5EF4-FFF2-40B4-BE49-F238E27FC236}">
                <a16:creationId xmlns:a16="http://schemas.microsoft.com/office/drawing/2014/main" id="{2AD182E6-74B6-4E93-8C3D-AC14E57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21" name="profile-30">
            <a:extLst xmlns:a="http://schemas.openxmlformats.org/drawingml/2006/main">
              <a:ext uri="{FF2B5EF4-FFF2-40B4-BE49-F238E27FC236}">
                <a16:creationId xmlns:a16="http://schemas.microsoft.com/office/drawing/2014/main" id="{397CCDBB-966F-43DA-B1A2-4AB19D38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810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2" name="profile-31">
            <a:extLst xmlns:a="http://schemas.openxmlformats.org/drawingml/2006/main">
              <a:ext uri="{FF2B5EF4-FFF2-40B4-BE49-F238E27FC236}">
                <a16:creationId xmlns:a16="http://schemas.microsoft.com/office/drawing/2014/main" id="{1B157A99-9722-48F5-9717-6D919AFE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67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3" name="profile-32">
            <a:extLst xmlns:a="http://schemas.openxmlformats.org/drawingml/2006/main">
              <a:ext uri="{FF2B5EF4-FFF2-40B4-BE49-F238E27FC236}">
                <a16:creationId xmlns:a16="http://schemas.microsoft.com/office/drawing/2014/main" id="{E443BDE0-EEBB-421D-AEEE-16BEB13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4" name="profile-33">
            <a:extLst xmlns:a="http://schemas.openxmlformats.org/drawingml/2006/main">
              <a:ext uri="{FF2B5EF4-FFF2-40B4-BE49-F238E27FC236}">
                <a16:creationId xmlns:a16="http://schemas.microsoft.com/office/drawing/2014/main" id="{2DFDB1E0-73E4-487A-9CEF-53A616B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contact through turnover</a:t>
            </a:r>
          </a:p>
        </p:txBody>
      </p:sp>
      <p:sp>
        <p:nvSpPr>
          <p:cNvPr id="25" name="profile-34">
            <a:extLst xmlns:a="http://schemas.openxmlformats.org/drawingml/2006/main">
              <a:ext uri="{FF2B5EF4-FFF2-40B4-BE49-F238E27FC236}">
                <a16:creationId xmlns:a16="http://schemas.microsoft.com/office/drawing/2014/main" id="{56ED9C47-D537-4987-954B-56DFADE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26" name="profile-35">
            <a:extLst xmlns:a="http://schemas.openxmlformats.org/drawingml/2006/main">
              <a:ext uri="{FF2B5EF4-FFF2-40B4-BE49-F238E27FC236}">
                <a16:creationId xmlns:a16="http://schemas.microsoft.com/office/drawing/2014/main" id="{F9A41DEB-51CF-4857-B79B-5E391294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27" name="profile-36">
            <a:extLst xmlns:a="http://schemas.openxmlformats.org/drawingml/2006/main">
              <a:ext uri="{FF2B5EF4-FFF2-40B4-BE49-F238E27FC236}">
                <a16:creationId xmlns:a16="http://schemas.microsoft.com/office/drawing/2014/main" id="{E92516C0-EDC2-4C9D-97EE-41F6D80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8" name="profile-37">
            <a:extLst xmlns:a="http://schemas.openxmlformats.org/drawingml/2006/main">
              <a:ext uri="{FF2B5EF4-FFF2-40B4-BE49-F238E27FC236}">
                <a16:creationId xmlns:a16="http://schemas.microsoft.com/office/drawing/2014/main" id="{682C62EA-D9C8-4C1A-8D04-DE6AD0A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9" name="profile-38">
            <a:extLst xmlns:a="http://schemas.openxmlformats.org/drawingml/2006/main">
              <a:ext uri="{FF2B5EF4-FFF2-40B4-BE49-F238E27FC236}">
                <a16:creationId xmlns:a16="http://schemas.microsoft.com/office/drawing/2014/main" id="{CC2FE864-B8AF-4CC9-BAED-8A28264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4099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file-39">
            <a:extLst xmlns:a="http://schemas.openxmlformats.org/drawingml/2006/main">
              <a:ext uri="{FF2B5EF4-FFF2-40B4-BE49-F238E27FC236}">
                <a16:creationId xmlns:a16="http://schemas.microsoft.com/office/drawing/2014/main" id="{FA3A353C-3AA6-4461-9A0E-3CD30C5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40">
            <a:extLst xmlns:a="http://schemas.openxmlformats.org/drawingml/2006/main">
              <a:ext uri="{FF2B5EF4-FFF2-40B4-BE49-F238E27FC236}">
                <a16:creationId xmlns:a16="http://schemas.microsoft.com/office/drawing/2014/main" id="{E7FFA64C-2742-4FBB-B143-425CD276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41">
            <a:extLst xmlns:a="http://schemas.openxmlformats.org/drawingml/2006/main">
              <a:ext uri="{FF2B5EF4-FFF2-40B4-BE49-F238E27FC236}">
                <a16:creationId xmlns:a16="http://schemas.microsoft.com/office/drawing/2014/main" id="{F260E318-128E-474D-B2A4-318E415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 &amp;</a:t>
            </a:r>
          </a:p>
        </p:txBody>
      </p:sp>
      <p:sp>
        <p:nvSpPr>
          <p:cNvPr id="4" name="profile-42">
            <a:extLst xmlns:a="http://schemas.openxmlformats.org/drawingml/2006/main">
              <a:ext uri="{FF2B5EF4-FFF2-40B4-BE49-F238E27FC236}">
                <a16:creationId xmlns:a16="http://schemas.microsoft.com/office/drawing/2014/main" id="{F767B0E6-8996-4AF7-B393-50E8A281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5" name="profile-43">
            <a:extLst xmlns:a="http://schemas.openxmlformats.org/drawingml/2006/main">
              <a:ext uri="{FF2B5EF4-FFF2-40B4-BE49-F238E27FC236}">
                <a16:creationId xmlns:a16="http://schemas.microsoft.com/office/drawing/2014/main" id="{42F7164F-4667-4D4C-AC6B-0DB9DA61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6" name="profile-44">
            <a:extLst xmlns:a="http://schemas.openxmlformats.org/drawingml/2006/main">
              <a:ext uri="{FF2B5EF4-FFF2-40B4-BE49-F238E27FC236}">
                <a16:creationId xmlns:a16="http://schemas.microsoft.com/office/drawing/2014/main" id="{1CE1BA9D-EEA1-40FD-8978-85A5EB08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scope</a:t>
            </a:r>
          </a:p>
        </p:txBody>
      </p:sp>
      <p:sp>
        <p:nvSpPr>
          <p:cNvPr id="7" name="profile-45">
            <a:extLst xmlns:a="http://schemas.openxmlformats.org/drawingml/2006/main">
              <a:ext uri="{FF2B5EF4-FFF2-40B4-BE49-F238E27FC236}">
                <a16:creationId xmlns:a16="http://schemas.microsoft.com/office/drawing/2014/main" id="{33F0E2C6-8834-480C-8EEA-793834F4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8" name="profile-46">
            <a:extLst xmlns:a="http://schemas.openxmlformats.org/drawingml/2006/main">
              <a:ext uri="{FF2B5EF4-FFF2-40B4-BE49-F238E27FC236}">
                <a16:creationId xmlns:a16="http://schemas.microsoft.com/office/drawing/2014/main" id="{DAF93670-D52C-4712-8852-10FE07E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9" name="profile-47">
            <a:extLst xmlns:a="http://schemas.openxmlformats.org/drawingml/2006/main">
              <a:ext uri="{FF2B5EF4-FFF2-40B4-BE49-F238E27FC236}">
                <a16:creationId xmlns:a16="http://schemas.microsoft.com/office/drawing/2014/main" id="{7C2CB418-7161-46F8-863F-FCBD9D01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0" name="profile-48">
            <a:extLst xmlns:a="http://schemas.openxmlformats.org/drawingml/2006/main">
              <a:ext uri="{FF2B5EF4-FFF2-40B4-BE49-F238E27FC236}">
                <a16:creationId xmlns:a16="http://schemas.microsoft.com/office/drawing/2014/main" id="{8F8D330E-6A03-4807-BC38-40750313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9ecb5098c461f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2" name="profile-49">
            <a:extLst xmlns:a="http://schemas.openxmlformats.org/drawingml/2006/main">
              <a:ext uri="{FF2B5EF4-FFF2-40B4-BE49-F238E27FC236}">
                <a16:creationId xmlns:a16="http://schemas.microsoft.com/office/drawing/2014/main" id="{90FC3C83-FD09-4F57-8A49-D4DC980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3" name="profile-50">
            <a:extLst xmlns:a="http://schemas.openxmlformats.org/drawingml/2006/main">
              <a:ext uri="{FF2B5EF4-FFF2-40B4-BE49-F238E27FC236}">
                <a16:creationId xmlns:a16="http://schemas.microsoft.com/office/drawing/2014/main" id="{1BA0620E-EBE3-448C-B2AC-F4102D2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51">
            <a:extLst xmlns:a="http://schemas.openxmlformats.org/drawingml/2006/main">
              <a:ext uri="{FF2B5EF4-FFF2-40B4-BE49-F238E27FC236}">
                <a16:creationId xmlns:a16="http://schemas.microsoft.com/office/drawing/2014/main" id="{72272EC5-F96F-4D84-98CA-32A3108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Actual siphoning work</a:t>
            </a:r>
          </a:p>
        </p:txBody>
      </p:sp>
      <p:sp>
        <p:nvSpPr>
          <p:cNvPr id="15" name="profile-52">
            <a:extLst xmlns:a="http://schemas.openxmlformats.org/drawingml/2006/main">
              <a:ext uri="{FF2B5EF4-FFF2-40B4-BE49-F238E27FC236}">
                <a16:creationId xmlns:a16="http://schemas.microsoft.com/office/drawing/2014/main" id="{4F81237A-B7A8-494A-9439-398018FB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7ca080913444e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29f258e1a4b37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18" name="profile-53">
            <a:extLst xmlns:a="http://schemas.openxmlformats.org/drawingml/2006/main">
              <a:ext uri="{FF2B5EF4-FFF2-40B4-BE49-F238E27FC236}">
                <a16:creationId xmlns:a16="http://schemas.microsoft.com/office/drawing/2014/main" id="{01A3BFFB-9C11-4AF2-BA0B-0A810C91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19" name="profile-54">
            <a:extLst xmlns:a="http://schemas.openxmlformats.org/drawingml/2006/main">
              <a:ext uri="{FF2B5EF4-FFF2-40B4-BE49-F238E27FC236}">
                <a16:creationId xmlns:a16="http://schemas.microsoft.com/office/drawing/2014/main" id="{EC83EC4B-A823-4D1F-99DE-690BC28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0" name="profile-55">
            <a:extLst xmlns:a="http://schemas.openxmlformats.org/drawingml/2006/main">
              <a:ext uri="{FF2B5EF4-FFF2-40B4-BE49-F238E27FC236}">
                <a16:creationId xmlns:a16="http://schemas.microsoft.com/office/drawing/2014/main" id="{DB1E4A78-E183-4428-94D8-3B09C17B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1" name="profile-56">
            <a:extLst xmlns:a="http://schemas.openxmlformats.org/drawingml/2006/main">
              <a:ext uri="{FF2B5EF4-FFF2-40B4-BE49-F238E27FC236}">
                <a16:creationId xmlns:a16="http://schemas.microsoft.com/office/drawing/2014/main" id="{1EDB1D4B-9AC2-40C3-A1B2-D8A1A48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2" name="profile-57">
            <a:extLst xmlns:a="http://schemas.openxmlformats.org/drawingml/2006/main">
              <a:ext uri="{FF2B5EF4-FFF2-40B4-BE49-F238E27FC236}">
                <a16:creationId xmlns:a16="http://schemas.microsoft.com/office/drawing/2014/main" id="{1057EA3F-DD58-4743-BBAA-DFDBA63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3" name="profile-58">
            <a:extLst xmlns:a="http://schemas.openxmlformats.org/drawingml/2006/main">
              <a:ext uri="{FF2B5EF4-FFF2-40B4-BE49-F238E27FC236}">
                <a16:creationId xmlns:a16="http://schemas.microsoft.com/office/drawing/2014/main" id="{E9200642-D101-45E4-978E-538358D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3779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ofile-59">
            <a:extLst xmlns:a="http://schemas.openxmlformats.org/drawingml/2006/main">
              <a:ext uri="{FF2B5EF4-FFF2-40B4-BE49-F238E27FC236}">
                <a16:creationId xmlns:a16="http://schemas.microsoft.com/office/drawing/2014/main" id="{F59EB331-4379-4CA7-8E18-E8B65132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60">
            <a:extLst xmlns:a="http://schemas.openxmlformats.org/drawingml/2006/main">
              <a:ext uri="{FF2B5EF4-FFF2-40B4-BE49-F238E27FC236}">
                <a16:creationId xmlns:a16="http://schemas.microsoft.com/office/drawing/2014/main" id="{054CCD73-35FD-4114-A3BA-EC5DADF4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61">
            <a:extLst xmlns:a="http://schemas.openxmlformats.org/drawingml/2006/main">
              <a:ext uri="{FF2B5EF4-FFF2-40B4-BE49-F238E27FC236}">
                <a16:creationId xmlns:a16="http://schemas.microsoft.com/office/drawing/2014/main" id="{F6611D0D-2666-444F-A38D-55C5650A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4" name="profile-62">
            <a:extLst xmlns:a="http://schemas.openxmlformats.org/drawingml/2006/main">
              <a:ext uri="{FF2B5EF4-FFF2-40B4-BE49-F238E27FC236}">
                <a16:creationId xmlns:a16="http://schemas.microsoft.com/office/drawing/2014/main" id="{74F4C129-B09E-4B92-9778-C83C5303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5" name="profile-63">
            <a:extLst xmlns:a="http://schemas.openxmlformats.org/drawingml/2006/main">
              <a:ext uri="{FF2B5EF4-FFF2-40B4-BE49-F238E27FC236}">
                <a16:creationId xmlns:a16="http://schemas.microsoft.com/office/drawing/2014/main" id="{92AEE964-D47C-45BE-B1DE-02ED2B35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a0dc93f0c40ea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64">
            <a:extLst xmlns:a="http://schemas.openxmlformats.org/drawingml/2006/main">
              <a:ext uri="{FF2B5EF4-FFF2-40B4-BE49-F238E27FC236}">
                <a16:creationId xmlns:a16="http://schemas.microsoft.com/office/drawing/2014/main" id="{6EBEAC65-5296-46AE-8FAE-8F4F27EE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65">
            <a:extLst xmlns:a="http://schemas.openxmlformats.org/drawingml/2006/main">
              <a:ext uri="{FF2B5EF4-FFF2-40B4-BE49-F238E27FC236}">
                <a16:creationId xmlns:a16="http://schemas.microsoft.com/office/drawing/2014/main" id="{5B0AB6FD-9065-4931-9161-5A35BCD7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Ceilings</a:t>
            </a:r>
          </a:p>
        </p:txBody>
      </p:sp>
      <p:sp>
        <p:nvSpPr>
          <p:cNvPr id="9" name="profile-66">
            <a:extLst xmlns:a="http://schemas.openxmlformats.org/drawingml/2006/main">
              <a:ext uri="{FF2B5EF4-FFF2-40B4-BE49-F238E27FC236}">
                <a16:creationId xmlns:a16="http://schemas.microsoft.com/office/drawing/2014/main" id="{9C76AC96-2368-4199-83DC-979E9221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0" name="profile-67">
            <a:extLst xmlns:a="http://schemas.openxmlformats.org/drawingml/2006/main">
              <a:ext uri="{FF2B5EF4-FFF2-40B4-BE49-F238E27FC236}">
                <a16:creationId xmlns:a16="http://schemas.microsoft.com/office/drawing/2014/main" id="{B74ACB85-5D86-415D-A18D-B9B060B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Water protection</a:t>
            </a:r>
          </a:p>
        </p:txBody>
      </p:sp>
      <p:sp>
        <p:nvSpPr>
          <p:cNvPr id="11" name="profile-68">
            <a:extLst xmlns:a="http://schemas.openxmlformats.org/drawingml/2006/main">
              <a:ext uri="{FF2B5EF4-FFF2-40B4-BE49-F238E27FC236}">
                <a16:creationId xmlns:a16="http://schemas.microsoft.com/office/drawing/2014/main" id="{D488DD13-3A90-4C07-BA1C-8BCD33FE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2" name="profile-69">
            <a:extLst xmlns:a="http://schemas.openxmlformats.org/drawingml/2006/main">
              <a:ext uri="{FF2B5EF4-FFF2-40B4-BE49-F238E27FC236}">
                <a16:creationId xmlns:a16="http://schemas.microsoft.com/office/drawing/2014/main" id="{AB78B002-4AF8-4A8C-AE09-B9953D8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 restoration</a:t>
            </a:r>
          </a:p>
        </p:txBody>
      </p:sp>
      <p:sp>
        <p:nvSpPr>
          <p:cNvPr id="13" name="profile-70">
            <a:extLst xmlns:a="http://schemas.openxmlformats.org/drawingml/2006/main">
              <a:ext uri="{FF2B5EF4-FFF2-40B4-BE49-F238E27FC236}">
                <a16:creationId xmlns:a16="http://schemas.microsoft.com/office/drawing/2014/main" id="{D073FC35-C806-4173-A3CD-348EE5B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4" name="profile-71">
            <a:extLst xmlns:a="http://schemas.openxmlformats.org/drawingml/2006/main">
              <a:ext uri="{FF2B5EF4-FFF2-40B4-BE49-F238E27FC236}">
                <a16:creationId xmlns:a16="http://schemas.microsoft.com/office/drawing/2014/main" id="{5571E5DA-8A65-4C8A-A0BD-2DEE11A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Cleaning</a:t>
            </a:r>
          </a:p>
        </p:txBody>
      </p:sp>
      <p:sp>
        <p:nvSpPr>
          <p:cNvPr id="15" name="profile-72">
            <a:extLst xmlns:a="http://schemas.openxmlformats.org/drawingml/2006/main">
              <a:ext uri="{FF2B5EF4-FFF2-40B4-BE49-F238E27FC236}">
                <a16:creationId xmlns:a16="http://schemas.microsoft.com/office/drawing/2014/main" id="{02321BE9-EE04-4B23-B1F4-9F6BAA6E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6" name="profile-73">
            <a:extLst xmlns:a="http://schemas.openxmlformats.org/drawingml/2006/main">
              <a:ext uri="{FF2B5EF4-FFF2-40B4-BE49-F238E27FC236}">
                <a16:creationId xmlns:a16="http://schemas.microsoft.com/office/drawing/2014/main" id="{4A59810E-E1ED-446B-919B-B42A52D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74">
            <a:extLst xmlns:a="http://schemas.openxmlformats.org/drawingml/2006/main">
              <a:ext uri="{FF2B5EF4-FFF2-40B4-BE49-F238E27FC236}">
                <a16:creationId xmlns:a16="http://schemas.microsoft.com/office/drawing/2014/main" id="{A71334D1-DD12-483B-A9A4-E1D4D1A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8" name="profile-75">
            <a:extLst xmlns:a="http://schemas.openxmlformats.org/drawingml/2006/main">
              <a:ext uri="{FF2B5EF4-FFF2-40B4-BE49-F238E27FC236}">
                <a16:creationId xmlns:a16="http://schemas.microsoft.com/office/drawing/2014/main" id="{26887020-095A-4544-9F83-63782A9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235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file-76">
            <a:extLst xmlns:a="http://schemas.openxmlformats.org/drawingml/2006/main">
              <a:ext uri="{FF2B5EF4-FFF2-40B4-BE49-F238E27FC236}">
                <a16:creationId xmlns:a16="http://schemas.microsoft.com/office/drawing/2014/main" id="{6857634F-5E69-42BF-B7F0-DDF133A6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77">
            <a:extLst xmlns:a="http://schemas.openxmlformats.org/drawingml/2006/main">
              <a:ext uri="{FF2B5EF4-FFF2-40B4-BE49-F238E27FC236}">
                <a16:creationId xmlns:a16="http://schemas.microsoft.com/office/drawing/2014/main" id="{E26418A5-E765-4418-8E5B-E17F6A9C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a89d687d04ec8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profile-78">
            <a:extLst xmlns:a="http://schemas.openxmlformats.org/drawingml/2006/main">
              <a:ext uri="{FF2B5EF4-FFF2-40B4-BE49-F238E27FC236}">
                <a16:creationId xmlns:a16="http://schemas.microsoft.com/office/drawing/2014/main" id="{9644D7B8-7AB6-46BE-B2FF-FF42F176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5" name="profile-79">
            <a:extLst xmlns:a="http://schemas.openxmlformats.org/drawingml/2006/main">
              <a:ext uri="{FF2B5EF4-FFF2-40B4-BE49-F238E27FC236}">
                <a16:creationId xmlns:a16="http://schemas.microsoft.com/office/drawing/2014/main" id="{D1D667DC-8A33-4E9E-B855-F33E1092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6" name="profile-80">
            <a:extLst xmlns:a="http://schemas.openxmlformats.org/drawingml/2006/main">
              <a:ext uri="{FF2B5EF4-FFF2-40B4-BE49-F238E27FC236}">
                <a16:creationId xmlns:a16="http://schemas.microsoft.com/office/drawing/2014/main" id="{5549BCDF-08C7-419E-AC05-83F1857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7" name="profile-81">
            <a:extLst xmlns:a="http://schemas.openxmlformats.org/drawingml/2006/main">
              <a:ext uri="{FF2B5EF4-FFF2-40B4-BE49-F238E27FC236}">
                <a16:creationId xmlns:a16="http://schemas.microsoft.com/office/drawing/2014/main" id="{8F4EDE84-AE35-414A-B5D0-942BF5B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8" name="profile-82">
            <a:extLst xmlns:a="http://schemas.openxmlformats.org/drawingml/2006/main">
              <a:ext uri="{FF2B5EF4-FFF2-40B4-BE49-F238E27FC236}">
                <a16:creationId xmlns:a16="http://schemas.microsoft.com/office/drawing/2014/main" id="{55F6E275-A223-49F8-A0AF-BEB1AE54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9" name="profile-83">
            <a:extLst xmlns:a="http://schemas.openxmlformats.org/drawingml/2006/main">
              <a:ext uri="{FF2B5EF4-FFF2-40B4-BE49-F238E27FC236}">
                <a16:creationId xmlns:a16="http://schemas.microsoft.com/office/drawing/2014/main" id="{76E3BB8C-A757-4125-A84C-FE51873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0" name="profile-84">
            <a:extLst xmlns:a="http://schemas.openxmlformats.org/drawingml/2006/main">
              <a:ext uri="{FF2B5EF4-FFF2-40B4-BE49-F238E27FC236}">
                <a16:creationId xmlns:a16="http://schemas.microsoft.com/office/drawing/2014/main" id="{BD3FDDE2-022B-46D4-906C-6F514458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85">
            <a:extLst xmlns:a="http://schemas.openxmlformats.org/drawingml/2006/main">
              <a:ext uri="{FF2B5EF4-FFF2-40B4-BE49-F238E27FC236}">
                <a16:creationId xmlns:a16="http://schemas.microsoft.com/office/drawing/2014/main" id="{E3D876EC-91D4-45B5-BCD2-C47C5804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2" name="profile-86">
            <a:extLst xmlns:a="http://schemas.openxmlformats.org/drawingml/2006/main">
              <a:ext uri="{FF2B5EF4-FFF2-40B4-BE49-F238E27FC236}">
                <a16:creationId xmlns:a16="http://schemas.microsoft.com/office/drawing/2014/main" id="{D5A0FCE2-DAD0-4E64-814A-B5BF478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87">
            <a:extLst xmlns:a="http://schemas.openxmlformats.org/drawingml/2006/main">
              <a:ext uri="{FF2B5EF4-FFF2-40B4-BE49-F238E27FC236}">
                <a16:creationId xmlns:a16="http://schemas.microsoft.com/office/drawing/2014/main" id="{2C021265-3B96-4CF8-8A56-028F9E75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4" name="profile-88">
            <a:extLst xmlns:a="http://schemas.openxmlformats.org/drawingml/2006/main">
              <a:ext uri="{FF2B5EF4-FFF2-40B4-BE49-F238E27FC236}">
                <a16:creationId xmlns:a16="http://schemas.microsoft.com/office/drawing/2014/main" id="{C9CA4AAA-D3A2-492C-9C9C-661268D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5" name="profile-89">
            <a:extLst xmlns:a="http://schemas.openxmlformats.org/drawingml/2006/main">
              <a:ext uri="{FF2B5EF4-FFF2-40B4-BE49-F238E27FC236}">
                <a16:creationId xmlns:a16="http://schemas.microsoft.com/office/drawing/2014/main" id="{74089B36-0313-4F1C-90FC-2D4BBEEF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90">
            <a:extLst xmlns:a="http://schemas.openxmlformats.org/drawingml/2006/main">
              <a:ext uri="{FF2B5EF4-FFF2-40B4-BE49-F238E27FC236}">
                <a16:creationId xmlns:a16="http://schemas.microsoft.com/office/drawing/2014/main" id="{80AB58EC-525C-4A7F-991F-552E1EE9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7" name="profile-91">
            <a:extLst xmlns:a="http://schemas.openxmlformats.org/drawingml/2006/main">
              <a:ext uri="{FF2B5EF4-FFF2-40B4-BE49-F238E27FC236}">
                <a16:creationId xmlns:a16="http://schemas.microsoft.com/office/drawing/2014/main" id="{B20246EE-6BE5-4E37-856E-F321A47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4084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079d4fa994b6a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profile-92">
            <a:extLst xmlns:a="http://schemas.openxmlformats.org/drawingml/2006/main">
              <a:ext uri="{FF2B5EF4-FFF2-40B4-BE49-F238E27FC236}">
                <a16:creationId xmlns:a16="http://schemas.microsoft.com/office/drawing/2014/main" id="{E6B06E91-EA5D-4A08-9781-A373E0CC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3" name="profile-93">
            <a:extLst xmlns:a="http://schemas.openxmlformats.org/drawingml/2006/main">
              <a:ext uri="{FF2B5EF4-FFF2-40B4-BE49-F238E27FC236}">
                <a16:creationId xmlns:a16="http://schemas.microsoft.com/office/drawing/2014/main" id="{4F0C101E-DEF1-422C-B977-EF567615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4" name="profile-94">
            <a:extLst xmlns:a="http://schemas.openxmlformats.org/drawingml/2006/main">
              <a:ext uri="{FF2B5EF4-FFF2-40B4-BE49-F238E27FC236}">
                <a16:creationId xmlns:a16="http://schemas.microsoft.com/office/drawing/2014/main" id="{5223B6E1-AC8A-42F1-A080-3844ED07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5" name="profile-95">
            <a:extLst xmlns:a="http://schemas.openxmlformats.org/drawingml/2006/main">
              <a:ext uri="{FF2B5EF4-FFF2-40B4-BE49-F238E27FC236}">
                <a16:creationId xmlns:a16="http://schemas.microsoft.com/office/drawing/2014/main" id="{3EFE25F0-2A7A-45C6-8BA7-BBB02E96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6" name="profile-96">
            <a:extLst xmlns:a="http://schemas.openxmlformats.org/drawingml/2006/main">
              <a:ext uri="{FF2B5EF4-FFF2-40B4-BE49-F238E27FC236}">
                <a16:creationId xmlns:a16="http://schemas.microsoft.com/office/drawing/2014/main" id="{8C43415E-F57A-4DF8-AA73-2D31DE05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7" name="profile-97">
            <a:extLst xmlns:a="http://schemas.openxmlformats.org/drawingml/2006/main">
              <a:ext uri="{FF2B5EF4-FFF2-40B4-BE49-F238E27FC236}">
                <a16:creationId xmlns:a16="http://schemas.microsoft.com/office/drawing/2014/main" id="{BC9B0713-09D3-471E-83B8-5185967F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8" name="profile-98">
            <a:extLst xmlns:a="http://schemas.openxmlformats.org/drawingml/2006/main">
              <a:ext uri="{FF2B5EF4-FFF2-40B4-BE49-F238E27FC236}">
                <a16:creationId xmlns:a16="http://schemas.microsoft.com/office/drawing/2014/main" id="{C351DE26-B112-43AA-9BDC-5D1701E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9" name="profile-99">
            <a:extLst xmlns:a="http://schemas.openxmlformats.org/drawingml/2006/main">
              <a:ext uri="{FF2B5EF4-FFF2-40B4-BE49-F238E27FC236}">
                <a16:creationId xmlns:a16="http://schemas.microsoft.com/office/drawing/2014/main" id="{92911BC5-42C8-4CBA-ADFA-C4FA35D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0" name="profile-100">
            <a:extLst xmlns:a="http://schemas.openxmlformats.org/drawingml/2006/main">
              <a:ext uri="{FF2B5EF4-FFF2-40B4-BE49-F238E27FC236}">
                <a16:creationId xmlns:a16="http://schemas.microsoft.com/office/drawing/2014/main" id="{85A29E22-2B08-4695-AA4D-45743FC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1" name="profile-101">
            <a:extLst xmlns:a="http://schemas.openxmlformats.org/drawingml/2006/main">
              <a:ext uri="{FF2B5EF4-FFF2-40B4-BE49-F238E27FC236}">
                <a16:creationId xmlns:a16="http://schemas.microsoft.com/office/drawing/2014/main" id="{2B2FD0FB-D7BC-4814-B03F-C9934018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accreditation</a:t>
            </a:r>
          </a:p>
        </p:txBody>
      </p:sp>
      <p:sp>
        <p:nvSpPr>
          <p:cNvPr id="12" name="profile-102">
            <a:extLst xmlns:a="http://schemas.openxmlformats.org/drawingml/2006/main">
              <a:ext uri="{FF2B5EF4-FFF2-40B4-BE49-F238E27FC236}">
                <a16:creationId xmlns:a16="http://schemas.microsoft.com/office/drawing/2014/main" id="{1A3A1DE3-F839-416C-8004-A70D27EF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3" name="profile-103">
            <a:extLst xmlns:a="http://schemas.openxmlformats.org/drawingml/2006/main">
              <a:ext uri="{FF2B5EF4-FFF2-40B4-BE49-F238E27FC236}">
                <a16:creationId xmlns:a16="http://schemas.microsoft.com/office/drawing/2014/main" id="{582508E3-B8BA-469D-8E70-4AAE02A7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4" name="profile-104">
            <a:extLst xmlns:a="http://schemas.openxmlformats.org/drawingml/2006/main">
              <a:ext uri="{FF2B5EF4-FFF2-40B4-BE49-F238E27FC236}">
                <a16:creationId xmlns:a16="http://schemas.microsoft.com/office/drawing/2014/main" id="{2E5BD4AF-9F3C-490B-A1A7-2BC8A10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15" name="profile-105">
            <a:extLst xmlns:a="http://schemas.openxmlformats.org/drawingml/2006/main">
              <a:ext uri="{FF2B5EF4-FFF2-40B4-BE49-F238E27FC236}">
                <a16:creationId xmlns:a16="http://schemas.microsoft.com/office/drawing/2014/main" id="{2BB696BB-8F06-48E3-B945-486B4D17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6" name="profile-106">
            <a:extLst xmlns:a="http://schemas.openxmlformats.org/drawingml/2006/main">
              <a:ext uri="{FF2B5EF4-FFF2-40B4-BE49-F238E27FC236}">
                <a16:creationId xmlns:a16="http://schemas.microsoft.com/office/drawing/2014/main" id="{17261E1D-B75F-41F8-AD20-6420B6E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17" name="profile-107">
            <a:extLst xmlns:a="http://schemas.openxmlformats.org/drawingml/2006/main">
              <a:ext uri="{FF2B5EF4-FFF2-40B4-BE49-F238E27FC236}">
                <a16:creationId xmlns:a16="http://schemas.microsoft.com/office/drawing/2014/main" id="{6425E643-0BA6-4F92-901A-BBB8801B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18" name="profile-108">
            <a:extLst xmlns:a="http://schemas.openxmlformats.org/drawingml/2006/main">
              <a:ext uri="{FF2B5EF4-FFF2-40B4-BE49-F238E27FC236}">
                <a16:creationId xmlns:a16="http://schemas.microsoft.com/office/drawing/2014/main" id="{F3096855-A011-4C6F-9F7A-3E09C5BE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coordination</a:t>
            </a:r>
          </a:p>
        </p:txBody>
      </p:sp>
      <p:sp>
        <p:nvSpPr>
          <p:cNvPr id="19" name="profile-109">
            <a:extLst xmlns:a="http://schemas.openxmlformats.org/drawingml/2006/main">
              <a:ext uri="{FF2B5EF4-FFF2-40B4-BE49-F238E27FC236}">
                <a16:creationId xmlns:a16="http://schemas.microsoft.com/office/drawing/2014/main" id="{ADE9EF1D-7EB2-4192-9FB2-D04F89A2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0" name="profile-110">
            <a:extLst xmlns:a="http://schemas.openxmlformats.org/drawingml/2006/main">
              <a:ext uri="{FF2B5EF4-FFF2-40B4-BE49-F238E27FC236}">
                <a16:creationId xmlns:a16="http://schemas.microsoft.com/office/drawing/2014/main" id="{824B9E37-0C61-4314-8C45-D0981F0E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Turnover</a:t>
            </a:r>
          </a:p>
        </p:txBody>
      </p:sp>
      <p:sp>
        <p:nvSpPr>
          <p:cNvPr id="21" name="profile-111">
            <a:extLst xmlns:a="http://schemas.openxmlformats.org/drawingml/2006/main">
              <a:ext uri="{FF2B5EF4-FFF2-40B4-BE49-F238E27FC236}">
                <a16:creationId xmlns:a16="http://schemas.microsoft.com/office/drawing/2014/main" id="{420CBAF3-98DA-459F-B559-5AE3D3EE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2" name="profile-112">
            <a:extLst xmlns:a="http://schemas.openxmlformats.org/drawingml/2006/main">
              <a:ext uri="{FF2B5EF4-FFF2-40B4-BE49-F238E27FC236}">
                <a16:creationId xmlns:a16="http://schemas.microsoft.com/office/drawing/2014/main" id="{204886AF-5C54-4672-99E4-657E3F5D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3" name="profile-113">
            <a:extLst xmlns:a="http://schemas.openxmlformats.org/drawingml/2006/main">
              <a:ext uri="{FF2B5EF4-FFF2-40B4-BE49-F238E27FC236}">
                <a16:creationId xmlns:a16="http://schemas.microsoft.com/office/drawing/2014/main" id="{F587166F-896C-463F-A8D0-2DBB580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4" name="profile-114">
            <a:extLst xmlns:a="http://schemas.openxmlformats.org/drawingml/2006/main">
              <a:ext uri="{FF2B5EF4-FFF2-40B4-BE49-F238E27FC236}">
                <a16:creationId xmlns:a16="http://schemas.microsoft.com/office/drawing/2014/main" id="{DD3E75CC-6983-4D33-8315-92561320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2011529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2026-10-01T13:55:30.0750000Z</dcterms:created>
  <dcterms:modified xsi:type="dcterms:W3CDTF">2026-10-01T13:55:30.0750000Z</dcterms:modified>
</coreProperties>
</file>