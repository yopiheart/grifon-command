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b805763424472d" /><Relationship Type="http://schemas.openxmlformats.org/officeDocument/2006/relationships/extended-properties" Target="/docProps/app.xml" Id="R03e9c44f594e4bd8" /><Relationship Type="http://schemas.openxmlformats.org/officeDocument/2006/relationships/officeDocument" Target="/ppt/presentation.xml" Id="Rdfb590bc57c0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8d4ee410e84808"/>
  </p:sldMasterIdLst>
  <p:notesMasterIdLst>
    <p:notesMasterId xmlns:r="http://schemas.openxmlformats.org/officeDocument/2006/relationships" r:id="R6b524b231d4048f9"/>
  </p:notesMasterIdLst>
  <p:sldIdLst>
    <p:sldId xmlns:r="http://schemas.openxmlformats.org/officeDocument/2006/relationships" id="256" r:id="R6351f7bfe01a497a"/>
    <p:sldId xmlns:r="http://schemas.openxmlformats.org/officeDocument/2006/relationships" id="257" r:id="Rf59b7df6d4cd4e29"/>
    <p:sldId xmlns:r="http://schemas.openxmlformats.org/officeDocument/2006/relationships" id="258" r:id="Rd30f99bc00da467f"/>
    <p:sldId xmlns:r="http://schemas.openxmlformats.org/officeDocument/2006/relationships" id="259" r:id="R6730fcdae3114f94"/>
    <p:sldId xmlns:r="http://schemas.openxmlformats.org/officeDocument/2006/relationships" id="260" r:id="R3b57a0561afc48c5"/>
    <p:sldId xmlns:r="http://schemas.openxmlformats.org/officeDocument/2006/relationships" id="261" r:id="R042ae0a03e8148c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ca82d218b4a37" /><Relationship Type="http://schemas.openxmlformats.org/officeDocument/2006/relationships/slideMaster" Target="/ppt/slideMasters/slideMaster1.xml" Id="R1c8d4ee410e84808" /><Relationship Type="http://schemas.openxmlformats.org/officeDocument/2006/relationships/notesMaster" Target="/ppt/notesMasters/notesMaster1.xml" Id="R6b524b231d4048f9" /><Relationship Type="http://schemas.openxmlformats.org/officeDocument/2006/relationships/presProps" Target="/ppt/presProps.xml" Id="Reb82edd49f4b4b4f" /><Relationship Type="http://schemas.openxmlformats.org/officeDocument/2006/relationships/tableStyles" Target="/ppt/tableStyles.xml" Id="R2e757a4cabf04283" /><Relationship Type="http://schemas.openxmlformats.org/officeDocument/2006/relationships/slide" Target="/ppt/slides/slide1.xml" Id="R6351f7bfe01a497a" /><Relationship Type="http://schemas.openxmlformats.org/officeDocument/2006/relationships/slide" Target="/ppt/slides/slide2.xml" Id="Rf59b7df6d4cd4e29" /><Relationship Type="http://schemas.openxmlformats.org/officeDocument/2006/relationships/slide" Target="/ppt/slides/slide3.xml" Id="Rd30f99bc00da467f" /><Relationship Type="http://schemas.openxmlformats.org/officeDocument/2006/relationships/slide" Target="/ppt/slides/slide4.xml" Id="R6730fcdae3114f94" /><Relationship Type="http://schemas.openxmlformats.org/officeDocument/2006/relationships/slide" Target="/ppt/slides/slide5.xml" Id="R3b57a0561afc48c5" /><Relationship Type="http://schemas.openxmlformats.org/officeDocument/2006/relationships/slide" Target="/ppt/slides/slide6.xml" Id="R042ae0a03e81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e4bd697cd141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cf8fe2158b465d" /><Relationship Type="http://schemas.openxmlformats.org/officeDocument/2006/relationships/notesMaster" Target="/ppt/notesMasters/notesMaster1.xml" Id="Rfd9404866920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ae7e3a4f194bf5" /><Relationship Type="http://schemas.openxmlformats.org/officeDocument/2006/relationships/notesMaster" Target="/ppt/notesMasters/notesMaster1.xml" Id="Rfa92ba5c9f7b4c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c1b462635341fc" /><Relationship Type="http://schemas.openxmlformats.org/officeDocument/2006/relationships/notesMaster" Target="/ppt/notesMasters/notesMaster1.xml" Id="Rb80dbe729ddb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c152d1f9da44e8" /><Relationship Type="http://schemas.openxmlformats.org/officeDocument/2006/relationships/notesMaster" Target="/ppt/notesMasters/notesMaster1.xml" Id="R9da631d4dbea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8456efe1cd4ad3" /><Relationship Type="http://schemas.openxmlformats.org/officeDocument/2006/relationships/notesMaster" Target="/ppt/notesMasters/notesMaster1.xml" Id="R50480f9c38a843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4e98bfae3a4b0f" /><Relationship Type="http://schemas.openxmlformats.org/officeDocument/2006/relationships/notesMaster" Target="/ppt/notesMasters/notesMaster1.xml" Id="R07e78de19a5d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Cover: AI-generated conceptual property cutaway, not a real project or engineering plan.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05f276db94e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aaca8bc9024675" /><Relationship Type="http://schemas.openxmlformats.org/officeDocument/2006/relationships/slideLayout" Target="/ppt/slideLayouts/slideLayout1.xml" Id="R3f37a843c29946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37a843c29946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da1ba80af488f" /><Relationship Type="http://schemas.openxmlformats.org/officeDocument/2006/relationships/image" Target="/ppt/media/image.png" Id="R0c85eeedbe244109" /><Relationship Type="http://schemas.openxmlformats.org/officeDocument/2006/relationships/image" Target="/ppt/media/image.jpeg" Id="R4e060cca32b649f2" /><Relationship Type="http://schemas.openxmlformats.org/officeDocument/2006/relationships/notesSlide" Target="/ppt/notesSlides/notesSlide1.xml" Id="Rea46222fb7d14d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19c56becb4021" /><Relationship Type="http://schemas.openxmlformats.org/officeDocument/2006/relationships/notesSlide" Target="/ppt/notesSlides/notesSlide2.xml" Id="R05c19b6977864e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2eacaa3264ca6" /><Relationship Type="http://schemas.openxmlformats.org/officeDocument/2006/relationships/image" Target="/ppt/media/image2.jpeg" Id="R3f59a9257306431f" /><Relationship Type="http://schemas.openxmlformats.org/officeDocument/2006/relationships/image" Target="/ppt/media/image3.jpeg" Id="Ra4d3f6c33e2e4782" /><Relationship Type="http://schemas.openxmlformats.org/officeDocument/2006/relationships/image" Target="/ppt/media/image4.jpeg" Id="R477685cb4b9a4d81" /><Relationship Type="http://schemas.openxmlformats.org/officeDocument/2006/relationships/notesSlide" Target="/ppt/notesSlides/notesSlide3.xml" Id="R6f5961fcdb21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3325eb488490a" /><Relationship Type="http://schemas.openxmlformats.org/officeDocument/2006/relationships/image" Target="/ppt/media/image5.jpeg" Id="R2829ade055634fe9" /><Relationship Type="http://schemas.openxmlformats.org/officeDocument/2006/relationships/notesSlide" Target="/ppt/notesSlides/notesSlide4.xml" Id="R1d7ed502e95d4a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fa3cb7c7a49f9" /><Relationship Type="http://schemas.openxmlformats.org/officeDocument/2006/relationships/image" Target="/ppt/media/image6.jpeg" Id="R0877b73309ed4699" /><Relationship Type="http://schemas.openxmlformats.org/officeDocument/2006/relationships/notesSlide" Target="/ppt/notesSlides/notesSlide5.xml" Id="Rdab1aa1021944a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50e21f72f419b" /><Relationship Type="http://schemas.openxmlformats.org/officeDocument/2006/relationships/image" Target="/ppt/media/image2.png" Id="R2c556c72f8a5478b" /><Relationship Type="http://schemas.openxmlformats.org/officeDocument/2006/relationships/notesSlide" Target="/ppt/notesSlides/notesSlide6.xml" Id="R5ccf901680744d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file-1">
            <a:extLst xmlns:a="http://schemas.openxmlformats.org/drawingml/2006/main">
              <a:ext uri="{FF2B5EF4-FFF2-40B4-BE49-F238E27FC236}">
                <a16:creationId xmlns:a16="http://schemas.microsoft.com/office/drawing/2014/main" id="{FB6C5088-C767-4FD6-ADF7-E098A2FC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2">
            <a:extLst xmlns:a="http://schemas.openxmlformats.org/drawingml/2006/main">
              <a:ext uri="{FF2B5EF4-FFF2-40B4-BE49-F238E27FC236}">
                <a16:creationId xmlns:a16="http://schemas.microsoft.com/office/drawing/2014/main" id="{8CEA0631-0190-425A-BA27-E749B125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3">
            <a:extLst xmlns:a="http://schemas.openxmlformats.org/drawingml/2006/main">
              <a:ext uri="{FF2B5EF4-FFF2-40B4-BE49-F238E27FC236}">
                <a16:creationId xmlns:a16="http://schemas.microsoft.com/office/drawing/2014/main" id="{D71C9410-4A86-48ED-9C17-01270457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5eeedbe244109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7BC165BC-D438-439D-B52D-E0648384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">
            <a:extLst xmlns:a="http://schemas.openxmlformats.org/drawingml/2006/main">
              <a:ext uri="{FF2B5EF4-FFF2-40B4-BE49-F238E27FC236}">
                <a16:creationId xmlns:a16="http://schemas.microsoft.com/office/drawing/2014/main" id="{F90C5B49-A224-45A7-9229-246198E1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C63AD"/>
                </a:solidFill>
                <a:latin typeface="Arial"/>
                <a:ea typeface="Arial"/>
                <a:cs typeface="Arial"/>
              </a:rPr>
              <a:t>Property services</a:t>
            </a:r>
          </a:p>
        </p:txBody>
      </p:sp>
      <p:sp>
        <p:nvSpPr>
          <p:cNvPr id="7" name="profile-6">
            <a:extLst xmlns:a="http://schemas.openxmlformats.org/drawingml/2006/main">
              <a:ext uri="{FF2B5EF4-FFF2-40B4-BE49-F238E27FC236}">
                <a16:creationId xmlns:a16="http://schemas.microsoft.com/office/drawing/2014/main" id="{F3FE1E40-28BE-4A17-BBC1-7A359065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C63AD"/>
                </a:solidFill>
                <a:latin typeface="Arial"/>
                <a:ea typeface="Arial"/>
                <a:cs typeface="Arial"/>
              </a:rPr>
              <a:t>One point of contact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60cca32b649f2"/>
          <a:stretch xmlns:a="http://schemas.openxmlformats.org/drawingml/2006/main"/>
        </p:blipFill>
        <p:spPr>
          <a:xfrm xmlns:a="http://schemas.openxmlformats.org/drawingml/2006/main">
            <a:off x="0" y="3638550"/>
            <a:ext cx="7562850" cy="5041900"/>
          </a:xfrm>
          <a:prstGeom xmlns:a="http://schemas.openxmlformats.org/drawingml/2006/main" prst="rect">
            <a:avLst/>
          </a:prstGeom>
        </p:spPr>
      </p:pic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B1A8A6B0-9D5D-400F-8D30-DFEB19E7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10" name="profile-8">
            <a:extLst xmlns:a="http://schemas.openxmlformats.org/drawingml/2006/main">
              <a:ext uri="{FF2B5EF4-FFF2-40B4-BE49-F238E27FC236}">
                <a16:creationId xmlns:a16="http://schemas.microsoft.com/office/drawing/2014/main" id="{89C0B973-9965-4327-8933-746FB076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773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 Renovation &amp; restoration. Pest control.</a:t>
            </a:r>
          </a:p>
        </p:txBody>
      </p:sp>
      <p:sp>
        <p:nvSpPr>
          <p:cNvPr id="11" name="profile-9">
            <a:extLst xmlns:a="http://schemas.openxmlformats.org/drawingml/2006/main">
              <a:ext uri="{FF2B5EF4-FFF2-40B4-BE49-F238E27FC236}">
                <a16:creationId xmlns:a16="http://schemas.microsoft.com/office/drawing/2014/main" id="{3097DDF2-92D1-4050-B252-15128E74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77400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2" name="profile-10">
            <a:extLst xmlns:a="http://schemas.openxmlformats.org/drawingml/2006/main">
              <a:ext uri="{FF2B5EF4-FFF2-40B4-BE49-F238E27FC236}">
                <a16:creationId xmlns:a16="http://schemas.microsoft.com/office/drawing/2014/main" id="{D68E536C-A6E0-45E3-A50A-A3D4E61B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11">
            <a:extLst xmlns:a="http://schemas.openxmlformats.org/drawingml/2006/main">
              <a:ext uri="{FF2B5EF4-FFF2-40B4-BE49-F238E27FC236}">
                <a16:creationId xmlns:a16="http://schemas.microsoft.com/office/drawing/2014/main" id="{5F0FCACA-8F27-418F-9345-FD6985EF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4" name="profile-12">
            <a:extLst xmlns:a="http://schemas.openxmlformats.org/drawingml/2006/main">
              <a:ext uri="{FF2B5EF4-FFF2-40B4-BE49-F238E27FC236}">
                <a16:creationId xmlns:a16="http://schemas.microsoft.com/office/drawing/2014/main" id="{0BFB74AF-EFB5-49F7-B293-A23EF1DE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7778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rofile-13">
            <a:extLst xmlns:a="http://schemas.openxmlformats.org/drawingml/2006/main">
              <a:ext uri="{FF2B5EF4-FFF2-40B4-BE49-F238E27FC236}">
                <a16:creationId xmlns:a16="http://schemas.microsoft.com/office/drawing/2014/main" id="{B178FF93-4F99-4AD4-8E44-D9585A1F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4">
            <a:extLst xmlns:a="http://schemas.openxmlformats.org/drawingml/2006/main">
              <a:ext uri="{FF2B5EF4-FFF2-40B4-BE49-F238E27FC236}">
                <a16:creationId xmlns:a16="http://schemas.microsoft.com/office/drawing/2014/main" id="{B898FC08-6657-457D-9428-28E88602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5">
            <a:extLst xmlns:a="http://schemas.openxmlformats.org/drawingml/2006/main">
              <a:ext uri="{FF2B5EF4-FFF2-40B4-BE49-F238E27FC236}">
                <a16:creationId xmlns:a16="http://schemas.microsoft.com/office/drawing/2014/main" id="{B1B11C96-4E26-46C5-AA89-627D697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6">
            <a:extLst xmlns:a="http://schemas.openxmlformats.org/drawingml/2006/main">
              <a:ext uri="{FF2B5EF4-FFF2-40B4-BE49-F238E27FC236}">
                <a16:creationId xmlns:a16="http://schemas.microsoft.com/office/drawing/2014/main" id="{916A4706-E426-4723-956D-4D650D6F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5" name="profile-17">
            <a:extLst xmlns:a="http://schemas.openxmlformats.org/drawingml/2006/main">
              <a:ext uri="{FF2B5EF4-FFF2-40B4-BE49-F238E27FC236}">
                <a16:creationId xmlns:a16="http://schemas.microsoft.com/office/drawing/2014/main" id="{A647BD53-E56C-4193-8B69-54DD32B1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18">
            <a:extLst xmlns:a="http://schemas.openxmlformats.org/drawingml/2006/main">
              <a:ext uri="{FF2B5EF4-FFF2-40B4-BE49-F238E27FC236}">
                <a16:creationId xmlns:a16="http://schemas.microsoft.com/office/drawing/2014/main" id="{CA98AB79-38F7-42AA-B142-608F1A6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Services for the places</a:t>
            </a:r>
          </a:p>
        </p:txBody>
      </p:sp>
      <p:sp>
        <p:nvSpPr>
          <p:cNvPr id="7" name="profile-19">
            <a:extLst xmlns:a="http://schemas.openxmlformats.org/drawingml/2006/main">
              <a:ext uri="{FF2B5EF4-FFF2-40B4-BE49-F238E27FC236}">
                <a16:creationId xmlns:a16="http://schemas.microsoft.com/office/drawing/2014/main" id="{3AD7DC49-5449-480F-AEDA-6C86515D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you live and work</a:t>
            </a:r>
          </a:p>
        </p:txBody>
      </p:sp>
      <p:sp>
        <p:nvSpPr>
          <p:cNvPr id="8" name="profile-20">
            <a:extLst xmlns:a="http://schemas.openxmlformats.org/drawingml/2006/main">
              <a:ext uri="{FF2B5EF4-FFF2-40B4-BE49-F238E27FC236}">
                <a16:creationId xmlns:a16="http://schemas.microsoft.com/office/drawing/2014/main" id="{D413F8DF-673F-4DBE-BF49-A6AA415D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</a:t>
            </a:r>
          </a:p>
        </p:txBody>
      </p:sp>
      <p:sp>
        <p:nvSpPr>
          <p:cNvPr id="9" name="profile-21">
            <a:extLst xmlns:a="http://schemas.openxmlformats.org/drawingml/2006/main">
              <a:ext uri="{FF2B5EF4-FFF2-40B4-BE49-F238E27FC236}">
                <a16:creationId xmlns:a16="http://schemas.microsoft.com/office/drawing/2014/main" id="{DC590737-6369-416F-93DB-68122ED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company facilities. Our service offering covers siphoning,</a:t>
            </a:r>
          </a:p>
        </p:txBody>
      </p:sp>
      <p:sp>
        <p:nvSpPr>
          <p:cNvPr id="10" name="profile-22">
            <a:extLst xmlns:a="http://schemas.openxmlformats.org/drawingml/2006/main">
              <a:ext uri="{FF2B5EF4-FFF2-40B4-BE49-F238E27FC236}">
                <a16:creationId xmlns:a16="http://schemas.microsoft.com/office/drawing/2014/main" id="{751693DA-06B9-4314-AAC6-D740CC6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plumbing, renovation and restoration, and pest control.</a:t>
            </a:r>
          </a:p>
        </p:txBody>
      </p:sp>
      <p:sp>
        <p:nvSpPr>
          <p:cNvPr id="11" name="profile-23">
            <a:extLst xmlns:a="http://schemas.openxmlformats.org/drawingml/2006/main">
              <a:ext uri="{FF2B5EF4-FFF2-40B4-BE49-F238E27FC236}">
                <a16:creationId xmlns:a16="http://schemas.microsoft.com/office/drawing/2014/main" id="{FCA98790-FB1F-417F-BB59-F4061EE4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24">
            <a:extLst xmlns:a="http://schemas.openxmlformats.org/drawingml/2006/main">
              <a:ext uri="{FF2B5EF4-FFF2-40B4-BE49-F238E27FC236}">
                <a16:creationId xmlns:a16="http://schemas.microsoft.com/office/drawing/2014/main" id="{CCBA6278-FF26-461C-83B5-77FFD055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Siphoning</a:t>
            </a:r>
          </a:p>
        </p:txBody>
      </p:sp>
      <p:sp>
        <p:nvSpPr>
          <p:cNvPr id="13" name="profile-25">
            <a:extLst xmlns:a="http://schemas.openxmlformats.org/drawingml/2006/main">
              <a:ext uri="{FF2B5EF4-FFF2-40B4-BE49-F238E27FC236}">
                <a16:creationId xmlns:a16="http://schemas.microsoft.com/office/drawing/2014/main" id="{C43EB32A-F0CD-404A-8A02-45C4C7E2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529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4" name="profile-26">
            <a:extLst xmlns:a="http://schemas.openxmlformats.org/drawingml/2006/main">
              <a:ext uri="{FF2B5EF4-FFF2-40B4-BE49-F238E27FC236}">
                <a16:creationId xmlns:a16="http://schemas.microsoft.com/office/drawing/2014/main" id="{60555478-CFBF-44D4-B633-8D2EF842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5" name="profile-27">
            <a:extLst xmlns:a="http://schemas.openxmlformats.org/drawingml/2006/main">
              <a:ext uri="{FF2B5EF4-FFF2-40B4-BE49-F238E27FC236}">
                <a16:creationId xmlns:a16="http://schemas.microsoft.com/office/drawing/2014/main" id="{012F9610-3BAD-495E-BCBB-AE65337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16" name="profile-28">
            <a:extLst xmlns:a="http://schemas.openxmlformats.org/drawingml/2006/main">
              <a:ext uri="{FF2B5EF4-FFF2-40B4-BE49-F238E27FC236}">
                <a16:creationId xmlns:a16="http://schemas.microsoft.com/office/drawing/2014/main" id="{FDA3EDFB-D791-4A64-9AA2-231FF838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388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7" name="profile-29">
            <a:extLst xmlns:a="http://schemas.openxmlformats.org/drawingml/2006/main">
              <a:ext uri="{FF2B5EF4-FFF2-40B4-BE49-F238E27FC236}">
                <a16:creationId xmlns:a16="http://schemas.microsoft.com/office/drawing/2014/main" id="{D6C4437E-0C5C-4BD7-A9ED-AEB473F8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8" name="profile-30">
            <a:extLst xmlns:a="http://schemas.openxmlformats.org/drawingml/2006/main">
              <a:ext uri="{FF2B5EF4-FFF2-40B4-BE49-F238E27FC236}">
                <a16:creationId xmlns:a16="http://schemas.microsoft.com/office/drawing/2014/main" id="{4AC9983D-AECB-42B1-A606-350C7A70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151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19" name="profile-31">
            <a:extLst xmlns:a="http://schemas.openxmlformats.org/drawingml/2006/main">
              <a:ext uri="{FF2B5EF4-FFF2-40B4-BE49-F238E27FC236}">
                <a16:creationId xmlns:a16="http://schemas.microsoft.com/office/drawing/2014/main" id="{4EFB4A69-9222-42B9-AE2B-3FC488F4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20" name="profile-32">
            <a:extLst xmlns:a="http://schemas.openxmlformats.org/drawingml/2006/main">
              <a:ext uri="{FF2B5EF4-FFF2-40B4-BE49-F238E27FC236}">
                <a16:creationId xmlns:a16="http://schemas.microsoft.com/office/drawing/2014/main" id="{FB95C9A2-16B8-40FE-AE14-CC9AB89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246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</a:t>
            </a:r>
          </a:p>
        </p:txBody>
      </p:sp>
      <p:sp>
        <p:nvSpPr>
          <p:cNvPr id="21" name="profile-33">
            <a:extLst xmlns:a="http://schemas.openxmlformats.org/drawingml/2006/main">
              <a:ext uri="{FF2B5EF4-FFF2-40B4-BE49-F238E27FC236}">
                <a16:creationId xmlns:a16="http://schemas.microsoft.com/office/drawing/2014/main" id="{A845E9C8-F5B7-4E4B-8F86-E99D4C1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9818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improvements.</a:t>
            </a:r>
          </a:p>
        </p:txBody>
      </p:sp>
      <p:sp>
        <p:nvSpPr>
          <p:cNvPr id="22" name="profile-34">
            <a:extLst xmlns:a="http://schemas.openxmlformats.org/drawingml/2006/main">
              <a:ext uri="{FF2B5EF4-FFF2-40B4-BE49-F238E27FC236}">
                <a16:creationId xmlns:a16="http://schemas.microsoft.com/office/drawing/2014/main" id="{55D075E7-B65C-42B6-BECC-BB379E16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3" name="profile-35">
            <a:extLst xmlns:a="http://schemas.openxmlformats.org/drawingml/2006/main">
              <a:ext uri="{FF2B5EF4-FFF2-40B4-BE49-F238E27FC236}">
                <a16:creationId xmlns:a16="http://schemas.microsoft.com/office/drawing/2014/main" id="{31454521-0A0D-489B-A345-D4E88747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24" name="profile-36">
            <a:extLst xmlns:a="http://schemas.openxmlformats.org/drawingml/2006/main">
              <a:ext uri="{FF2B5EF4-FFF2-40B4-BE49-F238E27FC236}">
                <a16:creationId xmlns:a16="http://schemas.microsoft.com/office/drawing/2014/main" id="{010DD56B-4E0D-41EB-AC8F-AA4C4AE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8105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</a:t>
            </a:r>
          </a:p>
        </p:txBody>
      </p:sp>
      <p:sp>
        <p:nvSpPr>
          <p:cNvPr id="25" name="profile-37">
            <a:extLst xmlns:a="http://schemas.openxmlformats.org/drawingml/2006/main">
              <a:ext uri="{FF2B5EF4-FFF2-40B4-BE49-F238E27FC236}">
                <a16:creationId xmlns:a16="http://schemas.microsoft.com/office/drawing/2014/main" id="{9423890F-6CB3-4EEA-8EB8-069E72C2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0676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coordination.</a:t>
            </a:r>
          </a:p>
        </p:txBody>
      </p:sp>
      <p:sp>
        <p:nvSpPr>
          <p:cNvPr id="26" name="profile-38">
            <a:extLst xmlns:a="http://schemas.openxmlformats.org/drawingml/2006/main">
              <a:ext uri="{FF2B5EF4-FFF2-40B4-BE49-F238E27FC236}">
                <a16:creationId xmlns:a16="http://schemas.microsoft.com/office/drawing/2014/main" id="{AB98A273-49CC-4AE0-8679-551DE164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201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7" name="profile-39">
            <a:extLst xmlns:a="http://schemas.openxmlformats.org/drawingml/2006/main">
              <a:ext uri="{FF2B5EF4-FFF2-40B4-BE49-F238E27FC236}">
                <a16:creationId xmlns:a16="http://schemas.microsoft.com/office/drawing/2014/main" id="{765DC6D1-FD3B-4FD2-A609-4319FB9B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34450"/>
            <a:ext cx="63436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One contact through turnover</a:t>
            </a:r>
          </a:p>
        </p:txBody>
      </p:sp>
      <p:sp>
        <p:nvSpPr>
          <p:cNvPr id="28" name="profile-40">
            <a:extLst xmlns:a="http://schemas.openxmlformats.org/drawingml/2006/main">
              <a:ext uri="{FF2B5EF4-FFF2-40B4-BE49-F238E27FC236}">
                <a16:creationId xmlns:a16="http://schemas.microsoft.com/office/drawing/2014/main" id="{E5E477C5-0475-4E1D-AF0F-29CD987D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assessment, quotation and delivery, including specialist</a:t>
            </a:r>
          </a:p>
        </p:txBody>
      </p:sp>
      <p:sp>
        <p:nvSpPr>
          <p:cNvPr id="29" name="profile-41">
            <a:extLst xmlns:a="http://schemas.openxmlformats.org/drawingml/2006/main">
              <a:ext uri="{FF2B5EF4-FFF2-40B4-BE49-F238E27FC236}">
                <a16:creationId xmlns:a16="http://schemas.microsoft.com/office/drawing/2014/main" id="{1E7708B2-C150-469E-B5A2-B8D7FD31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916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contractors where required.</a:t>
            </a:r>
          </a:p>
        </p:txBody>
      </p:sp>
      <p:sp>
        <p:nvSpPr>
          <p:cNvPr id="30" name="profile-42">
            <a:extLst xmlns:a="http://schemas.openxmlformats.org/drawingml/2006/main">
              <a:ext uri="{FF2B5EF4-FFF2-40B4-BE49-F238E27FC236}">
                <a16:creationId xmlns:a16="http://schemas.microsoft.com/office/drawing/2014/main" id="{AA003113-7030-42F3-AD38-E00E14BB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31" name="profile-43">
            <a:extLst xmlns:a="http://schemas.openxmlformats.org/drawingml/2006/main">
              <a:ext uri="{FF2B5EF4-FFF2-40B4-BE49-F238E27FC236}">
                <a16:creationId xmlns:a16="http://schemas.microsoft.com/office/drawing/2014/main" id="{3879F1B4-3948-4E1C-873F-3402816A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32" name="profile-44">
            <a:extLst xmlns:a="http://schemas.openxmlformats.org/drawingml/2006/main">
              <a:ext uri="{FF2B5EF4-FFF2-40B4-BE49-F238E27FC236}">
                <a16:creationId xmlns:a16="http://schemas.microsoft.com/office/drawing/2014/main" id="{B4DF3AE6-3063-4682-B05C-1A7FEAD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483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rofile-45">
            <a:extLst xmlns:a="http://schemas.openxmlformats.org/drawingml/2006/main">
              <a:ext uri="{FF2B5EF4-FFF2-40B4-BE49-F238E27FC236}">
                <a16:creationId xmlns:a16="http://schemas.microsoft.com/office/drawing/2014/main" id="{E9A3C1DA-AC7B-40FC-81D3-9E95C12F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46">
            <a:extLst xmlns:a="http://schemas.openxmlformats.org/drawingml/2006/main">
              <a:ext uri="{FF2B5EF4-FFF2-40B4-BE49-F238E27FC236}">
                <a16:creationId xmlns:a16="http://schemas.microsoft.com/office/drawing/2014/main" id="{1F6D6B3B-E4A6-4772-A191-A1E1BAA4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47">
            <a:extLst xmlns:a="http://schemas.openxmlformats.org/drawingml/2006/main">
              <a:ext uri="{FF2B5EF4-FFF2-40B4-BE49-F238E27FC236}">
                <a16:creationId xmlns:a16="http://schemas.microsoft.com/office/drawing/2014/main" id="{899895E3-FA91-4C8C-BF64-9BB11692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48">
            <a:extLst xmlns:a="http://schemas.openxmlformats.org/drawingml/2006/main">
              <a:ext uri="{FF2B5EF4-FFF2-40B4-BE49-F238E27FC236}">
                <a16:creationId xmlns:a16="http://schemas.microsoft.com/office/drawing/2014/main" id="{FA5A2090-BFE4-4C1E-8EAB-0B9CA56B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5" name="profile-49">
            <a:extLst xmlns:a="http://schemas.openxmlformats.org/drawingml/2006/main">
              <a:ext uri="{FF2B5EF4-FFF2-40B4-BE49-F238E27FC236}">
                <a16:creationId xmlns:a16="http://schemas.microsoft.com/office/drawing/2014/main" id="{38FF83FB-560C-4639-A1C3-CEE58809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0">
            <a:extLst xmlns:a="http://schemas.openxmlformats.org/drawingml/2006/main">
              <a:ext uri="{FF2B5EF4-FFF2-40B4-BE49-F238E27FC236}">
                <a16:creationId xmlns:a16="http://schemas.microsoft.com/office/drawing/2014/main" id="{5BB59D52-2C2D-4839-A8DC-16931A1F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Siphoning &amp;</a:t>
            </a:r>
          </a:p>
        </p:txBody>
      </p:sp>
      <p:sp>
        <p:nvSpPr>
          <p:cNvPr id="7" name="profile-51">
            <a:extLst xmlns:a="http://schemas.openxmlformats.org/drawingml/2006/main">
              <a:ext uri="{FF2B5EF4-FFF2-40B4-BE49-F238E27FC236}">
                <a16:creationId xmlns:a16="http://schemas.microsoft.com/office/drawing/2014/main" id="{051DB926-2261-46FF-8A03-11E2F5E1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8" name="profile-52">
            <a:extLst xmlns:a="http://schemas.openxmlformats.org/drawingml/2006/main">
              <a:ext uri="{FF2B5EF4-FFF2-40B4-BE49-F238E27FC236}">
                <a16:creationId xmlns:a16="http://schemas.microsoft.com/office/drawing/2014/main" id="{B7B9DE4D-46BE-458B-8869-35E56297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 and plumbing repairs.</a:t>
            </a:r>
          </a:p>
        </p:txBody>
      </p:sp>
      <p:sp>
        <p:nvSpPr>
          <p:cNvPr id="9" name="profile-53">
            <a:extLst xmlns:a="http://schemas.openxmlformats.org/drawingml/2006/main">
              <a:ext uri="{FF2B5EF4-FFF2-40B4-BE49-F238E27FC236}">
                <a16:creationId xmlns:a16="http://schemas.microsoft.com/office/drawing/2014/main" id="{8CC1AF1D-3CB7-4298-9156-0E365C1E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479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Service scope</a:t>
            </a:r>
          </a:p>
        </p:txBody>
      </p:sp>
      <p:sp>
        <p:nvSpPr>
          <p:cNvPr id="10" name="profile-54">
            <a:extLst xmlns:a="http://schemas.openxmlformats.org/drawingml/2006/main">
              <a:ext uri="{FF2B5EF4-FFF2-40B4-BE49-F238E27FC236}">
                <a16:creationId xmlns:a16="http://schemas.microsoft.com/office/drawing/2014/main" id="{9DC3D4CE-8DF9-4558-88EF-B005437F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11" name="profile-55">
            <a:extLst xmlns:a="http://schemas.openxmlformats.org/drawingml/2006/main">
              <a:ext uri="{FF2B5EF4-FFF2-40B4-BE49-F238E27FC236}">
                <a16:creationId xmlns:a16="http://schemas.microsoft.com/office/drawing/2014/main" id="{DE4C5229-A6F8-404C-9505-9380ECF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12" name="profile-56">
            <a:extLst xmlns:a="http://schemas.openxmlformats.org/drawingml/2006/main">
              <a:ext uri="{FF2B5EF4-FFF2-40B4-BE49-F238E27FC236}">
                <a16:creationId xmlns:a16="http://schemas.microsoft.com/office/drawing/2014/main" id="{F9696956-6728-4019-9250-737B9635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3" name="profile-57">
            <a:extLst xmlns:a="http://schemas.openxmlformats.org/drawingml/2006/main">
              <a:ext uri="{FF2B5EF4-FFF2-40B4-BE49-F238E27FC236}">
                <a16:creationId xmlns:a16="http://schemas.microsoft.com/office/drawing/2014/main" id="{D6814C48-D52B-4D60-96D0-65FD06C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9a9257306431f"/>
          <a:stretch xmlns:a="http://schemas.openxmlformats.org/drawingml/2006/main"/>
        </p:blipFill>
        <p:spPr>
          <a:xfrm xmlns:a="http://schemas.openxmlformats.org/drawingml/2006/main">
            <a:off x="3543300" y="3648075"/>
            <a:ext cx="3409950" cy="2273300"/>
          </a:xfrm>
          <a:prstGeom xmlns:a="http://schemas.openxmlformats.org/drawingml/2006/main" prst="rect">
            <a:avLst/>
          </a:prstGeom>
        </p:spPr>
      </p:pic>
      <p:sp>
        <p:nvSpPr>
          <p:cNvPr id="15" name="profile-58">
            <a:extLst xmlns:a="http://schemas.openxmlformats.org/drawingml/2006/main">
              <a:ext uri="{FF2B5EF4-FFF2-40B4-BE49-F238E27FC236}">
                <a16:creationId xmlns:a16="http://schemas.microsoft.com/office/drawing/2014/main" id="{65F394A4-80A0-426E-9373-CAFA8849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3409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6" name="profile-59">
            <a:extLst xmlns:a="http://schemas.openxmlformats.org/drawingml/2006/main">
              <a:ext uri="{FF2B5EF4-FFF2-40B4-BE49-F238E27FC236}">
                <a16:creationId xmlns:a16="http://schemas.microsoft.com/office/drawing/2014/main" id="{9C7EA895-A3A1-4E55-AD30-3BB21989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60">
            <a:extLst xmlns:a="http://schemas.openxmlformats.org/drawingml/2006/main">
              <a:ext uri="{FF2B5EF4-FFF2-40B4-BE49-F238E27FC236}">
                <a16:creationId xmlns:a16="http://schemas.microsoft.com/office/drawing/2014/main" id="{3BE0485E-05D4-4B8E-B324-173B86F7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634365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Actual siphoning work</a:t>
            </a:r>
          </a:p>
        </p:txBody>
      </p:sp>
      <p:sp>
        <p:nvSpPr>
          <p:cNvPr id="18" name="profile-61">
            <a:extLst xmlns:a="http://schemas.openxmlformats.org/drawingml/2006/main">
              <a:ext uri="{FF2B5EF4-FFF2-40B4-BE49-F238E27FC236}">
                <a16:creationId xmlns:a16="http://schemas.microsoft.com/office/drawing/2014/main" id="{39C274BA-0216-4D2C-B289-F0AA391D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3436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3f6c33e2e4782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7629525"/>
            <a:ext cx="3105150" cy="175260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685cb4b9a4d81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7629525"/>
            <a:ext cx="3105150" cy="1752600"/>
          </a:xfrm>
          <a:prstGeom xmlns:a="http://schemas.openxmlformats.org/drawingml/2006/main" prst="rect">
            <a:avLst/>
          </a:prstGeom>
        </p:spPr>
      </p:pic>
      <p:sp>
        <p:nvSpPr>
          <p:cNvPr id="21" name="profile-62">
            <a:extLst xmlns:a="http://schemas.openxmlformats.org/drawingml/2006/main">
              <a:ext uri="{FF2B5EF4-FFF2-40B4-BE49-F238E27FC236}">
                <a16:creationId xmlns:a16="http://schemas.microsoft.com/office/drawing/2014/main" id="{8C72A7A1-1C69-4669-B52D-359CF340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22" name="profile-63">
            <a:extLst xmlns:a="http://schemas.openxmlformats.org/drawingml/2006/main">
              <a:ext uri="{FF2B5EF4-FFF2-40B4-BE49-F238E27FC236}">
                <a16:creationId xmlns:a16="http://schemas.microsoft.com/office/drawing/2014/main" id="{DEEDA0D1-343E-4A31-A44F-8047440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23" name="profile-64">
            <a:extLst xmlns:a="http://schemas.openxmlformats.org/drawingml/2006/main">
              <a:ext uri="{FF2B5EF4-FFF2-40B4-BE49-F238E27FC236}">
                <a16:creationId xmlns:a16="http://schemas.microsoft.com/office/drawing/2014/main" id="{BD856664-2EAC-4A47-A541-79A728A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24" name="profile-65">
            <a:extLst xmlns:a="http://schemas.openxmlformats.org/drawingml/2006/main">
              <a:ext uri="{FF2B5EF4-FFF2-40B4-BE49-F238E27FC236}">
                <a16:creationId xmlns:a16="http://schemas.microsoft.com/office/drawing/2014/main" id="{E75675F8-8EDD-4958-8700-6B75F096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5" name="profile-66">
            <a:extLst xmlns:a="http://schemas.openxmlformats.org/drawingml/2006/main">
              <a:ext uri="{FF2B5EF4-FFF2-40B4-BE49-F238E27FC236}">
                <a16:creationId xmlns:a16="http://schemas.microsoft.com/office/drawing/2014/main" id="{123EB099-4092-44F5-81DF-F48D6912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6" name="profile-67">
            <a:extLst xmlns:a="http://schemas.openxmlformats.org/drawingml/2006/main">
              <a:ext uri="{FF2B5EF4-FFF2-40B4-BE49-F238E27FC236}">
                <a16:creationId xmlns:a16="http://schemas.microsoft.com/office/drawing/2014/main" id="{A560BC96-F305-40B4-A5E9-15FD7FAC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4289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file-68">
            <a:extLst xmlns:a="http://schemas.openxmlformats.org/drawingml/2006/main">
              <a:ext uri="{FF2B5EF4-FFF2-40B4-BE49-F238E27FC236}">
                <a16:creationId xmlns:a16="http://schemas.microsoft.com/office/drawing/2014/main" id="{A286FAFA-3579-44F6-96DA-1655B2A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69">
            <a:extLst xmlns:a="http://schemas.openxmlformats.org/drawingml/2006/main">
              <a:ext uri="{FF2B5EF4-FFF2-40B4-BE49-F238E27FC236}">
                <a16:creationId xmlns:a16="http://schemas.microsoft.com/office/drawing/2014/main" id="{7958F0EE-4353-45EC-A958-307F836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70">
            <a:extLst xmlns:a="http://schemas.openxmlformats.org/drawingml/2006/main">
              <a:ext uri="{FF2B5EF4-FFF2-40B4-BE49-F238E27FC236}">
                <a16:creationId xmlns:a16="http://schemas.microsoft.com/office/drawing/2014/main" id="{0445BCBB-E549-445C-9835-7F48BA45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71">
            <a:extLst xmlns:a="http://schemas.openxmlformats.org/drawingml/2006/main">
              <a:ext uri="{FF2B5EF4-FFF2-40B4-BE49-F238E27FC236}">
                <a16:creationId xmlns:a16="http://schemas.microsoft.com/office/drawing/2014/main" id="{EEFB03F5-D66D-4387-B2A6-F4E6A02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5" name="profile-72">
            <a:extLst xmlns:a="http://schemas.openxmlformats.org/drawingml/2006/main">
              <a:ext uri="{FF2B5EF4-FFF2-40B4-BE49-F238E27FC236}">
                <a16:creationId xmlns:a16="http://schemas.microsoft.com/office/drawing/2014/main" id="{28EBD163-57E1-48BF-9650-E7EED873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73">
            <a:extLst xmlns:a="http://schemas.openxmlformats.org/drawingml/2006/main">
              <a:ext uri="{FF2B5EF4-FFF2-40B4-BE49-F238E27FC236}">
                <a16:creationId xmlns:a16="http://schemas.microsoft.com/office/drawing/2014/main" id="{6C48FAB6-458C-41E0-B645-FFA4262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7" name="profile-74">
            <a:extLst xmlns:a="http://schemas.openxmlformats.org/drawingml/2006/main">
              <a:ext uri="{FF2B5EF4-FFF2-40B4-BE49-F238E27FC236}">
                <a16:creationId xmlns:a16="http://schemas.microsoft.com/office/drawing/2014/main" id="{93F1050F-3E94-4FC7-BBC1-E346C4E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8" name="profile-75">
            <a:extLst xmlns:a="http://schemas.openxmlformats.org/drawingml/2006/main">
              <a:ext uri="{FF2B5EF4-FFF2-40B4-BE49-F238E27FC236}">
                <a16:creationId xmlns:a16="http://schemas.microsoft.com/office/drawing/2014/main" id="{FB981809-7CDB-4BD3-A0B1-039B9946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 houses and condominiums.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9ade055634fe9"/>
          <a:stretch xmlns:a="http://schemas.openxmlformats.org/drawingml/2006/main"/>
        </p:blipFill>
        <p:spPr>
          <a:xfrm xmlns:a="http://schemas.openxmlformats.org/drawingml/2006/main">
            <a:off x="609600" y="3419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0" name="profile-76">
            <a:extLst xmlns:a="http://schemas.openxmlformats.org/drawingml/2006/main">
              <a:ext uri="{FF2B5EF4-FFF2-40B4-BE49-F238E27FC236}">
                <a16:creationId xmlns:a16="http://schemas.microsoft.com/office/drawing/2014/main" id="{8E5428CF-5F6D-4525-A659-317E0F0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1" name="profile-77">
            <a:extLst xmlns:a="http://schemas.openxmlformats.org/drawingml/2006/main">
              <a:ext uri="{FF2B5EF4-FFF2-40B4-BE49-F238E27FC236}">
                <a16:creationId xmlns:a16="http://schemas.microsoft.com/office/drawing/2014/main" id="{EF773316-3F2C-490D-8E8D-18469CA4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Ceilings</a:t>
            </a:r>
          </a:p>
        </p:txBody>
      </p:sp>
      <p:sp>
        <p:nvSpPr>
          <p:cNvPr id="12" name="profile-78">
            <a:extLst xmlns:a="http://schemas.openxmlformats.org/drawingml/2006/main">
              <a:ext uri="{FF2B5EF4-FFF2-40B4-BE49-F238E27FC236}">
                <a16:creationId xmlns:a16="http://schemas.microsoft.com/office/drawing/2014/main" id="{CC435A7B-09CA-46E3-86E1-0955F69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replacement</a:t>
            </a:r>
          </a:p>
        </p:txBody>
      </p:sp>
      <p:sp>
        <p:nvSpPr>
          <p:cNvPr id="13" name="profile-79">
            <a:extLst xmlns:a="http://schemas.openxmlformats.org/drawingml/2006/main">
              <a:ext uri="{FF2B5EF4-FFF2-40B4-BE49-F238E27FC236}">
                <a16:creationId xmlns:a16="http://schemas.microsoft.com/office/drawing/2014/main" id="{E4A0ABED-058C-4CD0-AB62-C0FF082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Water protection</a:t>
            </a:r>
          </a:p>
        </p:txBody>
      </p:sp>
      <p:sp>
        <p:nvSpPr>
          <p:cNvPr id="14" name="profile-80">
            <a:extLst xmlns:a="http://schemas.openxmlformats.org/drawingml/2006/main">
              <a:ext uri="{FF2B5EF4-FFF2-40B4-BE49-F238E27FC236}">
                <a16:creationId xmlns:a16="http://schemas.microsoft.com/office/drawing/2014/main" id="{8F5A50B4-F072-470F-9A91-1D816F47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5" name="profile-81">
            <a:extLst xmlns:a="http://schemas.openxmlformats.org/drawingml/2006/main">
              <a:ext uri="{FF2B5EF4-FFF2-40B4-BE49-F238E27FC236}">
                <a16:creationId xmlns:a16="http://schemas.microsoft.com/office/drawing/2014/main" id="{644DBAD5-E5B3-4A7F-8E68-3EA1E1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Renovation &amp; restoration</a:t>
            </a:r>
          </a:p>
        </p:txBody>
      </p:sp>
      <p:sp>
        <p:nvSpPr>
          <p:cNvPr id="16" name="profile-82">
            <a:extLst xmlns:a="http://schemas.openxmlformats.org/drawingml/2006/main">
              <a:ext uri="{FF2B5EF4-FFF2-40B4-BE49-F238E27FC236}">
                <a16:creationId xmlns:a16="http://schemas.microsoft.com/office/drawing/2014/main" id="{052F948A-AA55-451C-B141-CA0CE043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</a:t>
            </a:r>
          </a:p>
        </p:txBody>
      </p:sp>
      <p:sp>
        <p:nvSpPr>
          <p:cNvPr id="17" name="profile-83">
            <a:extLst xmlns:a="http://schemas.openxmlformats.org/drawingml/2006/main">
              <a:ext uri="{FF2B5EF4-FFF2-40B4-BE49-F238E27FC236}">
                <a16:creationId xmlns:a16="http://schemas.microsoft.com/office/drawing/2014/main" id="{EEF89DF3-5C28-480A-AAB4-EAEB650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Cleaning</a:t>
            </a:r>
          </a:p>
        </p:txBody>
      </p:sp>
      <p:sp>
        <p:nvSpPr>
          <p:cNvPr id="18" name="profile-84">
            <a:extLst xmlns:a="http://schemas.openxmlformats.org/drawingml/2006/main">
              <a:ext uri="{FF2B5EF4-FFF2-40B4-BE49-F238E27FC236}">
                <a16:creationId xmlns:a16="http://schemas.microsoft.com/office/drawing/2014/main" id="{CB2E0F03-BED5-444D-8634-A4CB630D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 agreed scope</a:t>
            </a:r>
          </a:p>
        </p:txBody>
      </p:sp>
      <p:sp>
        <p:nvSpPr>
          <p:cNvPr id="19" name="profile-85">
            <a:extLst xmlns:a="http://schemas.openxmlformats.org/drawingml/2006/main">
              <a:ext uri="{FF2B5EF4-FFF2-40B4-BE49-F238E27FC236}">
                <a16:creationId xmlns:a16="http://schemas.microsoft.com/office/drawing/2014/main" id="{F13D8B25-66D5-4E20-935E-4336C4E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86">
            <a:extLst xmlns:a="http://schemas.openxmlformats.org/drawingml/2006/main">
              <a:ext uri="{FF2B5EF4-FFF2-40B4-BE49-F238E27FC236}">
                <a16:creationId xmlns:a16="http://schemas.microsoft.com/office/drawing/2014/main" id="{39E47BEE-19D5-49D5-905B-71855E7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1" name="profile-87">
            <a:extLst xmlns:a="http://schemas.openxmlformats.org/drawingml/2006/main">
              <a:ext uri="{FF2B5EF4-FFF2-40B4-BE49-F238E27FC236}">
                <a16:creationId xmlns:a16="http://schemas.microsoft.com/office/drawing/2014/main" id="{BCDD3A35-6508-4EA6-B182-A5845A68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0281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88">
            <a:extLst xmlns:a="http://schemas.openxmlformats.org/drawingml/2006/main">
              <a:ext uri="{FF2B5EF4-FFF2-40B4-BE49-F238E27FC236}">
                <a16:creationId xmlns:a16="http://schemas.microsoft.com/office/drawing/2014/main" id="{A8C7AB7C-B439-4B6C-BDB6-FF19A6D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89">
            <a:extLst xmlns:a="http://schemas.openxmlformats.org/drawingml/2006/main">
              <a:ext uri="{FF2B5EF4-FFF2-40B4-BE49-F238E27FC236}">
                <a16:creationId xmlns:a16="http://schemas.microsoft.com/office/drawing/2014/main" id="{8D70F991-BE68-4F9A-BE37-DD687864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90">
            <a:extLst xmlns:a="http://schemas.openxmlformats.org/drawingml/2006/main">
              <a:ext uri="{FF2B5EF4-FFF2-40B4-BE49-F238E27FC236}">
                <a16:creationId xmlns:a16="http://schemas.microsoft.com/office/drawing/2014/main" id="{9EB25C87-87B3-4D6E-B367-E4AAA84A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91">
            <a:extLst xmlns:a="http://schemas.openxmlformats.org/drawingml/2006/main">
              <a:ext uri="{FF2B5EF4-FFF2-40B4-BE49-F238E27FC236}">
                <a16:creationId xmlns:a16="http://schemas.microsoft.com/office/drawing/2014/main" id="{38071E5B-30F0-4415-AAD5-538C884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5" name="profile-92">
            <a:extLst xmlns:a="http://schemas.openxmlformats.org/drawingml/2006/main">
              <a:ext uri="{FF2B5EF4-FFF2-40B4-BE49-F238E27FC236}">
                <a16:creationId xmlns:a16="http://schemas.microsoft.com/office/drawing/2014/main" id="{CD9E6956-EA19-4CC1-AEE6-B830DD81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7b73309ed4699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profile-93">
            <a:extLst xmlns:a="http://schemas.openxmlformats.org/drawingml/2006/main">
              <a:ext uri="{FF2B5EF4-FFF2-40B4-BE49-F238E27FC236}">
                <a16:creationId xmlns:a16="http://schemas.microsoft.com/office/drawing/2014/main" id="{B00FF00F-D031-4C15-8E81-72EC781E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94">
            <a:extLst xmlns:a="http://schemas.openxmlformats.org/drawingml/2006/main">
              <a:ext uri="{FF2B5EF4-FFF2-40B4-BE49-F238E27FC236}">
                <a16:creationId xmlns:a16="http://schemas.microsoft.com/office/drawing/2014/main" id="{7C9F6FB3-B386-40B0-9342-94FD5FB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34365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63A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C63AD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9" name="profile-95">
            <a:extLst xmlns:a="http://schemas.openxmlformats.org/drawingml/2006/main">
              <a:ext uri="{FF2B5EF4-FFF2-40B4-BE49-F238E27FC236}">
                <a16:creationId xmlns:a16="http://schemas.microsoft.com/office/drawing/2014/main" id="{8293414E-0157-4B20-A89C-D0E470B8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 assessment of the property and the</a:t>
            </a:r>
          </a:p>
        </p:txBody>
      </p:sp>
      <p:sp>
        <p:nvSpPr>
          <p:cNvPr id="10" name="profile-96">
            <a:extLst xmlns:a="http://schemas.openxmlformats.org/drawingml/2006/main">
              <a:ext uri="{FF2B5EF4-FFF2-40B4-BE49-F238E27FC236}">
                <a16:creationId xmlns:a16="http://schemas.microsoft.com/office/drawing/2014/main" id="{7CD30BB3-4142-4BBC-A673-3F0DEDBB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concerns reported by the client.</a:t>
            </a:r>
          </a:p>
        </p:txBody>
      </p:sp>
      <p:sp>
        <p:nvSpPr>
          <p:cNvPr id="11" name="profile-97">
            <a:extLst xmlns:a="http://schemas.openxmlformats.org/drawingml/2006/main">
              <a:ext uri="{FF2B5EF4-FFF2-40B4-BE49-F238E27FC236}">
                <a16:creationId xmlns:a16="http://schemas.microsoft.com/office/drawing/2014/main" id="{1397DDFC-B412-4A19-A55C-2E81A6C6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98">
            <a:extLst xmlns:a="http://schemas.openxmlformats.org/drawingml/2006/main">
              <a:ext uri="{FF2B5EF4-FFF2-40B4-BE49-F238E27FC236}">
                <a16:creationId xmlns:a16="http://schemas.microsoft.com/office/drawing/2014/main" id="{5E89940B-5230-418A-A34A-8D93ADA3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724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3" name="profile-99">
            <a:extLst xmlns:a="http://schemas.openxmlformats.org/drawingml/2006/main">
              <a:ext uri="{FF2B5EF4-FFF2-40B4-BE49-F238E27FC236}">
                <a16:creationId xmlns:a16="http://schemas.microsoft.com/office/drawing/2014/main" id="{FD10B46A-8083-43CD-B7C0-2FA35EA1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629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100">
            <a:extLst xmlns:a="http://schemas.openxmlformats.org/drawingml/2006/main">
              <a:ext uri="{FF2B5EF4-FFF2-40B4-BE49-F238E27FC236}">
                <a16:creationId xmlns:a16="http://schemas.microsoft.com/office/drawing/2014/main" id="{960D483F-5B06-4D92-8AEF-4F9A5C2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5" name="profile-101">
            <a:extLst xmlns:a="http://schemas.openxmlformats.org/drawingml/2006/main">
              <a:ext uri="{FF2B5EF4-FFF2-40B4-BE49-F238E27FC236}">
                <a16:creationId xmlns:a16="http://schemas.microsoft.com/office/drawing/2014/main" id="{3216763F-E186-48D2-9245-61FCCC77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154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102">
            <a:extLst xmlns:a="http://schemas.openxmlformats.org/drawingml/2006/main">
              <a:ext uri="{FF2B5EF4-FFF2-40B4-BE49-F238E27FC236}">
                <a16:creationId xmlns:a16="http://schemas.microsoft.com/office/drawing/2014/main" id="{7FC72BAB-C16B-4859-A4A8-4BA0A235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773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7" name="profile-103">
            <a:extLst xmlns:a="http://schemas.openxmlformats.org/drawingml/2006/main">
              <a:ext uri="{FF2B5EF4-FFF2-40B4-BE49-F238E27FC236}">
                <a16:creationId xmlns:a16="http://schemas.microsoft.com/office/drawing/2014/main" id="{9773724F-7463-4D63-AB30-A6220AA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63125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8" name="profile-104">
            <a:extLst xmlns:a="http://schemas.openxmlformats.org/drawingml/2006/main">
              <a:ext uri="{FF2B5EF4-FFF2-40B4-BE49-F238E27FC236}">
                <a16:creationId xmlns:a16="http://schemas.microsoft.com/office/drawing/2014/main" id="{F9AB76F3-CF62-4AE4-820F-625877D8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105">
            <a:extLst xmlns:a="http://schemas.openxmlformats.org/drawingml/2006/main">
              <a:ext uri="{FF2B5EF4-FFF2-40B4-BE49-F238E27FC236}">
                <a16:creationId xmlns:a16="http://schemas.microsoft.com/office/drawing/2014/main" id="{7901B403-25E7-4E2B-B717-B78E674F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106">
            <a:extLst xmlns:a="http://schemas.openxmlformats.org/drawingml/2006/main">
              <a:ext uri="{FF2B5EF4-FFF2-40B4-BE49-F238E27FC236}">
                <a16:creationId xmlns:a16="http://schemas.microsoft.com/office/drawing/2014/main" id="{646EFA71-A289-40C4-9BE6-FB54E66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5613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07">
            <a:extLst xmlns:a="http://schemas.openxmlformats.org/drawingml/2006/main">
              <a:ext uri="{FF2B5EF4-FFF2-40B4-BE49-F238E27FC236}">
                <a16:creationId xmlns:a16="http://schemas.microsoft.com/office/drawing/2014/main" id="{AAA71628-F242-4A62-A7F7-4B7C08C5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" name="profile-108">
            <a:extLst xmlns:a="http://schemas.openxmlformats.org/drawingml/2006/main">
              <a:ext uri="{FF2B5EF4-FFF2-40B4-BE49-F238E27FC236}">
                <a16:creationId xmlns:a16="http://schemas.microsoft.com/office/drawing/2014/main" id="{4C0A2A42-BC6F-4B2C-AA46-C6286CA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173759"/>
          </a:solidFill>
          <a:ln xmlns:a="http://schemas.openxmlformats.org/drawingml/2006/main" w="0">
            <a:noFill/>
          </a:ln>
        </p:spPr>
      </p:sp>
      <p:sp>
        <p:nvSpPr>
          <p:cNvPr id="3" name="profile-109">
            <a:extLst xmlns:a="http://schemas.openxmlformats.org/drawingml/2006/main">
              <a:ext uri="{FF2B5EF4-FFF2-40B4-BE49-F238E27FC236}">
                <a16:creationId xmlns:a16="http://schemas.microsoft.com/office/drawing/2014/main" id="{63478D86-D88C-4810-B1F1-0AD502AB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21486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56c72f8a5478b"/>
          <a:stretch xmlns:a="http://schemas.openxmlformats.org/drawingml/2006/main"/>
        </p:blipFill>
        <p:spPr>
          <a:xfrm xmlns:a="http://schemas.openxmlformats.org/drawingml/2006/main">
            <a:off x="609600" y="2762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110">
            <a:extLst xmlns:a="http://schemas.openxmlformats.org/drawingml/2006/main">
              <a:ext uri="{FF2B5EF4-FFF2-40B4-BE49-F238E27FC236}">
                <a16:creationId xmlns:a16="http://schemas.microsoft.com/office/drawing/2014/main" id="{C95ADD2E-AE5B-4D72-9C97-5E49C7B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6" name="profile-111">
            <a:extLst xmlns:a="http://schemas.openxmlformats.org/drawingml/2006/main">
              <a:ext uri="{FF2B5EF4-FFF2-40B4-BE49-F238E27FC236}">
                <a16:creationId xmlns:a16="http://schemas.microsoft.com/office/drawing/2014/main" id="{CD1CD5E7-F739-4CCF-B9D2-9F116AAA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89C7F4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89C7F4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7" name="profile-112">
            <a:extLst xmlns:a="http://schemas.openxmlformats.org/drawingml/2006/main">
              <a:ext uri="{FF2B5EF4-FFF2-40B4-BE49-F238E27FC236}">
                <a16:creationId xmlns:a16="http://schemas.microsoft.com/office/drawing/2014/main" id="{758C2355-204B-415F-930A-0D2D8517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89C7F4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89C7F4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8" name="profile-113">
            <a:extLst xmlns:a="http://schemas.openxmlformats.org/drawingml/2006/main">
              <a:ext uri="{FF2B5EF4-FFF2-40B4-BE49-F238E27FC236}">
                <a16:creationId xmlns:a16="http://schemas.microsoft.com/office/drawing/2014/main" id="{3E370432-04CF-4E5D-AB04-BA3162FF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 preferred inspection schedule.</a:t>
            </a:r>
          </a:p>
        </p:txBody>
      </p:sp>
      <p:sp>
        <p:nvSpPr>
          <p:cNvPr id="9" name="profile-114">
            <a:extLst xmlns:a="http://schemas.openxmlformats.org/drawingml/2006/main">
              <a:ext uri="{FF2B5EF4-FFF2-40B4-BE49-F238E27FC236}">
                <a16:creationId xmlns:a16="http://schemas.microsoft.com/office/drawing/2014/main" id="{4B2D4846-0D6A-48A8-A07D-BCF51F22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343650" cy="60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10" name="profile-115">
            <a:extLst xmlns:a="http://schemas.openxmlformats.org/drawingml/2006/main">
              <a:ext uri="{FF2B5EF4-FFF2-40B4-BE49-F238E27FC236}">
                <a16:creationId xmlns:a16="http://schemas.microsoft.com/office/drawing/2014/main" id="{B1BBA559-2DA5-4B8E-9A95-39A2D5C9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11" name="profile-116">
            <a:extLst xmlns:a="http://schemas.openxmlformats.org/drawingml/2006/main">
              <a:ext uri="{FF2B5EF4-FFF2-40B4-BE49-F238E27FC236}">
                <a16:creationId xmlns:a16="http://schemas.microsoft.com/office/drawing/2014/main" id="{6680A6C1-4FB9-47AF-AB73-F72F79E7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2" name="profile-117">
            <a:extLst xmlns:a="http://schemas.openxmlformats.org/drawingml/2006/main">
              <a:ext uri="{FF2B5EF4-FFF2-40B4-BE49-F238E27FC236}">
                <a16:creationId xmlns:a16="http://schemas.microsoft.com/office/drawing/2014/main" id="{52747860-4EB7-4E63-8A46-EB863EE2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3" name="profile-118">
            <a:extLst xmlns:a="http://schemas.openxmlformats.org/drawingml/2006/main">
              <a:ext uri="{FF2B5EF4-FFF2-40B4-BE49-F238E27FC236}">
                <a16:creationId xmlns:a16="http://schemas.microsoft.com/office/drawing/2014/main" id="{68B9493F-8E77-431A-A528-53F9A158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14" name="profile-119">
            <a:extLst xmlns:a="http://schemas.openxmlformats.org/drawingml/2006/main">
              <a:ext uri="{FF2B5EF4-FFF2-40B4-BE49-F238E27FC236}">
                <a16:creationId xmlns:a16="http://schemas.microsoft.com/office/drawing/2014/main" id="{8ECF3CF8-1D53-45EE-8DF8-79E824A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C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9C7F4"/>
                </a:solidFill>
                <a:latin typeface="Arial"/>
                <a:ea typeface="Arial"/>
                <a:cs typeface="Arial"/>
              </a:rPr>
              <a:t>Supplier accreditation</a:t>
            </a:r>
          </a:p>
        </p:txBody>
      </p:sp>
      <p:sp>
        <p:nvSpPr>
          <p:cNvPr id="15" name="profile-120">
            <a:extLst xmlns:a="http://schemas.openxmlformats.org/drawingml/2006/main">
              <a:ext uri="{FF2B5EF4-FFF2-40B4-BE49-F238E27FC236}">
                <a16:creationId xmlns:a16="http://schemas.microsoft.com/office/drawing/2014/main" id="{EC75247B-AE79-4C5A-867D-3EF8F99B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 requirements. Oceanides can coordinate the company</a:t>
            </a:r>
          </a:p>
        </p:txBody>
      </p:sp>
      <p:sp>
        <p:nvSpPr>
          <p:cNvPr id="16" name="profile-121">
            <a:extLst xmlns:a="http://schemas.openxmlformats.org/drawingml/2006/main">
              <a:ext uri="{FF2B5EF4-FFF2-40B4-BE49-F238E27FC236}">
                <a16:creationId xmlns:a16="http://schemas.microsoft.com/office/drawing/2014/main" id="{E366795F-24C2-40E2-AAD5-F2CC7CB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documents and project information for your review.</a:t>
            </a:r>
          </a:p>
        </p:txBody>
      </p:sp>
      <p:sp>
        <p:nvSpPr>
          <p:cNvPr id="17" name="profile-122">
            <a:extLst xmlns:a="http://schemas.openxmlformats.org/drawingml/2006/main">
              <a:ext uri="{FF2B5EF4-FFF2-40B4-BE49-F238E27FC236}">
                <a16:creationId xmlns:a16="http://schemas.microsoft.com/office/drawing/2014/main" id="{0FDBC39F-6258-42CB-8FB8-BCCE4EA3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9C7F4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18" name="profile-123">
            <a:extLst xmlns:a="http://schemas.openxmlformats.org/drawingml/2006/main">
              <a:ext uri="{FF2B5EF4-FFF2-40B4-BE49-F238E27FC236}">
                <a16:creationId xmlns:a16="http://schemas.microsoft.com/office/drawing/2014/main" id="{581E8B6D-1244-482C-AC82-17C3C1A8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site and requirements.</a:t>
            </a:r>
          </a:p>
        </p:txBody>
      </p:sp>
      <p:sp>
        <p:nvSpPr>
          <p:cNvPr id="19" name="profile-124">
            <a:extLst xmlns:a="http://schemas.openxmlformats.org/drawingml/2006/main">
              <a:ext uri="{FF2B5EF4-FFF2-40B4-BE49-F238E27FC236}">
                <a16:creationId xmlns:a16="http://schemas.microsoft.com/office/drawing/2014/main" id="{865CA996-8BE4-4A52-92FB-05C2152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9C7F4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20" name="profile-125">
            <a:extLst xmlns:a="http://schemas.openxmlformats.org/drawingml/2006/main">
              <a:ext uri="{FF2B5EF4-FFF2-40B4-BE49-F238E27FC236}">
                <a16:creationId xmlns:a16="http://schemas.microsoft.com/office/drawing/2014/main" id="{EFA6E5D7-9548-447C-94AB-2A2E48B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Confirm the proposed scope and price.</a:t>
            </a:r>
          </a:p>
        </p:txBody>
      </p:sp>
      <p:sp>
        <p:nvSpPr>
          <p:cNvPr id="21" name="profile-126">
            <a:extLst xmlns:a="http://schemas.openxmlformats.org/drawingml/2006/main">
              <a:ext uri="{FF2B5EF4-FFF2-40B4-BE49-F238E27FC236}">
                <a16:creationId xmlns:a16="http://schemas.microsoft.com/office/drawing/2014/main" id="{1F780F7E-EACA-4C40-B239-77EF41FB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9C7F4"/>
                </a:solidFill>
                <a:latin typeface="Arial"/>
                <a:ea typeface="Arial"/>
                <a:cs typeface="Arial"/>
              </a:rPr>
              <a:t>Service coordination</a:t>
            </a:r>
          </a:p>
        </p:txBody>
      </p:sp>
      <p:sp>
        <p:nvSpPr>
          <p:cNvPr id="22" name="profile-127">
            <a:extLst xmlns:a="http://schemas.openxmlformats.org/drawingml/2006/main">
              <a:ext uri="{FF2B5EF4-FFF2-40B4-BE49-F238E27FC236}">
                <a16:creationId xmlns:a16="http://schemas.microsoft.com/office/drawing/2014/main" id="{5ACE899C-FA9A-429C-BB79-CA36AD59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Arrange the field team or specialist.</a:t>
            </a:r>
          </a:p>
        </p:txBody>
      </p:sp>
      <p:sp>
        <p:nvSpPr>
          <p:cNvPr id="23" name="profile-128">
            <a:extLst xmlns:a="http://schemas.openxmlformats.org/drawingml/2006/main">
              <a:ext uri="{FF2B5EF4-FFF2-40B4-BE49-F238E27FC236}">
                <a16:creationId xmlns:a16="http://schemas.microsoft.com/office/drawing/2014/main" id="{543CD7C6-509E-40C2-9CF0-FED737F6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C7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9C7F4"/>
                </a:solidFill>
                <a:latin typeface="Arial"/>
                <a:ea typeface="Arial"/>
                <a:cs typeface="Arial"/>
              </a:rPr>
              <a:t>Turnover</a:t>
            </a:r>
          </a:p>
        </p:txBody>
      </p:sp>
      <p:sp>
        <p:nvSpPr>
          <p:cNvPr id="24" name="profile-129">
            <a:extLst xmlns:a="http://schemas.openxmlformats.org/drawingml/2006/main">
              <a:ext uri="{FF2B5EF4-FFF2-40B4-BE49-F238E27FC236}">
                <a16:creationId xmlns:a16="http://schemas.microsoft.com/office/drawing/2014/main" id="{3D8E0AE9-7733-4EED-80D3-874254D7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agreed work with the client.</a:t>
            </a:r>
          </a:p>
        </p:txBody>
      </p:sp>
      <p:sp>
        <p:nvSpPr>
          <p:cNvPr id="25" name="profile-130">
            <a:extLst xmlns:a="http://schemas.openxmlformats.org/drawingml/2006/main">
              <a:ext uri="{FF2B5EF4-FFF2-40B4-BE49-F238E27FC236}">
                <a16:creationId xmlns:a16="http://schemas.microsoft.com/office/drawing/2014/main" id="{CE3F2D81-54D6-4A28-8166-5E45A803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34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6" name="profile-131">
            <a:extLst xmlns:a="http://schemas.openxmlformats.org/drawingml/2006/main">
              <a:ext uri="{FF2B5EF4-FFF2-40B4-BE49-F238E27FC236}">
                <a16:creationId xmlns:a16="http://schemas.microsoft.com/office/drawing/2014/main" id="{DC3210C0-6C31-48DF-8275-09BEF086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25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27" name="profile-132">
            <a:extLst xmlns:a="http://schemas.openxmlformats.org/drawingml/2006/main">
              <a:ext uri="{FF2B5EF4-FFF2-40B4-BE49-F238E27FC236}">
                <a16:creationId xmlns:a16="http://schemas.microsoft.com/office/drawing/2014/main" id="{C182BE90-DEC8-4B8C-8E75-81926D2B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0"/>
            <a:ext cx="634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1116703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2026-10-01T14:06:05.7000000Z</dcterms:created>
  <dcterms:modified xsi:type="dcterms:W3CDTF">2026-10-01T14:06:05.7000000Z</dcterms:modified>
</coreProperties>
</file>