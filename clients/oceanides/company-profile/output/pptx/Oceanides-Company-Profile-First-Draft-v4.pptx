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5ccb47d6554c49" /><Relationship Type="http://schemas.openxmlformats.org/officeDocument/2006/relationships/extended-properties" Target="/docProps/app.xml" Id="Rfdd7e09561e74d47" /><Relationship Type="http://schemas.openxmlformats.org/officeDocument/2006/relationships/officeDocument" Target="/ppt/presentation.xml" Id="R235d60c91d424d06" /></Relationships>
</file>

<file path=ppt/presentation.xml><?xml version="1.0" encoding="utf-8"?>
<p:presentation xmlns:p="http://schemas.openxmlformats.org/presentationml/2006/main">
  <p:sldMasterIdLst>
    <p:sldMasterId xmlns:r="http://schemas.openxmlformats.org/officeDocument/2006/relationships" id="2147483648" r:id="R0ad79c530f5e44ff"/>
  </p:sldMasterIdLst>
  <p:notesMasterIdLst>
    <p:notesMasterId xmlns:r="http://schemas.openxmlformats.org/officeDocument/2006/relationships" r:id="R6bf0125882074965"/>
  </p:notesMasterIdLst>
  <p:sldIdLst>
    <p:sldId xmlns:r="http://schemas.openxmlformats.org/officeDocument/2006/relationships" id="256" r:id="R2d251ccfc03442bb"/>
    <p:sldId xmlns:r="http://schemas.openxmlformats.org/officeDocument/2006/relationships" id="257" r:id="Re4cc4cc2cb7e4b12"/>
    <p:sldId xmlns:r="http://schemas.openxmlformats.org/officeDocument/2006/relationships" id="258" r:id="Rb8a91c3fb03540bc"/>
    <p:sldId xmlns:r="http://schemas.openxmlformats.org/officeDocument/2006/relationships" id="259" r:id="R6f590a9f57fe421a"/>
    <p:sldId xmlns:r="http://schemas.openxmlformats.org/officeDocument/2006/relationships" id="260" r:id="Ra717fd24e6b34dba"/>
    <p:sldId xmlns:r="http://schemas.openxmlformats.org/officeDocument/2006/relationships" id="261" r:id="Rc9796259980c4b3c"/>
    <p:sldId xmlns:r="http://schemas.openxmlformats.org/officeDocument/2006/relationships" id="262" r:id="R3c4d88820f8945e0"/>
    <p:sldId xmlns:r="http://schemas.openxmlformats.org/officeDocument/2006/relationships" id="263" r:id="Rfd304ddd51f24235"/>
    <p:sldId xmlns:r="http://schemas.openxmlformats.org/officeDocument/2006/relationships" id="264" r:id="R7e76eb2267b24ce9"/>
    <p:sldId xmlns:r="http://schemas.openxmlformats.org/officeDocument/2006/relationships" id="265" r:id="Radee5f5a38524b1e"/>
    <p:sldId xmlns:r="http://schemas.openxmlformats.org/officeDocument/2006/relationships" id="266" r:id="R914b9f9608a44008"/>
    <p:sldId xmlns:r="http://schemas.openxmlformats.org/officeDocument/2006/relationships" id="267" r:id="R93768a92ebd84d57"/>
    <p:sldId xmlns:r="http://schemas.openxmlformats.org/officeDocument/2006/relationships" id="268" r:id="Rb01d0381ab304011"/>
    <p:sldId xmlns:r="http://schemas.openxmlformats.org/officeDocument/2006/relationships" id="269" r:id="Rbae0fdc9c5c94171"/>
    <p:sldId xmlns:r="http://schemas.openxmlformats.org/officeDocument/2006/relationships" id="270" r:id="Rec1bced1bbf1449c"/>
    <p:sldId xmlns:r="http://schemas.openxmlformats.org/officeDocument/2006/relationships" id="271" r:id="Rbf6e576a16804510"/>
    <p:sldId xmlns:r="http://schemas.openxmlformats.org/officeDocument/2006/relationships" id="272" r:id="R4c929731b9cc4eea"/>
    <p:sldId xmlns:r="http://schemas.openxmlformats.org/officeDocument/2006/relationships" id="273" r:id="R590639046f4541be"/>
    <p:sldId xmlns:r="http://schemas.openxmlformats.org/officeDocument/2006/relationships" id="274" r:id="Re5489cdd0acd4e9f"/>
    <p:sldId xmlns:r="http://schemas.openxmlformats.org/officeDocument/2006/relationships" id="275" r:id="Re7a776f5075d4b8f"/>
    <p:sldId xmlns:r="http://schemas.openxmlformats.org/officeDocument/2006/relationships" id="276" r:id="R3683a40b34d94789"/>
    <p:sldId xmlns:r="http://schemas.openxmlformats.org/officeDocument/2006/relationships" id="277" r:id="Re3360403d3254de2"/>
    <p:sldId xmlns:r="http://schemas.openxmlformats.org/officeDocument/2006/relationships" id="278" r:id="R6397d785b4584370"/>
    <p:sldId xmlns:r="http://schemas.openxmlformats.org/officeDocument/2006/relationships" id="279" r:id="R12fbdccb4b274d38"/>
    <p:sldId xmlns:r="http://schemas.openxmlformats.org/officeDocument/2006/relationships" id="280" r:id="Ra24a411c13fc4f44"/>
    <p:sldId xmlns:r="http://schemas.openxmlformats.org/officeDocument/2006/relationships" id="281" r:id="Rfe082af897b04fcf"/>
    <p:sldId xmlns:r="http://schemas.openxmlformats.org/officeDocument/2006/relationships" id="282" r:id="Rc0d25d27dcb64399"/>
    <p:sldId xmlns:r="http://schemas.openxmlformats.org/officeDocument/2006/relationships" id="283" r:id="Rcfb691e367b840f3"/>
    <p:sldId xmlns:r="http://schemas.openxmlformats.org/officeDocument/2006/relationships" id="284" r:id="Rbe6fa24cad0a4f31"/>
    <p:sldId xmlns:r="http://schemas.openxmlformats.org/officeDocument/2006/relationships" id="285" r:id="Rbc71baecb2534bd4"/>
    <p:sldId xmlns:r="http://schemas.openxmlformats.org/officeDocument/2006/relationships" id="286" r:id="R08741e744a934d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4632cd1d2a414f" /><Relationship Type="http://schemas.openxmlformats.org/officeDocument/2006/relationships/slideMaster" Target="/ppt/slideMasters/slideMaster1.xml" Id="R0ad79c530f5e44ff" /><Relationship Type="http://schemas.openxmlformats.org/officeDocument/2006/relationships/notesMaster" Target="/ppt/notesMasters/notesMaster1.xml" Id="R6bf0125882074965" /><Relationship Type="http://schemas.openxmlformats.org/officeDocument/2006/relationships/presProps" Target="/ppt/presProps.xml" Id="Rd5bad8d70d3a43a2" /><Relationship Type="http://schemas.openxmlformats.org/officeDocument/2006/relationships/tableStyles" Target="/ppt/tableStyles.xml" Id="Rb27c9b472636412f" /><Relationship Type="http://schemas.openxmlformats.org/officeDocument/2006/relationships/slide" Target="/ppt/slides/slide1.xml" Id="R2d251ccfc03442bb" /><Relationship Type="http://schemas.openxmlformats.org/officeDocument/2006/relationships/slide" Target="/ppt/slides/slide2.xml" Id="Re4cc4cc2cb7e4b12" /><Relationship Type="http://schemas.openxmlformats.org/officeDocument/2006/relationships/slide" Target="/ppt/slides/slide3.xml" Id="Rb8a91c3fb03540bc" /><Relationship Type="http://schemas.openxmlformats.org/officeDocument/2006/relationships/slide" Target="/ppt/slides/slide4.xml" Id="R6f590a9f57fe421a" /><Relationship Type="http://schemas.openxmlformats.org/officeDocument/2006/relationships/slide" Target="/ppt/slides/slide5.xml" Id="Ra717fd24e6b34dba" /><Relationship Type="http://schemas.openxmlformats.org/officeDocument/2006/relationships/slide" Target="/ppt/slides/slide6.xml" Id="Rc9796259980c4b3c" /><Relationship Type="http://schemas.openxmlformats.org/officeDocument/2006/relationships/slide" Target="/ppt/slides/slide7.xml" Id="R3c4d88820f8945e0" /><Relationship Type="http://schemas.openxmlformats.org/officeDocument/2006/relationships/slide" Target="/ppt/slides/slide8.xml" Id="Rfd304ddd51f24235" /><Relationship Type="http://schemas.openxmlformats.org/officeDocument/2006/relationships/slide" Target="/ppt/slides/slide9.xml" Id="R7e76eb2267b24ce9" /><Relationship Type="http://schemas.openxmlformats.org/officeDocument/2006/relationships/slide" Target="/ppt/slides/slide10.xml" Id="Radee5f5a38524b1e" /><Relationship Type="http://schemas.openxmlformats.org/officeDocument/2006/relationships/slide" Target="/ppt/slides/slide11.xml" Id="R914b9f9608a44008" /><Relationship Type="http://schemas.openxmlformats.org/officeDocument/2006/relationships/slide" Target="/ppt/slides/slide12.xml" Id="R93768a92ebd84d57" /><Relationship Type="http://schemas.openxmlformats.org/officeDocument/2006/relationships/slide" Target="/ppt/slides/slide13.xml" Id="Rb01d0381ab304011" /><Relationship Type="http://schemas.openxmlformats.org/officeDocument/2006/relationships/slide" Target="/ppt/slides/slide14.xml" Id="Rbae0fdc9c5c94171" /><Relationship Type="http://schemas.openxmlformats.org/officeDocument/2006/relationships/slide" Target="/ppt/slides/slide15.xml" Id="Rec1bced1bbf1449c" /><Relationship Type="http://schemas.openxmlformats.org/officeDocument/2006/relationships/slide" Target="/ppt/slides/slide16.xml" Id="Rbf6e576a16804510" /><Relationship Type="http://schemas.openxmlformats.org/officeDocument/2006/relationships/slide" Target="/ppt/slides/slide17.xml" Id="R4c929731b9cc4eea" /><Relationship Type="http://schemas.openxmlformats.org/officeDocument/2006/relationships/slide" Target="/ppt/slides/slide18.xml" Id="R590639046f4541be" /><Relationship Type="http://schemas.openxmlformats.org/officeDocument/2006/relationships/slide" Target="/ppt/slides/slide19.xml" Id="Re5489cdd0acd4e9f" /><Relationship Type="http://schemas.openxmlformats.org/officeDocument/2006/relationships/slide" Target="/ppt/slides/slide20.xml" Id="Re7a776f5075d4b8f" /><Relationship Type="http://schemas.openxmlformats.org/officeDocument/2006/relationships/slide" Target="/ppt/slides/slide21.xml" Id="R3683a40b34d94789" /><Relationship Type="http://schemas.openxmlformats.org/officeDocument/2006/relationships/slide" Target="/ppt/slides/slide22.xml" Id="Re3360403d3254de2" /><Relationship Type="http://schemas.openxmlformats.org/officeDocument/2006/relationships/slide" Target="/ppt/slides/slide23.xml" Id="R6397d785b4584370" /><Relationship Type="http://schemas.openxmlformats.org/officeDocument/2006/relationships/slide" Target="/ppt/slides/slide24.xml" Id="R12fbdccb4b274d38" /><Relationship Type="http://schemas.openxmlformats.org/officeDocument/2006/relationships/slide" Target="/ppt/slides/slide25.xml" Id="Ra24a411c13fc4f44" /><Relationship Type="http://schemas.openxmlformats.org/officeDocument/2006/relationships/slide" Target="/ppt/slides/slide26.xml" Id="Rfe082af897b04fcf" /><Relationship Type="http://schemas.openxmlformats.org/officeDocument/2006/relationships/slide" Target="/ppt/slides/slide27.xml" Id="Rc0d25d27dcb64399" /><Relationship Type="http://schemas.openxmlformats.org/officeDocument/2006/relationships/slide" Target="/ppt/slides/slide28.xml" Id="Rcfb691e367b840f3" /><Relationship Type="http://schemas.openxmlformats.org/officeDocument/2006/relationships/slide" Target="/ppt/slides/slide29.xml" Id="Rbe6fa24cad0a4f31" /><Relationship Type="http://schemas.openxmlformats.org/officeDocument/2006/relationships/slide" Target="/ppt/slides/slide30.xml" Id="Rbc71baecb2534bd4" /><Relationship Type="http://schemas.openxmlformats.org/officeDocument/2006/relationships/slide" Target="/ppt/slides/slide31.xml" Id="R08741e744a934d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88f0db716445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a5976467544fdf" /><Relationship Type="http://schemas.openxmlformats.org/officeDocument/2006/relationships/notesMaster" Target="/ppt/notesMasters/notesMaster1.xml" Id="Rb5937088472c44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d2f96ab8354368" /><Relationship Type="http://schemas.openxmlformats.org/officeDocument/2006/relationships/notesMaster" Target="/ppt/notesMasters/notesMaster1.xml" Id="R6dc602c8c23345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7bec6376a34c68" /><Relationship Type="http://schemas.openxmlformats.org/officeDocument/2006/relationships/notesMaster" Target="/ppt/notesMasters/notesMaster1.xml" Id="R41d54dc7886a4f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a636ac27f047aa" /><Relationship Type="http://schemas.openxmlformats.org/officeDocument/2006/relationships/notesMaster" Target="/ppt/notesMasters/notesMaster1.xml" Id="Rdbf2ba248e7945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67908f82564064" /><Relationship Type="http://schemas.openxmlformats.org/officeDocument/2006/relationships/notesMaster" Target="/ppt/notesMasters/notesMaster1.xml" Id="Rab59d498268e46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52a7766f914d58" /><Relationship Type="http://schemas.openxmlformats.org/officeDocument/2006/relationships/notesMaster" Target="/ppt/notesMasters/notesMaster1.xml" Id="Rb098c855f66846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cbd3d9ddc04866" /><Relationship Type="http://schemas.openxmlformats.org/officeDocument/2006/relationships/notesMaster" Target="/ppt/notesMasters/notesMaster1.xml" Id="Rf0002a93091840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8973d7d05d462f" /><Relationship Type="http://schemas.openxmlformats.org/officeDocument/2006/relationships/notesMaster" Target="/ppt/notesMasters/notesMaster1.xml" Id="Rb6a37ba1484443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b1f93e25bc416e" /><Relationship Type="http://schemas.openxmlformats.org/officeDocument/2006/relationships/notesMaster" Target="/ppt/notesMasters/notesMaster1.xml" Id="R18ce14e37e1341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e3503efa664523" /><Relationship Type="http://schemas.openxmlformats.org/officeDocument/2006/relationships/notesMaster" Target="/ppt/notesMasters/notesMaster1.xml" Id="R84f447b4d4e449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014c94399343bf" /><Relationship Type="http://schemas.openxmlformats.org/officeDocument/2006/relationships/notesMaster" Target="/ppt/notesMasters/notesMaster1.xml" Id="R5f73b6e0daea48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a74db40c62487f" /><Relationship Type="http://schemas.openxmlformats.org/officeDocument/2006/relationships/notesMaster" Target="/ppt/notesMasters/notesMaster1.xml" Id="R4e7a3e2e749f4c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aae70119b64588" /><Relationship Type="http://schemas.openxmlformats.org/officeDocument/2006/relationships/notesMaster" Target="/ppt/notesMasters/notesMaster1.xml" Id="R407e60e8d9644b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2ae94076f34bfc" /><Relationship Type="http://schemas.openxmlformats.org/officeDocument/2006/relationships/notesMaster" Target="/ppt/notesMasters/notesMaster1.xml" Id="R0193f97dc26643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37264532cd455d" /><Relationship Type="http://schemas.openxmlformats.org/officeDocument/2006/relationships/notesMaster" Target="/ppt/notesMasters/notesMaster1.xml" Id="R16804f90b7d24a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c55d90a9da4f22" /><Relationship Type="http://schemas.openxmlformats.org/officeDocument/2006/relationships/notesMaster" Target="/ppt/notesMasters/notesMaster1.xml" Id="R18308aaa5d804d7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28653647504d1f" /><Relationship Type="http://schemas.openxmlformats.org/officeDocument/2006/relationships/notesMaster" Target="/ppt/notesMasters/notesMaster1.xml" Id="R13456186819c43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cabecb14b14493" /><Relationship Type="http://schemas.openxmlformats.org/officeDocument/2006/relationships/notesMaster" Target="/ppt/notesMasters/notesMaster1.xml" Id="R5f4e52c75d6142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7c63cda24b4c87" /><Relationship Type="http://schemas.openxmlformats.org/officeDocument/2006/relationships/notesMaster" Target="/ppt/notesMasters/notesMaster1.xml" Id="R98274ab063624f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ec4aa676554b96" /><Relationship Type="http://schemas.openxmlformats.org/officeDocument/2006/relationships/notesMaster" Target="/ppt/notesMasters/notesMaster1.xml" Id="R29afd2d2009245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df1cffc1824e24" /><Relationship Type="http://schemas.openxmlformats.org/officeDocument/2006/relationships/notesMaster" Target="/ppt/notesMasters/notesMaster1.xml" Id="Rc7311f76e72f48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44d077fe3514e7d" /><Relationship Type="http://schemas.openxmlformats.org/officeDocument/2006/relationships/notesMaster" Target="/ppt/notesMasters/notesMaster1.xml" Id="R2f8d9f753e1041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605266869c4205" /><Relationship Type="http://schemas.openxmlformats.org/officeDocument/2006/relationships/notesMaster" Target="/ppt/notesMasters/notesMaster1.xml" Id="Rf960eb3957dd4ce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f66f7775bd74aa9" /><Relationship Type="http://schemas.openxmlformats.org/officeDocument/2006/relationships/notesMaster" Target="/ppt/notesMasters/notesMaster1.xml" Id="Rc6bbbffbef64457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0d8113a3954301" /><Relationship Type="http://schemas.openxmlformats.org/officeDocument/2006/relationships/notesMaster" Target="/ppt/notesMasters/notesMaster1.xml" Id="Rf9922322392842f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de3054702d4102" /><Relationship Type="http://schemas.openxmlformats.org/officeDocument/2006/relationships/notesMaster" Target="/ppt/notesMasters/notesMaster1.xml" Id="R7b2b58ea22ad43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8ccbe250c9d4aad" /><Relationship Type="http://schemas.openxmlformats.org/officeDocument/2006/relationships/notesMaster" Target="/ppt/notesMasters/notesMaster1.xml" Id="Re30bb1d82cb9491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03fbf4c39e4ba6" /><Relationship Type="http://schemas.openxmlformats.org/officeDocument/2006/relationships/notesMaster" Target="/ppt/notesMasters/notesMaster1.xml" Id="R768eeb7a90ba48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9c521dc83ef40a7" /><Relationship Type="http://schemas.openxmlformats.org/officeDocument/2006/relationships/notesMaster" Target="/ppt/notesMasters/notesMaster1.xml" Id="R2ddcef2ea3364b1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ae1d6baa80402d" /><Relationship Type="http://schemas.openxmlformats.org/officeDocument/2006/relationships/notesMaster" Target="/ppt/notesMasters/notesMaster1.xml" Id="R4a5fb9ce76fe497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a520aaf47e8422e" /><Relationship Type="http://schemas.openxmlformats.org/officeDocument/2006/relationships/notesMaster" Target="/ppt/notesMasters/notesMaster1.xml" Id="R25d9aebb43fd40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cover. Company details supplied in voice interview 2026-10-11. Logo source unchanged.</a:t>
            </a:r>
          </a:p>
          <a:p xmlns:a="http://schemas.openxmlformats.org/drawingml/2006/main">
            <a:r>
              <a:t>Company interview and design instructions: 2026-10-11. Owner review required before customer circulation. Contact details from supplied HEADER 111 DOCX. Existing logo retained.</a:t>
            </a:r>
          </a:p>
          <a:p xmlns:a="http://schemas.openxmlformats.org/drawingml/2006/main">
            <a:r>
              <a:t/>
            </a:r>
          </a:p>
          <a:p xmlns:a="http://schemas.openxmlformats.org/drawingml/2006/main">
            <a:r>
              <a:t>Suggested presentation script</a:t>
            </a:r>
          </a:p>
          <a:p xmlns:a="http://schemas.openxmlformats.org/drawingml/2006/main">
            <a:r>
              <a:t>Managing a property means keeping essential services working while your business continues. A full septic tank, blocked drain, plumbing leak, pest concern, or damaged ceiling can quickly add work for your team. Oceanides brings these service needs together through one familiar point of contact.</a:t>
            </a:r>
          </a:p>
          <a:p xmlns:a="http://schemas.openxmlformats.org/drawingml/2006/main">
            <a:r>
              <a:t/>
            </a:r>
          </a:p>
          <a:p xmlns:a="http://schemas.openxmlformats.org/drawingml/2006/main">
            <a:r>
              <a:t>We began with plumbing and septic tank services, building ongoing relationships through repeat service. Today, Oceanides Plumbing, Siphoning, and Pest Management Services OPC offers a broader range of property services, including grease tank cleaning, pest management, general cleaning, renovation, restoration, and air-conditioning cleaning. Each engagement begins with a clear scope and a schedule agreed with your team.</a:t>
            </a:r>
          </a:p>
          <a:p xmlns:a="http://schemas.openxmlformats.org/drawingml/2006/main">
            <a:r>
              <a:t/>
            </a:r>
          </a:p>
          <a:p xmlns:a="http://schemas.openxmlformats.org/drawingml/2006/main">
            <a:r>
              <a:t>For properties reviewing their wastewater arrangements, we also propose an onsite treatment system assessment. Our first step is to understand the site and confirm the right technical approach. We can then present an installation and operating proposal, including maintenance responsibilities and the support available after turnover. Any projected maintenance or cost benefit will be based on the actual site and proposed system.</a:t>
            </a:r>
          </a:p>
          <a:p xmlns:a="http://schemas.openxmlformats.org/drawingml/2006/main">
            <a:r>
              <a:t/>
            </a:r>
          </a:p>
          <a:p xmlns:a="http://schemas.openxmlformats.org/drawingml/2006/main">
            <a:r>
              <a:t>We would welcome the opportunity to review your current service needs and prepare a practical proposal. Whether you need one immediate service or a coordinated maintenance plan, Oceanides is ready to discuss how we can support your property.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overview. History and scope are owner-reported in the interview.</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directory. Scope supplied by company owner. All work subject to site review and agreed quotation.</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Septic Tank Siphoning. Copy based on owner interview; illustrative scope, final method and quotation follow assessment.</a:t>
            </a:r>
          </a:p>
          <a:p xmlns:a="http://schemas.openxmlformats.org/drawingml/2006/main">
            <a:r>
              <a:t>AI-generated service illustration; original image clients/oceanides/assets/tb2-hero-manhole.png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Manual Septic Tank Cleaning. Copy based on owner interview; illustrative scope, final method and quotation follow assessment.</a:t>
            </a:r>
          </a:p>
          <a:p xmlns:a="http://schemas.openxmlformats.org/drawingml/2006/main">
            <a:r>
              <a:t>AI-generated service illustration; original image clients/oceanides/assets/tb2-hero-tank.png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Plumbing Services. Copy based on owner interview; illustrative scope, final method and quotation follow assessment.</a:t>
            </a:r>
          </a:p>
          <a:p xmlns:a="http://schemas.openxmlformats.org/drawingml/2006/main">
            <a:r>
              <a:t>AI-generated service illustration; original image clients/oceanides/company-profile/assets-interview/plumbing-service.png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Excavation Services. Copy based on owner interview; illustrative scope, final method and quotation follow assessment.</a:t>
            </a:r>
          </a:p>
          <a:p xmlns:a="http://schemas.openxmlformats.org/drawingml/2006/main">
            <a:r>
              <a:t>Conceptual property illustration; not an excavation plan; original image clients/oceanides/company-profile/assets-interview/cover-property-minimal.png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Drain and Pipe Declogging. Copy based on owner interview; illustrative scope, final method and quotation follow assessment.</a:t>
            </a:r>
          </a:p>
          <a:p xmlns:a="http://schemas.openxmlformats.org/drawingml/2006/main">
            <a:r>
              <a:t>AI-generated illustration of a drainage concern; original image clients/oceanides/assets/tb2-hero-banyo.png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Grease Tank and Trap Cleaning. Copy based on owner interview; illustrative scope, final method and quotation follow assessment.</a:t>
            </a:r>
          </a:p>
          <a:p xmlns:a="http://schemas.openxmlformats.org/drawingml/2006/main">
            <a:r>
              <a:t>Oceanides project photo; site identity not specified; original image clients/oceanides/assets/before-1.jpg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Pest Management Services. Copy based on owner interview; illustrative scope, final method and quotation follow assessment.</a:t>
            </a:r>
          </a:p>
          <a:p xmlns:a="http://schemas.openxmlformats.org/drawingml/2006/main">
            <a:r>
              <a:t>AI-generated service illustration; original image clients/oceanides/company-profile/assets-interview/pest-control-service.png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General Cleaning Services. Copy based on owner interview; illustrative scope, final method and quotation follow assessment.</a:t>
            </a:r>
          </a:p>
          <a:p xmlns:a="http://schemas.openxmlformats.org/drawingml/2006/main">
            <a:r>
              <a:t>Illustrative property interior; not an Oceanides project; original image clients/oceanides/company-profile/assets-interview/interior-pexels-8089170.jpg</a:t>
            </a:r>
          </a:p>
          <a:p xmlns:a="http://schemas.openxmlformats.org/drawingml/2006/main">
            <a:r>
              <a:t>Stock photo: Max Vakhtbovych, https://www.pexels.com/photo/an-interior-of-a-living-room-8089170/ ; license https://www.pexels.com/license/</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Renovation, Restoration and Leak Repairs. Copy based on owner interview; illustrative scope, final method and quotation follow assessment.</a:t>
            </a:r>
          </a:p>
          <a:p xmlns:a="http://schemas.openxmlformats.org/drawingml/2006/main">
            <a:r>
              <a:t>AI-generated service illustration; original image clients/oceanides/company-profile/assets-interview/renovation-service.png</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Air-Conditioning Cleaning. Copy based on owner interview; illustrative scope, final method and quotation follow assessment.</a:t>
            </a:r>
          </a:p>
          <a:p xmlns:a="http://schemas.openxmlformats.org/drawingml/2006/main">
            <a:r>
              <a:t>Illustrative indoor setting; aircon service photo to follow; original image clients/oceanides/company-profile/assets-interview/interior-pexels-8089170.jpg</a:t>
            </a:r>
          </a:p>
          <a:p xmlns:a="http://schemas.openxmlformats.org/drawingml/2006/main">
            <a:r>
              <a:t>Stock photo: Max Vakhtbovych, https://www.pexels.com/photo/an-interior-of-a-living-room-8089170/ ; license https://www.pexels.com/license/</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photo pair from assets/before-1.jpg and after-1.jpg; provenance recorded in organic/VALUE-WEEK-01.md. No specific client claimed.</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Onsite treatment system offer. The interview used Septage Treatment Facility; exact technology not yet documented, so final terminology, design and capacity await technical review.</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project steps are proposed scope. Any cost savings, permit scope, warranty and ongoing support terms must be defined in a project-specific agreement.</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 names and relationships are company owner statements in interview, not independently verified. Confirm contracted entity, branch/site, work scope and permission before external client promotion. No endorsement asserted.</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 chart is a proposed role-based draft for owner confirmation; no individual or headcount is invented. Native editable boxes indicate reporting levels.</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reports company registration and permits. Current copies have not been supplied for this draft; validity and accreditation are not established by this profile. Agency logos are not permit copies.</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coverage as stated by owner; scheduling depends on service, site access and team availability. No instant nationwide arrival promise.</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https://psa.gov.ph/classification/psgc/summary</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https://psa.gov.ph/classification/psgc/citimuni/0402100000</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https://psa.gov.ph/classification/psgc/citimuni/0403400000</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https://psa.gov.ph/classification/psgc/citimuni/0401000000</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https://psa.gov.ph/classification/psgc/citimuni/0405800000</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https://psa.gov.ph/classification/psgc/citimuni/0301400000</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https://psa.gov.ph/classification/psgc/summary</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https://psa.gov.ph/classification/psgc/summary</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supplied by owner. City/municipality names checked against Philippine Statistics Authority PSGC: https://psa.gov.ph/classification/psgc/citimuni/0300800000</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service engagement workflow; exact agreement defines scope, timing, cost and documentation.</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details from owner supplied attached HEADER 111 DOCX. Website and Facebook from existing client configuration. Confirm contact and TIN before broad circulation.</a:t>
            </a:r>
          </a:p>
          <a:p xmlns:a="http://schemas.openxmlformats.org/drawingml/2006/main">
            <a:r>
              <a:t>Company interview and design instructions: 2026-10-11. Owner review required before customer circulation. Contact details from supplied HEADER 111 DOCX. Existing logo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9b08dde8549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c17058748f45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a6d1ffac8f4e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6e01a250a14f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bee16c305d43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7b88d4c5e249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1A3716-A441-4B09-96D7-51961B17921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9F6298-8BF8-462C-8F55-3F5B9BD8D8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4F635E-A349-432B-8FC6-D30BD9C7A8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51489C-B03E-48CB-8AD0-E31140838D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98A0C6-EC5C-4E94-A196-AD7009A2BB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6BB735-CC42-4179-BBED-519FD9AFA0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55B5AC-F5DF-413D-ADDB-AA547B0901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9F16D5-C195-453F-86D9-68C556E0082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0197AF-0E90-41DC-B170-1FC2284D89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73E52C-43DE-45BC-BA51-EA611E2C35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534007966f406a" /><Relationship Type="http://schemas.openxmlformats.org/officeDocument/2006/relationships/slideLayout" Target="/ppt/slideLayouts/slideLayout1.xml" Id="Reb8ef77a286a4822" /><Relationship Type="http://schemas.openxmlformats.org/officeDocument/2006/relationships/slideLayout" Target="/ppt/slideLayouts/slideLayout2.xml" Id="R2493bb180518482a" /><Relationship Type="http://schemas.openxmlformats.org/officeDocument/2006/relationships/slideLayout" Target="/ppt/slideLayouts/slideLayout3.xml" Id="Rd29cda2c08bc40cd" /><Relationship Type="http://schemas.openxmlformats.org/officeDocument/2006/relationships/slideLayout" Target="/ppt/slideLayouts/slideLayout4.xml" Id="Rf09777bbdaf24675" /><Relationship Type="http://schemas.openxmlformats.org/officeDocument/2006/relationships/slideLayout" Target="/ppt/slideLayouts/slideLayout5.xml" Id="R43a3e9a11aa24cb9" /><Relationship Type="http://schemas.openxmlformats.org/officeDocument/2006/relationships/slideLayout" Target="/ppt/slideLayouts/slideLayout6.xml" Id="R257a13d3c6a04d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8ef77a286a4822"/>
    <p:sldLayoutId xmlns:r="http://schemas.openxmlformats.org/officeDocument/2006/relationships" id="2147483650" r:id="R2493bb180518482a"/>
    <p:sldLayoutId xmlns:r="http://schemas.openxmlformats.org/officeDocument/2006/relationships" id="2147483651" r:id="Rd29cda2c08bc40cd"/>
    <p:sldLayoutId xmlns:r="http://schemas.openxmlformats.org/officeDocument/2006/relationships" id="2147483652" r:id="Rf09777bbdaf24675"/>
    <p:sldLayoutId xmlns:r="http://schemas.openxmlformats.org/officeDocument/2006/relationships" id="2147483653" r:id="R43a3e9a11aa24cb9"/>
    <p:sldLayoutId xmlns:r="http://schemas.openxmlformats.org/officeDocument/2006/relationships" id="2147483654" r:id="R257a13d3c6a04d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b210e913654d34" /><Relationship Type="http://schemas.openxmlformats.org/officeDocument/2006/relationships/image" Target="/ppt/media/image.jpeg" Id="R1fe2664a60394551" /><Relationship Type="http://schemas.openxmlformats.org/officeDocument/2006/relationships/image" Target="/ppt/media/image2.jpeg" Id="R0f95a1103ec047b5" /><Relationship Type="http://schemas.openxmlformats.org/officeDocument/2006/relationships/notesSlide" Target="/ppt/notesSlides/notesSlide1.xml" Id="R86dfd4061bff4e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4d44dcd7994ffa" /><Relationship Type="http://schemas.openxmlformats.org/officeDocument/2006/relationships/image" Target="/ppt/media/image3.jpeg" Id="R225c0a12a9e94795" /><Relationship Type="http://schemas.openxmlformats.org/officeDocument/2006/relationships/image" Target="/ppt/media/image4.jpeg" Id="Rc39e22b9b7934aa6" /><Relationship Type="http://schemas.openxmlformats.org/officeDocument/2006/relationships/notesSlide" Target="/ppt/notesSlides/notesSlide2.xml" Id="Rc1b14399364c43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761fd17beb4045" /><Relationship Type="http://schemas.openxmlformats.org/officeDocument/2006/relationships/image" Target="/ppt/media/image5.jpeg" Id="R0cc0096e288c4d5d" /><Relationship Type="http://schemas.openxmlformats.org/officeDocument/2006/relationships/notesSlide" Target="/ppt/notesSlides/notesSlide3.xml" Id="R36fde02f483940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9540d5cd6e4578" /><Relationship Type="http://schemas.openxmlformats.org/officeDocument/2006/relationships/image" Target="/ppt/media/image6.jpeg" Id="R78760c31415b4104" /><Relationship Type="http://schemas.openxmlformats.org/officeDocument/2006/relationships/image" Target="/ppt/media/image7.jpeg" Id="R7467bebb1d6c416f" /><Relationship Type="http://schemas.openxmlformats.org/officeDocument/2006/relationships/notesSlide" Target="/ppt/notesSlides/notesSlide4.xml" Id="R31ccf92345254a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5125e5ecab4de2" /><Relationship Type="http://schemas.openxmlformats.org/officeDocument/2006/relationships/image" Target="/ppt/media/image8.jpeg" Id="R26641b3f774c4fd0" /><Relationship Type="http://schemas.openxmlformats.org/officeDocument/2006/relationships/image" Target="/ppt/media/image9.jpeg" Id="R5d5056d1164c45be" /><Relationship Type="http://schemas.openxmlformats.org/officeDocument/2006/relationships/notesSlide" Target="/ppt/notesSlides/notesSlide5.xml" Id="Rf062158b420445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c840d5765f949c5" /><Relationship Type="http://schemas.openxmlformats.org/officeDocument/2006/relationships/image" Target="/ppt/media/image10.jpeg" Id="R6f37044b1f5e463e" /><Relationship Type="http://schemas.openxmlformats.org/officeDocument/2006/relationships/image" Target="/ppt/media/image11.jpeg" Id="Reb1248ab97294dc3" /><Relationship Type="http://schemas.openxmlformats.org/officeDocument/2006/relationships/notesSlide" Target="/ppt/notesSlides/notesSlide6.xml" Id="Rd8c7457bd6d546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87b3075f034bd6" /><Relationship Type="http://schemas.openxmlformats.org/officeDocument/2006/relationships/image" Target="/ppt/media/image12.jpeg" Id="R8a072abdf0424bf7" /><Relationship Type="http://schemas.openxmlformats.org/officeDocument/2006/relationships/image" Target="/ppt/media/image13.jpeg" Id="R3730058efc134d30" /><Relationship Type="http://schemas.openxmlformats.org/officeDocument/2006/relationships/notesSlide" Target="/ppt/notesSlides/notesSlide7.xml" Id="Rbf4f681077094b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382ad968e443ac" /><Relationship Type="http://schemas.openxmlformats.org/officeDocument/2006/relationships/image" Target="/ppt/media/image14.jpeg" Id="R22820306cfee4b22" /><Relationship Type="http://schemas.openxmlformats.org/officeDocument/2006/relationships/image" Target="/ppt/media/image15.jpeg" Id="Rd90beba449d243b8" /><Relationship Type="http://schemas.openxmlformats.org/officeDocument/2006/relationships/notesSlide" Target="/ppt/notesSlides/notesSlide8.xml" Id="R13a982c08dda43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23002983d74d79" /><Relationship Type="http://schemas.openxmlformats.org/officeDocument/2006/relationships/image" Target="/ppt/media/image16.jpeg" Id="Re381d5e99abe4aca" /><Relationship Type="http://schemas.openxmlformats.org/officeDocument/2006/relationships/image" Target="/ppt/media/image17.jpeg" Id="Rb219d9abfb044369" /><Relationship Type="http://schemas.openxmlformats.org/officeDocument/2006/relationships/notesSlide" Target="/ppt/notesSlides/notesSlide9.xml" Id="Re68b0cbe136c42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cd0da9769b4495f" /><Relationship Type="http://schemas.openxmlformats.org/officeDocument/2006/relationships/image" Target="/ppt/media/image18.jpeg" Id="R59ec33846efc47ff" /><Relationship Type="http://schemas.openxmlformats.org/officeDocument/2006/relationships/image" Target="/ppt/media/image19.jpeg" Id="R5060fc2d6ea643b6" /><Relationship Type="http://schemas.openxmlformats.org/officeDocument/2006/relationships/notesSlide" Target="/ppt/notesSlides/notesSlide10.xml" Id="R5c40785ab03a44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36d03be2b8b453d" /><Relationship Type="http://schemas.openxmlformats.org/officeDocument/2006/relationships/image" Target="/ppt/media/image20.jpeg" Id="R839b3f0a8a474f9c" /><Relationship Type="http://schemas.openxmlformats.org/officeDocument/2006/relationships/image" Target="/ppt/media/image21.jpeg" Id="Rfbb0ef6c28564c90" /><Relationship Type="http://schemas.openxmlformats.org/officeDocument/2006/relationships/notesSlide" Target="/ppt/notesSlides/notesSlide11.xml" Id="R8188a125a7824d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39e01bd0294953" /><Relationship Type="http://schemas.openxmlformats.org/officeDocument/2006/relationships/image" Target="/ppt/media/image22.jpeg" Id="Rbfc8c1c347744eb3" /><Relationship Type="http://schemas.openxmlformats.org/officeDocument/2006/relationships/image" Target="/ppt/media/image23.jpeg" Id="R9228913c70944c29" /><Relationship Type="http://schemas.openxmlformats.org/officeDocument/2006/relationships/notesSlide" Target="/ppt/notesSlides/notesSlide12.xml" Id="Rf2b7ef2709b14a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d44d64f5c734214" /><Relationship Type="http://schemas.openxmlformats.org/officeDocument/2006/relationships/image" Target="/ppt/media/image24.jpeg" Id="Rf5da7831afba4127" /><Relationship Type="http://schemas.openxmlformats.org/officeDocument/2006/relationships/image" Target="/ppt/media/image25.jpeg" Id="R11bcd61378514e8e" /><Relationship Type="http://schemas.openxmlformats.org/officeDocument/2006/relationships/notesSlide" Target="/ppt/notesSlides/notesSlide13.xml" Id="R925cdf291d4c4c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1d28200f7194874" /><Relationship Type="http://schemas.openxmlformats.org/officeDocument/2006/relationships/image" Target="/ppt/media/image26.jpeg" Id="R5949f6b622ac4b41" /><Relationship Type="http://schemas.openxmlformats.org/officeDocument/2006/relationships/image" Target="/ppt/media/image27.jpeg" Id="R1d9f8a4e04364377" /><Relationship Type="http://schemas.openxmlformats.org/officeDocument/2006/relationships/image" Target="/ppt/media/image28.jpeg" Id="R463c654430c44d5b" /><Relationship Type="http://schemas.openxmlformats.org/officeDocument/2006/relationships/notesSlide" Target="/ppt/notesSlides/notesSlide14.xml" Id="Rfb6881587dc046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03d5c4f24364080" /><Relationship Type="http://schemas.openxmlformats.org/officeDocument/2006/relationships/image" Target="/ppt/media/image29.jpeg" Id="R3bdd58d7581c4057" /><Relationship Type="http://schemas.openxmlformats.org/officeDocument/2006/relationships/image" Target="/ppt/media/image30.jpeg" Id="R828fdb4022a34f23" /><Relationship Type="http://schemas.openxmlformats.org/officeDocument/2006/relationships/notesSlide" Target="/ppt/notesSlides/notesSlide15.xml" Id="R5a736cd5b7bb45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a12b6e86a664e2e" /><Relationship Type="http://schemas.openxmlformats.org/officeDocument/2006/relationships/image" Target="/ppt/media/image31.jpeg" Id="Re54101b578774cab" /><Relationship Type="http://schemas.openxmlformats.org/officeDocument/2006/relationships/notesSlide" Target="/ppt/notesSlides/notesSlide16.xml" Id="Rd07ad9226cd34c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2c357257705407c" /><Relationship Type="http://schemas.openxmlformats.org/officeDocument/2006/relationships/image" Target="/ppt/media/image32.jpeg" Id="Rb839a8b7b6e74227" /><Relationship Type="http://schemas.openxmlformats.org/officeDocument/2006/relationships/notesSlide" Target="/ppt/notesSlides/notesSlide17.xml" Id="Rb741f2663a724c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0a13cc7a6384f70" /><Relationship Type="http://schemas.openxmlformats.org/officeDocument/2006/relationships/image" Target="/ppt/media/image33.jpeg" Id="R5198c0890d424570" /><Relationship Type="http://schemas.openxmlformats.org/officeDocument/2006/relationships/notesSlide" Target="/ppt/notesSlides/notesSlide18.xml" Id="R2eb43e5024d04f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e49b196c3984118" /><Relationship Type="http://schemas.openxmlformats.org/officeDocument/2006/relationships/image" Target="/ppt/media/image34.jpeg" Id="R88a94cede0af4482" /><Relationship Type="http://schemas.openxmlformats.org/officeDocument/2006/relationships/notesSlide" Target="/ppt/notesSlides/notesSlide19.xml" Id="R8a85624ff15f4e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2541c0d9c1242f0" /><Relationship Type="http://schemas.openxmlformats.org/officeDocument/2006/relationships/image" Target="/ppt/media/image35.jpeg" Id="R2356a94486404515" /><Relationship Type="http://schemas.openxmlformats.org/officeDocument/2006/relationships/notesSlide" Target="/ppt/notesSlides/notesSlide20.xml" Id="Rc9339cd6578e43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6f1b54602154681" /><Relationship Type="http://schemas.openxmlformats.org/officeDocument/2006/relationships/image" Target="/ppt/media/image36.jpeg" Id="Rbdc1cac52e134695" /><Relationship Type="http://schemas.openxmlformats.org/officeDocument/2006/relationships/notesSlide" Target="/ppt/notesSlides/notesSlide21.xml" Id="R07f8ead9445842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b98cc5e0c8740e9" /><Relationship Type="http://schemas.openxmlformats.org/officeDocument/2006/relationships/image" Target="/ppt/media/image37.jpeg" Id="R2479a2fd28b2428b" /><Relationship Type="http://schemas.openxmlformats.org/officeDocument/2006/relationships/notesSlide" Target="/ppt/notesSlides/notesSlide22.xml" Id="R7326bdbe2c4e46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0b3eb5ed494415c" /><Relationship Type="http://schemas.openxmlformats.org/officeDocument/2006/relationships/image" Target="/ppt/media/image38.jpeg" Id="Re29213555d924082" /><Relationship Type="http://schemas.openxmlformats.org/officeDocument/2006/relationships/notesSlide" Target="/ppt/notesSlides/notesSlide23.xml" Id="Rb283dd55f33e45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c3dd508147b4905" /><Relationship Type="http://schemas.openxmlformats.org/officeDocument/2006/relationships/image" Target="/ppt/media/image39.jpeg" Id="R1a14c5c554e34449" /><Relationship Type="http://schemas.openxmlformats.org/officeDocument/2006/relationships/notesSlide" Target="/ppt/notesSlides/notesSlide24.xml" Id="R6b7ddf91cb6f48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8fb010250d847ef" /><Relationship Type="http://schemas.openxmlformats.org/officeDocument/2006/relationships/image" Target="/ppt/media/image40.jpeg" Id="R218c578e8b4143ff" /><Relationship Type="http://schemas.openxmlformats.org/officeDocument/2006/relationships/notesSlide" Target="/ppt/notesSlides/notesSlide25.xml" Id="R878cca62f31044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38e5c2d5fb24fda" /><Relationship Type="http://schemas.openxmlformats.org/officeDocument/2006/relationships/image" Target="/ppt/media/image41.jpeg" Id="R29d89177e32c4ad3" /><Relationship Type="http://schemas.openxmlformats.org/officeDocument/2006/relationships/notesSlide" Target="/ppt/notesSlides/notesSlide26.xml" Id="Rde0b165730e74a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ca32ed6213a4b31" /><Relationship Type="http://schemas.openxmlformats.org/officeDocument/2006/relationships/image" Target="/ppt/media/image42.jpeg" Id="R395af1ceecb04f93" /><Relationship Type="http://schemas.openxmlformats.org/officeDocument/2006/relationships/notesSlide" Target="/ppt/notesSlides/notesSlide27.xml" Id="R9dcf676d9ec54f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3fc4ded1c104b6a" /><Relationship Type="http://schemas.openxmlformats.org/officeDocument/2006/relationships/image" Target="/ppt/media/image43.jpeg" Id="R3f66ddf905124950" /><Relationship Type="http://schemas.openxmlformats.org/officeDocument/2006/relationships/notesSlide" Target="/ppt/notesSlides/notesSlide28.xml" Id="Rb8e8dbadf33141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f80d530bf6f494f" /><Relationship Type="http://schemas.openxmlformats.org/officeDocument/2006/relationships/image" Target="/ppt/media/image44.jpeg" Id="R3fe95d71d19d4829" /><Relationship Type="http://schemas.openxmlformats.org/officeDocument/2006/relationships/notesSlide" Target="/ppt/notesSlides/notesSlide29.xml" Id="R8f9a416645d249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2d975b6aa1349af" /><Relationship Type="http://schemas.openxmlformats.org/officeDocument/2006/relationships/image" Target="/ppt/media/image45.jpeg" Id="R924fdf5635c34305" /><Relationship Type="http://schemas.openxmlformats.org/officeDocument/2006/relationships/notesSlide" Target="/ppt/notesSlides/notesSlide30.xml" Id="R152e91f94fb54bb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5b8a6b1728c46c8" /><Relationship Type="http://schemas.openxmlformats.org/officeDocument/2006/relationships/image" Target="/ppt/media/image46.jpeg" Id="Rbff970c2775c4ff8" /><Relationship Type="http://schemas.openxmlformats.org/officeDocument/2006/relationships/notesSlide" Target="/ppt/notesSlides/notesSlide31.xml" Id="Rd177dfccd569448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rofile-1">
            <a:extLst xmlns:a="http://schemas.openxmlformats.org/drawingml/2006/main">
              <a:ext uri="{FF2B5EF4-FFF2-40B4-BE49-F238E27FC236}">
                <a16:creationId xmlns:a16="http://schemas.microsoft.com/office/drawing/2014/main" id="{F0EACFAF-012F-4328-AF0D-643EFEA706A2}"/>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913B9AF-BD66-4548-A647-DA9645E68052}"/>
              </a:ext>
            </a:extLst>
          </p:cNvPr>
          <p:cNvPicPr>
            <a:picLocks xmlns:a="http://schemas.openxmlformats.org/drawingml/2006/main" noChangeAspect="1"/>
          </p:cNvPicPr>
          <p:nvPr/>
        </p:nvPicPr>
        <p:blipFill>
          <a:blip xmlns:r="http://schemas.openxmlformats.org/officeDocument/2006/relationships" xmlns:a="http://schemas.openxmlformats.org/drawingml/2006/main" r:embed="R1fe2664a60394551"/>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2">
            <a:extLst xmlns:a="http://schemas.openxmlformats.org/drawingml/2006/main">
              <a:ext uri="{FF2B5EF4-FFF2-40B4-BE49-F238E27FC236}">
                <a16:creationId xmlns:a16="http://schemas.microsoft.com/office/drawing/2014/main" id="{A7283698-3804-4E40-956C-A473C1B38898}"/>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3">
            <a:extLst xmlns:a="http://schemas.openxmlformats.org/drawingml/2006/main">
              <a:ext uri="{FF2B5EF4-FFF2-40B4-BE49-F238E27FC236}">
                <a16:creationId xmlns:a16="http://schemas.microsoft.com/office/drawing/2014/main" id="{4AEFBA5D-8596-4A10-AC12-7BD3D6525825}"/>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4">
            <a:extLst xmlns:a="http://schemas.openxmlformats.org/drawingml/2006/main">
              <a:ext uri="{FF2B5EF4-FFF2-40B4-BE49-F238E27FC236}">
                <a16:creationId xmlns:a16="http://schemas.microsoft.com/office/drawing/2014/main" id="{DD0526C8-C60E-492E-9148-0B37BE187728}"/>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5">
            <a:extLst xmlns:a="http://schemas.openxmlformats.org/drawingml/2006/main">
              <a:ext uri="{FF2B5EF4-FFF2-40B4-BE49-F238E27FC236}">
                <a16:creationId xmlns:a16="http://schemas.microsoft.com/office/drawing/2014/main" id="{C1F6E270-670A-4544-B4D5-92A3F4882976}"/>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6">
            <a:extLst xmlns:a="http://schemas.openxmlformats.org/drawingml/2006/main">
              <a:ext uri="{FF2B5EF4-FFF2-40B4-BE49-F238E27FC236}">
                <a16:creationId xmlns:a16="http://schemas.microsoft.com/office/drawing/2014/main" id="{E2EA1685-133B-418A-99EB-6CCD1C5C8519}"/>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7">
            <a:extLst xmlns:a="http://schemas.openxmlformats.org/drawingml/2006/main">
              <a:ext uri="{FF2B5EF4-FFF2-40B4-BE49-F238E27FC236}">
                <a16:creationId xmlns:a16="http://schemas.microsoft.com/office/drawing/2014/main" id="{0E4E6A96-FB33-4C46-BDE5-C3617DF7739A}"/>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8">
            <a:extLst xmlns:a="http://schemas.openxmlformats.org/drawingml/2006/main">
              <a:ext uri="{FF2B5EF4-FFF2-40B4-BE49-F238E27FC236}">
                <a16:creationId xmlns:a16="http://schemas.microsoft.com/office/drawing/2014/main" id="{86D93159-DD74-4922-885A-B4A650C2560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9">
            <a:extLst xmlns:a="http://schemas.openxmlformats.org/drawingml/2006/main">
              <a:ext uri="{FF2B5EF4-FFF2-40B4-BE49-F238E27FC236}">
                <a16:creationId xmlns:a16="http://schemas.microsoft.com/office/drawing/2014/main" id="{77D80131-23B2-41B2-99A3-97FC469741CB}"/>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10">
            <a:extLst xmlns:a="http://schemas.openxmlformats.org/drawingml/2006/main">
              <a:ext uri="{FF2B5EF4-FFF2-40B4-BE49-F238E27FC236}">
                <a16:creationId xmlns:a16="http://schemas.microsoft.com/office/drawing/2014/main" id="{4D3F80AF-E23D-49C5-9958-6DCF1F20B3A9}"/>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11">
            <a:extLst xmlns:a="http://schemas.openxmlformats.org/drawingml/2006/main">
              <a:ext uri="{FF2B5EF4-FFF2-40B4-BE49-F238E27FC236}">
                <a16:creationId xmlns:a16="http://schemas.microsoft.com/office/drawing/2014/main" id="{5DB3C60C-91F3-4AE0-A0F1-C7A3FDE3E67A}"/>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12">
            <a:extLst xmlns:a="http://schemas.openxmlformats.org/drawingml/2006/main">
              <a:ext uri="{FF2B5EF4-FFF2-40B4-BE49-F238E27FC236}">
                <a16:creationId xmlns:a16="http://schemas.microsoft.com/office/drawing/2014/main" id="{5188FCE4-E76C-4233-9076-26B0D43B5813}"/>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01</a:t>
            </a:r>
          </a:p>
        </p:txBody>
      </p:sp>
      <p:sp>
        <p:nvSpPr>
          <p:cNvPr id="14" name="profile-13">
            <a:extLst xmlns:a="http://schemas.openxmlformats.org/drawingml/2006/main">
              <a:ext uri="{FF2B5EF4-FFF2-40B4-BE49-F238E27FC236}">
                <a16:creationId xmlns:a16="http://schemas.microsoft.com/office/drawing/2014/main" id="{DC9BE580-7E43-4633-95A9-1F820D19FB7C}"/>
              </a:ext>
            </a:extLst>
          </p:cNvPr>
          <p:cNvSpPr>
            <a:spLocks xmlns:a="http://schemas.openxmlformats.org/drawingml/2006/main" noGrp="1"/>
          </p:cNvSpPr>
          <p:nvPr/>
        </p:nvSpPr>
        <p:spPr>
          <a:xfrm xmlns:a="http://schemas.openxmlformats.org/drawingml/2006/main">
            <a:off x="381000" y="17145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C63AD"/>
                </a:solidFill>
                <a:latin typeface="Segoe UI"/>
                <a:ea typeface="Segoe UI"/>
                <a:cs typeface="Segoe UI"/>
              </a:defRPr>
            </a:defPPr>
          </a:lstStyle>
          <a:p xmlns:a="http://schemas.openxmlformats.org/drawingml/2006/main">
            <a:pPr algn="l">
              <a:defRPr sz="1125" b="1">
                <a:solidFill>
                  <a:srgbClr val="1C63AD"/>
                </a:solidFill>
                <a:latin typeface="Segoe UI"/>
                <a:ea typeface="Segoe UI"/>
                <a:cs typeface="Segoe UI"/>
              </a:defRPr>
            </a:pPr>
            <a:r>
              <a:rPr sz="1125" b="1">
                <a:solidFill>
                  <a:srgbClr val="1C63AD"/>
                </a:solidFill>
                <a:latin typeface="Segoe UI"/>
                <a:ea typeface="Segoe UI"/>
                <a:cs typeface="Segoe UI"/>
              </a:rPr>
              <a:t>COMPANY PROFILE</a:t>
            </a:r>
          </a:p>
        </p:txBody>
      </p:sp>
      <p:sp>
        <p:nvSpPr>
          <p:cNvPr id="15" name="profile-14">
            <a:extLst xmlns:a="http://schemas.openxmlformats.org/drawingml/2006/main">
              <a:ext uri="{FF2B5EF4-FFF2-40B4-BE49-F238E27FC236}">
                <a16:creationId xmlns:a16="http://schemas.microsoft.com/office/drawing/2014/main" id="{E9CFEE0E-949E-4255-B7F3-8749B7A21A38}"/>
              </a:ext>
            </a:extLst>
          </p:cNvPr>
          <p:cNvSpPr>
            <a:spLocks xmlns:a="http://schemas.openxmlformats.org/drawingml/2006/main" noGrp="1"/>
          </p:cNvSpPr>
          <p:nvPr/>
        </p:nvSpPr>
        <p:spPr>
          <a:xfrm xmlns:a="http://schemas.openxmlformats.org/drawingml/2006/main">
            <a:off x="381000" y="2181225"/>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0E2C5E"/>
                </a:solidFill>
                <a:latin typeface="Segoe UI"/>
                <a:ea typeface="Segoe UI"/>
                <a:cs typeface="Segoe UI"/>
              </a:defRPr>
            </a:defPPr>
          </a:lstStyle>
          <a:p xmlns:a="http://schemas.openxmlformats.org/drawingml/2006/main">
            <a:pPr algn="l">
              <a:defRPr sz="4125" b="1">
                <a:solidFill>
                  <a:srgbClr val="0E2C5E"/>
                </a:solidFill>
                <a:latin typeface="Segoe UI"/>
                <a:ea typeface="Segoe UI"/>
                <a:cs typeface="Segoe UI"/>
              </a:defRPr>
            </a:pPr>
            <a:r>
              <a:rPr sz="4125" b="1">
                <a:solidFill>
                  <a:srgbClr val="0E2C5E"/>
                </a:solidFill>
                <a:latin typeface="Segoe UI"/>
                <a:ea typeface="Segoe UI"/>
                <a:cs typeface="Segoe UI"/>
              </a:rPr>
              <a:t>Property services</a:t>
            </a:r>
          </a:p>
        </p:txBody>
      </p:sp>
      <p:sp>
        <p:nvSpPr>
          <p:cNvPr id="16" name="profile-15">
            <a:extLst xmlns:a="http://schemas.openxmlformats.org/drawingml/2006/main">
              <a:ext uri="{FF2B5EF4-FFF2-40B4-BE49-F238E27FC236}">
                <a16:creationId xmlns:a16="http://schemas.microsoft.com/office/drawing/2014/main" id="{8C9D6474-01ED-4649-8F2F-E0A6C138EDBC}"/>
              </a:ext>
            </a:extLst>
          </p:cNvPr>
          <p:cNvSpPr>
            <a:spLocks xmlns:a="http://schemas.openxmlformats.org/drawingml/2006/main" noGrp="1"/>
          </p:cNvSpPr>
          <p:nvPr/>
        </p:nvSpPr>
        <p:spPr>
          <a:xfrm xmlns:a="http://schemas.openxmlformats.org/drawingml/2006/main">
            <a:off x="381000" y="2771775"/>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0E2C5E"/>
                </a:solidFill>
                <a:latin typeface="Segoe UI"/>
                <a:ea typeface="Segoe UI"/>
                <a:cs typeface="Segoe UI"/>
              </a:defRPr>
            </a:defPPr>
          </a:lstStyle>
          <a:p xmlns:a="http://schemas.openxmlformats.org/drawingml/2006/main">
            <a:pPr algn="l">
              <a:defRPr sz="4125" b="1">
                <a:solidFill>
                  <a:srgbClr val="0E2C5E"/>
                </a:solidFill>
                <a:latin typeface="Segoe UI"/>
                <a:ea typeface="Segoe UI"/>
                <a:cs typeface="Segoe UI"/>
              </a:defRPr>
            </a:pPr>
            <a:r>
              <a:rPr sz="4125" b="1">
                <a:solidFill>
                  <a:srgbClr val="0E2C5E"/>
                </a:solidFill>
                <a:latin typeface="Segoe UI"/>
                <a:ea typeface="Segoe UI"/>
                <a:cs typeface="Segoe UI"/>
              </a:rPr>
              <a:t>with Oceanides</a:t>
            </a:r>
          </a:p>
        </p:txBody>
      </p:sp>
      <p:sp>
        <p:nvSpPr>
          <p:cNvPr id="17" name="profile-16">
            <a:extLst xmlns:a="http://schemas.openxmlformats.org/drawingml/2006/main">
              <a:ext uri="{FF2B5EF4-FFF2-40B4-BE49-F238E27FC236}">
                <a16:creationId xmlns:a16="http://schemas.microsoft.com/office/drawing/2014/main" id="{56CEAD1E-B5B6-4A2E-8F45-00C2E3C0D5CD}"/>
              </a:ext>
            </a:extLst>
          </p:cNvPr>
          <p:cNvSpPr>
            <a:spLocks xmlns:a="http://schemas.openxmlformats.org/drawingml/2006/main" noGrp="1"/>
          </p:cNvSpPr>
          <p:nvPr/>
        </p:nvSpPr>
        <p:spPr>
          <a:xfrm xmlns:a="http://schemas.openxmlformats.org/drawingml/2006/main">
            <a:off x="381000" y="3676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0B1B33"/>
                </a:solidFill>
                <a:latin typeface="Segoe UI"/>
                <a:ea typeface="Segoe UI"/>
                <a:cs typeface="Segoe UI"/>
              </a:defRPr>
            </a:defPPr>
          </a:lstStyle>
          <a:p xmlns:a="http://schemas.openxmlformats.org/drawingml/2006/main">
            <a:pPr algn="l">
              <a:defRPr sz="1875" b="0">
                <a:solidFill>
                  <a:srgbClr val="0B1B33"/>
                </a:solidFill>
                <a:latin typeface="Segoe UI"/>
                <a:ea typeface="Segoe UI"/>
                <a:cs typeface="Segoe UI"/>
              </a:defRPr>
            </a:pPr>
            <a:r>
              <a:rPr sz="1875" b="0">
                <a:solidFill>
                  <a:srgbClr val="0B1B33"/>
                </a:solidFill>
                <a:latin typeface="Segoe UI"/>
                <a:ea typeface="Segoe UI"/>
                <a:cs typeface="Segoe UI"/>
              </a:rPr>
              <a:t>Plumbing, septic tank services, pest</a:t>
            </a:r>
          </a:p>
        </p:txBody>
      </p:sp>
      <p:sp>
        <p:nvSpPr>
          <p:cNvPr id="18" name="profile-17">
            <a:extLst xmlns:a="http://schemas.openxmlformats.org/drawingml/2006/main">
              <a:ext uri="{FF2B5EF4-FFF2-40B4-BE49-F238E27FC236}">
                <a16:creationId xmlns:a16="http://schemas.microsoft.com/office/drawing/2014/main" id="{03807A82-FF39-4449-9099-40FED3198B72}"/>
              </a:ext>
            </a:extLst>
          </p:cNvPr>
          <p:cNvSpPr>
            <a:spLocks xmlns:a="http://schemas.openxmlformats.org/drawingml/2006/main" noGrp="1"/>
          </p:cNvSpPr>
          <p:nvPr/>
        </p:nvSpPr>
        <p:spPr>
          <a:xfrm xmlns:a="http://schemas.openxmlformats.org/drawingml/2006/main">
            <a:off x="381000" y="40005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0B1B33"/>
                </a:solidFill>
                <a:latin typeface="Segoe UI"/>
                <a:ea typeface="Segoe UI"/>
                <a:cs typeface="Segoe UI"/>
              </a:defRPr>
            </a:defPPr>
          </a:lstStyle>
          <a:p xmlns:a="http://schemas.openxmlformats.org/drawingml/2006/main">
            <a:pPr algn="l">
              <a:defRPr sz="1875" b="0">
                <a:solidFill>
                  <a:srgbClr val="0B1B33"/>
                </a:solidFill>
                <a:latin typeface="Segoe UI"/>
                <a:ea typeface="Segoe UI"/>
                <a:cs typeface="Segoe UI"/>
              </a:defRPr>
            </a:pPr>
            <a:r>
              <a:rPr sz="1875" b="0">
                <a:solidFill>
                  <a:srgbClr val="0B1B33"/>
                </a:solidFill>
                <a:latin typeface="Segoe UI"/>
                <a:ea typeface="Segoe UI"/>
                <a:cs typeface="Segoe UI"/>
              </a:rPr>
              <a:t>management, cleaning and property</a:t>
            </a:r>
          </a:p>
        </p:txBody>
      </p:sp>
      <p:sp>
        <p:nvSpPr>
          <p:cNvPr id="19" name="profile-18">
            <a:extLst xmlns:a="http://schemas.openxmlformats.org/drawingml/2006/main">
              <a:ext uri="{FF2B5EF4-FFF2-40B4-BE49-F238E27FC236}">
                <a16:creationId xmlns:a16="http://schemas.microsoft.com/office/drawing/2014/main" id="{B6C597EA-41FC-4588-A4E9-47AECBE377DC}"/>
              </a:ext>
            </a:extLst>
          </p:cNvPr>
          <p:cNvSpPr>
            <a:spLocks xmlns:a="http://schemas.openxmlformats.org/drawingml/2006/main" noGrp="1"/>
          </p:cNvSpPr>
          <p:nvPr/>
        </p:nvSpPr>
        <p:spPr>
          <a:xfrm xmlns:a="http://schemas.openxmlformats.org/drawingml/2006/main">
            <a:off x="381000" y="43243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0B1B33"/>
                </a:solidFill>
                <a:latin typeface="Segoe UI"/>
                <a:ea typeface="Segoe UI"/>
                <a:cs typeface="Segoe UI"/>
              </a:defRPr>
            </a:defPPr>
          </a:lstStyle>
          <a:p xmlns:a="http://schemas.openxmlformats.org/drawingml/2006/main">
            <a:pPr algn="l">
              <a:defRPr sz="1875" b="0">
                <a:solidFill>
                  <a:srgbClr val="0B1B33"/>
                </a:solidFill>
                <a:latin typeface="Segoe UI"/>
                <a:ea typeface="Segoe UI"/>
                <a:cs typeface="Segoe UI"/>
              </a:defRPr>
            </a:pPr>
            <a:r>
              <a:rPr sz="1875" b="0">
                <a:solidFill>
                  <a:srgbClr val="0B1B33"/>
                </a:solidFill>
                <a:latin typeface="Segoe UI"/>
                <a:ea typeface="Segoe UI"/>
                <a:cs typeface="Segoe UI"/>
              </a:rPr>
              <a:t>improvement.</a:t>
            </a:r>
          </a:p>
        </p:txBody>
      </p:sp>
      <p:sp>
        <p:nvSpPr>
          <p:cNvPr id="20" name="profile-19">
            <a:extLst xmlns:a="http://schemas.openxmlformats.org/drawingml/2006/main">
              <a:ext uri="{FF2B5EF4-FFF2-40B4-BE49-F238E27FC236}">
                <a16:creationId xmlns:a16="http://schemas.microsoft.com/office/drawing/2014/main" id="{E89A2E9A-FE71-44B2-AFD1-E1E5DEFE40F0}"/>
              </a:ext>
            </a:extLst>
          </p:cNvPr>
          <p:cNvSpPr>
            <a:spLocks xmlns:a="http://schemas.openxmlformats.org/drawingml/2006/main" noGrp="1"/>
          </p:cNvSpPr>
          <p:nvPr/>
        </p:nvSpPr>
        <p:spPr>
          <a:xfrm xmlns:a="http://schemas.openxmlformats.org/drawingml/2006/main">
            <a:off x="381000" y="5219700"/>
            <a:ext cx="5334000" cy="263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C63AD"/>
                </a:solidFill>
                <a:latin typeface="Segoe UI"/>
                <a:ea typeface="Segoe UI"/>
                <a:cs typeface="Segoe UI"/>
              </a:defRPr>
            </a:defPPr>
          </a:lstStyle>
          <a:p xmlns:a="http://schemas.openxmlformats.org/drawingml/2006/main">
            <a:pPr algn="l">
              <a:defRPr sz="1425" b="1">
                <a:solidFill>
                  <a:srgbClr val="1C63AD"/>
                </a:solidFill>
                <a:latin typeface="Segoe UI"/>
                <a:ea typeface="Segoe UI"/>
                <a:cs typeface="Segoe UI"/>
              </a:defRPr>
            </a:pPr>
            <a:r>
              <a:rPr sz="1425" b="1">
                <a:solidFill>
                  <a:srgbClr val="1C63AD"/>
                </a:solidFill>
                <a:latin typeface="Segoe UI"/>
                <a:ea typeface="Segoe UI"/>
                <a:cs typeface="Segoe UI"/>
              </a:rPr>
              <a:t>Commercial / Industrial / Residential</a:t>
            </a:r>
          </a:p>
        </p:txBody>
      </p:sp>
      <p:pic>
        <p:nvPicPr>
          <p:cNvPr id="21" name="">
            <a:extLst xmlns:a="http://schemas.openxmlformats.org/drawingml/2006/main">
              <a:ext uri="{FF2B5EF4-FFF2-40B4-BE49-F238E27FC236}">
                <a16:creationId xmlns:a16="http://schemas.microsoft.com/office/drawing/2014/main" id="{A68CA5F1-B0FD-488E-95CA-84D384728FC3}"/>
              </a:ext>
            </a:extLst>
          </p:cNvPr>
          <p:cNvPicPr>
            <a:picLocks xmlns:a="http://schemas.openxmlformats.org/drawingml/2006/main" noChangeAspect="1"/>
          </p:cNvPicPr>
          <p:nvPr/>
        </p:nvPicPr>
        <p:blipFill>
          <a:blip xmlns:r="http://schemas.openxmlformats.org/officeDocument/2006/relationships" xmlns:a="http://schemas.openxmlformats.org/drawingml/2006/main" r:embed="R0f95a1103ec047b5"/>
          <a:srcRect xmlns:a="http://schemas.openxmlformats.org/drawingml/2006/main" l="0" t="0" r="0" b="0"/>
          <a:stretch xmlns:a="http://schemas.openxmlformats.org/drawingml/2006/main">
            <a:fillRect l="0" t="0" r="0" b="0"/>
          </a:stretch>
        </p:blipFill>
        <p:spPr>
          <a:xfrm xmlns:a="http://schemas.openxmlformats.org/drawingml/2006/main">
            <a:off x="6153150" y="1752600"/>
            <a:ext cx="5657850" cy="3714750"/>
          </a:xfrm>
          <a:prstGeom xmlns:a="http://schemas.openxmlformats.org/drawingml/2006/main" prst="rect">
            <a:avLst/>
          </a:prstGeom>
        </p:spPr>
      </p:pic>
      <p:sp>
        <p:nvSpPr>
          <p:cNvPr id="22" name="profile-20">
            <a:extLst xmlns:a="http://schemas.openxmlformats.org/drawingml/2006/main">
              <a:ext uri="{FF2B5EF4-FFF2-40B4-BE49-F238E27FC236}">
                <a16:creationId xmlns:a16="http://schemas.microsoft.com/office/drawing/2014/main" id="{4A147451-9856-43C8-A7CF-A8287348A844}"/>
              </a:ext>
            </a:extLst>
          </p:cNvPr>
          <p:cNvSpPr>
            <a:spLocks xmlns:a="http://schemas.openxmlformats.org/drawingml/2006/main" noGrp="1"/>
          </p:cNvSpPr>
          <p:nvPr/>
        </p:nvSpPr>
        <p:spPr>
          <a:xfrm xmlns:a="http://schemas.openxmlformats.org/drawingml/2006/main">
            <a:off x="6153150" y="5572125"/>
            <a:ext cx="5657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conceptual illustration; not a completed project or engineering plan.</a:t>
            </a:r>
          </a:p>
        </p:txBody>
      </p:sp>
    </p:spTree>
    <p:extLst>
      <p:ext uri="{BB962C8B-B14F-4D97-AF65-F5344CB8AC3E}">
        <p14:creationId xmlns:p14="http://schemas.microsoft.com/office/powerpoint/2010/main" val="10370132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file-21">
            <a:extLst xmlns:a="http://schemas.openxmlformats.org/drawingml/2006/main">
              <a:ext uri="{FF2B5EF4-FFF2-40B4-BE49-F238E27FC236}">
                <a16:creationId xmlns:a16="http://schemas.microsoft.com/office/drawing/2014/main" id="{13996900-3869-4685-B87D-36613E3BFB7B}"/>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EA676B53-A755-4750-9EEA-4D1819EF0461}"/>
              </a:ext>
            </a:extLst>
          </p:cNvPr>
          <p:cNvPicPr>
            <a:picLocks xmlns:a="http://schemas.openxmlformats.org/drawingml/2006/main" noChangeAspect="1"/>
          </p:cNvPicPr>
          <p:nvPr/>
        </p:nvPicPr>
        <p:blipFill>
          <a:blip xmlns:r="http://schemas.openxmlformats.org/officeDocument/2006/relationships" xmlns:a="http://schemas.openxmlformats.org/drawingml/2006/main" r:embed="R225c0a12a9e94795"/>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22">
            <a:extLst xmlns:a="http://schemas.openxmlformats.org/drawingml/2006/main">
              <a:ext uri="{FF2B5EF4-FFF2-40B4-BE49-F238E27FC236}">
                <a16:creationId xmlns:a16="http://schemas.microsoft.com/office/drawing/2014/main" id="{DA0C76D8-8062-48EE-BEC3-F2692321DC17}"/>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23">
            <a:extLst xmlns:a="http://schemas.openxmlformats.org/drawingml/2006/main">
              <a:ext uri="{FF2B5EF4-FFF2-40B4-BE49-F238E27FC236}">
                <a16:creationId xmlns:a16="http://schemas.microsoft.com/office/drawing/2014/main" id="{832708EA-4613-458B-9314-5C6434FD75F1}"/>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24">
            <a:extLst xmlns:a="http://schemas.openxmlformats.org/drawingml/2006/main">
              <a:ext uri="{FF2B5EF4-FFF2-40B4-BE49-F238E27FC236}">
                <a16:creationId xmlns:a16="http://schemas.microsoft.com/office/drawing/2014/main" id="{74E735EE-C2C5-4F0F-A626-9E166B465C33}"/>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25">
            <a:extLst xmlns:a="http://schemas.openxmlformats.org/drawingml/2006/main">
              <a:ext uri="{FF2B5EF4-FFF2-40B4-BE49-F238E27FC236}">
                <a16:creationId xmlns:a16="http://schemas.microsoft.com/office/drawing/2014/main" id="{F100F181-FB3F-4849-B516-615EE0693A23}"/>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26">
            <a:extLst xmlns:a="http://schemas.openxmlformats.org/drawingml/2006/main">
              <a:ext uri="{FF2B5EF4-FFF2-40B4-BE49-F238E27FC236}">
                <a16:creationId xmlns:a16="http://schemas.microsoft.com/office/drawing/2014/main" id="{AB55FC1D-6157-449E-AD61-3D3EDCCFF902}"/>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27">
            <a:extLst xmlns:a="http://schemas.openxmlformats.org/drawingml/2006/main">
              <a:ext uri="{FF2B5EF4-FFF2-40B4-BE49-F238E27FC236}">
                <a16:creationId xmlns:a16="http://schemas.microsoft.com/office/drawing/2014/main" id="{3DBB54C2-2430-4325-807D-51E58ABB1776}"/>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28">
            <a:extLst xmlns:a="http://schemas.openxmlformats.org/drawingml/2006/main">
              <a:ext uri="{FF2B5EF4-FFF2-40B4-BE49-F238E27FC236}">
                <a16:creationId xmlns:a16="http://schemas.microsoft.com/office/drawing/2014/main" id="{6735EDB2-D49A-4F74-9BB2-B7831C9661F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29">
            <a:extLst xmlns:a="http://schemas.openxmlformats.org/drawingml/2006/main">
              <a:ext uri="{FF2B5EF4-FFF2-40B4-BE49-F238E27FC236}">
                <a16:creationId xmlns:a16="http://schemas.microsoft.com/office/drawing/2014/main" id="{A09E9CA9-CD3C-413A-9784-73C266BC24D4}"/>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30">
            <a:extLst xmlns:a="http://schemas.openxmlformats.org/drawingml/2006/main">
              <a:ext uri="{FF2B5EF4-FFF2-40B4-BE49-F238E27FC236}">
                <a16:creationId xmlns:a16="http://schemas.microsoft.com/office/drawing/2014/main" id="{935F5511-9827-489D-B807-A642A67971A2}"/>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31">
            <a:extLst xmlns:a="http://schemas.openxmlformats.org/drawingml/2006/main">
              <a:ext uri="{FF2B5EF4-FFF2-40B4-BE49-F238E27FC236}">
                <a16:creationId xmlns:a16="http://schemas.microsoft.com/office/drawing/2014/main" id="{91CCA1A4-B39E-4946-B39D-04F81E747425}"/>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32">
            <a:extLst xmlns:a="http://schemas.openxmlformats.org/drawingml/2006/main">
              <a:ext uri="{FF2B5EF4-FFF2-40B4-BE49-F238E27FC236}">
                <a16:creationId xmlns:a16="http://schemas.microsoft.com/office/drawing/2014/main" id="{CF91E3CB-63CB-4726-AC97-9A0EDB215E8D}"/>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02</a:t>
            </a:r>
          </a:p>
        </p:txBody>
      </p:sp>
      <p:sp>
        <p:nvSpPr>
          <p:cNvPr id="14" name="profile-33">
            <a:extLst xmlns:a="http://schemas.openxmlformats.org/drawingml/2006/main">
              <a:ext uri="{FF2B5EF4-FFF2-40B4-BE49-F238E27FC236}">
                <a16:creationId xmlns:a16="http://schemas.microsoft.com/office/drawing/2014/main" id="{13648CC2-A4A2-41D8-8661-78B6BB257959}"/>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COMPANY OVERVIEW</a:t>
            </a:r>
          </a:p>
        </p:txBody>
      </p:sp>
      <p:sp>
        <p:nvSpPr>
          <p:cNvPr id="15" name="profile-34">
            <a:extLst xmlns:a="http://schemas.openxmlformats.org/drawingml/2006/main">
              <a:ext uri="{FF2B5EF4-FFF2-40B4-BE49-F238E27FC236}">
                <a16:creationId xmlns:a16="http://schemas.microsoft.com/office/drawing/2014/main" id="{2691E609-5827-46FA-94CF-60D6BC8C7068}"/>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About Oceanides</a:t>
            </a:r>
          </a:p>
        </p:txBody>
      </p:sp>
      <p:sp>
        <p:nvSpPr>
          <p:cNvPr id="16" name="profile-35">
            <a:extLst xmlns:a="http://schemas.openxmlformats.org/drawingml/2006/main">
              <a:ext uri="{FF2B5EF4-FFF2-40B4-BE49-F238E27FC236}">
                <a16:creationId xmlns:a16="http://schemas.microsoft.com/office/drawing/2014/main" id="{C622261C-C412-4373-95D1-80EC644498F6}"/>
              </a:ext>
            </a:extLst>
          </p:cNvPr>
          <p:cNvSpPr>
            <a:spLocks xmlns:a="http://schemas.openxmlformats.org/drawingml/2006/main" noGrp="1"/>
          </p:cNvSpPr>
          <p:nvPr/>
        </p:nvSpPr>
        <p:spPr>
          <a:xfrm xmlns:a="http://schemas.openxmlformats.org/drawingml/2006/main">
            <a:off x="381000" y="2581275"/>
            <a:ext cx="69056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Oceanides brings essential property services together through one</a:t>
            </a:r>
          </a:p>
        </p:txBody>
      </p:sp>
      <p:sp>
        <p:nvSpPr>
          <p:cNvPr id="17" name="profile-36">
            <a:extLst xmlns:a="http://schemas.openxmlformats.org/drawingml/2006/main">
              <a:ext uri="{FF2B5EF4-FFF2-40B4-BE49-F238E27FC236}">
                <a16:creationId xmlns:a16="http://schemas.microsoft.com/office/drawing/2014/main" id="{44ED0EBD-1A07-48D1-91CB-FF5D20AD050B}"/>
              </a:ext>
            </a:extLst>
          </p:cNvPr>
          <p:cNvSpPr>
            <a:spLocks xmlns:a="http://schemas.openxmlformats.org/drawingml/2006/main" noGrp="1"/>
          </p:cNvSpPr>
          <p:nvPr/>
        </p:nvSpPr>
        <p:spPr>
          <a:xfrm xmlns:a="http://schemas.openxmlformats.org/drawingml/2006/main">
            <a:off x="381000" y="2877026"/>
            <a:ext cx="69056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service partner. We serve commercial, industrial and residential</a:t>
            </a:r>
          </a:p>
        </p:txBody>
      </p:sp>
      <p:sp>
        <p:nvSpPr>
          <p:cNvPr id="18" name="profile-37">
            <a:extLst xmlns:a="http://schemas.openxmlformats.org/drawingml/2006/main">
              <a:ext uri="{FF2B5EF4-FFF2-40B4-BE49-F238E27FC236}">
                <a16:creationId xmlns:a16="http://schemas.microsoft.com/office/drawing/2014/main" id="{F1A522B0-1A6D-4977-B8A4-DD0937090045}"/>
              </a:ext>
            </a:extLst>
          </p:cNvPr>
          <p:cNvSpPr>
            <a:spLocks xmlns:a="http://schemas.openxmlformats.org/drawingml/2006/main" noGrp="1"/>
          </p:cNvSpPr>
          <p:nvPr/>
        </p:nvSpPr>
        <p:spPr>
          <a:xfrm xmlns:a="http://schemas.openxmlformats.org/drawingml/2006/main">
            <a:off x="381000" y="3172778"/>
            <a:ext cx="69056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properties, including restaurants, hotels, offices, warehouses, factories,</a:t>
            </a:r>
          </a:p>
        </p:txBody>
      </p:sp>
      <p:sp>
        <p:nvSpPr>
          <p:cNvPr id="19" name="profile-38">
            <a:extLst xmlns:a="http://schemas.openxmlformats.org/drawingml/2006/main">
              <a:ext uri="{FF2B5EF4-FFF2-40B4-BE49-F238E27FC236}">
                <a16:creationId xmlns:a16="http://schemas.microsoft.com/office/drawing/2014/main" id="{BF07AE50-544F-47C0-9981-844B30522415}"/>
              </a:ext>
            </a:extLst>
          </p:cNvPr>
          <p:cNvSpPr>
            <a:spLocks xmlns:a="http://schemas.openxmlformats.org/drawingml/2006/main" noGrp="1"/>
          </p:cNvSpPr>
          <p:nvPr/>
        </p:nvSpPr>
        <p:spPr>
          <a:xfrm xmlns:a="http://schemas.openxmlformats.org/drawingml/2006/main">
            <a:off x="381000" y="3468529"/>
            <a:ext cx="69056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hospitals and homes.</a:t>
            </a:r>
          </a:p>
        </p:txBody>
      </p:sp>
      <p:sp>
        <p:nvSpPr>
          <p:cNvPr id="20" name="profile-39">
            <a:extLst xmlns:a="http://schemas.openxmlformats.org/drawingml/2006/main">
              <a:ext uri="{FF2B5EF4-FFF2-40B4-BE49-F238E27FC236}">
                <a16:creationId xmlns:a16="http://schemas.microsoft.com/office/drawing/2014/main" id="{7C401069-5C95-4269-B3A4-C87CC1F4B11C}"/>
              </a:ext>
            </a:extLst>
          </p:cNvPr>
          <p:cNvSpPr>
            <a:spLocks xmlns:a="http://schemas.openxmlformats.org/drawingml/2006/main" noGrp="1"/>
          </p:cNvSpPr>
          <p:nvPr/>
        </p:nvSpPr>
        <p:spPr>
          <a:xfrm xmlns:a="http://schemas.openxmlformats.org/drawingml/2006/main">
            <a:off x="381000" y="4086225"/>
            <a:ext cx="6905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Registered in 2023 as Oceanides Plumbing Services under DTI; now an</a:t>
            </a:r>
          </a:p>
        </p:txBody>
      </p:sp>
      <p:sp>
        <p:nvSpPr>
          <p:cNvPr id="21" name="profile-40">
            <a:extLst xmlns:a="http://schemas.openxmlformats.org/drawingml/2006/main">
              <a:ext uri="{FF2B5EF4-FFF2-40B4-BE49-F238E27FC236}">
                <a16:creationId xmlns:a16="http://schemas.microsoft.com/office/drawing/2014/main" id="{F44C118C-1638-4D2B-BF2E-952EAB4222A3}"/>
              </a:ext>
            </a:extLst>
          </p:cNvPr>
          <p:cNvSpPr>
            <a:spLocks xmlns:a="http://schemas.openxmlformats.org/drawingml/2006/main" noGrp="1"/>
          </p:cNvSpPr>
          <p:nvPr/>
        </p:nvSpPr>
        <p:spPr>
          <a:xfrm xmlns:a="http://schemas.openxmlformats.org/drawingml/2006/main">
            <a:off x="381000" y="4369118"/>
            <a:ext cx="6905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SEC-registered One Person Corporation.</a:t>
            </a:r>
          </a:p>
        </p:txBody>
      </p:sp>
      <p:sp>
        <p:nvSpPr>
          <p:cNvPr id="22" name="profile-41">
            <a:extLst xmlns:a="http://schemas.openxmlformats.org/drawingml/2006/main">
              <a:ext uri="{FF2B5EF4-FFF2-40B4-BE49-F238E27FC236}">
                <a16:creationId xmlns:a16="http://schemas.microsoft.com/office/drawing/2014/main" id="{9569FEC4-8882-4504-8CA4-F199DB5E555A}"/>
              </a:ext>
            </a:extLst>
          </p:cNvPr>
          <p:cNvSpPr>
            <a:spLocks xmlns:a="http://schemas.openxmlformats.org/drawingml/2006/main" noGrp="1"/>
          </p:cNvSpPr>
          <p:nvPr/>
        </p:nvSpPr>
        <p:spPr>
          <a:xfrm xmlns:a="http://schemas.openxmlformats.org/drawingml/2006/main">
            <a:off x="381000" y="5143500"/>
            <a:ext cx="6905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Customer relationships built through recurring septic tank, grease tank</a:t>
            </a:r>
          </a:p>
        </p:txBody>
      </p:sp>
      <p:sp>
        <p:nvSpPr>
          <p:cNvPr id="23" name="profile-42">
            <a:extLst xmlns:a="http://schemas.openxmlformats.org/drawingml/2006/main">
              <a:ext uri="{FF2B5EF4-FFF2-40B4-BE49-F238E27FC236}">
                <a16:creationId xmlns:a16="http://schemas.microsoft.com/office/drawing/2014/main" id="{56200123-B729-47B6-95C3-4AABD174667D}"/>
              </a:ext>
            </a:extLst>
          </p:cNvPr>
          <p:cNvSpPr>
            <a:spLocks xmlns:a="http://schemas.openxmlformats.org/drawingml/2006/main" noGrp="1"/>
          </p:cNvSpPr>
          <p:nvPr/>
        </p:nvSpPr>
        <p:spPr>
          <a:xfrm xmlns:a="http://schemas.openxmlformats.org/drawingml/2006/main">
            <a:off x="381000" y="5426393"/>
            <a:ext cx="6905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and plumbing service.</a:t>
            </a:r>
          </a:p>
        </p:txBody>
      </p:sp>
      <p:pic>
        <p:nvPicPr>
          <p:cNvPr id="24" name="">
            <a:extLst xmlns:a="http://schemas.openxmlformats.org/drawingml/2006/main">
              <a:ext uri="{FF2B5EF4-FFF2-40B4-BE49-F238E27FC236}">
                <a16:creationId xmlns:a16="http://schemas.microsoft.com/office/drawing/2014/main" id="{77561B6B-85D2-4C62-B22A-380F5187E1CE}"/>
              </a:ext>
            </a:extLst>
          </p:cNvPr>
          <p:cNvPicPr>
            <a:picLocks xmlns:a="http://schemas.openxmlformats.org/drawingml/2006/main" noChangeAspect="1"/>
          </p:cNvPicPr>
          <p:nvPr/>
        </p:nvPicPr>
        <p:blipFill>
          <a:blip xmlns:r="http://schemas.openxmlformats.org/officeDocument/2006/relationships" xmlns:a="http://schemas.openxmlformats.org/drawingml/2006/main" r:embed="Rc39e22b9b7934aa6"/>
          <a:srcRect xmlns:a="http://schemas.openxmlformats.org/drawingml/2006/main" l="41" t="0" r="41" b="0"/>
          <a:stretch xmlns:a="http://schemas.openxmlformats.org/drawingml/2006/main">
            <a:fillRect l="0" t="0" r="0" b="0"/>
          </a:stretch>
        </p:blipFill>
        <p:spPr>
          <a:xfrm xmlns:a="http://schemas.openxmlformats.org/drawingml/2006/main">
            <a:off x="7953375" y="2581275"/>
            <a:ext cx="3857625" cy="2857500"/>
          </a:xfrm>
          <a:prstGeom xmlns:a="http://schemas.openxmlformats.org/drawingml/2006/main" prst="rect">
            <a:avLst/>
          </a:prstGeom>
        </p:spPr>
      </p:pic>
      <p:sp>
        <p:nvSpPr>
          <p:cNvPr id="25" name="profile-43">
            <a:extLst xmlns:a="http://schemas.openxmlformats.org/drawingml/2006/main">
              <a:ext uri="{FF2B5EF4-FFF2-40B4-BE49-F238E27FC236}">
                <a16:creationId xmlns:a16="http://schemas.microsoft.com/office/drawing/2014/main" id="{4B52F13E-F8FB-487B-A32B-32AAFC080D75}"/>
              </a:ext>
            </a:extLst>
          </p:cNvPr>
          <p:cNvSpPr>
            <a:spLocks xmlns:a="http://schemas.openxmlformats.org/drawingml/2006/main" noGrp="1"/>
          </p:cNvSpPr>
          <p:nvPr/>
        </p:nvSpPr>
        <p:spPr>
          <a:xfrm xmlns:a="http://schemas.openxmlformats.org/drawingml/2006/main">
            <a:off x="7953375" y="5543550"/>
            <a:ext cx="3857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service illustration</a:t>
            </a:r>
          </a:p>
        </p:txBody>
      </p:sp>
    </p:spTree>
    <p:extLst>
      <p:ext uri="{BB962C8B-B14F-4D97-AF65-F5344CB8AC3E}">
        <p14:creationId xmlns:p14="http://schemas.microsoft.com/office/powerpoint/2010/main" val="7998789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rofile-44">
            <a:extLst xmlns:a="http://schemas.openxmlformats.org/drawingml/2006/main">
              <a:ext uri="{FF2B5EF4-FFF2-40B4-BE49-F238E27FC236}">
                <a16:creationId xmlns:a16="http://schemas.microsoft.com/office/drawing/2014/main" id="{219B9E6B-C4D6-4393-9E75-DEDA0C3669EE}"/>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2308A0F-7C93-4B67-95FE-0474D4EE5B35}"/>
              </a:ext>
            </a:extLst>
          </p:cNvPr>
          <p:cNvPicPr>
            <a:picLocks xmlns:a="http://schemas.openxmlformats.org/drawingml/2006/main" noChangeAspect="1"/>
          </p:cNvPicPr>
          <p:nvPr/>
        </p:nvPicPr>
        <p:blipFill>
          <a:blip xmlns:r="http://schemas.openxmlformats.org/officeDocument/2006/relationships" xmlns:a="http://schemas.openxmlformats.org/drawingml/2006/main" r:embed="R0cc0096e288c4d5d"/>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45">
            <a:extLst xmlns:a="http://schemas.openxmlformats.org/drawingml/2006/main">
              <a:ext uri="{FF2B5EF4-FFF2-40B4-BE49-F238E27FC236}">
                <a16:creationId xmlns:a16="http://schemas.microsoft.com/office/drawing/2014/main" id="{BE4E44A2-A579-4B98-92C5-412ADCD1DEA9}"/>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46">
            <a:extLst xmlns:a="http://schemas.openxmlformats.org/drawingml/2006/main">
              <a:ext uri="{FF2B5EF4-FFF2-40B4-BE49-F238E27FC236}">
                <a16:creationId xmlns:a16="http://schemas.microsoft.com/office/drawing/2014/main" id="{178B5821-F66D-4BED-A9D1-E3EBA656E0AA}"/>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47">
            <a:extLst xmlns:a="http://schemas.openxmlformats.org/drawingml/2006/main">
              <a:ext uri="{FF2B5EF4-FFF2-40B4-BE49-F238E27FC236}">
                <a16:creationId xmlns:a16="http://schemas.microsoft.com/office/drawing/2014/main" id="{3ED7CA54-78FB-4AB9-8966-A1499A83ACB4}"/>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48">
            <a:extLst xmlns:a="http://schemas.openxmlformats.org/drawingml/2006/main">
              <a:ext uri="{FF2B5EF4-FFF2-40B4-BE49-F238E27FC236}">
                <a16:creationId xmlns:a16="http://schemas.microsoft.com/office/drawing/2014/main" id="{E33DDB16-15F3-414E-9A88-87E2D04F6C83}"/>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49">
            <a:extLst xmlns:a="http://schemas.openxmlformats.org/drawingml/2006/main">
              <a:ext uri="{FF2B5EF4-FFF2-40B4-BE49-F238E27FC236}">
                <a16:creationId xmlns:a16="http://schemas.microsoft.com/office/drawing/2014/main" id="{A6FF2D03-A447-4A37-AF14-53B17F72C299}"/>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50">
            <a:extLst xmlns:a="http://schemas.openxmlformats.org/drawingml/2006/main">
              <a:ext uri="{FF2B5EF4-FFF2-40B4-BE49-F238E27FC236}">
                <a16:creationId xmlns:a16="http://schemas.microsoft.com/office/drawing/2014/main" id="{0BD9CC0D-4E1A-4BF4-8177-42A06505184E}"/>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51">
            <a:extLst xmlns:a="http://schemas.openxmlformats.org/drawingml/2006/main">
              <a:ext uri="{FF2B5EF4-FFF2-40B4-BE49-F238E27FC236}">
                <a16:creationId xmlns:a16="http://schemas.microsoft.com/office/drawing/2014/main" id="{1C87DA9A-E983-4BFB-A901-839104539CF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52">
            <a:extLst xmlns:a="http://schemas.openxmlformats.org/drawingml/2006/main">
              <a:ext uri="{FF2B5EF4-FFF2-40B4-BE49-F238E27FC236}">
                <a16:creationId xmlns:a16="http://schemas.microsoft.com/office/drawing/2014/main" id="{515F836D-39AC-4018-BB04-E3AF9C8177CC}"/>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53">
            <a:extLst xmlns:a="http://schemas.openxmlformats.org/drawingml/2006/main">
              <a:ext uri="{FF2B5EF4-FFF2-40B4-BE49-F238E27FC236}">
                <a16:creationId xmlns:a16="http://schemas.microsoft.com/office/drawing/2014/main" id="{B44B4AF5-0461-45AF-9411-EDC852817E65}"/>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54">
            <a:extLst xmlns:a="http://schemas.openxmlformats.org/drawingml/2006/main">
              <a:ext uri="{FF2B5EF4-FFF2-40B4-BE49-F238E27FC236}">
                <a16:creationId xmlns:a16="http://schemas.microsoft.com/office/drawing/2014/main" id="{42AF77BA-73C7-4C3B-8693-38D1D16610CC}"/>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55">
            <a:extLst xmlns:a="http://schemas.openxmlformats.org/drawingml/2006/main">
              <a:ext uri="{FF2B5EF4-FFF2-40B4-BE49-F238E27FC236}">
                <a16:creationId xmlns:a16="http://schemas.microsoft.com/office/drawing/2014/main" id="{1270E2B3-68DF-47BD-8365-664B89B6DA7F}"/>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03</a:t>
            </a:r>
          </a:p>
        </p:txBody>
      </p:sp>
      <p:sp>
        <p:nvSpPr>
          <p:cNvPr id="14" name="profile-56">
            <a:extLst xmlns:a="http://schemas.openxmlformats.org/drawingml/2006/main">
              <a:ext uri="{FF2B5EF4-FFF2-40B4-BE49-F238E27FC236}">
                <a16:creationId xmlns:a16="http://schemas.microsoft.com/office/drawing/2014/main" id="{D5223034-AE71-4D1F-B5BB-2709F7DC8AE3}"/>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DIRECTORY</a:t>
            </a:r>
          </a:p>
        </p:txBody>
      </p:sp>
      <p:sp>
        <p:nvSpPr>
          <p:cNvPr id="15" name="profile-57">
            <a:extLst xmlns:a="http://schemas.openxmlformats.org/drawingml/2006/main">
              <a:ext uri="{FF2B5EF4-FFF2-40B4-BE49-F238E27FC236}">
                <a16:creationId xmlns:a16="http://schemas.microsoft.com/office/drawing/2014/main" id="{F9C11CA3-0094-4BC9-BD33-BAF07FF07400}"/>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Our services</a:t>
            </a:r>
          </a:p>
        </p:txBody>
      </p:sp>
      <p:sp>
        <p:nvSpPr>
          <p:cNvPr id="16" name="profile-58">
            <a:extLst xmlns:a="http://schemas.openxmlformats.org/drawingml/2006/main">
              <a:ext uri="{FF2B5EF4-FFF2-40B4-BE49-F238E27FC236}">
                <a16:creationId xmlns:a16="http://schemas.microsoft.com/office/drawing/2014/main" id="{B2A0777B-9582-4272-BA63-39B2A5CEFC5B}"/>
              </a:ext>
            </a:extLst>
          </p:cNvPr>
          <p:cNvSpPr>
            <a:spLocks xmlns:a="http://schemas.openxmlformats.org/drawingml/2006/main" noGrp="1"/>
          </p:cNvSpPr>
          <p:nvPr/>
        </p:nvSpPr>
        <p:spPr>
          <a:xfrm xmlns:a="http://schemas.openxmlformats.org/drawingml/2006/main">
            <a:off x="381000" y="2676525"/>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17" name="profile-59">
            <a:extLst xmlns:a="http://schemas.openxmlformats.org/drawingml/2006/main">
              <a:ext uri="{FF2B5EF4-FFF2-40B4-BE49-F238E27FC236}">
                <a16:creationId xmlns:a16="http://schemas.microsoft.com/office/drawing/2014/main" id="{19205A4A-F139-4E83-8538-254E517E67F4}"/>
              </a:ext>
            </a:extLst>
          </p:cNvPr>
          <p:cNvSpPr>
            <a:spLocks xmlns:a="http://schemas.openxmlformats.org/drawingml/2006/main" noGrp="1"/>
          </p:cNvSpPr>
          <p:nvPr/>
        </p:nvSpPr>
        <p:spPr>
          <a:xfrm xmlns:a="http://schemas.openxmlformats.org/drawingml/2006/main">
            <a:off x="790575" y="2676525"/>
            <a:ext cx="506730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Septic tank siphoning</a:t>
            </a:r>
          </a:p>
        </p:txBody>
      </p:sp>
      <p:sp>
        <p:nvSpPr>
          <p:cNvPr id="18" name="profile-60">
            <a:extLst xmlns:a="http://schemas.openxmlformats.org/drawingml/2006/main">
              <a:ext uri="{FF2B5EF4-FFF2-40B4-BE49-F238E27FC236}">
                <a16:creationId xmlns:a16="http://schemas.microsoft.com/office/drawing/2014/main" id="{42E9A6D4-39DD-4518-9E81-C595BF9E3D52}"/>
              </a:ext>
            </a:extLst>
          </p:cNvPr>
          <p:cNvSpPr>
            <a:spLocks xmlns:a="http://schemas.openxmlformats.org/drawingml/2006/main" noGrp="1"/>
          </p:cNvSpPr>
          <p:nvPr/>
        </p:nvSpPr>
        <p:spPr>
          <a:xfrm xmlns:a="http://schemas.openxmlformats.org/drawingml/2006/main">
            <a:off x="381000" y="3086576"/>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19" name="profile-61">
            <a:extLst xmlns:a="http://schemas.openxmlformats.org/drawingml/2006/main">
              <a:ext uri="{FF2B5EF4-FFF2-40B4-BE49-F238E27FC236}">
                <a16:creationId xmlns:a16="http://schemas.microsoft.com/office/drawing/2014/main" id="{CD8ECCA1-0633-4FA9-B285-36235B08F3EF}"/>
              </a:ext>
            </a:extLst>
          </p:cNvPr>
          <p:cNvSpPr>
            <a:spLocks xmlns:a="http://schemas.openxmlformats.org/drawingml/2006/main" noGrp="1"/>
          </p:cNvSpPr>
          <p:nvPr/>
        </p:nvSpPr>
        <p:spPr>
          <a:xfrm xmlns:a="http://schemas.openxmlformats.org/drawingml/2006/main">
            <a:off x="790575" y="3086576"/>
            <a:ext cx="506730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Manual septic tank cleaning</a:t>
            </a:r>
          </a:p>
        </p:txBody>
      </p:sp>
      <p:sp>
        <p:nvSpPr>
          <p:cNvPr id="20" name="profile-62">
            <a:extLst xmlns:a="http://schemas.openxmlformats.org/drawingml/2006/main">
              <a:ext uri="{FF2B5EF4-FFF2-40B4-BE49-F238E27FC236}">
                <a16:creationId xmlns:a16="http://schemas.microsoft.com/office/drawing/2014/main" id="{41393A1D-4EAE-4B5A-A7EE-A0D46FAD5CC1}"/>
              </a:ext>
            </a:extLst>
          </p:cNvPr>
          <p:cNvSpPr>
            <a:spLocks xmlns:a="http://schemas.openxmlformats.org/drawingml/2006/main" noGrp="1"/>
          </p:cNvSpPr>
          <p:nvPr/>
        </p:nvSpPr>
        <p:spPr>
          <a:xfrm xmlns:a="http://schemas.openxmlformats.org/drawingml/2006/main">
            <a:off x="381000" y="3496628"/>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1" name="profile-63">
            <a:extLst xmlns:a="http://schemas.openxmlformats.org/drawingml/2006/main">
              <a:ext uri="{FF2B5EF4-FFF2-40B4-BE49-F238E27FC236}">
                <a16:creationId xmlns:a16="http://schemas.microsoft.com/office/drawing/2014/main" id="{0C6E03DB-9E69-49EC-B25D-9922D50BEE64}"/>
              </a:ext>
            </a:extLst>
          </p:cNvPr>
          <p:cNvSpPr>
            <a:spLocks xmlns:a="http://schemas.openxmlformats.org/drawingml/2006/main" noGrp="1"/>
          </p:cNvSpPr>
          <p:nvPr/>
        </p:nvSpPr>
        <p:spPr>
          <a:xfrm xmlns:a="http://schemas.openxmlformats.org/drawingml/2006/main">
            <a:off x="790575" y="3496628"/>
            <a:ext cx="506730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Plumbing services</a:t>
            </a:r>
          </a:p>
        </p:txBody>
      </p:sp>
      <p:sp>
        <p:nvSpPr>
          <p:cNvPr id="22" name="profile-64">
            <a:extLst xmlns:a="http://schemas.openxmlformats.org/drawingml/2006/main">
              <a:ext uri="{FF2B5EF4-FFF2-40B4-BE49-F238E27FC236}">
                <a16:creationId xmlns:a16="http://schemas.microsoft.com/office/drawing/2014/main" id="{AC102BCB-DE18-443B-AD75-55B11534981D}"/>
              </a:ext>
            </a:extLst>
          </p:cNvPr>
          <p:cNvSpPr>
            <a:spLocks xmlns:a="http://schemas.openxmlformats.org/drawingml/2006/main" noGrp="1"/>
          </p:cNvSpPr>
          <p:nvPr/>
        </p:nvSpPr>
        <p:spPr>
          <a:xfrm xmlns:a="http://schemas.openxmlformats.org/drawingml/2006/main">
            <a:off x="381000" y="3906679"/>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3" name="profile-65">
            <a:extLst xmlns:a="http://schemas.openxmlformats.org/drawingml/2006/main">
              <a:ext uri="{FF2B5EF4-FFF2-40B4-BE49-F238E27FC236}">
                <a16:creationId xmlns:a16="http://schemas.microsoft.com/office/drawing/2014/main" id="{CCCA8C88-35AB-40DF-9F4D-75C43B0E138B}"/>
              </a:ext>
            </a:extLst>
          </p:cNvPr>
          <p:cNvSpPr>
            <a:spLocks xmlns:a="http://schemas.openxmlformats.org/drawingml/2006/main" noGrp="1"/>
          </p:cNvSpPr>
          <p:nvPr/>
        </p:nvSpPr>
        <p:spPr>
          <a:xfrm xmlns:a="http://schemas.openxmlformats.org/drawingml/2006/main">
            <a:off x="790575" y="3906679"/>
            <a:ext cx="506730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Excavation services</a:t>
            </a:r>
          </a:p>
        </p:txBody>
      </p:sp>
      <p:sp>
        <p:nvSpPr>
          <p:cNvPr id="24" name="profile-66">
            <a:extLst xmlns:a="http://schemas.openxmlformats.org/drawingml/2006/main">
              <a:ext uri="{FF2B5EF4-FFF2-40B4-BE49-F238E27FC236}">
                <a16:creationId xmlns:a16="http://schemas.microsoft.com/office/drawing/2014/main" id="{8FF9E853-9EC5-4B9F-B23F-81BC0C0799D7}"/>
              </a:ext>
            </a:extLst>
          </p:cNvPr>
          <p:cNvSpPr>
            <a:spLocks xmlns:a="http://schemas.openxmlformats.org/drawingml/2006/main" noGrp="1"/>
          </p:cNvSpPr>
          <p:nvPr/>
        </p:nvSpPr>
        <p:spPr>
          <a:xfrm xmlns:a="http://schemas.openxmlformats.org/drawingml/2006/main">
            <a:off x="381000" y="4316730"/>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05</a:t>
            </a:r>
          </a:p>
        </p:txBody>
      </p:sp>
      <p:sp>
        <p:nvSpPr>
          <p:cNvPr id="25" name="profile-67">
            <a:extLst xmlns:a="http://schemas.openxmlformats.org/drawingml/2006/main">
              <a:ext uri="{FF2B5EF4-FFF2-40B4-BE49-F238E27FC236}">
                <a16:creationId xmlns:a16="http://schemas.microsoft.com/office/drawing/2014/main" id="{7E3791BB-DF67-449E-AA84-97B41445F7A0}"/>
              </a:ext>
            </a:extLst>
          </p:cNvPr>
          <p:cNvSpPr>
            <a:spLocks xmlns:a="http://schemas.openxmlformats.org/drawingml/2006/main" noGrp="1"/>
          </p:cNvSpPr>
          <p:nvPr/>
        </p:nvSpPr>
        <p:spPr>
          <a:xfrm xmlns:a="http://schemas.openxmlformats.org/drawingml/2006/main">
            <a:off x="790575" y="4316730"/>
            <a:ext cx="506730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Drain and pipe declogging</a:t>
            </a:r>
          </a:p>
        </p:txBody>
      </p:sp>
      <p:sp>
        <p:nvSpPr>
          <p:cNvPr id="26" name="profile-68">
            <a:extLst xmlns:a="http://schemas.openxmlformats.org/drawingml/2006/main">
              <a:ext uri="{FF2B5EF4-FFF2-40B4-BE49-F238E27FC236}">
                <a16:creationId xmlns:a16="http://schemas.microsoft.com/office/drawing/2014/main" id="{AF7A15BB-F9B7-447E-9D69-7F2107B53570}"/>
              </a:ext>
            </a:extLst>
          </p:cNvPr>
          <p:cNvSpPr>
            <a:spLocks xmlns:a="http://schemas.openxmlformats.org/drawingml/2006/main" noGrp="1"/>
          </p:cNvSpPr>
          <p:nvPr/>
        </p:nvSpPr>
        <p:spPr>
          <a:xfrm xmlns:a="http://schemas.openxmlformats.org/drawingml/2006/main">
            <a:off x="381000" y="4726781"/>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06</a:t>
            </a:r>
          </a:p>
        </p:txBody>
      </p:sp>
      <p:sp>
        <p:nvSpPr>
          <p:cNvPr id="27" name="profile-69">
            <a:extLst xmlns:a="http://schemas.openxmlformats.org/drawingml/2006/main">
              <a:ext uri="{FF2B5EF4-FFF2-40B4-BE49-F238E27FC236}">
                <a16:creationId xmlns:a16="http://schemas.microsoft.com/office/drawing/2014/main" id="{96E4A1D7-4673-48A4-8902-BE735FDAA728}"/>
              </a:ext>
            </a:extLst>
          </p:cNvPr>
          <p:cNvSpPr>
            <a:spLocks xmlns:a="http://schemas.openxmlformats.org/drawingml/2006/main" noGrp="1"/>
          </p:cNvSpPr>
          <p:nvPr/>
        </p:nvSpPr>
        <p:spPr>
          <a:xfrm xmlns:a="http://schemas.openxmlformats.org/drawingml/2006/main">
            <a:off x="790575" y="4726781"/>
            <a:ext cx="506730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Grease tank and trap cleaning</a:t>
            </a:r>
          </a:p>
        </p:txBody>
      </p:sp>
      <p:sp>
        <p:nvSpPr>
          <p:cNvPr id="28" name="profile-70">
            <a:extLst xmlns:a="http://schemas.openxmlformats.org/drawingml/2006/main">
              <a:ext uri="{FF2B5EF4-FFF2-40B4-BE49-F238E27FC236}">
                <a16:creationId xmlns:a16="http://schemas.microsoft.com/office/drawing/2014/main" id="{405727CF-09A7-4B48-9CB8-A8C9F22B7100}"/>
              </a:ext>
            </a:extLst>
          </p:cNvPr>
          <p:cNvSpPr>
            <a:spLocks xmlns:a="http://schemas.openxmlformats.org/drawingml/2006/main" noGrp="1"/>
          </p:cNvSpPr>
          <p:nvPr/>
        </p:nvSpPr>
        <p:spPr>
          <a:xfrm xmlns:a="http://schemas.openxmlformats.org/drawingml/2006/main">
            <a:off x="6477000" y="267652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07</a:t>
            </a:r>
          </a:p>
        </p:txBody>
      </p:sp>
      <p:sp>
        <p:nvSpPr>
          <p:cNvPr id="29" name="profile-71">
            <a:extLst xmlns:a="http://schemas.openxmlformats.org/drawingml/2006/main">
              <a:ext uri="{FF2B5EF4-FFF2-40B4-BE49-F238E27FC236}">
                <a16:creationId xmlns:a16="http://schemas.microsoft.com/office/drawing/2014/main" id="{22F965E2-9DF0-4A7A-BF1B-D6308CDE03AF}"/>
              </a:ext>
            </a:extLst>
          </p:cNvPr>
          <p:cNvSpPr>
            <a:spLocks xmlns:a="http://schemas.openxmlformats.org/drawingml/2006/main" noGrp="1"/>
          </p:cNvSpPr>
          <p:nvPr/>
        </p:nvSpPr>
        <p:spPr>
          <a:xfrm xmlns:a="http://schemas.openxmlformats.org/drawingml/2006/main">
            <a:off x="6886575" y="2676525"/>
            <a:ext cx="49244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Pest management</a:t>
            </a:r>
          </a:p>
        </p:txBody>
      </p:sp>
      <p:sp>
        <p:nvSpPr>
          <p:cNvPr id="30" name="profile-72">
            <a:extLst xmlns:a="http://schemas.openxmlformats.org/drawingml/2006/main">
              <a:ext uri="{FF2B5EF4-FFF2-40B4-BE49-F238E27FC236}">
                <a16:creationId xmlns:a16="http://schemas.microsoft.com/office/drawing/2014/main" id="{D553F997-535B-4BA3-919F-3D3BD2BC827E}"/>
              </a:ext>
            </a:extLst>
          </p:cNvPr>
          <p:cNvSpPr>
            <a:spLocks xmlns:a="http://schemas.openxmlformats.org/drawingml/2006/main" noGrp="1"/>
          </p:cNvSpPr>
          <p:nvPr/>
        </p:nvSpPr>
        <p:spPr>
          <a:xfrm xmlns:a="http://schemas.openxmlformats.org/drawingml/2006/main">
            <a:off x="6477000" y="3086576"/>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08</a:t>
            </a:r>
          </a:p>
        </p:txBody>
      </p:sp>
      <p:sp>
        <p:nvSpPr>
          <p:cNvPr id="31" name="profile-73">
            <a:extLst xmlns:a="http://schemas.openxmlformats.org/drawingml/2006/main">
              <a:ext uri="{FF2B5EF4-FFF2-40B4-BE49-F238E27FC236}">
                <a16:creationId xmlns:a16="http://schemas.microsoft.com/office/drawing/2014/main" id="{FBAB1DB7-F097-4A78-BC56-3F05A3795BBC}"/>
              </a:ext>
            </a:extLst>
          </p:cNvPr>
          <p:cNvSpPr>
            <a:spLocks xmlns:a="http://schemas.openxmlformats.org/drawingml/2006/main" noGrp="1"/>
          </p:cNvSpPr>
          <p:nvPr/>
        </p:nvSpPr>
        <p:spPr>
          <a:xfrm xmlns:a="http://schemas.openxmlformats.org/drawingml/2006/main">
            <a:off x="6886575" y="3086576"/>
            <a:ext cx="49244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General cleaning</a:t>
            </a:r>
          </a:p>
        </p:txBody>
      </p:sp>
      <p:sp>
        <p:nvSpPr>
          <p:cNvPr id="32" name="profile-74">
            <a:extLst xmlns:a="http://schemas.openxmlformats.org/drawingml/2006/main">
              <a:ext uri="{FF2B5EF4-FFF2-40B4-BE49-F238E27FC236}">
                <a16:creationId xmlns:a16="http://schemas.microsoft.com/office/drawing/2014/main" id="{0ED5764E-ACA5-4237-9D79-A6A072AF3F32}"/>
              </a:ext>
            </a:extLst>
          </p:cNvPr>
          <p:cNvSpPr>
            <a:spLocks xmlns:a="http://schemas.openxmlformats.org/drawingml/2006/main" noGrp="1"/>
          </p:cNvSpPr>
          <p:nvPr/>
        </p:nvSpPr>
        <p:spPr>
          <a:xfrm xmlns:a="http://schemas.openxmlformats.org/drawingml/2006/main">
            <a:off x="6477000" y="3496628"/>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09</a:t>
            </a:r>
          </a:p>
        </p:txBody>
      </p:sp>
      <p:sp>
        <p:nvSpPr>
          <p:cNvPr id="33" name="profile-75">
            <a:extLst xmlns:a="http://schemas.openxmlformats.org/drawingml/2006/main">
              <a:ext uri="{FF2B5EF4-FFF2-40B4-BE49-F238E27FC236}">
                <a16:creationId xmlns:a16="http://schemas.microsoft.com/office/drawing/2014/main" id="{71EF53F0-4C96-4B07-9ADE-DA862BB43E13}"/>
              </a:ext>
            </a:extLst>
          </p:cNvPr>
          <p:cNvSpPr>
            <a:spLocks xmlns:a="http://schemas.openxmlformats.org/drawingml/2006/main" noGrp="1"/>
          </p:cNvSpPr>
          <p:nvPr/>
        </p:nvSpPr>
        <p:spPr>
          <a:xfrm xmlns:a="http://schemas.openxmlformats.org/drawingml/2006/main">
            <a:off x="6886575" y="3496628"/>
            <a:ext cx="49244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Renovation and restoration</a:t>
            </a:r>
          </a:p>
        </p:txBody>
      </p:sp>
      <p:sp>
        <p:nvSpPr>
          <p:cNvPr id="34" name="profile-76">
            <a:extLst xmlns:a="http://schemas.openxmlformats.org/drawingml/2006/main">
              <a:ext uri="{FF2B5EF4-FFF2-40B4-BE49-F238E27FC236}">
                <a16:creationId xmlns:a16="http://schemas.microsoft.com/office/drawing/2014/main" id="{86E79F67-C0A5-47B0-9810-BAC5BE8F0EF6}"/>
              </a:ext>
            </a:extLst>
          </p:cNvPr>
          <p:cNvSpPr>
            <a:spLocks xmlns:a="http://schemas.openxmlformats.org/drawingml/2006/main" noGrp="1"/>
          </p:cNvSpPr>
          <p:nvPr/>
        </p:nvSpPr>
        <p:spPr>
          <a:xfrm xmlns:a="http://schemas.openxmlformats.org/drawingml/2006/main">
            <a:off x="6477000" y="3906679"/>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10</a:t>
            </a:r>
          </a:p>
        </p:txBody>
      </p:sp>
      <p:sp>
        <p:nvSpPr>
          <p:cNvPr id="35" name="profile-77">
            <a:extLst xmlns:a="http://schemas.openxmlformats.org/drawingml/2006/main">
              <a:ext uri="{FF2B5EF4-FFF2-40B4-BE49-F238E27FC236}">
                <a16:creationId xmlns:a16="http://schemas.microsoft.com/office/drawing/2014/main" id="{98D4C747-403A-46B0-80DE-B2913172EABA}"/>
              </a:ext>
            </a:extLst>
          </p:cNvPr>
          <p:cNvSpPr>
            <a:spLocks xmlns:a="http://schemas.openxmlformats.org/drawingml/2006/main" noGrp="1"/>
          </p:cNvSpPr>
          <p:nvPr/>
        </p:nvSpPr>
        <p:spPr>
          <a:xfrm xmlns:a="http://schemas.openxmlformats.org/drawingml/2006/main">
            <a:off x="6886575" y="3906679"/>
            <a:ext cx="49244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Air-conditioning cleaning</a:t>
            </a:r>
          </a:p>
        </p:txBody>
      </p:sp>
      <p:sp>
        <p:nvSpPr>
          <p:cNvPr id="36" name="profile-78">
            <a:extLst xmlns:a="http://schemas.openxmlformats.org/drawingml/2006/main">
              <a:ext uri="{FF2B5EF4-FFF2-40B4-BE49-F238E27FC236}">
                <a16:creationId xmlns:a16="http://schemas.microsoft.com/office/drawing/2014/main" id="{E544A015-C382-428D-B568-BBF918E2A8C8}"/>
              </a:ext>
            </a:extLst>
          </p:cNvPr>
          <p:cNvSpPr>
            <a:spLocks xmlns:a="http://schemas.openxmlformats.org/drawingml/2006/main" noGrp="1"/>
          </p:cNvSpPr>
          <p:nvPr/>
        </p:nvSpPr>
        <p:spPr>
          <a:xfrm xmlns:a="http://schemas.openxmlformats.org/drawingml/2006/main">
            <a:off x="6477000" y="431673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11</a:t>
            </a:r>
          </a:p>
        </p:txBody>
      </p:sp>
      <p:sp>
        <p:nvSpPr>
          <p:cNvPr id="37" name="profile-79">
            <a:extLst xmlns:a="http://schemas.openxmlformats.org/drawingml/2006/main">
              <a:ext uri="{FF2B5EF4-FFF2-40B4-BE49-F238E27FC236}">
                <a16:creationId xmlns:a16="http://schemas.microsoft.com/office/drawing/2014/main" id="{4937D14F-3A65-406D-B79E-92C291EA4C81}"/>
              </a:ext>
            </a:extLst>
          </p:cNvPr>
          <p:cNvSpPr>
            <a:spLocks xmlns:a="http://schemas.openxmlformats.org/drawingml/2006/main" noGrp="1"/>
          </p:cNvSpPr>
          <p:nvPr/>
        </p:nvSpPr>
        <p:spPr>
          <a:xfrm xmlns:a="http://schemas.openxmlformats.org/drawingml/2006/main">
            <a:off x="6886575" y="4316730"/>
            <a:ext cx="4924425"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B1B33"/>
                </a:solidFill>
                <a:latin typeface="Segoe UI"/>
                <a:ea typeface="Segoe UI"/>
                <a:cs typeface="Segoe UI"/>
              </a:defRPr>
            </a:defPPr>
          </a:lstStyle>
          <a:p xmlns:a="http://schemas.openxmlformats.org/drawingml/2006/main">
            <a:pPr algn="l">
              <a:defRPr sz="1725" b="0">
                <a:solidFill>
                  <a:srgbClr val="0B1B33"/>
                </a:solidFill>
                <a:latin typeface="Segoe UI"/>
                <a:ea typeface="Segoe UI"/>
                <a:cs typeface="Segoe UI"/>
              </a:defRPr>
            </a:pPr>
            <a:r>
              <a:rPr sz="1725" b="0">
                <a:solidFill>
                  <a:srgbClr val="0B1B33"/>
                </a:solidFill>
                <a:latin typeface="Segoe UI"/>
                <a:ea typeface="Segoe UI"/>
                <a:cs typeface="Segoe UI"/>
              </a:rPr>
              <a:t>Onsite wastewater treatment systems</a:t>
            </a:r>
          </a:p>
        </p:txBody>
      </p:sp>
    </p:spTree>
    <p:extLst>
      <p:ext uri="{BB962C8B-B14F-4D97-AF65-F5344CB8AC3E}">
        <p14:creationId xmlns:p14="http://schemas.microsoft.com/office/powerpoint/2010/main" val="21349631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80">
            <a:extLst xmlns:a="http://schemas.openxmlformats.org/drawingml/2006/main">
              <a:ext uri="{FF2B5EF4-FFF2-40B4-BE49-F238E27FC236}">
                <a16:creationId xmlns:a16="http://schemas.microsoft.com/office/drawing/2014/main" id="{1FBEAB5A-107C-40CB-98B3-C25BCBF644B1}"/>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659C50D1-C583-4FC4-A434-30FED4BFC0FD}"/>
              </a:ext>
            </a:extLst>
          </p:cNvPr>
          <p:cNvPicPr>
            <a:picLocks xmlns:a="http://schemas.openxmlformats.org/drawingml/2006/main" noChangeAspect="1"/>
          </p:cNvPicPr>
          <p:nvPr/>
        </p:nvPicPr>
        <p:blipFill>
          <a:blip xmlns:r="http://schemas.openxmlformats.org/officeDocument/2006/relationships" xmlns:a="http://schemas.openxmlformats.org/drawingml/2006/main" r:embed="R78760c31415b4104"/>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81">
            <a:extLst xmlns:a="http://schemas.openxmlformats.org/drawingml/2006/main">
              <a:ext uri="{FF2B5EF4-FFF2-40B4-BE49-F238E27FC236}">
                <a16:creationId xmlns:a16="http://schemas.microsoft.com/office/drawing/2014/main" id="{D74C7622-7FB4-4497-89F6-B6879494CC10}"/>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82">
            <a:extLst xmlns:a="http://schemas.openxmlformats.org/drawingml/2006/main">
              <a:ext uri="{FF2B5EF4-FFF2-40B4-BE49-F238E27FC236}">
                <a16:creationId xmlns:a16="http://schemas.microsoft.com/office/drawing/2014/main" id="{4F305D91-3658-4788-976B-B1AC1F79358F}"/>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83">
            <a:extLst xmlns:a="http://schemas.openxmlformats.org/drawingml/2006/main">
              <a:ext uri="{FF2B5EF4-FFF2-40B4-BE49-F238E27FC236}">
                <a16:creationId xmlns:a16="http://schemas.microsoft.com/office/drawing/2014/main" id="{398097E5-94E7-4ABC-BDFA-BB5652FF77E6}"/>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84">
            <a:extLst xmlns:a="http://schemas.openxmlformats.org/drawingml/2006/main">
              <a:ext uri="{FF2B5EF4-FFF2-40B4-BE49-F238E27FC236}">
                <a16:creationId xmlns:a16="http://schemas.microsoft.com/office/drawing/2014/main" id="{9F5C3A68-22A6-409D-BF20-965D01F8950D}"/>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85">
            <a:extLst xmlns:a="http://schemas.openxmlformats.org/drawingml/2006/main">
              <a:ext uri="{FF2B5EF4-FFF2-40B4-BE49-F238E27FC236}">
                <a16:creationId xmlns:a16="http://schemas.microsoft.com/office/drawing/2014/main" id="{5E7E5309-CAA2-4984-83D5-E7ADB80EF593}"/>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86">
            <a:extLst xmlns:a="http://schemas.openxmlformats.org/drawingml/2006/main">
              <a:ext uri="{FF2B5EF4-FFF2-40B4-BE49-F238E27FC236}">
                <a16:creationId xmlns:a16="http://schemas.microsoft.com/office/drawing/2014/main" id="{FC764ECF-4CEC-4054-99AF-AA0216635FD5}"/>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87">
            <a:extLst xmlns:a="http://schemas.openxmlformats.org/drawingml/2006/main">
              <a:ext uri="{FF2B5EF4-FFF2-40B4-BE49-F238E27FC236}">
                <a16:creationId xmlns:a16="http://schemas.microsoft.com/office/drawing/2014/main" id="{227100A5-4A1E-4B5E-A323-3E8616EEACD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88">
            <a:extLst xmlns:a="http://schemas.openxmlformats.org/drawingml/2006/main">
              <a:ext uri="{FF2B5EF4-FFF2-40B4-BE49-F238E27FC236}">
                <a16:creationId xmlns:a16="http://schemas.microsoft.com/office/drawing/2014/main" id="{4CE3D22D-0D5D-4E2F-8011-4F6FDD2C0EC5}"/>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89">
            <a:extLst xmlns:a="http://schemas.openxmlformats.org/drawingml/2006/main">
              <a:ext uri="{FF2B5EF4-FFF2-40B4-BE49-F238E27FC236}">
                <a16:creationId xmlns:a16="http://schemas.microsoft.com/office/drawing/2014/main" id="{FC06C088-FD65-4D0C-954C-930DD1A5FF03}"/>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90">
            <a:extLst xmlns:a="http://schemas.openxmlformats.org/drawingml/2006/main">
              <a:ext uri="{FF2B5EF4-FFF2-40B4-BE49-F238E27FC236}">
                <a16:creationId xmlns:a16="http://schemas.microsoft.com/office/drawing/2014/main" id="{66A0DBCD-6B9A-4C8D-A7C7-75DD1044C9EC}"/>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91">
            <a:extLst xmlns:a="http://schemas.openxmlformats.org/drawingml/2006/main">
              <a:ext uri="{FF2B5EF4-FFF2-40B4-BE49-F238E27FC236}">
                <a16:creationId xmlns:a16="http://schemas.microsoft.com/office/drawing/2014/main" id="{18D497DF-29E4-4C4A-9272-E82A2AAC8B63}"/>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04</a:t>
            </a:r>
          </a:p>
        </p:txBody>
      </p:sp>
      <p:sp>
        <p:nvSpPr>
          <p:cNvPr id="14" name="profile-92">
            <a:extLst xmlns:a="http://schemas.openxmlformats.org/drawingml/2006/main">
              <a:ext uri="{FF2B5EF4-FFF2-40B4-BE49-F238E27FC236}">
                <a16:creationId xmlns:a16="http://schemas.microsoft.com/office/drawing/2014/main" id="{2C06B669-AE27-4C72-90EB-96438FBE34BF}"/>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01</a:t>
            </a:r>
          </a:p>
        </p:txBody>
      </p:sp>
      <p:sp>
        <p:nvSpPr>
          <p:cNvPr id="15" name="profile-93">
            <a:extLst xmlns:a="http://schemas.openxmlformats.org/drawingml/2006/main">
              <a:ext uri="{FF2B5EF4-FFF2-40B4-BE49-F238E27FC236}">
                <a16:creationId xmlns:a16="http://schemas.microsoft.com/office/drawing/2014/main" id="{4E132DAF-C3C1-4047-A571-C6C169C71860}"/>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Septic Tank Siphoning</a:t>
            </a:r>
          </a:p>
        </p:txBody>
      </p:sp>
      <p:sp>
        <p:nvSpPr>
          <p:cNvPr id="16" name="profile-94">
            <a:extLst xmlns:a="http://schemas.openxmlformats.org/drawingml/2006/main">
              <a:ext uri="{FF2B5EF4-FFF2-40B4-BE49-F238E27FC236}">
                <a16:creationId xmlns:a16="http://schemas.microsoft.com/office/drawing/2014/main" id="{D7D0494B-8508-4945-A021-63AE876B51CF}"/>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Plan septic tank servicing before an overflow disrupts</a:t>
            </a:r>
          </a:p>
        </p:txBody>
      </p:sp>
      <p:sp>
        <p:nvSpPr>
          <p:cNvPr id="17" name="profile-95">
            <a:extLst xmlns:a="http://schemas.openxmlformats.org/drawingml/2006/main">
              <a:ext uri="{FF2B5EF4-FFF2-40B4-BE49-F238E27FC236}">
                <a16:creationId xmlns:a16="http://schemas.microsoft.com/office/drawing/2014/main" id="{10B8A86E-9D00-4490-A229-B1116B4A2F14}"/>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your property.</a:t>
            </a:r>
          </a:p>
        </p:txBody>
      </p:sp>
      <p:sp>
        <p:nvSpPr>
          <p:cNvPr id="18" name="profile-96">
            <a:extLst xmlns:a="http://schemas.openxmlformats.org/drawingml/2006/main">
              <a:ext uri="{FF2B5EF4-FFF2-40B4-BE49-F238E27FC236}">
                <a16:creationId xmlns:a16="http://schemas.microsoft.com/office/drawing/2014/main" id="{28BB4F76-CEE1-44D4-A881-0B4BCCB76D01}"/>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provides septic tank siphoning for commercial, industrial,</a:t>
            </a:r>
          </a:p>
        </p:txBody>
      </p:sp>
      <p:sp>
        <p:nvSpPr>
          <p:cNvPr id="19" name="profile-97">
            <a:extLst xmlns:a="http://schemas.openxmlformats.org/drawingml/2006/main">
              <a:ext uri="{FF2B5EF4-FFF2-40B4-BE49-F238E27FC236}">
                <a16:creationId xmlns:a16="http://schemas.microsoft.com/office/drawing/2014/main" id="{7C2F6BBC-5ADE-41A9-9F61-60C53826626A}"/>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and residential properties. We coordinate access, the work area, and the</a:t>
            </a:r>
          </a:p>
        </p:txBody>
      </p:sp>
      <p:sp>
        <p:nvSpPr>
          <p:cNvPr id="20" name="profile-98">
            <a:extLst xmlns:a="http://schemas.openxmlformats.org/drawingml/2006/main">
              <a:ext uri="{FF2B5EF4-FFF2-40B4-BE49-F238E27FC236}">
                <a16:creationId xmlns:a16="http://schemas.microsoft.com/office/drawing/2014/main" id="{B3C35FF0-6F96-43C9-8124-844A2C2398CF}"/>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agreed service schedule with your site representative.</a:t>
            </a:r>
          </a:p>
        </p:txBody>
      </p:sp>
      <p:sp>
        <p:nvSpPr>
          <p:cNvPr id="21" name="profile-99">
            <a:extLst xmlns:a="http://schemas.openxmlformats.org/drawingml/2006/main">
              <a:ext uri="{FF2B5EF4-FFF2-40B4-BE49-F238E27FC236}">
                <a16:creationId xmlns:a16="http://schemas.microsoft.com/office/drawing/2014/main" id="{F73FF128-3E2A-4F2A-BECD-C9503F92D97E}"/>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100">
            <a:extLst xmlns:a="http://schemas.openxmlformats.org/drawingml/2006/main">
              <a:ext uri="{FF2B5EF4-FFF2-40B4-BE49-F238E27FC236}">
                <a16:creationId xmlns:a16="http://schemas.microsoft.com/office/drawing/2014/main" id="{E45D2611-0747-444F-BFE6-7F1B1425EB03}"/>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Review of tank access and service requirements</a:t>
            </a:r>
          </a:p>
        </p:txBody>
      </p:sp>
      <p:sp>
        <p:nvSpPr>
          <p:cNvPr id="23" name="profile-101">
            <a:extLst xmlns:a="http://schemas.openxmlformats.org/drawingml/2006/main">
              <a:ext uri="{FF2B5EF4-FFF2-40B4-BE49-F238E27FC236}">
                <a16:creationId xmlns:a16="http://schemas.microsoft.com/office/drawing/2014/main" id="{BEE94F12-FCA2-49DE-9E57-6E71268303FE}"/>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102">
            <a:extLst xmlns:a="http://schemas.openxmlformats.org/drawingml/2006/main">
              <a:ext uri="{FF2B5EF4-FFF2-40B4-BE49-F238E27FC236}">
                <a16:creationId xmlns:a16="http://schemas.microsoft.com/office/drawing/2014/main" id="{83ACBCE1-BB65-454D-845E-65BDBB6470CB}"/>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Removal of accumulated septic contents within the agreed scope</a:t>
            </a:r>
          </a:p>
        </p:txBody>
      </p:sp>
      <p:sp>
        <p:nvSpPr>
          <p:cNvPr id="25" name="profile-103">
            <a:extLst xmlns:a="http://schemas.openxmlformats.org/drawingml/2006/main">
              <a:ext uri="{FF2B5EF4-FFF2-40B4-BE49-F238E27FC236}">
                <a16:creationId xmlns:a16="http://schemas.microsoft.com/office/drawing/2014/main" id="{B2D13963-A486-4CB4-B56A-A084F7C3F39E}"/>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104">
            <a:extLst xmlns:a="http://schemas.openxmlformats.org/drawingml/2006/main">
              <a:ext uri="{FF2B5EF4-FFF2-40B4-BE49-F238E27FC236}">
                <a16:creationId xmlns:a16="http://schemas.microsoft.com/office/drawing/2014/main" id="{0C522EF8-02F2-42D3-A5CC-39C84C18AA71}"/>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Coordination with site personnel during the work</a:t>
            </a:r>
          </a:p>
        </p:txBody>
      </p:sp>
      <p:sp>
        <p:nvSpPr>
          <p:cNvPr id="27" name="profile-105">
            <a:extLst xmlns:a="http://schemas.openxmlformats.org/drawingml/2006/main">
              <a:ext uri="{FF2B5EF4-FFF2-40B4-BE49-F238E27FC236}">
                <a16:creationId xmlns:a16="http://schemas.microsoft.com/office/drawing/2014/main" id="{AC818F32-F65D-4A41-9BA9-ACA399C0ADC8}"/>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106">
            <a:extLst xmlns:a="http://schemas.openxmlformats.org/drawingml/2006/main">
              <a:ext uri="{FF2B5EF4-FFF2-40B4-BE49-F238E27FC236}">
                <a16:creationId xmlns:a16="http://schemas.microsoft.com/office/drawing/2014/main" id="{D6C0E01A-0A4A-41E1-A230-B4BA5A08DDDB}"/>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Recommendations for the next service based on site conditions</a:t>
            </a:r>
          </a:p>
        </p:txBody>
      </p:sp>
      <p:pic>
        <p:nvPicPr>
          <p:cNvPr id="29" name="">
            <a:extLst xmlns:a="http://schemas.openxmlformats.org/drawingml/2006/main">
              <a:ext uri="{FF2B5EF4-FFF2-40B4-BE49-F238E27FC236}">
                <a16:creationId xmlns:a16="http://schemas.microsoft.com/office/drawing/2014/main" id="{79FC7E7C-928B-4BFC-A8DB-429F211CC192}"/>
              </a:ext>
            </a:extLst>
          </p:cNvPr>
          <p:cNvPicPr>
            <a:picLocks xmlns:a="http://schemas.openxmlformats.org/drawingml/2006/main" noChangeAspect="1"/>
          </p:cNvPicPr>
          <p:nvPr/>
        </p:nvPicPr>
        <p:blipFill>
          <a:blip xmlns:r="http://schemas.openxmlformats.org/officeDocument/2006/relationships" xmlns:a="http://schemas.openxmlformats.org/drawingml/2006/main" r:embed="R7467bebb1d6c416f"/>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107">
            <a:extLst xmlns:a="http://schemas.openxmlformats.org/drawingml/2006/main">
              <a:ext uri="{FF2B5EF4-FFF2-40B4-BE49-F238E27FC236}">
                <a16:creationId xmlns:a16="http://schemas.microsoft.com/office/drawing/2014/main" id="{3B565B11-1631-4DFC-84D5-26588AC7333E}"/>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service illustration</a:t>
            </a:r>
          </a:p>
        </p:txBody>
      </p:sp>
    </p:spTree>
    <p:extLst>
      <p:ext uri="{BB962C8B-B14F-4D97-AF65-F5344CB8AC3E}">
        <p14:creationId xmlns:p14="http://schemas.microsoft.com/office/powerpoint/2010/main" val="18498031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108">
            <a:extLst xmlns:a="http://schemas.openxmlformats.org/drawingml/2006/main">
              <a:ext uri="{FF2B5EF4-FFF2-40B4-BE49-F238E27FC236}">
                <a16:creationId xmlns:a16="http://schemas.microsoft.com/office/drawing/2014/main" id="{DA43385A-E2F3-4D3B-A1CA-C89C3BE255FD}"/>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43EAEF2-CD30-44F4-9FF1-A52FDA777D4D}"/>
              </a:ext>
            </a:extLst>
          </p:cNvPr>
          <p:cNvPicPr>
            <a:picLocks xmlns:a="http://schemas.openxmlformats.org/drawingml/2006/main" noChangeAspect="1"/>
          </p:cNvPicPr>
          <p:nvPr/>
        </p:nvPicPr>
        <p:blipFill>
          <a:blip xmlns:r="http://schemas.openxmlformats.org/officeDocument/2006/relationships" xmlns:a="http://schemas.openxmlformats.org/drawingml/2006/main" r:embed="R26641b3f774c4fd0"/>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109">
            <a:extLst xmlns:a="http://schemas.openxmlformats.org/drawingml/2006/main">
              <a:ext uri="{FF2B5EF4-FFF2-40B4-BE49-F238E27FC236}">
                <a16:creationId xmlns:a16="http://schemas.microsoft.com/office/drawing/2014/main" id="{6264A21F-D47E-4EAA-9CB7-6143589BA731}"/>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110">
            <a:extLst xmlns:a="http://schemas.openxmlformats.org/drawingml/2006/main">
              <a:ext uri="{FF2B5EF4-FFF2-40B4-BE49-F238E27FC236}">
                <a16:creationId xmlns:a16="http://schemas.microsoft.com/office/drawing/2014/main" id="{A26CE8CD-59D9-4507-A770-9DB887A8FD32}"/>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111">
            <a:extLst xmlns:a="http://schemas.openxmlformats.org/drawingml/2006/main">
              <a:ext uri="{FF2B5EF4-FFF2-40B4-BE49-F238E27FC236}">
                <a16:creationId xmlns:a16="http://schemas.microsoft.com/office/drawing/2014/main" id="{5D839BC4-05CA-42D9-9070-DF815FC0A89B}"/>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112">
            <a:extLst xmlns:a="http://schemas.openxmlformats.org/drawingml/2006/main">
              <a:ext uri="{FF2B5EF4-FFF2-40B4-BE49-F238E27FC236}">
                <a16:creationId xmlns:a16="http://schemas.microsoft.com/office/drawing/2014/main" id="{D038263F-C562-460E-B2CD-E77A41F823AA}"/>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113">
            <a:extLst xmlns:a="http://schemas.openxmlformats.org/drawingml/2006/main">
              <a:ext uri="{FF2B5EF4-FFF2-40B4-BE49-F238E27FC236}">
                <a16:creationId xmlns:a16="http://schemas.microsoft.com/office/drawing/2014/main" id="{847F7BF6-5E16-45E5-8526-F620C52D49FE}"/>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114">
            <a:extLst xmlns:a="http://schemas.openxmlformats.org/drawingml/2006/main">
              <a:ext uri="{FF2B5EF4-FFF2-40B4-BE49-F238E27FC236}">
                <a16:creationId xmlns:a16="http://schemas.microsoft.com/office/drawing/2014/main" id="{3433F876-A717-401A-9FD2-63F3294658A6}"/>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115">
            <a:extLst xmlns:a="http://schemas.openxmlformats.org/drawingml/2006/main">
              <a:ext uri="{FF2B5EF4-FFF2-40B4-BE49-F238E27FC236}">
                <a16:creationId xmlns:a16="http://schemas.microsoft.com/office/drawing/2014/main" id="{BECEC651-706A-4140-9767-996D2A9BB92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116">
            <a:extLst xmlns:a="http://schemas.openxmlformats.org/drawingml/2006/main">
              <a:ext uri="{FF2B5EF4-FFF2-40B4-BE49-F238E27FC236}">
                <a16:creationId xmlns:a16="http://schemas.microsoft.com/office/drawing/2014/main" id="{505F35B7-D79D-4DDD-8D81-AD5D895E18CF}"/>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117">
            <a:extLst xmlns:a="http://schemas.openxmlformats.org/drawingml/2006/main">
              <a:ext uri="{FF2B5EF4-FFF2-40B4-BE49-F238E27FC236}">
                <a16:creationId xmlns:a16="http://schemas.microsoft.com/office/drawing/2014/main" id="{C3A3E237-A07D-4A2F-BFBC-AAEEF57BCB6A}"/>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118">
            <a:extLst xmlns:a="http://schemas.openxmlformats.org/drawingml/2006/main">
              <a:ext uri="{FF2B5EF4-FFF2-40B4-BE49-F238E27FC236}">
                <a16:creationId xmlns:a16="http://schemas.microsoft.com/office/drawing/2014/main" id="{7EFDC78B-1B10-40E2-BB28-BABCFDC864C1}"/>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119">
            <a:extLst xmlns:a="http://schemas.openxmlformats.org/drawingml/2006/main">
              <a:ext uri="{FF2B5EF4-FFF2-40B4-BE49-F238E27FC236}">
                <a16:creationId xmlns:a16="http://schemas.microsoft.com/office/drawing/2014/main" id="{D2046767-AE40-4292-B1BE-EE796AC0144C}"/>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05</a:t>
            </a:r>
          </a:p>
        </p:txBody>
      </p:sp>
      <p:sp>
        <p:nvSpPr>
          <p:cNvPr id="14" name="profile-120">
            <a:extLst xmlns:a="http://schemas.openxmlformats.org/drawingml/2006/main">
              <a:ext uri="{FF2B5EF4-FFF2-40B4-BE49-F238E27FC236}">
                <a16:creationId xmlns:a16="http://schemas.microsoft.com/office/drawing/2014/main" id="{D332642C-B6D1-4453-9728-F8259D292C2C}"/>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02</a:t>
            </a:r>
          </a:p>
        </p:txBody>
      </p:sp>
      <p:sp>
        <p:nvSpPr>
          <p:cNvPr id="15" name="profile-121">
            <a:extLst xmlns:a="http://schemas.openxmlformats.org/drawingml/2006/main">
              <a:ext uri="{FF2B5EF4-FFF2-40B4-BE49-F238E27FC236}">
                <a16:creationId xmlns:a16="http://schemas.microsoft.com/office/drawing/2014/main" id="{7B74F68A-F72C-4649-A431-D3D0C61A61EE}"/>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Manual Septic Tank Cleaning</a:t>
            </a:r>
          </a:p>
        </p:txBody>
      </p:sp>
      <p:sp>
        <p:nvSpPr>
          <p:cNvPr id="16" name="profile-122">
            <a:extLst xmlns:a="http://schemas.openxmlformats.org/drawingml/2006/main">
              <a:ext uri="{FF2B5EF4-FFF2-40B4-BE49-F238E27FC236}">
                <a16:creationId xmlns:a16="http://schemas.microsoft.com/office/drawing/2014/main" id="{051B5908-1273-45F6-B237-77A20C8F4C18}"/>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Address deposits and buildup that require more</a:t>
            </a:r>
          </a:p>
        </p:txBody>
      </p:sp>
      <p:sp>
        <p:nvSpPr>
          <p:cNvPr id="17" name="profile-123">
            <a:extLst xmlns:a="http://schemas.openxmlformats.org/drawingml/2006/main">
              <a:ext uri="{FF2B5EF4-FFF2-40B4-BE49-F238E27FC236}">
                <a16:creationId xmlns:a16="http://schemas.microsoft.com/office/drawing/2014/main" id="{4509BA1C-091F-4571-B73C-3596D2AE5AB4}"/>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detailed cleaning.</a:t>
            </a:r>
          </a:p>
        </p:txBody>
      </p:sp>
      <p:sp>
        <p:nvSpPr>
          <p:cNvPr id="18" name="profile-124">
            <a:extLst xmlns:a="http://schemas.openxmlformats.org/drawingml/2006/main">
              <a:ext uri="{FF2B5EF4-FFF2-40B4-BE49-F238E27FC236}">
                <a16:creationId xmlns:a16="http://schemas.microsoft.com/office/drawing/2014/main" id="{4E851AC8-A798-4840-A174-CCC046BF04FC}"/>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assesses deposits that need detailed cleaning beyond</a:t>
            </a:r>
          </a:p>
        </p:txBody>
      </p:sp>
      <p:sp>
        <p:nvSpPr>
          <p:cNvPr id="19" name="profile-125">
            <a:extLst xmlns:a="http://schemas.openxmlformats.org/drawingml/2006/main">
              <a:ext uri="{FF2B5EF4-FFF2-40B4-BE49-F238E27FC236}">
                <a16:creationId xmlns:a16="http://schemas.microsoft.com/office/drawing/2014/main" id="{09AA3738-7AD3-43D7-96FF-963D4CBD3E66}"/>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siphoning. The method follows tank condition and access. Any</a:t>
            </a:r>
          </a:p>
        </p:txBody>
      </p:sp>
      <p:sp>
        <p:nvSpPr>
          <p:cNvPr id="20" name="profile-126">
            <a:extLst xmlns:a="http://schemas.openxmlformats.org/drawingml/2006/main">
              <a:ext uri="{FF2B5EF4-FFF2-40B4-BE49-F238E27FC236}">
                <a16:creationId xmlns:a16="http://schemas.microsoft.com/office/drawing/2014/main" id="{77FB8837-3A0C-49EF-820E-AA3FE1C742B3}"/>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confined-space entry requires qualified personnel, suitable equipment,</a:t>
            </a:r>
          </a:p>
        </p:txBody>
      </p:sp>
      <p:sp>
        <p:nvSpPr>
          <p:cNvPr id="21" name="profile-127">
            <a:extLst xmlns:a="http://schemas.openxmlformats.org/drawingml/2006/main">
              <a:ext uri="{FF2B5EF4-FFF2-40B4-BE49-F238E27FC236}">
                <a16:creationId xmlns:a16="http://schemas.microsoft.com/office/drawing/2014/main" id="{3C8632C3-6AD9-4E80-BD1B-A80CAA730046}"/>
              </a:ext>
            </a:extLst>
          </p:cNvPr>
          <p:cNvSpPr>
            <a:spLocks xmlns:a="http://schemas.openxmlformats.org/drawingml/2006/main" noGrp="1"/>
          </p:cNvSpPr>
          <p:nvPr/>
        </p:nvSpPr>
        <p:spPr>
          <a:xfrm xmlns:a="http://schemas.openxmlformats.org/drawingml/2006/main">
            <a:off x="381000" y="410051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and applicable safety procedures.</a:t>
            </a:r>
          </a:p>
        </p:txBody>
      </p:sp>
      <p:sp>
        <p:nvSpPr>
          <p:cNvPr id="22" name="profile-128">
            <a:extLst xmlns:a="http://schemas.openxmlformats.org/drawingml/2006/main">
              <a:ext uri="{FF2B5EF4-FFF2-40B4-BE49-F238E27FC236}">
                <a16:creationId xmlns:a16="http://schemas.microsoft.com/office/drawing/2014/main" id="{77A86D9E-13FB-4A34-A478-D5EFBC5A9BE8}"/>
              </a:ext>
            </a:extLst>
          </p:cNvPr>
          <p:cNvSpPr>
            <a:spLocks xmlns:a="http://schemas.openxmlformats.org/drawingml/2006/main" noGrp="1"/>
          </p:cNvSpPr>
          <p:nvPr/>
        </p:nvSpPr>
        <p:spPr>
          <a:xfrm xmlns:a="http://schemas.openxmlformats.org/drawingml/2006/main">
            <a:off x="381000" y="454818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3" name="profile-129">
            <a:extLst xmlns:a="http://schemas.openxmlformats.org/drawingml/2006/main">
              <a:ext uri="{FF2B5EF4-FFF2-40B4-BE49-F238E27FC236}">
                <a16:creationId xmlns:a16="http://schemas.microsoft.com/office/drawing/2014/main" id="{85B795CC-1A91-4D50-AFD9-2D1FF9048CC5}"/>
              </a:ext>
            </a:extLst>
          </p:cNvPr>
          <p:cNvSpPr>
            <a:spLocks xmlns:a="http://schemas.openxmlformats.org/drawingml/2006/main" noGrp="1"/>
          </p:cNvSpPr>
          <p:nvPr/>
        </p:nvSpPr>
        <p:spPr>
          <a:xfrm xmlns:a="http://schemas.openxmlformats.org/drawingml/2006/main">
            <a:off x="790575" y="454818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Assessment of remaining sludge and solid deposits</a:t>
            </a:r>
          </a:p>
        </p:txBody>
      </p:sp>
      <p:sp>
        <p:nvSpPr>
          <p:cNvPr id="24" name="profile-130">
            <a:extLst xmlns:a="http://schemas.openxmlformats.org/drawingml/2006/main">
              <a:ext uri="{FF2B5EF4-FFF2-40B4-BE49-F238E27FC236}">
                <a16:creationId xmlns:a16="http://schemas.microsoft.com/office/drawing/2014/main" id="{73EA4418-4018-4D1C-9C4F-67D81BCE25A9}"/>
              </a:ext>
            </a:extLst>
          </p:cNvPr>
          <p:cNvSpPr>
            <a:spLocks xmlns:a="http://schemas.openxmlformats.org/drawingml/2006/main" noGrp="1"/>
          </p:cNvSpPr>
          <p:nvPr/>
        </p:nvSpPr>
        <p:spPr>
          <a:xfrm xmlns:a="http://schemas.openxmlformats.org/drawingml/2006/main">
            <a:off x="381000" y="485584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5" name="profile-131">
            <a:extLst xmlns:a="http://schemas.openxmlformats.org/drawingml/2006/main">
              <a:ext uri="{FF2B5EF4-FFF2-40B4-BE49-F238E27FC236}">
                <a16:creationId xmlns:a16="http://schemas.microsoft.com/office/drawing/2014/main" id="{761C0354-C9AA-4782-8ED9-2D22489B1A22}"/>
              </a:ext>
            </a:extLst>
          </p:cNvPr>
          <p:cNvSpPr>
            <a:spLocks xmlns:a="http://schemas.openxmlformats.org/drawingml/2006/main" noGrp="1"/>
          </p:cNvSpPr>
          <p:nvPr/>
        </p:nvSpPr>
        <p:spPr>
          <a:xfrm xmlns:a="http://schemas.openxmlformats.org/drawingml/2006/main">
            <a:off x="790575" y="485584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Selection of a suitable cleaning method</a:t>
            </a:r>
          </a:p>
        </p:txBody>
      </p:sp>
      <p:sp>
        <p:nvSpPr>
          <p:cNvPr id="26" name="profile-132">
            <a:extLst xmlns:a="http://schemas.openxmlformats.org/drawingml/2006/main">
              <a:ext uri="{FF2B5EF4-FFF2-40B4-BE49-F238E27FC236}">
                <a16:creationId xmlns:a16="http://schemas.microsoft.com/office/drawing/2014/main" id="{CA8F0CA7-A902-472E-9A46-6177F149A68E}"/>
              </a:ext>
            </a:extLst>
          </p:cNvPr>
          <p:cNvSpPr>
            <a:spLocks xmlns:a="http://schemas.openxmlformats.org/drawingml/2006/main" noGrp="1"/>
          </p:cNvSpPr>
          <p:nvPr/>
        </p:nvSpPr>
        <p:spPr>
          <a:xfrm xmlns:a="http://schemas.openxmlformats.org/drawingml/2006/main">
            <a:off x="381000" y="516350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7" name="profile-133">
            <a:extLst xmlns:a="http://schemas.openxmlformats.org/drawingml/2006/main">
              <a:ext uri="{FF2B5EF4-FFF2-40B4-BE49-F238E27FC236}">
                <a16:creationId xmlns:a16="http://schemas.microsoft.com/office/drawing/2014/main" id="{ACDA9F8A-6CAA-4AA5-9A13-CDE9028763D0}"/>
              </a:ext>
            </a:extLst>
          </p:cNvPr>
          <p:cNvSpPr>
            <a:spLocks xmlns:a="http://schemas.openxmlformats.org/drawingml/2006/main" noGrp="1"/>
          </p:cNvSpPr>
          <p:nvPr/>
        </p:nvSpPr>
        <p:spPr>
          <a:xfrm xmlns:a="http://schemas.openxmlformats.org/drawingml/2006/main">
            <a:off x="790575" y="516350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Detailed cleaning within the agreed work area</a:t>
            </a:r>
          </a:p>
        </p:txBody>
      </p:sp>
      <p:sp>
        <p:nvSpPr>
          <p:cNvPr id="28" name="profile-134">
            <a:extLst xmlns:a="http://schemas.openxmlformats.org/drawingml/2006/main">
              <a:ext uri="{FF2B5EF4-FFF2-40B4-BE49-F238E27FC236}">
                <a16:creationId xmlns:a16="http://schemas.microsoft.com/office/drawing/2014/main" id="{F371D798-DC93-4717-8745-B8BE44D0C7A3}"/>
              </a:ext>
            </a:extLst>
          </p:cNvPr>
          <p:cNvSpPr>
            <a:spLocks xmlns:a="http://schemas.openxmlformats.org/drawingml/2006/main" noGrp="1"/>
          </p:cNvSpPr>
          <p:nvPr/>
        </p:nvSpPr>
        <p:spPr>
          <a:xfrm xmlns:a="http://schemas.openxmlformats.org/drawingml/2006/main">
            <a:off x="381000" y="547116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9" name="profile-135">
            <a:extLst xmlns:a="http://schemas.openxmlformats.org/drawingml/2006/main">
              <a:ext uri="{FF2B5EF4-FFF2-40B4-BE49-F238E27FC236}">
                <a16:creationId xmlns:a16="http://schemas.microsoft.com/office/drawing/2014/main" id="{3DF85667-D21E-47D8-8769-D4AC36DCEED3}"/>
              </a:ext>
            </a:extLst>
          </p:cNvPr>
          <p:cNvSpPr>
            <a:spLocks xmlns:a="http://schemas.openxmlformats.org/drawingml/2006/main" noGrp="1"/>
          </p:cNvSpPr>
          <p:nvPr/>
        </p:nvSpPr>
        <p:spPr>
          <a:xfrm xmlns:a="http://schemas.openxmlformats.org/drawingml/2006/main">
            <a:off x="790575" y="547116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Site turnover and maintenance observations</a:t>
            </a:r>
          </a:p>
        </p:txBody>
      </p:sp>
      <p:pic>
        <p:nvPicPr>
          <p:cNvPr id="30" name="">
            <a:extLst xmlns:a="http://schemas.openxmlformats.org/drawingml/2006/main">
              <a:ext uri="{FF2B5EF4-FFF2-40B4-BE49-F238E27FC236}">
                <a16:creationId xmlns:a16="http://schemas.microsoft.com/office/drawing/2014/main" id="{F5BE86EE-32DF-4639-88EA-F7E9DF4BC926}"/>
              </a:ext>
            </a:extLst>
          </p:cNvPr>
          <p:cNvPicPr>
            <a:picLocks xmlns:a="http://schemas.openxmlformats.org/drawingml/2006/main" noChangeAspect="1"/>
          </p:cNvPicPr>
          <p:nvPr/>
        </p:nvPicPr>
        <p:blipFill>
          <a:blip xmlns:r="http://schemas.openxmlformats.org/officeDocument/2006/relationships" xmlns:a="http://schemas.openxmlformats.org/drawingml/2006/main" r:embed="R5d5056d1164c45be"/>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1" name="profile-136">
            <a:extLst xmlns:a="http://schemas.openxmlformats.org/drawingml/2006/main">
              <a:ext uri="{FF2B5EF4-FFF2-40B4-BE49-F238E27FC236}">
                <a16:creationId xmlns:a16="http://schemas.microsoft.com/office/drawing/2014/main" id="{2A91CC67-B23F-4B23-A217-E1C7AEFF2073}"/>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service illustration</a:t>
            </a:r>
          </a:p>
        </p:txBody>
      </p:sp>
    </p:spTree>
    <p:extLst>
      <p:ext uri="{BB962C8B-B14F-4D97-AF65-F5344CB8AC3E}">
        <p14:creationId xmlns:p14="http://schemas.microsoft.com/office/powerpoint/2010/main" val="19024193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137">
            <a:extLst xmlns:a="http://schemas.openxmlformats.org/drawingml/2006/main">
              <a:ext uri="{FF2B5EF4-FFF2-40B4-BE49-F238E27FC236}">
                <a16:creationId xmlns:a16="http://schemas.microsoft.com/office/drawing/2014/main" id="{DCBA19DF-C5EA-487A-BAFD-8C8576426743}"/>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2C58B514-CDF6-40DD-859E-3B878AA659B3}"/>
              </a:ext>
            </a:extLst>
          </p:cNvPr>
          <p:cNvPicPr>
            <a:picLocks xmlns:a="http://schemas.openxmlformats.org/drawingml/2006/main" noChangeAspect="1"/>
          </p:cNvPicPr>
          <p:nvPr/>
        </p:nvPicPr>
        <p:blipFill>
          <a:blip xmlns:r="http://schemas.openxmlformats.org/officeDocument/2006/relationships" xmlns:a="http://schemas.openxmlformats.org/drawingml/2006/main" r:embed="R6f37044b1f5e463e"/>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138">
            <a:extLst xmlns:a="http://schemas.openxmlformats.org/drawingml/2006/main">
              <a:ext uri="{FF2B5EF4-FFF2-40B4-BE49-F238E27FC236}">
                <a16:creationId xmlns:a16="http://schemas.microsoft.com/office/drawing/2014/main" id="{B0FEAE7F-A4A5-4D3F-9D41-DDE93554EC21}"/>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139">
            <a:extLst xmlns:a="http://schemas.openxmlformats.org/drawingml/2006/main">
              <a:ext uri="{FF2B5EF4-FFF2-40B4-BE49-F238E27FC236}">
                <a16:creationId xmlns:a16="http://schemas.microsoft.com/office/drawing/2014/main" id="{2B686BA6-2560-472B-94FE-7979261131DF}"/>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140">
            <a:extLst xmlns:a="http://schemas.openxmlformats.org/drawingml/2006/main">
              <a:ext uri="{FF2B5EF4-FFF2-40B4-BE49-F238E27FC236}">
                <a16:creationId xmlns:a16="http://schemas.microsoft.com/office/drawing/2014/main" id="{6D8A59C6-B6D0-49B1-A52E-E71F6A78814D}"/>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141">
            <a:extLst xmlns:a="http://schemas.openxmlformats.org/drawingml/2006/main">
              <a:ext uri="{FF2B5EF4-FFF2-40B4-BE49-F238E27FC236}">
                <a16:creationId xmlns:a16="http://schemas.microsoft.com/office/drawing/2014/main" id="{5004C40C-E750-4E34-9863-297E6D034CA5}"/>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142">
            <a:extLst xmlns:a="http://schemas.openxmlformats.org/drawingml/2006/main">
              <a:ext uri="{FF2B5EF4-FFF2-40B4-BE49-F238E27FC236}">
                <a16:creationId xmlns:a16="http://schemas.microsoft.com/office/drawing/2014/main" id="{5E4456EC-1D04-411D-9789-21767D4A7C47}"/>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143">
            <a:extLst xmlns:a="http://schemas.openxmlformats.org/drawingml/2006/main">
              <a:ext uri="{FF2B5EF4-FFF2-40B4-BE49-F238E27FC236}">
                <a16:creationId xmlns:a16="http://schemas.microsoft.com/office/drawing/2014/main" id="{0E852EAD-F344-45C7-9B19-38F5E18AED4F}"/>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144">
            <a:extLst xmlns:a="http://schemas.openxmlformats.org/drawingml/2006/main">
              <a:ext uri="{FF2B5EF4-FFF2-40B4-BE49-F238E27FC236}">
                <a16:creationId xmlns:a16="http://schemas.microsoft.com/office/drawing/2014/main" id="{1AA219DE-3170-49D3-9ADE-705285376FF0}"/>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145">
            <a:extLst xmlns:a="http://schemas.openxmlformats.org/drawingml/2006/main">
              <a:ext uri="{FF2B5EF4-FFF2-40B4-BE49-F238E27FC236}">
                <a16:creationId xmlns:a16="http://schemas.microsoft.com/office/drawing/2014/main" id="{CBB2DCCB-F6BC-4632-BBA8-C76A8E08DFE8}"/>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146">
            <a:extLst xmlns:a="http://schemas.openxmlformats.org/drawingml/2006/main">
              <a:ext uri="{FF2B5EF4-FFF2-40B4-BE49-F238E27FC236}">
                <a16:creationId xmlns:a16="http://schemas.microsoft.com/office/drawing/2014/main" id="{5DE30A94-44AF-4F79-A95C-FE8320A09150}"/>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147">
            <a:extLst xmlns:a="http://schemas.openxmlformats.org/drawingml/2006/main">
              <a:ext uri="{FF2B5EF4-FFF2-40B4-BE49-F238E27FC236}">
                <a16:creationId xmlns:a16="http://schemas.microsoft.com/office/drawing/2014/main" id="{4935B883-2773-4587-B467-8BF4AFF6659C}"/>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148">
            <a:extLst xmlns:a="http://schemas.openxmlformats.org/drawingml/2006/main">
              <a:ext uri="{FF2B5EF4-FFF2-40B4-BE49-F238E27FC236}">
                <a16:creationId xmlns:a16="http://schemas.microsoft.com/office/drawing/2014/main" id="{81A42C32-27DB-451F-98DF-21C46C830270}"/>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06</a:t>
            </a:r>
          </a:p>
        </p:txBody>
      </p:sp>
      <p:sp>
        <p:nvSpPr>
          <p:cNvPr id="14" name="profile-149">
            <a:extLst xmlns:a="http://schemas.openxmlformats.org/drawingml/2006/main">
              <a:ext uri="{FF2B5EF4-FFF2-40B4-BE49-F238E27FC236}">
                <a16:creationId xmlns:a16="http://schemas.microsoft.com/office/drawing/2014/main" id="{98DF0650-658D-44A1-9213-CDD599A97537}"/>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03</a:t>
            </a:r>
          </a:p>
        </p:txBody>
      </p:sp>
      <p:sp>
        <p:nvSpPr>
          <p:cNvPr id="15" name="profile-150">
            <a:extLst xmlns:a="http://schemas.openxmlformats.org/drawingml/2006/main">
              <a:ext uri="{FF2B5EF4-FFF2-40B4-BE49-F238E27FC236}">
                <a16:creationId xmlns:a16="http://schemas.microsoft.com/office/drawing/2014/main" id="{0B29C2F5-6D67-460B-803D-7B965446CA35}"/>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Plumbing Services</a:t>
            </a:r>
          </a:p>
        </p:txBody>
      </p:sp>
      <p:sp>
        <p:nvSpPr>
          <p:cNvPr id="16" name="profile-151">
            <a:extLst xmlns:a="http://schemas.openxmlformats.org/drawingml/2006/main">
              <a:ext uri="{FF2B5EF4-FFF2-40B4-BE49-F238E27FC236}">
                <a16:creationId xmlns:a16="http://schemas.microsoft.com/office/drawing/2014/main" id="{6E53362B-0FD8-401C-8B16-670E986CF541}"/>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Keep your property's water supply and drainage</a:t>
            </a:r>
          </a:p>
        </p:txBody>
      </p:sp>
      <p:sp>
        <p:nvSpPr>
          <p:cNvPr id="17" name="profile-152">
            <a:extLst xmlns:a="http://schemas.openxmlformats.org/drawingml/2006/main">
              <a:ext uri="{FF2B5EF4-FFF2-40B4-BE49-F238E27FC236}">
                <a16:creationId xmlns:a16="http://schemas.microsoft.com/office/drawing/2014/main" id="{1561678A-8300-4A67-8D72-EDE078005C98}"/>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working.</a:t>
            </a:r>
          </a:p>
        </p:txBody>
      </p:sp>
      <p:sp>
        <p:nvSpPr>
          <p:cNvPr id="18" name="profile-153">
            <a:extLst xmlns:a="http://schemas.openxmlformats.org/drawingml/2006/main">
              <a:ext uri="{FF2B5EF4-FFF2-40B4-BE49-F238E27FC236}">
                <a16:creationId xmlns:a16="http://schemas.microsoft.com/office/drawing/2014/main" id="{198A6590-22AC-47D8-A9CF-D61F22779157}"/>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handles plumbing assessment, repairs, and installation work</a:t>
            </a:r>
          </a:p>
        </p:txBody>
      </p:sp>
      <p:sp>
        <p:nvSpPr>
          <p:cNvPr id="19" name="profile-154">
            <a:extLst xmlns:a="http://schemas.openxmlformats.org/drawingml/2006/main">
              <a:ext uri="{FF2B5EF4-FFF2-40B4-BE49-F238E27FC236}">
                <a16:creationId xmlns:a16="http://schemas.microsoft.com/office/drawing/2014/main" id="{35D912EE-2481-459A-AD75-626279AB074D}"/>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for existing properties and renovation projects. We identify the affected</a:t>
            </a:r>
          </a:p>
        </p:txBody>
      </p:sp>
      <p:sp>
        <p:nvSpPr>
          <p:cNvPr id="20" name="profile-155">
            <a:extLst xmlns:a="http://schemas.openxmlformats.org/drawingml/2006/main">
              <a:ext uri="{FF2B5EF4-FFF2-40B4-BE49-F238E27FC236}">
                <a16:creationId xmlns:a16="http://schemas.microsoft.com/office/drawing/2014/main" id="{C7954DCA-D69E-4B16-BBB3-B2B538FF2448}"/>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area and explain the proposed work before implementation.</a:t>
            </a:r>
          </a:p>
        </p:txBody>
      </p:sp>
      <p:sp>
        <p:nvSpPr>
          <p:cNvPr id="21" name="profile-156">
            <a:extLst xmlns:a="http://schemas.openxmlformats.org/drawingml/2006/main">
              <a:ext uri="{FF2B5EF4-FFF2-40B4-BE49-F238E27FC236}">
                <a16:creationId xmlns:a16="http://schemas.microsoft.com/office/drawing/2014/main" id="{0BA4947A-A729-4B9E-A9B5-AC66D78600BE}"/>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157">
            <a:extLst xmlns:a="http://schemas.openxmlformats.org/drawingml/2006/main">
              <a:ext uri="{FF2B5EF4-FFF2-40B4-BE49-F238E27FC236}">
                <a16:creationId xmlns:a16="http://schemas.microsoft.com/office/drawing/2014/main" id="{665BBB2C-5890-402C-8FA1-CD58F02316D7}"/>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Water supply and drainage assessment</a:t>
            </a:r>
          </a:p>
        </p:txBody>
      </p:sp>
      <p:sp>
        <p:nvSpPr>
          <p:cNvPr id="23" name="profile-158">
            <a:extLst xmlns:a="http://schemas.openxmlformats.org/drawingml/2006/main">
              <a:ext uri="{FF2B5EF4-FFF2-40B4-BE49-F238E27FC236}">
                <a16:creationId xmlns:a16="http://schemas.microsoft.com/office/drawing/2014/main" id="{06199B76-AE43-4842-BD15-E629E85CD899}"/>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159">
            <a:extLst xmlns:a="http://schemas.openxmlformats.org/drawingml/2006/main">
              <a:ext uri="{FF2B5EF4-FFF2-40B4-BE49-F238E27FC236}">
                <a16:creationId xmlns:a16="http://schemas.microsoft.com/office/drawing/2014/main" id="{DD281405-0419-4DF0-BB38-5471192303D8}"/>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Pipe and fixture repair or replacement</a:t>
            </a:r>
          </a:p>
        </p:txBody>
      </p:sp>
      <p:sp>
        <p:nvSpPr>
          <p:cNvPr id="25" name="profile-160">
            <a:extLst xmlns:a="http://schemas.openxmlformats.org/drawingml/2006/main">
              <a:ext uri="{FF2B5EF4-FFF2-40B4-BE49-F238E27FC236}">
                <a16:creationId xmlns:a16="http://schemas.microsoft.com/office/drawing/2014/main" id="{DBDA846F-6765-450C-865E-F068E53CD90A}"/>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161">
            <a:extLst xmlns:a="http://schemas.openxmlformats.org/drawingml/2006/main">
              <a:ext uri="{FF2B5EF4-FFF2-40B4-BE49-F238E27FC236}">
                <a16:creationId xmlns:a16="http://schemas.microsoft.com/office/drawing/2014/main" id="{601BBF77-D8D7-445B-BAF9-52E374B531DA}"/>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Installation and alteration within the approved scope</a:t>
            </a:r>
          </a:p>
        </p:txBody>
      </p:sp>
      <p:sp>
        <p:nvSpPr>
          <p:cNvPr id="27" name="profile-162">
            <a:extLst xmlns:a="http://schemas.openxmlformats.org/drawingml/2006/main">
              <a:ext uri="{FF2B5EF4-FFF2-40B4-BE49-F238E27FC236}">
                <a16:creationId xmlns:a16="http://schemas.microsoft.com/office/drawing/2014/main" id="{271D2934-6382-4486-8C2E-F84429F9A960}"/>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163">
            <a:extLst xmlns:a="http://schemas.openxmlformats.org/drawingml/2006/main">
              <a:ext uri="{FF2B5EF4-FFF2-40B4-BE49-F238E27FC236}">
                <a16:creationId xmlns:a16="http://schemas.microsoft.com/office/drawing/2014/main" id="{3756D10B-F14F-4B8D-B987-65E794E17EFA}"/>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Functional checks and site turnover</a:t>
            </a:r>
          </a:p>
        </p:txBody>
      </p:sp>
      <p:pic>
        <p:nvPicPr>
          <p:cNvPr id="29" name="">
            <a:extLst xmlns:a="http://schemas.openxmlformats.org/drawingml/2006/main">
              <a:ext uri="{FF2B5EF4-FFF2-40B4-BE49-F238E27FC236}">
                <a16:creationId xmlns:a16="http://schemas.microsoft.com/office/drawing/2014/main" id="{63D2D7FC-6E7E-4B92-BF36-E05C77C069E3}"/>
              </a:ext>
            </a:extLst>
          </p:cNvPr>
          <p:cNvPicPr>
            <a:picLocks xmlns:a="http://schemas.openxmlformats.org/drawingml/2006/main" noChangeAspect="1"/>
          </p:cNvPicPr>
          <p:nvPr/>
        </p:nvPicPr>
        <p:blipFill>
          <a:blip xmlns:r="http://schemas.openxmlformats.org/officeDocument/2006/relationships" xmlns:a="http://schemas.openxmlformats.org/drawingml/2006/main" r:embed="Reb1248ab97294dc3"/>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164">
            <a:extLst xmlns:a="http://schemas.openxmlformats.org/drawingml/2006/main">
              <a:ext uri="{FF2B5EF4-FFF2-40B4-BE49-F238E27FC236}">
                <a16:creationId xmlns:a16="http://schemas.microsoft.com/office/drawing/2014/main" id="{61F75FC2-F7C6-4537-8177-6D20A8D2E680}"/>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service illustration</a:t>
            </a:r>
          </a:p>
        </p:txBody>
      </p:sp>
    </p:spTree>
    <p:extLst>
      <p:ext uri="{BB962C8B-B14F-4D97-AF65-F5344CB8AC3E}">
        <p14:creationId xmlns:p14="http://schemas.microsoft.com/office/powerpoint/2010/main" val="14424882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165">
            <a:extLst xmlns:a="http://schemas.openxmlformats.org/drawingml/2006/main">
              <a:ext uri="{FF2B5EF4-FFF2-40B4-BE49-F238E27FC236}">
                <a16:creationId xmlns:a16="http://schemas.microsoft.com/office/drawing/2014/main" id="{9C86896B-65DE-4394-BDC1-C9B71163270B}"/>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029272F-07D2-487B-BF23-D786B6BA1037}"/>
              </a:ext>
            </a:extLst>
          </p:cNvPr>
          <p:cNvPicPr>
            <a:picLocks xmlns:a="http://schemas.openxmlformats.org/drawingml/2006/main" noChangeAspect="1"/>
          </p:cNvPicPr>
          <p:nvPr/>
        </p:nvPicPr>
        <p:blipFill>
          <a:blip xmlns:r="http://schemas.openxmlformats.org/officeDocument/2006/relationships" xmlns:a="http://schemas.openxmlformats.org/drawingml/2006/main" r:embed="R8a072abdf0424bf7"/>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166">
            <a:extLst xmlns:a="http://schemas.openxmlformats.org/drawingml/2006/main">
              <a:ext uri="{FF2B5EF4-FFF2-40B4-BE49-F238E27FC236}">
                <a16:creationId xmlns:a16="http://schemas.microsoft.com/office/drawing/2014/main" id="{CF9B20C8-D204-4956-AAB4-0B2B39EF05F1}"/>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167">
            <a:extLst xmlns:a="http://schemas.openxmlformats.org/drawingml/2006/main">
              <a:ext uri="{FF2B5EF4-FFF2-40B4-BE49-F238E27FC236}">
                <a16:creationId xmlns:a16="http://schemas.microsoft.com/office/drawing/2014/main" id="{54F39100-7202-42C4-9B87-7E86FA929176}"/>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168">
            <a:extLst xmlns:a="http://schemas.openxmlformats.org/drawingml/2006/main">
              <a:ext uri="{FF2B5EF4-FFF2-40B4-BE49-F238E27FC236}">
                <a16:creationId xmlns:a16="http://schemas.microsoft.com/office/drawing/2014/main" id="{7F28F7C5-A198-4A52-9106-0B2497080AF6}"/>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169">
            <a:extLst xmlns:a="http://schemas.openxmlformats.org/drawingml/2006/main">
              <a:ext uri="{FF2B5EF4-FFF2-40B4-BE49-F238E27FC236}">
                <a16:creationId xmlns:a16="http://schemas.microsoft.com/office/drawing/2014/main" id="{26EA84FC-51EE-47F2-B578-982CEBD901F7}"/>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170">
            <a:extLst xmlns:a="http://schemas.openxmlformats.org/drawingml/2006/main">
              <a:ext uri="{FF2B5EF4-FFF2-40B4-BE49-F238E27FC236}">
                <a16:creationId xmlns:a16="http://schemas.microsoft.com/office/drawing/2014/main" id="{EC175CFB-9F7E-4B8E-B082-CE168F1377C4}"/>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171">
            <a:extLst xmlns:a="http://schemas.openxmlformats.org/drawingml/2006/main">
              <a:ext uri="{FF2B5EF4-FFF2-40B4-BE49-F238E27FC236}">
                <a16:creationId xmlns:a16="http://schemas.microsoft.com/office/drawing/2014/main" id="{D6B1DED9-AF76-4DD3-ADCF-63349E3E1967}"/>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172">
            <a:extLst xmlns:a="http://schemas.openxmlformats.org/drawingml/2006/main">
              <a:ext uri="{FF2B5EF4-FFF2-40B4-BE49-F238E27FC236}">
                <a16:creationId xmlns:a16="http://schemas.microsoft.com/office/drawing/2014/main" id="{888D05E8-E05D-4EC7-9B76-0F73D8BDED3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173">
            <a:extLst xmlns:a="http://schemas.openxmlformats.org/drawingml/2006/main">
              <a:ext uri="{FF2B5EF4-FFF2-40B4-BE49-F238E27FC236}">
                <a16:creationId xmlns:a16="http://schemas.microsoft.com/office/drawing/2014/main" id="{4A0C2709-4272-4B6E-B18B-36387E65D08F}"/>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174">
            <a:extLst xmlns:a="http://schemas.openxmlformats.org/drawingml/2006/main">
              <a:ext uri="{FF2B5EF4-FFF2-40B4-BE49-F238E27FC236}">
                <a16:creationId xmlns:a16="http://schemas.microsoft.com/office/drawing/2014/main" id="{F3EF3532-BFB1-46F6-8F88-A2871C5E702A}"/>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175">
            <a:extLst xmlns:a="http://schemas.openxmlformats.org/drawingml/2006/main">
              <a:ext uri="{FF2B5EF4-FFF2-40B4-BE49-F238E27FC236}">
                <a16:creationId xmlns:a16="http://schemas.microsoft.com/office/drawing/2014/main" id="{9B9022C6-E5BA-4B13-8C9D-92B7CC23399B}"/>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176">
            <a:extLst xmlns:a="http://schemas.openxmlformats.org/drawingml/2006/main">
              <a:ext uri="{FF2B5EF4-FFF2-40B4-BE49-F238E27FC236}">
                <a16:creationId xmlns:a16="http://schemas.microsoft.com/office/drawing/2014/main" id="{3B331B49-9E27-4949-8A7B-0A52204D8259}"/>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07</a:t>
            </a:r>
          </a:p>
        </p:txBody>
      </p:sp>
      <p:sp>
        <p:nvSpPr>
          <p:cNvPr id="14" name="profile-177">
            <a:extLst xmlns:a="http://schemas.openxmlformats.org/drawingml/2006/main">
              <a:ext uri="{FF2B5EF4-FFF2-40B4-BE49-F238E27FC236}">
                <a16:creationId xmlns:a16="http://schemas.microsoft.com/office/drawing/2014/main" id="{969DCAEC-2F02-43BF-8BCE-8F955E460755}"/>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04</a:t>
            </a:r>
          </a:p>
        </p:txBody>
      </p:sp>
      <p:sp>
        <p:nvSpPr>
          <p:cNvPr id="15" name="profile-178">
            <a:extLst xmlns:a="http://schemas.openxmlformats.org/drawingml/2006/main">
              <a:ext uri="{FF2B5EF4-FFF2-40B4-BE49-F238E27FC236}">
                <a16:creationId xmlns:a16="http://schemas.microsoft.com/office/drawing/2014/main" id="{5EC2D85A-62AB-4317-A1DB-41A79C97A226}"/>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Excavation Services</a:t>
            </a:r>
          </a:p>
        </p:txBody>
      </p:sp>
      <p:sp>
        <p:nvSpPr>
          <p:cNvPr id="16" name="profile-179">
            <a:extLst xmlns:a="http://schemas.openxmlformats.org/drawingml/2006/main">
              <a:ext uri="{FF2B5EF4-FFF2-40B4-BE49-F238E27FC236}">
                <a16:creationId xmlns:a16="http://schemas.microsoft.com/office/drawing/2014/main" id="{821E8141-982C-443B-8319-2B7C6864A61D}"/>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Create access for the underground work your property</a:t>
            </a:r>
          </a:p>
        </p:txBody>
      </p:sp>
      <p:sp>
        <p:nvSpPr>
          <p:cNvPr id="17" name="profile-180">
            <a:extLst xmlns:a="http://schemas.openxmlformats.org/drawingml/2006/main">
              <a:ext uri="{FF2B5EF4-FFF2-40B4-BE49-F238E27FC236}">
                <a16:creationId xmlns:a16="http://schemas.microsoft.com/office/drawing/2014/main" id="{5C4E074A-6160-4866-9F82-6DBDBAC6DEB0}"/>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needs.</a:t>
            </a:r>
          </a:p>
        </p:txBody>
      </p:sp>
      <p:sp>
        <p:nvSpPr>
          <p:cNvPr id="18" name="profile-181">
            <a:extLst xmlns:a="http://schemas.openxmlformats.org/drawingml/2006/main">
              <a:ext uri="{FF2B5EF4-FFF2-40B4-BE49-F238E27FC236}">
                <a16:creationId xmlns:a16="http://schemas.microsoft.com/office/drawing/2014/main" id="{FFCF9A98-6816-4B37-BAC3-5F56B42706F5}"/>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provides excavation support for plumbing, drainage, septic</a:t>
            </a:r>
          </a:p>
        </p:txBody>
      </p:sp>
      <p:sp>
        <p:nvSpPr>
          <p:cNvPr id="19" name="profile-182">
            <a:extLst xmlns:a="http://schemas.openxmlformats.org/drawingml/2006/main">
              <a:ext uri="{FF2B5EF4-FFF2-40B4-BE49-F238E27FC236}">
                <a16:creationId xmlns:a16="http://schemas.microsoft.com/office/drawing/2014/main" id="{15F79883-F4B2-46BA-8ADD-B4B280DD6EB6}"/>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tank, and related property works. The method and boundaries follow a</a:t>
            </a:r>
          </a:p>
        </p:txBody>
      </p:sp>
      <p:sp>
        <p:nvSpPr>
          <p:cNvPr id="20" name="profile-183">
            <a:extLst xmlns:a="http://schemas.openxmlformats.org/drawingml/2006/main">
              <a:ext uri="{FF2B5EF4-FFF2-40B4-BE49-F238E27FC236}">
                <a16:creationId xmlns:a16="http://schemas.microsoft.com/office/drawing/2014/main" id="{CD79AD03-CACC-4D14-B986-29514B70386C}"/>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site review, utility coordination, and the approved work scope.</a:t>
            </a:r>
          </a:p>
        </p:txBody>
      </p:sp>
      <p:sp>
        <p:nvSpPr>
          <p:cNvPr id="21" name="profile-184">
            <a:extLst xmlns:a="http://schemas.openxmlformats.org/drawingml/2006/main">
              <a:ext uri="{FF2B5EF4-FFF2-40B4-BE49-F238E27FC236}">
                <a16:creationId xmlns:a16="http://schemas.microsoft.com/office/drawing/2014/main" id="{D812162B-0ED2-47BF-9D3E-3AB05562B3F4}"/>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185">
            <a:extLst xmlns:a="http://schemas.openxmlformats.org/drawingml/2006/main">
              <a:ext uri="{FF2B5EF4-FFF2-40B4-BE49-F238E27FC236}">
                <a16:creationId xmlns:a16="http://schemas.microsoft.com/office/drawing/2014/main" id="{3CEAA3B2-0D20-4D5F-B85B-2EB6E9622E89}"/>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Site access and excavation scope review</a:t>
            </a:r>
          </a:p>
        </p:txBody>
      </p:sp>
      <p:sp>
        <p:nvSpPr>
          <p:cNvPr id="23" name="profile-186">
            <a:extLst xmlns:a="http://schemas.openxmlformats.org/drawingml/2006/main">
              <a:ext uri="{FF2B5EF4-FFF2-40B4-BE49-F238E27FC236}">
                <a16:creationId xmlns:a16="http://schemas.microsoft.com/office/drawing/2014/main" id="{1A573B58-90D8-4263-94FF-B6B25399EDBD}"/>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187">
            <a:extLst xmlns:a="http://schemas.openxmlformats.org/drawingml/2006/main">
              <a:ext uri="{FF2B5EF4-FFF2-40B4-BE49-F238E27FC236}">
                <a16:creationId xmlns:a16="http://schemas.microsoft.com/office/drawing/2014/main" id="{AD5BB435-EC2A-4721-8CF7-DBAF6DA249A7}"/>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Coordination of known utilities and work boundaries</a:t>
            </a:r>
          </a:p>
        </p:txBody>
      </p:sp>
      <p:sp>
        <p:nvSpPr>
          <p:cNvPr id="25" name="profile-188">
            <a:extLst xmlns:a="http://schemas.openxmlformats.org/drawingml/2006/main">
              <a:ext uri="{FF2B5EF4-FFF2-40B4-BE49-F238E27FC236}">
                <a16:creationId xmlns:a16="http://schemas.microsoft.com/office/drawing/2014/main" id="{CAB9C011-C404-4C3E-B3DB-79E58D158841}"/>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189">
            <a:extLst xmlns:a="http://schemas.openxmlformats.org/drawingml/2006/main">
              <a:ext uri="{FF2B5EF4-FFF2-40B4-BE49-F238E27FC236}">
                <a16:creationId xmlns:a16="http://schemas.microsoft.com/office/drawing/2014/main" id="{072DA0DB-30C3-4685-A93D-CC576585AAC8}"/>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Excavation for agreed plumbing or drainage works</a:t>
            </a:r>
          </a:p>
        </p:txBody>
      </p:sp>
      <p:sp>
        <p:nvSpPr>
          <p:cNvPr id="27" name="profile-190">
            <a:extLst xmlns:a="http://schemas.openxmlformats.org/drawingml/2006/main">
              <a:ext uri="{FF2B5EF4-FFF2-40B4-BE49-F238E27FC236}">
                <a16:creationId xmlns:a16="http://schemas.microsoft.com/office/drawing/2014/main" id="{D4F75678-AD86-47BD-88AB-F1BF764C38FC}"/>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191">
            <a:extLst xmlns:a="http://schemas.openxmlformats.org/drawingml/2006/main">
              <a:ext uri="{FF2B5EF4-FFF2-40B4-BE49-F238E27FC236}">
                <a16:creationId xmlns:a16="http://schemas.microsoft.com/office/drawing/2014/main" id="{CEAE052E-D82A-48B1-8B5D-F9A5C8358CF0}"/>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Backfilling and surface reinstatement where included</a:t>
            </a:r>
          </a:p>
        </p:txBody>
      </p:sp>
      <p:pic>
        <p:nvPicPr>
          <p:cNvPr id="29" name="">
            <a:extLst xmlns:a="http://schemas.openxmlformats.org/drawingml/2006/main">
              <a:ext uri="{FF2B5EF4-FFF2-40B4-BE49-F238E27FC236}">
                <a16:creationId xmlns:a16="http://schemas.microsoft.com/office/drawing/2014/main" id="{5192E1E5-4207-4DDD-AA25-95B2DE710E5D}"/>
              </a:ext>
            </a:extLst>
          </p:cNvPr>
          <p:cNvPicPr>
            <a:picLocks xmlns:a="http://schemas.openxmlformats.org/drawingml/2006/main" noChangeAspect="1"/>
          </p:cNvPicPr>
          <p:nvPr/>
        </p:nvPicPr>
        <p:blipFill>
          <a:blip xmlns:r="http://schemas.openxmlformats.org/officeDocument/2006/relationships" xmlns:a="http://schemas.openxmlformats.org/drawingml/2006/main" r:embed="R3730058efc134d30"/>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192">
            <a:extLst xmlns:a="http://schemas.openxmlformats.org/drawingml/2006/main">
              <a:ext uri="{FF2B5EF4-FFF2-40B4-BE49-F238E27FC236}">
                <a16:creationId xmlns:a16="http://schemas.microsoft.com/office/drawing/2014/main" id="{67623FD2-84FD-4C37-8C77-1E953C231B6E}"/>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Conceptual property illustration; not an excavation plan</a:t>
            </a:r>
          </a:p>
        </p:txBody>
      </p:sp>
    </p:spTree>
    <p:extLst>
      <p:ext uri="{BB962C8B-B14F-4D97-AF65-F5344CB8AC3E}">
        <p14:creationId xmlns:p14="http://schemas.microsoft.com/office/powerpoint/2010/main" val="386493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193">
            <a:extLst xmlns:a="http://schemas.openxmlformats.org/drawingml/2006/main">
              <a:ext uri="{FF2B5EF4-FFF2-40B4-BE49-F238E27FC236}">
                <a16:creationId xmlns:a16="http://schemas.microsoft.com/office/drawing/2014/main" id="{3AA7198C-28EF-47A9-99CE-F6DE85B4022B}"/>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7A2B339-75A6-4CB7-A722-CDAA71283E2C}"/>
              </a:ext>
            </a:extLst>
          </p:cNvPr>
          <p:cNvPicPr>
            <a:picLocks xmlns:a="http://schemas.openxmlformats.org/drawingml/2006/main" noChangeAspect="1"/>
          </p:cNvPicPr>
          <p:nvPr/>
        </p:nvPicPr>
        <p:blipFill>
          <a:blip xmlns:r="http://schemas.openxmlformats.org/officeDocument/2006/relationships" xmlns:a="http://schemas.openxmlformats.org/drawingml/2006/main" r:embed="R22820306cfee4b22"/>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194">
            <a:extLst xmlns:a="http://schemas.openxmlformats.org/drawingml/2006/main">
              <a:ext uri="{FF2B5EF4-FFF2-40B4-BE49-F238E27FC236}">
                <a16:creationId xmlns:a16="http://schemas.microsoft.com/office/drawing/2014/main" id="{9BB3C152-EEC5-4B5C-B8BC-85347204ECFA}"/>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195">
            <a:extLst xmlns:a="http://schemas.openxmlformats.org/drawingml/2006/main">
              <a:ext uri="{FF2B5EF4-FFF2-40B4-BE49-F238E27FC236}">
                <a16:creationId xmlns:a16="http://schemas.microsoft.com/office/drawing/2014/main" id="{C912D66D-C9E8-47D1-B1F6-4D735742B3D4}"/>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196">
            <a:extLst xmlns:a="http://schemas.openxmlformats.org/drawingml/2006/main">
              <a:ext uri="{FF2B5EF4-FFF2-40B4-BE49-F238E27FC236}">
                <a16:creationId xmlns:a16="http://schemas.microsoft.com/office/drawing/2014/main" id="{6F336D80-80E4-4714-876A-87E32EFE5A12}"/>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197">
            <a:extLst xmlns:a="http://schemas.openxmlformats.org/drawingml/2006/main">
              <a:ext uri="{FF2B5EF4-FFF2-40B4-BE49-F238E27FC236}">
                <a16:creationId xmlns:a16="http://schemas.microsoft.com/office/drawing/2014/main" id="{EC1835FE-3618-43AE-A0BB-2385BF63F9CA}"/>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198">
            <a:extLst xmlns:a="http://schemas.openxmlformats.org/drawingml/2006/main">
              <a:ext uri="{FF2B5EF4-FFF2-40B4-BE49-F238E27FC236}">
                <a16:creationId xmlns:a16="http://schemas.microsoft.com/office/drawing/2014/main" id="{90494A8E-2CAA-40EB-B18D-32A42CA0F862}"/>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199">
            <a:extLst xmlns:a="http://schemas.openxmlformats.org/drawingml/2006/main">
              <a:ext uri="{FF2B5EF4-FFF2-40B4-BE49-F238E27FC236}">
                <a16:creationId xmlns:a16="http://schemas.microsoft.com/office/drawing/2014/main" id="{A9CA7602-0A47-4C10-8E63-33B8F40F31E0}"/>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200">
            <a:extLst xmlns:a="http://schemas.openxmlformats.org/drawingml/2006/main">
              <a:ext uri="{FF2B5EF4-FFF2-40B4-BE49-F238E27FC236}">
                <a16:creationId xmlns:a16="http://schemas.microsoft.com/office/drawing/2014/main" id="{EF6314EE-8FB7-4A74-AC13-00D768F5EA9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201">
            <a:extLst xmlns:a="http://schemas.openxmlformats.org/drawingml/2006/main">
              <a:ext uri="{FF2B5EF4-FFF2-40B4-BE49-F238E27FC236}">
                <a16:creationId xmlns:a16="http://schemas.microsoft.com/office/drawing/2014/main" id="{78211763-8882-4406-9417-ABFF4EE17667}"/>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202">
            <a:extLst xmlns:a="http://schemas.openxmlformats.org/drawingml/2006/main">
              <a:ext uri="{FF2B5EF4-FFF2-40B4-BE49-F238E27FC236}">
                <a16:creationId xmlns:a16="http://schemas.microsoft.com/office/drawing/2014/main" id="{073A29C7-85CE-4CFD-B6AD-0A93580C5834}"/>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203">
            <a:extLst xmlns:a="http://schemas.openxmlformats.org/drawingml/2006/main">
              <a:ext uri="{FF2B5EF4-FFF2-40B4-BE49-F238E27FC236}">
                <a16:creationId xmlns:a16="http://schemas.microsoft.com/office/drawing/2014/main" id="{98E6A0EF-8F82-444F-9249-E435EA8C75DE}"/>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204">
            <a:extLst xmlns:a="http://schemas.openxmlformats.org/drawingml/2006/main">
              <a:ext uri="{FF2B5EF4-FFF2-40B4-BE49-F238E27FC236}">
                <a16:creationId xmlns:a16="http://schemas.microsoft.com/office/drawing/2014/main" id="{875FDB77-EF59-463F-884A-C652B9C95589}"/>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08</a:t>
            </a:r>
          </a:p>
        </p:txBody>
      </p:sp>
      <p:sp>
        <p:nvSpPr>
          <p:cNvPr id="14" name="profile-205">
            <a:extLst xmlns:a="http://schemas.openxmlformats.org/drawingml/2006/main">
              <a:ext uri="{FF2B5EF4-FFF2-40B4-BE49-F238E27FC236}">
                <a16:creationId xmlns:a16="http://schemas.microsoft.com/office/drawing/2014/main" id="{8781AEF9-70E8-4DA2-B08A-36B9DB46834B}"/>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05</a:t>
            </a:r>
          </a:p>
        </p:txBody>
      </p:sp>
      <p:sp>
        <p:nvSpPr>
          <p:cNvPr id="15" name="profile-206">
            <a:extLst xmlns:a="http://schemas.openxmlformats.org/drawingml/2006/main">
              <a:ext uri="{FF2B5EF4-FFF2-40B4-BE49-F238E27FC236}">
                <a16:creationId xmlns:a16="http://schemas.microsoft.com/office/drawing/2014/main" id="{C7E402AD-D34D-4D08-99EF-1BD9E0AD98A0}"/>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Drain and Pipe Declogging</a:t>
            </a:r>
          </a:p>
        </p:txBody>
      </p:sp>
      <p:sp>
        <p:nvSpPr>
          <p:cNvPr id="16" name="profile-207">
            <a:extLst xmlns:a="http://schemas.openxmlformats.org/drawingml/2006/main">
              <a:ext uri="{FF2B5EF4-FFF2-40B4-BE49-F238E27FC236}">
                <a16:creationId xmlns:a16="http://schemas.microsoft.com/office/drawing/2014/main" id="{E1C44281-DD97-4206-8000-7DAA576EBBA8}"/>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Address slow drains and blocked lines before problems</a:t>
            </a:r>
          </a:p>
        </p:txBody>
      </p:sp>
      <p:sp>
        <p:nvSpPr>
          <p:cNvPr id="17" name="profile-208">
            <a:extLst xmlns:a="http://schemas.openxmlformats.org/drawingml/2006/main">
              <a:ext uri="{FF2B5EF4-FFF2-40B4-BE49-F238E27FC236}">
                <a16:creationId xmlns:a16="http://schemas.microsoft.com/office/drawing/2014/main" id="{67F8E4D5-E577-4D1D-AB80-0DE1205F7AA8}"/>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spread.</a:t>
            </a:r>
          </a:p>
        </p:txBody>
      </p:sp>
      <p:sp>
        <p:nvSpPr>
          <p:cNvPr id="18" name="profile-209">
            <a:extLst xmlns:a="http://schemas.openxmlformats.org/drawingml/2006/main">
              <a:ext uri="{FF2B5EF4-FFF2-40B4-BE49-F238E27FC236}">
                <a16:creationId xmlns:a16="http://schemas.microsoft.com/office/drawing/2014/main" id="{329B3ECE-01D0-4CCE-9F84-0E3E85F45A06}"/>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assesses drainage blockages and applies a suitable clearing</a:t>
            </a:r>
          </a:p>
        </p:txBody>
      </p:sp>
      <p:sp>
        <p:nvSpPr>
          <p:cNvPr id="19" name="profile-210">
            <a:extLst xmlns:a="http://schemas.openxmlformats.org/drawingml/2006/main">
              <a:ext uri="{FF2B5EF4-FFF2-40B4-BE49-F238E27FC236}">
                <a16:creationId xmlns:a16="http://schemas.microsoft.com/office/drawing/2014/main" id="{9F66975B-38F6-4310-8CBF-6DF3D8A220C9}"/>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method based on pipe condition, access, and the likely cause. Recurring</a:t>
            </a:r>
          </a:p>
        </p:txBody>
      </p:sp>
      <p:sp>
        <p:nvSpPr>
          <p:cNvPr id="20" name="profile-211">
            <a:extLst xmlns:a="http://schemas.openxmlformats.org/drawingml/2006/main">
              <a:ext uri="{FF2B5EF4-FFF2-40B4-BE49-F238E27FC236}">
                <a16:creationId xmlns:a16="http://schemas.microsoft.com/office/drawing/2014/main" id="{3738580F-7915-4C7B-8E18-728F55D54D98}"/>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blockages may require a separate repair or further inspection.</a:t>
            </a:r>
          </a:p>
        </p:txBody>
      </p:sp>
      <p:sp>
        <p:nvSpPr>
          <p:cNvPr id="21" name="profile-212">
            <a:extLst xmlns:a="http://schemas.openxmlformats.org/drawingml/2006/main">
              <a:ext uri="{FF2B5EF4-FFF2-40B4-BE49-F238E27FC236}">
                <a16:creationId xmlns:a16="http://schemas.microsoft.com/office/drawing/2014/main" id="{18D5283A-8B7A-4146-A39A-447D962837EA}"/>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213">
            <a:extLst xmlns:a="http://schemas.openxmlformats.org/drawingml/2006/main">
              <a:ext uri="{FF2B5EF4-FFF2-40B4-BE49-F238E27FC236}">
                <a16:creationId xmlns:a16="http://schemas.microsoft.com/office/drawing/2014/main" id="{E0817476-C780-49B5-A30C-38A9658174D7}"/>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Review of the affected drainage line</a:t>
            </a:r>
          </a:p>
        </p:txBody>
      </p:sp>
      <p:sp>
        <p:nvSpPr>
          <p:cNvPr id="23" name="profile-214">
            <a:extLst xmlns:a="http://schemas.openxmlformats.org/drawingml/2006/main">
              <a:ext uri="{FF2B5EF4-FFF2-40B4-BE49-F238E27FC236}">
                <a16:creationId xmlns:a16="http://schemas.microsoft.com/office/drawing/2014/main" id="{D43564C1-170E-47D2-9CB2-916FA4FE97AF}"/>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215">
            <a:extLst xmlns:a="http://schemas.openxmlformats.org/drawingml/2006/main">
              <a:ext uri="{FF2B5EF4-FFF2-40B4-BE49-F238E27FC236}">
                <a16:creationId xmlns:a16="http://schemas.microsoft.com/office/drawing/2014/main" id="{066DFDA7-4BED-4A80-9B77-BB13DCF54C1F}"/>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Clearing of accessible blockages within scope</a:t>
            </a:r>
          </a:p>
        </p:txBody>
      </p:sp>
      <p:sp>
        <p:nvSpPr>
          <p:cNvPr id="25" name="profile-216">
            <a:extLst xmlns:a="http://schemas.openxmlformats.org/drawingml/2006/main">
              <a:ext uri="{FF2B5EF4-FFF2-40B4-BE49-F238E27FC236}">
                <a16:creationId xmlns:a16="http://schemas.microsoft.com/office/drawing/2014/main" id="{1A9211B6-D3D1-4685-A151-4028BAD09A2B}"/>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217">
            <a:extLst xmlns:a="http://schemas.openxmlformats.org/drawingml/2006/main">
              <a:ext uri="{FF2B5EF4-FFF2-40B4-BE49-F238E27FC236}">
                <a16:creationId xmlns:a16="http://schemas.microsoft.com/office/drawing/2014/main" id="{26E78001-104A-4D35-BD5E-EC5A5174D437}"/>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Water-flow checks after the work</a:t>
            </a:r>
          </a:p>
        </p:txBody>
      </p:sp>
      <p:sp>
        <p:nvSpPr>
          <p:cNvPr id="27" name="profile-218">
            <a:extLst xmlns:a="http://schemas.openxmlformats.org/drawingml/2006/main">
              <a:ext uri="{FF2B5EF4-FFF2-40B4-BE49-F238E27FC236}">
                <a16:creationId xmlns:a16="http://schemas.microsoft.com/office/drawing/2014/main" id="{60253DCF-C5AD-470B-915A-8D5D05CC8C45}"/>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219">
            <a:extLst xmlns:a="http://schemas.openxmlformats.org/drawingml/2006/main">
              <a:ext uri="{FF2B5EF4-FFF2-40B4-BE49-F238E27FC236}">
                <a16:creationId xmlns:a16="http://schemas.microsoft.com/office/drawing/2014/main" id="{4BE8E41F-F88A-496F-AAB6-947A45CE98FB}"/>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Advice on recurring issues and further repairs</a:t>
            </a:r>
          </a:p>
        </p:txBody>
      </p:sp>
      <p:pic>
        <p:nvPicPr>
          <p:cNvPr id="29" name="">
            <a:extLst xmlns:a="http://schemas.openxmlformats.org/drawingml/2006/main">
              <a:ext uri="{FF2B5EF4-FFF2-40B4-BE49-F238E27FC236}">
                <a16:creationId xmlns:a16="http://schemas.microsoft.com/office/drawing/2014/main" id="{64CDFA3E-282E-498A-885B-BF3F5293F37E}"/>
              </a:ext>
            </a:extLst>
          </p:cNvPr>
          <p:cNvPicPr>
            <a:picLocks xmlns:a="http://schemas.openxmlformats.org/drawingml/2006/main" noChangeAspect="1"/>
          </p:cNvPicPr>
          <p:nvPr/>
        </p:nvPicPr>
        <p:blipFill>
          <a:blip xmlns:r="http://schemas.openxmlformats.org/officeDocument/2006/relationships" xmlns:a="http://schemas.openxmlformats.org/drawingml/2006/main" r:embed="Rd90beba449d243b8"/>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220">
            <a:extLst xmlns:a="http://schemas.openxmlformats.org/drawingml/2006/main">
              <a:ext uri="{FF2B5EF4-FFF2-40B4-BE49-F238E27FC236}">
                <a16:creationId xmlns:a16="http://schemas.microsoft.com/office/drawing/2014/main" id="{B4AE4926-7A1D-4B41-9FD6-2FAC1919B903}"/>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illustration of a drainage concern</a:t>
            </a:r>
          </a:p>
        </p:txBody>
      </p:sp>
    </p:spTree>
    <p:extLst>
      <p:ext uri="{BB962C8B-B14F-4D97-AF65-F5344CB8AC3E}">
        <p14:creationId xmlns:p14="http://schemas.microsoft.com/office/powerpoint/2010/main" val="605420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221">
            <a:extLst xmlns:a="http://schemas.openxmlformats.org/drawingml/2006/main">
              <a:ext uri="{FF2B5EF4-FFF2-40B4-BE49-F238E27FC236}">
                <a16:creationId xmlns:a16="http://schemas.microsoft.com/office/drawing/2014/main" id="{C7E617F7-64A8-4479-91EA-A61F057AF090}"/>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00DA0466-5D36-4DB9-9161-E78879AA6798}"/>
              </a:ext>
            </a:extLst>
          </p:cNvPr>
          <p:cNvPicPr>
            <a:picLocks xmlns:a="http://schemas.openxmlformats.org/drawingml/2006/main" noChangeAspect="1"/>
          </p:cNvPicPr>
          <p:nvPr/>
        </p:nvPicPr>
        <p:blipFill>
          <a:blip xmlns:r="http://schemas.openxmlformats.org/officeDocument/2006/relationships" xmlns:a="http://schemas.openxmlformats.org/drawingml/2006/main" r:embed="Re381d5e99abe4aca"/>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222">
            <a:extLst xmlns:a="http://schemas.openxmlformats.org/drawingml/2006/main">
              <a:ext uri="{FF2B5EF4-FFF2-40B4-BE49-F238E27FC236}">
                <a16:creationId xmlns:a16="http://schemas.microsoft.com/office/drawing/2014/main" id="{5BE3CB92-D47B-4ECA-A822-6AA5610419D3}"/>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223">
            <a:extLst xmlns:a="http://schemas.openxmlformats.org/drawingml/2006/main">
              <a:ext uri="{FF2B5EF4-FFF2-40B4-BE49-F238E27FC236}">
                <a16:creationId xmlns:a16="http://schemas.microsoft.com/office/drawing/2014/main" id="{071E5260-D900-40F8-A14A-4BA48E7BCCE0}"/>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224">
            <a:extLst xmlns:a="http://schemas.openxmlformats.org/drawingml/2006/main">
              <a:ext uri="{FF2B5EF4-FFF2-40B4-BE49-F238E27FC236}">
                <a16:creationId xmlns:a16="http://schemas.microsoft.com/office/drawing/2014/main" id="{72EA4C44-57E5-483F-AE4B-099B3E4DFA59}"/>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225">
            <a:extLst xmlns:a="http://schemas.openxmlformats.org/drawingml/2006/main">
              <a:ext uri="{FF2B5EF4-FFF2-40B4-BE49-F238E27FC236}">
                <a16:creationId xmlns:a16="http://schemas.microsoft.com/office/drawing/2014/main" id="{05A945A2-FBBA-4C5C-9F48-5A1A564D9540}"/>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226">
            <a:extLst xmlns:a="http://schemas.openxmlformats.org/drawingml/2006/main">
              <a:ext uri="{FF2B5EF4-FFF2-40B4-BE49-F238E27FC236}">
                <a16:creationId xmlns:a16="http://schemas.microsoft.com/office/drawing/2014/main" id="{34E7A5C5-BE60-4AC6-AA3E-1BBD7DE978FA}"/>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227">
            <a:extLst xmlns:a="http://schemas.openxmlformats.org/drawingml/2006/main">
              <a:ext uri="{FF2B5EF4-FFF2-40B4-BE49-F238E27FC236}">
                <a16:creationId xmlns:a16="http://schemas.microsoft.com/office/drawing/2014/main" id="{2F6309CB-4160-493B-A949-38CF1202E65C}"/>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228">
            <a:extLst xmlns:a="http://schemas.openxmlformats.org/drawingml/2006/main">
              <a:ext uri="{FF2B5EF4-FFF2-40B4-BE49-F238E27FC236}">
                <a16:creationId xmlns:a16="http://schemas.microsoft.com/office/drawing/2014/main" id="{CE85D226-AAB7-4764-B286-0041EF36CDF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229">
            <a:extLst xmlns:a="http://schemas.openxmlformats.org/drawingml/2006/main">
              <a:ext uri="{FF2B5EF4-FFF2-40B4-BE49-F238E27FC236}">
                <a16:creationId xmlns:a16="http://schemas.microsoft.com/office/drawing/2014/main" id="{9501213C-65F4-48BE-BEC8-4B779EA8DA73}"/>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230">
            <a:extLst xmlns:a="http://schemas.openxmlformats.org/drawingml/2006/main">
              <a:ext uri="{FF2B5EF4-FFF2-40B4-BE49-F238E27FC236}">
                <a16:creationId xmlns:a16="http://schemas.microsoft.com/office/drawing/2014/main" id="{DEC7A226-486C-4D7F-99EC-FE37A97EC6F3}"/>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231">
            <a:extLst xmlns:a="http://schemas.openxmlformats.org/drawingml/2006/main">
              <a:ext uri="{FF2B5EF4-FFF2-40B4-BE49-F238E27FC236}">
                <a16:creationId xmlns:a16="http://schemas.microsoft.com/office/drawing/2014/main" id="{082BD619-C0B4-4C3F-B17D-CEB37C1493D5}"/>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232">
            <a:extLst xmlns:a="http://schemas.openxmlformats.org/drawingml/2006/main">
              <a:ext uri="{FF2B5EF4-FFF2-40B4-BE49-F238E27FC236}">
                <a16:creationId xmlns:a16="http://schemas.microsoft.com/office/drawing/2014/main" id="{0C2C9236-82E8-4C76-8597-95A983FEA754}"/>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09</a:t>
            </a:r>
          </a:p>
        </p:txBody>
      </p:sp>
      <p:sp>
        <p:nvSpPr>
          <p:cNvPr id="14" name="profile-233">
            <a:extLst xmlns:a="http://schemas.openxmlformats.org/drawingml/2006/main">
              <a:ext uri="{FF2B5EF4-FFF2-40B4-BE49-F238E27FC236}">
                <a16:creationId xmlns:a16="http://schemas.microsoft.com/office/drawing/2014/main" id="{C65A603F-97B4-4906-8D23-40167FCE0C68}"/>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06</a:t>
            </a:r>
          </a:p>
        </p:txBody>
      </p:sp>
      <p:sp>
        <p:nvSpPr>
          <p:cNvPr id="15" name="profile-234">
            <a:extLst xmlns:a="http://schemas.openxmlformats.org/drawingml/2006/main">
              <a:ext uri="{FF2B5EF4-FFF2-40B4-BE49-F238E27FC236}">
                <a16:creationId xmlns:a16="http://schemas.microsoft.com/office/drawing/2014/main" id="{B6A91EA0-94C7-4A27-A51F-59ABBF5C1442}"/>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Grease Tank and Trap Cleaning</a:t>
            </a:r>
          </a:p>
        </p:txBody>
      </p:sp>
      <p:sp>
        <p:nvSpPr>
          <p:cNvPr id="16" name="profile-235">
            <a:extLst xmlns:a="http://schemas.openxmlformats.org/drawingml/2006/main">
              <a:ext uri="{FF2B5EF4-FFF2-40B4-BE49-F238E27FC236}">
                <a16:creationId xmlns:a16="http://schemas.microsoft.com/office/drawing/2014/main" id="{00DDF7E6-CBE6-4446-83C9-8BAC4A75B60E}"/>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Keep grease buildup from becoming a recurring</a:t>
            </a:r>
          </a:p>
        </p:txBody>
      </p:sp>
      <p:sp>
        <p:nvSpPr>
          <p:cNvPr id="17" name="profile-236">
            <a:extLst xmlns:a="http://schemas.openxmlformats.org/drawingml/2006/main">
              <a:ext uri="{FF2B5EF4-FFF2-40B4-BE49-F238E27FC236}">
                <a16:creationId xmlns:a16="http://schemas.microsoft.com/office/drawing/2014/main" id="{5EA470F9-8002-4A04-B02D-6DABEDC21E7A}"/>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kitchen drainage problem.</a:t>
            </a:r>
          </a:p>
        </p:txBody>
      </p:sp>
      <p:sp>
        <p:nvSpPr>
          <p:cNvPr id="18" name="profile-237">
            <a:extLst xmlns:a="http://schemas.openxmlformats.org/drawingml/2006/main">
              <a:ext uri="{FF2B5EF4-FFF2-40B4-BE49-F238E27FC236}">
                <a16:creationId xmlns:a16="http://schemas.microsoft.com/office/drawing/2014/main" id="{0530CC1F-BD77-47F5-8525-80F217E58360}"/>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provides grease tank and grease trap cleaning for</a:t>
            </a:r>
          </a:p>
        </p:txBody>
      </p:sp>
      <p:sp>
        <p:nvSpPr>
          <p:cNvPr id="19" name="profile-238">
            <a:extLst xmlns:a="http://schemas.openxmlformats.org/drawingml/2006/main">
              <a:ext uri="{FF2B5EF4-FFF2-40B4-BE49-F238E27FC236}">
                <a16:creationId xmlns:a16="http://schemas.microsoft.com/office/drawing/2014/main" id="{BFF4BD82-936E-4BD1-9035-CAB2ECC3FA75}"/>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food-service properties and other sites with grease-management</a:t>
            </a:r>
          </a:p>
        </p:txBody>
      </p:sp>
      <p:sp>
        <p:nvSpPr>
          <p:cNvPr id="20" name="profile-239">
            <a:extLst xmlns:a="http://schemas.openxmlformats.org/drawingml/2006/main">
              <a:ext uri="{FF2B5EF4-FFF2-40B4-BE49-F238E27FC236}">
                <a16:creationId xmlns:a16="http://schemas.microsoft.com/office/drawing/2014/main" id="{E977EDB3-8C6B-4044-BFCF-39E2B43D880C}"/>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needs. Work is coordinated around access and your operating schedule.</a:t>
            </a:r>
          </a:p>
        </p:txBody>
      </p:sp>
      <p:sp>
        <p:nvSpPr>
          <p:cNvPr id="21" name="profile-240">
            <a:extLst xmlns:a="http://schemas.openxmlformats.org/drawingml/2006/main">
              <a:ext uri="{FF2B5EF4-FFF2-40B4-BE49-F238E27FC236}">
                <a16:creationId xmlns:a16="http://schemas.microsoft.com/office/drawing/2014/main" id="{C99B6FDF-57DF-4F2D-8E34-3E750EA5BF53}"/>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241">
            <a:extLst xmlns:a="http://schemas.openxmlformats.org/drawingml/2006/main">
              <a:ext uri="{FF2B5EF4-FFF2-40B4-BE49-F238E27FC236}">
                <a16:creationId xmlns:a16="http://schemas.microsoft.com/office/drawing/2014/main" id="{F606F2C4-44A2-442A-88F4-AA09165954A6}"/>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Assessment of grease tank or trap access</a:t>
            </a:r>
          </a:p>
        </p:txBody>
      </p:sp>
      <p:sp>
        <p:nvSpPr>
          <p:cNvPr id="23" name="profile-242">
            <a:extLst xmlns:a="http://schemas.openxmlformats.org/drawingml/2006/main">
              <a:ext uri="{FF2B5EF4-FFF2-40B4-BE49-F238E27FC236}">
                <a16:creationId xmlns:a16="http://schemas.microsoft.com/office/drawing/2014/main" id="{E1D9B903-88A1-4A7C-A668-DBCACA3B048F}"/>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243">
            <a:extLst xmlns:a="http://schemas.openxmlformats.org/drawingml/2006/main">
              <a:ext uri="{FF2B5EF4-FFF2-40B4-BE49-F238E27FC236}">
                <a16:creationId xmlns:a16="http://schemas.microsoft.com/office/drawing/2014/main" id="{7D6C36CE-0196-4221-83F2-CA5077746972}"/>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Removal of accumulated grease and settled waste</a:t>
            </a:r>
          </a:p>
        </p:txBody>
      </p:sp>
      <p:sp>
        <p:nvSpPr>
          <p:cNvPr id="25" name="profile-244">
            <a:extLst xmlns:a="http://schemas.openxmlformats.org/drawingml/2006/main">
              <a:ext uri="{FF2B5EF4-FFF2-40B4-BE49-F238E27FC236}">
                <a16:creationId xmlns:a16="http://schemas.microsoft.com/office/drawing/2014/main" id="{80316427-63EF-4490-BD4F-23F37CBD449A}"/>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245">
            <a:extLst xmlns:a="http://schemas.openxmlformats.org/drawingml/2006/main">
              <a:ext uri="{FF2B5EF4-FFF2-40B4-BE49-F238E27FC236}">
                <a16:creationId xmlns:a16="http://schemas.microsoft.com/office/drawing/2014/main" id="{484320E5-69EB-4A75-967C-A77077EE6F06}"/>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Cleaning of accessible internal areas within scope</a:t>
            </a:r>
          </a:p>
        </p:txBody>
      </p:sp>
      <p:sp>
        <p:nvSpPr>
          <p:cNvPr id="27" name="profile-246">
            <a:extLst xmlns:a="http://schemas.openxmlformats.org/drawingml/2006/main">
              <a:ext uri="{FF2B5EF4-FFF2-40B4-BE49-F238E27FC236}">
                <a16:creationId xmlns:a16="http://schemas.microsoft.com/office/drawing/2014/main" id="{46C7FBD2-1D70-44A4-BD60-039C1103ABBA}"/>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247">
            <a:extLst xmlns:a="http://schemas.openxmlformats.org/drawingml/2006/main">
              <a:ext uri="{FF2B5EF4-FFF2-40B4-BE49-F238E27FC236}">
                <a16:creationId xmlns:a16="http://schemas.microsoft.com/office/drawing/2014/main" id="{4C78BC15-E4EE-4303-8219-261755C97AAF}"/>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Recommendations for a practical cleaning schedule</a:t>
            </a:r>
          </a:p>
        </p:txBody>
      </p:sp>
      <p:pic>
        <p:nvPicPr>
          <p:cNvPr id="29" name="">
            <a:extLst xmlns:a="http://schemas.openxmlformats.org/drawingml/2006/main">
              <a:ext uri="{FF2B5EF4-FFF2-40B4-BE49-F238E27FC236}">
                <a16:creationId xmlns:a16="http://schemas.microsoft.com/office/drawing/2014/main" id="{6240086A-FC12-48D0-8E9E-3AE5756F79AA}"/>
              </a:ext>
            </a:extLst>
          </p:cNvPr>
          <p:cNvPicPr>
            <a:picLocks xmlns:a="http://schemas.openxmlformats.org/drawingml/2006/main" noChangeAspect="1"/>
          </p:cNvPicPr>
          <p:nvPr/>
        </p:nvPicPr>
        <p:blipFill>
          <a:blip xmlns:r="http://schemas.openxmlformats.org/officeDocument/2006/relationships" xmlns:a="http://schemas.openxmlformats.org/drawingml/2006/main" r:embed="Rb219d9abfb044369"/>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248">
            <a:extLst xmlns:a="http://schemas.openxmlformats.org/drawingml/2006/main">
              <a:ext uri="{FF2B5EF4-FFF2-40B4-BE49-F238E27FC236}">
                <a16:creationId xmlns:a16="http://schemas.microsoft.com/office/drawing/2014/main" id="{19B12A17-5DDC-4FEF-815F-36F0B637A614}"/>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Oceanides project photo; site identity not specified</a:t>
            </a:r>
          </a:p>
        </p:txBody>
      </p:sp>
    </p:spTree>
    <p:extLst>
      <p:ext uri="{BB962C8B-B14F-4D97-AF65-F5344CB8AC3E}">
        <p14:creationId xmlns:p14="http://schemas.microsoft.com/office/powerpoint/2010/main" val="8287921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249">
            <a:extLst xmlns:a="http://schemas.openxmlformats.org/drawingml/2006/main">
              <a:ext uri="{FF2B5EF4-FFF2-40B4-BE49-F238E27FC236}">
                <a16:creationId xmlns:a16="http://schemas.microsoft.com/office/drawing/2014/main" id="{B5FC2B2C-216D-4EF0-AFE3-138DC478EEFB}"/>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C3DF554-87F8-4AB4-842E-D9EA5A9ACED7}"/>
              </a:ext>
            </a:extLst>
          </p:cNvPr>
          <p:cNvPicPr>
            <a:picLocks xmlns:a="http://schemas.openxmlformats.org/drawingml/2006/main" noChangeAspect="1"/>
          </p:cNvPicPr>
          <p:nvPr/>
        </p:nvPicPr>
        <p:blipFill>
          <a:blip xmlns:r="http://schemas.openxmlformats.org/officeDocument/2006/relationships" xmlns:a="http://schemas.openxmlformats.org/drawingml/2006/main" r:embed="R59ec33846efc47ff"/>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250">
            <a:extLst xmlns:a="http://schemas.openxmlformats.org/drawingml/2006/main">
              <a:ext uri="{FF2B5EF4-FFF2-40B4-BE49-F238E27FC236}">
                <a16:creationId xmlns:a16="http://schemas.microsoft.com/office/drawing/2014/main" id="{20718A9F-FBDF-4B94-8FA0-3A1520EFA34E}"/>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251">
            <a:extLst xmlns:a="http://schemas.openxmlformats.org/drawingml/2006/main">
              <a:ext uri="{FF2B5EF4-FFF2-40B4-BE49-F238E27FC236}">
                <a16:creationId xmlns:a16="http://schemas.microsoft.com/office/drawing/2014/main" id="{5AF23446-3699-4964-8F30-971D4AB1FBD3}"/>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252">
            <a:extLst xmlns:a="http://schemas.openxmlformats.org/drawingml/2006/main">
              <a:ext uri="{FF2B5EF4-FFF2-40B4-BE49-F238E27FC236}">
                <a16:creationId xmlns:a16="http://schemas.microsoft.com/office/drawing/2014/main" id="{F065B66B-6054-4637-81DE-C87A4A3BCB0A}"/>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253">
            <a:extLst xmlns:a="http://schemas.openxmlformats.org/drawingml/2006/main">
              <a:ext uri="{FF2B5EF4-FFF2-40B4-BE49-F238E27FC236}">
                <a16:creationId xmlns:a16="http://schemas.microsoft.com/office/drawing/2014/main" id="{AD3BF689-AEE1-4099-AE79-A3532AE14CD6}"/>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254">
            <a:extLst xmlns:a="http://schemas.openxmlformats.org/drawingml/2006/main">
              <a:ext uri="{FF2B5EF4-FFF2-40B4-BE49-F238E27FC236}">
                <a16:creationId xmlns:a16="http://schemas.microsoft.com/office/drawing/2014/main" id="{5EAE7CDE-808A-4CE8-A07F-E7A868C2E069}"/>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255">
            <a:extLst xmlns:a="http://schemas.openxmlformats.org/drawingml/2006/main">
              <a:ext uri="{FF2B5EF4-FFF2-40B4-BE49-F238E27FC236}">
                <a16:creationId xmlns:a16="http://schemas.microsoft.com/office/drawing/2014/main" id="{B585C60C-0EEE-4239-A048-0E3DAF61B83E}"/>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256">
            <a:extLst xmlns:a="http://schemas.openxmlformats.org/drawingml/2006/main">
              <a:ext uri="{FF2B5EF4-FFF2-40B4-BE49-F238E27FC236}">
                <a16:creationId xmlns:a16="http://schemas.microsoft.com/office/drawing/2014/main" id="{E0841AE7-E93B-4304-A407-16F760AED15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257">
            <a:extLst xmlns:a="http://schemas.openxmlformats.org/drawingml/2006/main">
              <a:ext uri="{FF2B5EF4-FFF2-40B4-BE49-F238E27FC236}">
                <a16:creationId xmlns:a16="http://schemas.microsoft.com/office/drawing/2014/main" id="{0F5FD5C0-5792-4B77-A98B-08947D4B9DDA}"/>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258">
            <a:extLst xmlns:a="http://schemas.openxmlformats.org/drawingml/2006/main">
              <a:ext uri="{FF2B5EF4-FFF2-40B4-BE49-F238E27FC236}">
                <a16:creationId xmlns:a16="http://schemas.microsoft.com/office/drawing/2014/main" id="{D11AF080-96EB-4418-87F9-51C9692EF297}"/>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259">
            <a:extLst xmlns:a="http://schemas.openxmlformats.org/drawingml/2006/main">
              <a:ext uri="{FF2B5EF4-FFF2-40B4-BE49-F238E27FC236}">
                <a16:creationId xmlns:a16="http://schemas.microsoft.com/office/drawing/2014/main" id="{53D892C5-64B6-46E4-BD33-E9BA91FF5ECD}"/>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260">
            <a:extLst xmlns:a="http://schemas.openxmlformats.org/drawingml/2006/main">
              <a:ext uri="{FF2B5EF4-FFF2-40B4-BE49-F238E27FC236}">
                <a16:creationId xmlns:a16="http://schemas.microsoft.com/office/drawing/2014/main" id="{10F1202B-FA4B-4A2F-B1AB-04835B19C87F}"/>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10</a:t>
            </a:r>
          </a:p>
        </p:txBody>
      </p:sp>
      <p:sp>
        <p:nvSpPr>
          <p:cNvPr id="14" name="profile-261">
            <a:extLst xmlns:a="http://schemas.openxmlformats.org/drawingml/2006/main">
              <a:ext uri="{FF2B5EF4-FFF2-40B4-BE49-F238E27FC236}">
                <a16:creationId xmlns:a16="http://schemas.microsoft.com/office/drawing/2014/main" id="{19BE1AA8-6FFF-4F1F-8D55-972C15744ABD}"/>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07</a:t>
            </a:r>
          </a:p>
        </p:txBody>
      </p:sp>
      <p:sp>
        <p:nvSpPr>
          <p:cNvPr id="15" name="profile-262">
            <a:extLst xmlns:a="http://schemas.openxmlformats.org/drawingml/2006/main">
              <a:ext uri="{FF2B5EF4-FFF2-40B4-BE49-F238E27FC236}">
                <a16:creationId xmlns:a16="http://schemas.microsoft.com/office/drawing/2014/main" id="{81948926-6181-4CA6-832E-7EAE5A360872}"/>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Pest Management Services</a:t>
            </a:r>
          </a:p>
        </p:txBody>
      </p:sp>
      <p:sp>
        <p:nvSpPr>
          <p:cNvPr id="16" name="profile-263">
            <a:extLst xmlns:a="http://schemas.openxmlformats.org/drawingml/2006/main">
              <a:ext uri="{FF2B5EF4-FFF2-40B4-BE49-F238E27FC236}">
                <a16:creationId xmlns:a16="http://schemas.microsoft.com/office/drawing/2014/main" id="{0891A8A7-7A63-44FD-9C23-F768D63EECC6}"/>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Protect the spaces where people work, stay, and dine.</a:t>
            </a:r>
          </a:p>
        </p:txBody>
      </p:sp>
      <p:sp>
        <p:nvSpPr>
          <p:cNvPr id="17" name="profile-264">
            <a:extLst xmlns:a="http://schemas.openxmlformats.org/drawingml/2006/main">
              <a:ext uri="{FF2B5EF4-FFF2-40B4-BE49-F238E27FC236}">
                <a16:creationId xmlns:a16="http://schemas.microsoft.com/office/drawing/2014/main" id="{76646D68-7F16-4DAB-9A21-CC7866F4C4A9}"/>
              </a:ext>
            </a:extLst>
          </p:cNvPr>
          <p:cNvSpPr>
            <a:spLocks xmlns:a="http://schemas.openxmlformats.org/drawingml/2006/main" noGrp="1"/>
          </p:cNvSpPr>
          <p:nvPr/>
        </p:nvSpPr>
        <p:spPr>
          <a:xfrm xmlns:a="http://schemas.openxmlformats.org/drawingml/2006/main">
            <a:off x="381000" y="3007519"/>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develops a pest-management scope around the pest</a:t>
            </a:r>
          </a:p>
        </p:txBody>
      </p:sp>
      <p:sp>
        <p:nvSpPr>
          <p:cNvPr id="18" name="profile-265">
            <a:extLst xmlns:a="http://schemas.openxmlformats.org/drawingml/2006/main">
              <a:ext uri="{FF2B5EF4-FFF2-40B4-BE49-F238E27FC236}">
                <a16:creationId xmlns:a16="http://schemas.microsoft.com/office/drawing/2014/main" id="{0262FB79-2044-48E7-8140-D14CF8496A04}"/>
              </a:ext>
            </a:extLst>
          </p:cNvPr>
          <p:cNvSpPr>
            <a:spLocks xmlns:a="http://schemas.openxmlformats.org/drawingml/2006/main" noGrp="1"/>
          </p:cNvSpPr>
          <p:nvPr/>
        </p:nvSpPr>
        <p:spPr>
          <a:xfrm xmlns:a="http://schemas.openxmlformats.org/drawingml/2006/main">
            <a:off x="381000" y="3264694"/>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concern, property use, and site findings. Programs can support</a:t>
            </a:r>
          </a:p>
        </p:txBody>
      </p:sp>
      <p:sp>
        <p:nvSpPr>
          <p:cNvPr id="19" name="profile-266">
            <a:extLst xmlns:a="http://schemas.openxmlformats.org/drawingml/2006/main">
              <a:ext uri="{FF2B5EF4-FFF2-40B4-BE49-F238E27FC236}">
                <a16:creationId xmlns:a16="http://schemas.microsoft.com/office/drawing/2014/main" id="{FCDBFD59-A65D-4277-92C3-FAFC18707967}"/>
              </a:ext>
            </a:extLst>
          </p:cNvPr>
          <p:cNvSpPr>
            <a:spLocks xmlns:a="http://schemas.openxmlformats.org/drawingml/2006/main" noGrp="1"/>
          </p:cNvSpPr>
          <p:nvPr/>
        </p:nvSpPr>
        <p:spPr>
          <a:xfrm xmlns:a="http://schemas.openxmlformats.org/drawingml/2006/main">
            <a:off x="381000" y="3521869"/>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restaurants, hotels, condominiums, offices, warehouses, and residential</a:t>
            </a:r>
          </a:p>
        </p:txBody>
      </p:sp>
      <p:sp>
        <p:nvSpPr>
          <p:cNvPr id="20" name="profile-267">
            <a:extLst xmlns:a="http://schemas.openxmlformats.org/drawingml/2006/main">
              <a:ext uri="{FF2B5EF4-FFF2-40B4-BE49-F238E27FC236}">
                <a16:creationId xmlns:a16="http://schemas.microsoft.com/office/drawing/2014/main" id="{A4AA65BD-83EB-496F-ADE2-69C03DEB922C}"/>
              </a:ext>
            </a:extLst>
          </p:cNvPr>
          <p:cNvSpPr>
            <a:spLocks xmlns:a="http://schemas.openxmlformats.org/drawingml/2006/main" noGrp="1"/>
          </p:cNvSpPr>
          <p:nvPr/>
        </p:nvSpPr>
        <p:spPr>
          <a:xfrm xmlns:a="http://schemas.openxmlformats.org/drawingml/2006/main">
            <a:off x="381000" y="3779044"/>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properties.</a:t>
            </a:r>
          </a:p>
        </p:txBody>
      </p:sp>
      <p:sp>
        <p:nvSpPr>
          <p:cNvPr id="21" name="profile-268">
            <a:extLst xmlns:a="http://schemas.openxmlformats.org/drawingml/2006/main">
              <a:ext uri="{FF2B5EF4-FFF2-40B4-BE49-F238E27FC236}">
                <a16:creationId xmlns:a16="http://schemas.microsoft.com/office/drawing/2014/main" id="{AD33D852-3EB2-4A04-8B19-B18C70EDD062}"/>
              </a:ext>
            </a:extLst>
          </p:cNvPr>
          <p:cNvSpPr>
            <a:spLocks xmlns:a="http://schemas.openxmlformats.org/drawingml/2006/main" noGrp="1"/>
          </p:cNvSpPr>
          <p:nvPr/>
        </p:nvSpPr>
        <p:spPr>
          <a:xfrm xmlns:a="http://schemas.openxmlformats.org/drawingml/2006/main">
            <a:off x="381000" y="4226719"/>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269">
            <a:extLst xmlns:a="http://schemas.openxmlformats.org/drawingml/2006/main">
              <a:ext uri="{FF2B5EF4-FFF2-40B4-BE49-F238E27FC236}">
                <a16:creationId xmlns:a16="http://schemas.microsoft.com/office/drawing/2014/main" id="{374291D0-EE03-4796-BA02-C9DCD475DDCC}"/>
              </a:ext>
            </a:extLst>
          </p:cNvPr>
          <p:cNvSpPr>
            <a:spLocks xmlns:a="http://schemas.openxmlformats.org/drawingml/2006/main" noGrp="1"/>
          </p:cNvSpPr>
          <p:nvPr/>
        </p:nvSpPr>
        <p:spPr>
          <a:xfrm xmlns:a="http://schemas.openxmlformats.org/drawingml/2006/main">
            <a:off x="790575" y="4226719"/>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Site inspection and pest concern assessment</a:t>
            </a:r>
          </a:p>
        </p:txBody>
      </p:sp>
      <p:sp>
        <p:nvSpPr>
          <p:cNvPr id="23" name="profile-270">
            <a:extLst xmlns:a="http://schemas.openxmlformats.org/drawingml/2006/main">
              <a:ext uri="{FF2B5EF4-FFF2-40B4-BE49-F238E27FC236}">
                <a16:creationId xmlns:a16="http://schemas.microsoft.com/office/drawing/2014/main" id="{B7DB55F3-6A3A-4771-9817-4EF1582EF3A6}"/>
              </a:ext>
            </a:extLst>
          </p:cNvPr>
          <p:cNvSpPr>
            <a:spLocks xmlns:a="http://schemas.openxmlformats.org/drawingml/2006/main" noGrp="1"/>
          </p:cNvSpPr>
          <p:nvPr/>
        </p:nvSpPr>
        <p:spPr>
          <a:xfrm xmlns:a="http://schemas.openxmlformats.org/drawingml/2006/main">
            <a:off x="381000" y="4534376"/>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271">
            <a:extLst xmlns:a="http://schemas.openxmlformats.org/drawingml/2006/main">
              <a:ext uri="{FF2B5EF4-FFF2-40B4-BE49-F238E27FC236}">
                <a16:creationId xmlns:a16="http://schemas.microsoft.com/office/drawing/2014/main" id="{6713CD59-359A-4253-8604-8A8AD7855D63}"/>
              </a:ext>
            </a:extLst>
          </p:cNvPr>
          <p:cNvSpPr>
            <a:spLocks xmlns:a="http://schemas.openxmlformats.org/drawingml/2006/main" noGrp="1"/>
          </p:cNvSpPr>
          <p:nvPr/>
        </p:nvSpPr>
        <p:spPr>
          <a:xfrm xmlns:a="http://schemas.openxmlformats.org/drawingml/2006/main">
            <a:off x="790575" y="4534376"/>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Treatment plan for the identified concern</a:t>
            </a:r>
          </a:p>
        </p:txBody>
      </p:sp>
      <p:sp>
        <p:nvSpPr>
          <p:cNvPr id="25" name="profile-272">
            <a:extLst xmlns:a="http://schemas.openxmlformats.org/drawingml/2006/main">
              <a:ext uri="{FF2B5EF4-FFF2-40B4-BE49-F238E27FC236}">
                <a16:creationId xmlns:a16="http://schemas.microsoft.com/office/drawing/2014/main" id="{8F507435-2212-41D0-9DFB-525E8407A3DD}"/>
              </a:ext>
            </a:extLst>
          </p:cNvPr>
          <p:cNvSpPr>
            <a:spLocks xmlns:a="http://schemas.openxmlformats.org/drawingml/2006/main" noGrp="1"/>
          </p:cNvSpPr>
          <p:nvPr/>
        </p:nvSpPr>
        <p:spPr>
          <a:xfrm xmlns:a="http://schemas.openxmlformats.org/drawingml/2006/main">
            <a:off x="381000" y="4842034"/>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273">
            <a:extLst xmlns:a="http://schemas.openxmlformats.org/drawingml/2006/main">
              <a:ext uri="{FF2B5EF4-FFF2-40B4-BE49-F238E27FC236}">
                <a16:creationId xmlns:a16="http://schemas.microsoft.com/office/drawing/2014/main" id="{06B3309A-1477-42C6-85D6-E9D01DAAE5E2}"/>
              </a:ext>
            </a:extLst>
          </p:cNvPr>
          <p:cNvSpPr>
            <a:spLocks xmlns:a="http://schemas.openxmlformats.org/drawingml/2006/main" noGrp="1"/>
          </p:cNvSpPr>
          <p:nvPr/>
        </p:nvSpPr>
        <p:spPr>
          <a:xfrm xmlns:a="http://schemas.openxmlformats.org/drawingml/2006/main">
            <a:off x="790575" y="4842034"/>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Coordination of preparation and re-entry instructions</a:t>
            </a:r>
          </a:p>
        </p:txBody>
      </p:sp>
      <p:sp>
        <p:nvSpPr>
          <p:cNvPr id="27" name="profile-274">
            <a:extLst xmlns:a="http://schemas.openxmlformats.org/drawingml/2006/main">
              <a:ext uri="{FF2B5EF4-FFF2-40B4-BE49-F238E27FC236}">
                <a16:creationId xmlns:a16="http://schemas.microsoft.com/office/drawing/2014/main" id="{4A0673B7-D010-40FF-8EFD-D5C3C0BD465D}"/>
              </a:ext>
            </a:extLst>
          </p:cNvPr>
          <p:cNvSpPr>
            <a:spLocks xmlns:a="http://schemas.openxmlformats.org/drawingml/2006/main" noGrp="1"/>
          </p:cNvSpPr>
          <p:nvPr/>
        </p:nvSpPr>
        <p:spPr>
          <a:xfrm xmlns:a="http://schemas.openxmlformats.org/drawingml/2006/main">
            <a:off x="381000" y="5149691"/>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275">
            <a:extLst xmlns:a="http://schemas.openxmlformats.org/drawingml/2006/main">
              <a:ext uri="{FF2B5EF4-FFF2-40B4-BE49-F238E27FC236}">
                <a16:creationId xmlns:a16="http://schemas.microsoft.com/office/drawing/2014/main" id="{21DC5093-FB26-4980-807D-C9444828EFC4}"/>
              </a:ext>
            </a:extLst>
          </p:cNvPr>
          <p:cNvSpPr>
            <a:spLocks xmlns:a="http://schemas.openxmlformats.org/drawingml/2006/main" noGrp="1"/>
          </p:cNvSpPr>
          <p:nvPr/>
        </p:nvSpPr>
        <p:spPr>
          <a:xfrm xmlns:a="http://schemas.openxmlformats.org/drawingml/2006/main">
            <a:off x="790575" y="5149691"/>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Follow-up and prevention advice within the agreed program</a:t>
            </a:r>
          </a:p>
        </p:txBody>
      </p:sp>
      <p:pic>
        <p:nvPicPr>
          <p:cNvPr id="29" name="">
            <a:extLst xmlns:a="http://schemas.openxmlformats.org/drawingml/2006/main">
              <a:ext uri="{FF2B5EF4-FFF2-40B4-BE49-F238E27FC236}">
                <a16:creationId xmlns:a16="http://schemas.microsoft.com/office/drawing/2014/main" id="{E5D843CE-4F5E-40AF-AE39-0D56705B6AC8}"/>
              </a:ext>
            </a:extLst>
          </p:cNvPr>
          <p:cNvPicPr>
            <a:picLocks xmlns:a="http://schemas.openxmlformats.org/drawingml/2006/main" noChangeAspect="1"/>
          </p:cNvPicPr>
          <p:nvPr/>
        </p:nvPicPr>
        <p:blipFill>
          <a:blip xmlns:r="http://schemas.openxmlformats.org/officeDocument/2006/relationships" xmlns:a="http://schemas.openxmlformats.org/drawingml/2006/main" r:embed="R5060fc2d6ea643b6"/>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276">
            <a:extLst xmlns:a="http://schemas.openxmlformats.org/drawingml/2006/main">
              <a:ext uri="{FF2B5EF4-FFF2-40B4-BE49-F238E27FC236}">
                <a16:creationId xmlns:a16="http://schemas.microsoft.com/office/drawing/2014/main" id="{F5B0C12B-762D-4EEB-A144-ECAA603D917A}"/>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service illustration</a:t>
            </a:r>
          </a:p>
        </p:txBody>
      </p:sp>
    </p:spTree>
    <p:extLst>
      <p:ext uri="{BB962C8B-B14F-4D97-AF65-F5344CB8AC3E}">
        <p14:creationId xmlns:p14="http://schemas.microsoft.com/office/powerpoint/2010/main" val="9891522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277">
            <a:extLst xmlns:a="http://schemas.openxmlformats.org/drawingml/2006/main">
              <a:ext uri="{FF2B5EF4-FFF2-40B4-BE49-F238E27FC236}">
                <a16:creationId xmlns:a16="http://schemas.microsoft.com/office/drawing/2014/main" id="{0651BCCB-9AB1-45C7-BBCA-F8CD297E4A08}"/>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832084E-01EF-42A9-A56D-6DE6C1021307}"/>
              </a:ext>
            </a:extLst>
          </p:cNvPr>
          <p:cNvPicPr>
            <a:picLocks xmlns:a="http://schemas.openxmlformats.org/drawingml/2006/main" noChangeAspect="1"/>
          </p:cNvPicPr>
          <p:nvPr/>
        </p:nvPicPr>
        <p:blipFill>
          <a:blip xmlns:r="http://schemas.openxmlformats.org/officeDocument/2006/relationships" xmlns:a="http://schemas.openxmlformats.org/drawingml/2006/main" r:embed="R839b3f0a8a474f9c"/>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278">
            <a:extLst xmlns:a="http://schemas.openxmlformats.org/drawingml/2006/main">
              <a:ext uri="{FF2B5EF4-FFF2-40B4-BE49-F238E27FC236}">
                <a16:creationId xmlns:a16="http://schemas.microsoft.com/office/drawing/2014/main" id="{34DD640B-C8AF-4B17-8F80-1E50209AC5C5}"/>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279">
            <a:extLst xmlns:a="http://schemas.openxmlformats.org/drawingml/2006/main">
              <a:ext uri="{FF2B5EF4-FFF2-40B4-BE49-F238E27FC236}">
                <a16:creationId xmlns:a16="http://schemas.microsoft.com/office/drawing/2014/main" id="{AA6A0AB9-0B89-4EEA-A590-104900E914D6}"/>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280">
            <a:extLst xmlns:a="http://schemas.openxmlformats.org/drawingml/2006/main">
              <a:ext uri="{FF2B5EF4-FFF2-40B4-BE49-F238E27FC236}">
                <a16:creationId xmlns:a16="http://schemas.microsoft.com/office/drawing/2014/main" id="{302DBDB6-E4BF-42CF-A823-513907EB42DA}"/>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281">
            <a:extLst xmlns:a="http://schemas.openxmlformats.org/drawingml/2006/main">
              <a:ext uri="{FF2B5EF4-FFF2-40B4-BE49-F238E27FC236}">
                <a16:creationId xmlns:a16="http://schemas.microsoft.com/office/drawing/2014/main" id="{74250663-7120-47F5-B3B1-1038AD30C2B3}"/>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282">
            <a:extLst xmlns:a="http://schemas.openxmlformats.org/drawingml/2006/main">
              <a:ext uri="{FF2B5EF4-FFF2-40B4-BE49-F238E27FC236}">
                <a16:creationId xmlns:a16="http://schemas.microsoft.com/office/drawing/2014/main" id="{81D4DF10-CC55-4B05-921D-3A29A02EEAD6}"/>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283">
            <a:extLst xmlns:a="http://schemas.openxmlformats.org/drawingml/2006/main">
              <a:ext uri="{FF2B5EF4-FFF2-40B4-BE49-F238E27FC236}">
                <a16:creationId xmlns:a16="http://schemas.microsoft.com/office/drawing/2014/main" id="{E5EC0D08-9DA0-4301-8071-9BB8A598263D}"/>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284">
            <a:extLst xmlns:a="http://schemas.openxmlformats.org/drawingml/2006/main">
              <a:ext uri="{FF2B5EF4-FFF2-40B4-BE49-F238E27FC236}">
                <a16:creationId xmlns:a16="http://schemas.microsoft.com/office/drawing/2014/main" id="{7FBEFF34-EAB6-4C33-89E8-147BDD47668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285">
            <a:extLst xmlns:a="http://schemas.openxmlformats.org/drawingml/2006/main">
              <a:ext uri="{FF2B5EF4-FFF2-40B4-BE49-F238E27FC236}">
                <a16:creationId xmlns:a16="http://schemas.microsoft.com/office/drawing/2014/main" id="{451EBEA9-F09F-4708-AA75-2913104B02D9}"/>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286">
            <a:extLst xmlns:a="http://schemas.openxmlformats.org/drawingml/2006/main">
              <a:ext uri="{FF2B5EF4-FFF2-40B4-BE49-F238E27FC236}">
                <a16:creationId xmlns:a16="http://schemas.microsoft.com/office/drawing/2014/main" id="{3B0C2F64-1816-46DF-9DAC-7A13EB77FEA7}"/>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287">
            <a:extLst xmlns:a="http://schemas.openxmlformats.org/drawingml/2006/main">
              <a:ext uri="{FF2B5EF4-FFF2-40B4-BE49-F238E27FC236}">
                <a16:creationId xmlns:a16="http://schemas.microsoft.com/office/drawing/2014/main" id="{28DF1858-9742-48B2-90AE-D54B19AA73C2}"/>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288">
            <a:extLst xmlns:a="http://schemas.openxmlformats.org/drawingml/2006/main">
              <a:ext uri="{FF2B5EF4-FFF2-40B4-BE49-F238E27FC236}">
                <a16:creationId xmlns:a16="http://schemas.microsoft.com/office/drawing/2014/main" id="{24AF15D1-253F-46AA-9C7E-9E0EDE43335B}"/>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11</a:t>
            </a:r>
          </a:p>
        </p:txBody>
      </p:sp>
      <p:sp>
        <p:nvSpPr>
          <p:cNvPr id="14" name="profile-289">
            <a:extLst xmlns:a="http://schemas.openxmlformats.org/drawingml/2006/main">
              <a:ext uri="{FF2B5EF4-FFF2-40B4-BE49-F238E27FC236}">
                <a16:creationId xmlns:a16="http://schemas.microsoft.com/office/drawing/2014/main" id="{29EB8803-F3E4-484E-B54F-7A391ED3539E}"/>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08</a:t>
            </a:r>
          </a:p>
        </p:txBody>
      </p:sp>
      <p:sp>
        <p:nvSpPr>
          <p:cNvPr id="15" name="profile-290">
            <a:extLst xmlns:a="http://schemas.openxmlformats.org/drawingml/2006/main">
              <a:ext uri="{FF2B5EF4-FFF2-40B4-BE49-F238E27FC236}">
                <a16:creationId xmlns:a16="http://schemas.microsoft.com/office/drawing/2014/main" id="{CF55D19A-7F70-4220-A5D3-D79CD7979158}"/>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General Cleaning Services</a:t>
            </a:r>
          </a:p>
        </p:txBody>
      </p:sp>
      <p:sp>
        <p:nvSpPr>
          <p:cNvPr id="16" name="profile-291">
            <a:extLst xmlns:a="http://schemas.openxmlformats.org/drawingml/2006/main">
              <a:ext uri="{FF2B5EF4-FFF2-40B4-BE49-F238E27FC236}">
                <a16:creationId xmlns:a16="http://schemas.microsoft.com/office/drawing/2014/main" id="{38345236-93D5-4A08-A7D8-D6A0AA8C9F42}"/>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Present a cleaner, better-cared-for space to everyone</a:t>
            </a:r>
          </a:p>
        </p:txBody>
      </p:sp>
      <p:sp>
        <p:nvSpPr>
          <p:cNvPr id="17" name="profile-292">
            <a:extLst xmlns:a="http://schemas.openxmlformats.org/drawingml/2006/main">
              <a:ext uri="{FF2B5EF4-FFF2-40B4-BE49-F238E27FC236}">
                <a16:creationId xmlns:a16="http://schemas.microsoft.com/office/drawing/2014/main" id="{1BDA6966-13D1-4FE2-A5A6-EF82074B14A7}"/>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who enters.</a:t>
            </a:r>
          </a:p>
        </p:txBody>
      </p:sp>
      <p:sp>
        <p:nvSpPr>
          <p:cNvPr id="18" name="profile-293">
            <a:extLst xmlns:a="http://schemas.openxmlformats.org/drawingml/2006/main">
              <a:ext uri="{FF2B5EF4-FFF2-40B4-BE49-F238E27FC236}">
                <a16:creationId xmlns:a16="http://schemas.microsoft.com/office/drawing/2014/main" id="{A9D039A8-EEE2-4EB1-9EEA-37D59A5D7DD6}"/>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provides cleaning support for commercial and residential</a:t>
            </a:r>
          </a:p>
        </p:txBody>
      </p:sp>
      <p:sp>
        <p:nvSpPr>
          <p:cNvPr id="19" name="profile-294">
            <a:extLst xmlns:a="http://schemas.openxmlformats.org/drawingml/2006/main">
              <a:ext uri="{FF2B5EF4-FFF2-40B4-BE49-F238E27FC236}">
                <a16:creationId xmlns:a16="http://schemas.microsoft.com/office/drawing/2014/main" id="{E9AC3DE5-53ED-428A-84F2-344B9DCCB32D}"/>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properties. Cleaning areas, frequency, materials, and exclusions are</a:t>
            </a:r>
          </a:p>
        </p:txBody>
      </p:sp>
      <p:sp>
        <p:nvSpPr>
          <p:cNvPr id="20" name="profile-295">
            <a:extLst xmlns:a="http://schemas.openxmlformats.org/drawingml/2006/main">
              <a:ext uri="{FF2B5EF4-FFF2-40B4-BE49-F238E27FC236}">
                <a16:creationId xmlns:a16="http://schemas.microsoft.com/office/drawing/2014/main" id="{C702C60D-3CD4-4CFC-AB6A-8922F3B9A9E2}"/>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defined with the client before work starts.</a:t>
            </a:r>
          </a:p>
        </p:txBody>
      </p:sp>
      <p:sp>
        <p:nvSpPr>
          <p:cNvPr id="21" name="profile-296">
            <a:extLst xmlns:a="http://schemas.openxmlformats.org/drawingml/2006/main">
              <a:ext uri="{FF2B5EF4-FFF2-40B4-BE49-F238E27FC236}">
                <a16:creationId xmlns:a16="http://schemas.microsoft.com/office/drawing/2014/main" id="{8B1CACF5-0082-446E-BC8F-D3192AADF2C7}"/>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297">
            <a:extLst xmlns:a="http://schemas.openxmlformats.org/drawingml/2006/main">
              <a:ext uri="{FF2B5EF4-FFF2-40B4-BE49-F238E27FC236}">
                <a16:creationId xmlns:a16="http://schemas.microsoft.com/office/drawing/2014/main" id="{41B7D93C-B992-4391-B45E-B966A437A9EE}"/>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Site walkthrough and cleaning checklist</a:t>
            </a:r>
          </a:p>
        </p:txBody>
      </p:sp>
      <p:sp>
        <p:nvSpPr>
          <p:cNvPr id="23" name="profile-298">
            <a:extLst xmlns:a="http://schemas.openxmlformats.org/drawingml/2006/main">
              <a:ext uri="{FF2B5EF4-FFF2-40B4-BE49-F238E27FC236}">
                <a16:creationId xmlns:a16="http://schemas.microsoft.com/office/drawing/2014/main" id="{4BA2BF10-FB5A-410C-BCE0-241DEA17F94C}"/>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299">
            <a:extLst xmlns:a="http://schemas.openxmlformats.org/drawingml/2006/main">
              <a:ext uri="{FF2B5EF4-FFF2-40B4-BE49-F238E27FC236}">
                <a16:creationId xmlns:a16="http://schemas.microsoft.com/office/drawing/2014/main" id="{8455D3B0-45D9-45CB-A1BB-D2968ADBA426}"/>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Cleaning of agreed rooms and common areas</a:t>
            </a:r>
          </a:p>
        </p:txBody>
      </p:sp>
      <p:sp>
        <p:nvSpPr>
          <p:cNvPr id="25" name="profile-300">
            <a:extLst xmlns:a="http://schemas.openxmlformats.org/drawingml/2006/main">
              <a:ext uri="{FF2B5EF4-FFF2-40B4-BE49-F238E27FC236}">
                <a16:creationId xmlns:a16="http://schemas.microsoft.com/office/drawing/2014/main" id="{15A48ADD-041F-40C8-B7FF-DDEEF5D73D05}"/>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301">
            <a:extLst xmlns:a="http://schemas.openxmlformats.org/drawingml/2006/main">
              <a:ext uri="{FF2B5EF4-FFF2-40B4-BE49-F238E27FC236}">
                <a16:creationId xmlns:a16="http://schemas.microsoft.com/office/drawing/2014/main" id="{2449BFC9-FCCE-4974-89BB-CAF14B7FED1D}"/>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Coordination around occupancy and site access</a:t>
            </a:r>
          </a:p>
        </p:txBody>
      </p:sp>
      <p:sp>
        <p:nvSpPr>
          <p:cNvPr id="27" name="profile-302">
            <a:extLst xmlns:a="http://schemas.openxmlformats.org/drawingml/2006/main">
              <a:ext uri="{FF2B5EF4-FFF2-40B4-BE49-F238E27FC236}">
                <a16:creationId xmlns:a16="http://schemas.microsoft.com/office/drawing/2014/main" id="{C3EA6EA3-93AA-4704-B905-0248810362A3}"/>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303">
            <a:extLst xmlns:a="http://schemas.openxmlformats.org/drawingml/2006/main">
              <a:ext uri="{FF2B5EF4-FFF2-40B4-BE49-F238E27FC236}">
                <a16:creationId xmlns:a16="http://schemas.microsoft.com/office/drawing/2014/main" id="{9F550DD4-E96C-4C4F-86C9-7D34F46F3095}"/>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Completion review with the client representative</a:t>
            </a:r>
          </a:p>
        </p:txBody>
      </p:sp>
      <p:pic>
        <p:nvPicPr>
          <p:cNvPr id="29" name="">
            <a:extLst xmlns:a="http://schemas.openxmlformats.org/drawingml/2006/main">
              <a:ext uri="{FF2B5EF4-FFF2-40B4-BE49-F238E27FC236}">
                <a16:creationId xmlns:a16="http://schemas.microsoft.com/office/drawing/2014/main" id="{A672E4F1-C395-4C4B-9694-7021AA0F0053}"/>
              </a:ext>
            </a:extLst>
          </p:cNvPr>
          <p:cNvPicPr>
            <a:picLocks xmlns:a="http://schemas.openxmlformats.org/drawingml/2006/main" noChangeAspect="1"/>
          </p:cNvPicPr>
          <p:nvPr/>
        </p:nvPicPr>
        <p:blipFill>
          <a:blip xmlns:r="http://schemas.openxmlformats.org/officeDocument/2006/relationships" xmlns:a="http://schemas.openxmlformats.org/drawingml/2006/main" r:embed="Rfbb0ef6c28564c90"/>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304">
            <a:extLst xmlns:a="http://schemas.openxmlformats.org/drawingml/2006/main">
              <a:ext uri="{FF2B5EF4-FFF2-40B4-BE49-F238E27FC236}">
                <a16:creationId xmlns:a16="http://schemas.microsoft.com/office/drawing/2014/main" id="{626BA5C1-5510-4415-9261-D0D616460150}"/>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Illustrative property interior; not an Oceanides project</a:t>
            </a:r>
          </a:p>
        </p:txBody>
      </p:sp>
    </p:spTree>
    <p:extLst>
      <p:ext uri="{BB962C8B-B14F-4D97-AF65-F5344CB8AC3E}">
        <p14:creationId xmlns:p14="http://schemas.microsoft.com/office/powerpoint/2010/main" val="9994279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305">
            <a:extLst xmlns:a="http://schemas.openxmlformats.org/drawingml/2006/main">
              <a:ext uri="{FF2B5EF4-FFF2-40B4-BE49-F238E27FC236}">
                <a16:creationId xmlns:a16="http://schemas.microsoft.com/office/drawing/2014/main" id="{F16D76A1-841D-4200-8D35-03DC2BDF6401}"/>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FB7B086-FDCF-4FB9-B2B9-24F9FF8F4228}"/>
              </a:ext>
            </a:extLst>
          </p:cNvPr>
          <p:cNvPicPr>
            <a:picLocks xmlns:a="http://schemas.openxmlformats.org/drawingml/2006/main" noChangeAspect="1"/>
          </p:cNvPicPr>
          <p:nvPr/>
        </p:nvPicPr>
        <p:blipFill>
          <a:blip xmlns:r="http://schemas.openxmlformats.org/officeDocument/2006/relationships" xmlns:a="http://schemas.openxmlformats.org/drawingml/2006/main" r:embed="Rbfc8c1c347744eb3"/>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306">
            <a:extLst xmlns:a="http://schemas.openxmlformats.org/drawingml/2006/main">
              <a:ext uri="{FF2B5EF4-FFF2-40B4-BE49-F238E27FC236}">
                <a16:creationId xmlns:a16="http://schemas.microsoft.com/office/drawing/2014/main" id="{B33A383E-E9FB-437A-829D-3AF019D91635}"/>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307">
            <a:extLst xmlns:a="http://schemas.openxmlformats.org/drawingml/2006/main">
              <a:ext uri="{FF2B5EF4-FFF2-40B4-BE49-F238E27FC236}">
                <a16:creationId xmlns:a16="http://schemas.microsoft.com/office/drawing/2014/main" id="{FC00CC0E-1465-4B70-B4BF-AFB43E2CD755}"/>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308">
            <a:extLst xmlns:a="http://schemas.openxmlformats.org/drawingml/2006/main">
              <a:ext uri="{FF2B5EF4-FFF2-40B4-BE49-F238E27FC236}">
                <a16:creationId xmlns:a16="http://schemas.microsoft.com/office/drawing/2014/main" id="{6C614727-0930-4B40-B91D-EE37BB9844F5}"/>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309">
            <a:extLst xmlns:a="http://schemas.openxmlformats.org/drawingml/2006/main">
              <a:ext uri="{FF2B5EF4-FFF2-40B4-BE49-F238E27FC236}">
                <a16:creationId xmlns:a16="http://schemas.microsoft.com/office/drawing/2014/main" id="{3F5BAAA9-CAB3-4726-AF5D-0593BDDD3680}"/>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310">
            <a:extLst xmlns:a="http://schemas.openxmlformats.org/drawingml/2006/main">
              <a:ext uri="{FF2B5EF4-FFF2-40B4-BE49-F238E27FC236}">
                <a16:creationId xmlns:a16="http://schemas.microsoft.com/office/drawing/2014/main" id="{EE633553-DE04-4652-BDAF-BA8B662305E2}"/>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311">
            <a:extLst xmlns:a="http://schemas.openxmlformats.org/drawingml/2006/main">
              <a:ext uri="{FF2B5EF4-FFF2-40B4-BE49-F238E27FC236}">
                <a16:creationId xmlns:a16="http://schemas.microsoft.com/office/drawing/2014/main" id="{CB0A016E-7CFA-4E28-82F3-8EDDE769F770}"/>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312">
            <a:extLst xmlns:a="http://schemas.openxmlformats.org/drawingml/2006/main">
              <a:ext uri="{FF2B5EF4-FFF2-40B4-BE49-F238E27FC236}">
                <a16:creationId xmlns:a16="http://schemas.microsoft.com/office/drawing/2014/main" id="{6B5D7AAA-CF91-404B-A87B-6A167B08240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313">
            <a:extLst xmlns:a="http://schemas.openxmlformats.org/drawingml/2006/main">
              <a:ext uri="{FF2B5EF4-FFF2-40B4-BE49-F238E27FC236}">
                <a16:creationId xmlns:a16="http://schemas.microsoft.com/office/drawing/2014/main" id="{B06C3EEF-0B7E-4856-AA43-F49A8DE8E334}"/>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314">
            <a:extLst xmlns:a="http://schemas.openxmlformats.org/drawingml/2006/main">
              <a:ext uri="{FF2B5EF4-FFF2-40B4-BE49-F238E27FC236}">
                <a16:creationId xmlns:a16="http://schemas.microsoft.com/office/drawing/2014/main" id="{C3F4D0C9-1DF3-4D5E-80B7-79B058E41FDA}"/>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315">
            <a:extLst xmlns:a="http://schemas.openxmlformats.org/drawingml/2006/main">
              <a:ext uri="{FF2B5EF4-FFF2-40B4-BE49-F238E27FC236}">
                <a16:creationId xmlns:a16="http://schemas.microsoft.com/office/drawing/2014/main" id="{2CED9039-8D1A-4326-A699-3545E3DE602B}"/>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316">
            <a:extLst xmlns:a="http://schemas.openxmlformats.org/drawingml/2006/main">
              <a:ext uri="{FF2B5EF4-FFF2-40B4-BE49-F238E27FC236}">
                <a16:creationId xmlns:a16="http://schemas.microsoft.com/office/drawing/2014/main" id="{E2693AFF-994E-48E8-A356-CF6944AB78C6}"/>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12</a:t>
            </a:r>
          </a:p>
        </p:txBody>
      </p:sp>
      <p:sp>
        <p:nvSpPr>
          <p:cNvPr id="14" name="profile-317">
            <a:extLst xmlns:a="http://schemas.openxmlformats.org/drawingml/2006/main">
              <a:ext uri="{FF2B5EF4-FFF2-40B4-BE49-F238E27FC236}">
                <a16:creationId xmlns:a16="http://schemas.microsoft.com/office/drawing/2014/main" id="{083EBF73-152A-4BD5-89FD-0D114CB98F4C}"/>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09</a:t>
            </a:r>
          </a:p>
        </p:txBody>
      </p:sp>
      <p:sp>
        <p:nvSpPr>
          <p:cNvPr id="15" name="profile-318">
            <a:extLst xmlns:a="http://schemas.openxmlformats.org/drawingml/2006/main">
              <a:ext uri="{FF2B5EF4-FFF2-40B4-BE49-F238E27FC236}">
                <a16:creationId xmlns:a16="http://schemas.microsoft.com/office/drawing/2014/main" id="{B73A656E-DA27-4104-98AE-BB8590A44CD7}"/>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Renovation, Restoration and Leak Repairs</a:t>
            </a:r>
          </a:p>
        </p:txBody>
      </p:sp>
      <p:sp>
        <p:nvSpPr>
          <p:cNvPr id="16" name="profile-319">
            <a:extLst xmlns:a="http://schemas.openxmlformats.org/drawingml/2006/main">
              <a:ext uri="{FF2B5EF4-FFF2-40B4-BE49-F238E27FC236}">
                <a16:creationId xmlns:a16="http://schemas.microsoft.com/office/drawing/2014/main" id="{4B6F0535-07C5-4D62-9703-110966774CCD}"/>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Repair damaged spaces and plan improvements with a</a:t>
            </a:r>
          </a:p>
        </p:txBody>
      </p:sp>
      <p:sp>
        <p:nvSpPr>
          <p:cNvPr id="17" name="profile-320">
            <a:extLst xmlns:a="http://schemas.openxmlformats.org/drawingml/2006/main">
              <a:ext uri="{FF2B5EF4-FFF2-40B4-BE49-F238E27FC236}">
                <a16:creationId xmlns:a16="http://schemas.microsoft.com/office/drawing/2014/main" id="{BACD0AAC-58BD-4EC8-B501-60E3BB69FC8E}"/>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defined scope.</a:t>
            </a:r>
          </a:p>
        </p:txBody>
      </p:sp>
      <p:sp>
        <p:nvSpPr>
          <p:cNvPr id="18" name="profile-321">
            <a:extLst xmlns:a="http://schemas.openxmlformats.org/drawingml/2006/main">
              <a:ext uri="{FF2B5EF4-FFF2-40B4-BE49-F238E27FC236}">
                <a16:creationId xmlns:a16="http://schemas.microsoft.com/office/drawing/2014/main" id="{EE1BFFF4-A499-45EA-91E1-ECB2095FA3A4}"/>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accepts renovation and restoration work for homes,</a:t>
            </a:r>
          </a:p>
        </p:txBody>
      </p:sp>
      <p:sp>
        <p:nvSpPr>
          <p:cNvPr id="19" name="profile-322">
            <a:extLst xmlns:a="http://schemas.openxmlformats.org/drawingml/2006/main">
              <a:ext uri="{FF2B5EF4-FFF2-40B4-BE49-F238E27FC236}">
                <a16:creationId xmlns:a16="http://schemas.microsoft.com/office/drawing/2014/main" id="{8C73A644-2FB0-43B4-AE05-7D64F4BEE0C0}"/>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condominiums, and commercial properties, including ceiling repairs and</a:t>
            </a:r>
          </a:p>
        </p:txBody>
      </p:sp>
      <p:sp>
        <p:nvSpPr>
          <p:cNvPr id="20" name="profile-323">
            <a:extLst xmlns:a="http://schemas.openxmlformats.org/drawingml/2006/main">
              <a:ext uri="{FF2B5EF4-FFF2-40B4-BE49-F238E27FC236}">
                <a16:creationId xmlns:a16="http://schemas.microsoft.com/office/drawing/2014/main" id="{4BB8E036-3F74-4FAC-A735-8A9047DE130D}"/>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water-leak concerns. The proposed work follows a site assessment, with</a:t>
            </a:r>
          </a:p>
        </p:txBody>
      </p:sp>
      <p:sp>
        <p:nvSpPr>
          <p:cNvPr id="21" name="profile-324">
            <a:extLst xmlns:a="http://schemas.openxmlformats.org/drawingml/2006/main">
              <a:ext uri="{FF2B5EF4-FFF2-40B4-BE49-F238E27FC236}">
                <a16:creationId xmlns:a16="http://schemas.microsoft.com/office/drawing/2014/main" id="{A66326B7-A376-46D6-BE35-2B957F70BDF9}"/>
              </a:ext>
            </a:extLst>
          </p:cNvPr>
          <p:cNvSpPr>
            <a:spLocks xmlns:a="http://schemas.openxmlformats.org/drawingml/2006/main" noGrp="1"/>
          </p:cNvSpPr>
          <p:nvPr/>
        </p:nvSpPr>
        <p:spPr>
          <a:xfrm xmlns:a="http://schemas.openxmlformats.org/drawingml/2006/main">
            <a:off x="381000" y="410051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specialist involvement where the project requires it.</a:t>
            </a:r>
          </a:p>
        </p:txBody>
      </p:sp>
      <p:sp>
        <p:nvSpPr>
          <p:cNvPr id="22" name="profile-325">
            <a:extLst xmlns:a="http://schemas.openxmlformats.org/drawingml/2006/main">
              <a:ext uri="{FF2B5EF4-FFF2-40B4-BE49-F238E27FC236}">
                <a16:creationId xmlns:a16="http://schemas.microsoft.com/office/drawing/2014/main" id="{745E1F5E-F84A-4128-BA59-4559B71D34F4}"/>
              </a:ext>
            </a:extLst>
          </p:cNvPr>
          <p:cNvSpPr>
            <a:spLocks xmlns:a="http://schemas.openxmlformats.org/drawingml/2006/main" noGrp="1"/>
          </p:cNvSpPr>
          <p:nvPr/>
        </p:nvSpPr>
        <p:spPr>
          <a:xfrm xmlns:a="http://schemas.openxmlformats.org/drawingml/2006/main">
            <a:off x="381000" y="454818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3" name="profile-326">
            <a:extLst xmlns:a="http://schemas.openxmlformats.org/drawingml/2006/main">
              <a:ext uri="{FF2B5EF4-FFF2-40B4-BE49-F238E27FC236}">
                <a16:creationId xmlns:a16="http://schemas.microsoft.com/office/drawing/2014/main" id="{E5423D1A-E112-44E1-A6E5-71CFC3073685}"/>
              </a:ext>
            </a:extLst>
          </p:cNvPr>
          <p:cNvSpPr>
            <a:spLocks xmlns:a="http://schemas.openxmlformats.org/drawingml/2006/main" noGrp="1"/>
          </p:cNvSpPr>
          <p:nvPr/>
        </p:nvSpPr>
        <p:spPr>
          <a:xfrm xmlns:a="http://schemas.openxmlformats.org/drawingml/2006/main">
            <a:off x="790575" y="454818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Site assessment of damage and requested improvements</a:t>
            </a:r>
          </a:p>
        </p:txBody>
      </p:sp>
      <p:sp>
        <p:nvSpPr>
          <p:cNvPr id="24" name="profile-327">
            <a:extLst xmlns:a="http://schemas.openxmlformats.org/drawingml/2006/main">
              <a:ext uri="{FF2B5EF4-FFF2-40B4-BE49-F238E27FC236}">
                <a16:creationId xmlns:a16="http://schemas.microsoft.com/office/drawing/2014/main" id="{A70DB14D-59FC-4576-9146-85C0D65C4D34}"/>
              </a:ext>
            </a:extLst>
          </p:cNvPr>
          <p:cNvSpPr>
            <a:spLocks xmlns:a="http://schemas.openxmlformats.org/drawingml/2006/main" noGrp="1"/>
          </p:cNvSpPr>
          <p:nvPr/>
        </p:nvSpPr>
        <p:spPr>
          <a:xfrm xmlns:a="http://schemas.openxmlformats.org/drawingml/2006/main">
            <a:off x="381000" y="485584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5" name="profile-328">
            <a:extLst xmlns:a="http://schemas.openxmlformats.org/drawingml/2006/main">
              <a:ext uri="{FF2B5EF4-FFF2-40B4-BE49-F238E27FC236}">
                <a16:creationId xmlns:a16="http://schemas.microsoft.com/office/drawing/2014/main" id="{E64E90E6-D105-4AA6-9018-7584555BB51F}"/>
              </a:ext>
            </a:extLst>
          </p:cNvPr>
          <p:cNvSpPr>
            <a:spLocks xmlns:a="http://schemas.openxmlformats.org/drawingml/2006/main" noGrp="1"/>
          </p:cNvSpPr>
          <p:nvPr/>
        </p:nvSpPr>
        <p:spPr>
          <a:xfrm xmlns:a="http://schemas.openxmlformats.org/drawingml/2006/main">
            <a:off x="790575" y="485584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Ceiling repair and restoration within scope</a:t>
            </a:r>
          </a:p>
        </p:txBody>
      </p:sp>
      <p:sp>
        <p:nvSpPr>
          <p:cNvPr id="26" name="profile-329">
            <a:extLst xmlns:a="http://schemas.openxmlformats.org/drawingml/2006/main">
              <a:ext uri="{FF2B5EF4-FFF2-40B4-BE49-F238E27FC236}">
                <a16:creationId xmlns:a16="http://schemas.microsoft.com/office/drawing/2014/main" id="{0EBB490D-494F-420A-867B-206F6EA5C1E8}"/>
              </a:ext>
            </a:extLst>
          </p:cNvPr>
          <p:cNvSpPr>
            <a:spLocks xmlns:a="http://schemas.openxmlformats.org/drawingml/2006/main" noGrp="1"/>
          </p:cNvSpPr>
          <p:nvPr/>
        </p:nvSpPr>
        <p:spPr>
          <a:xfrm xmlns:a="http://schemas.openxmlformats.org/drawingml/2006/main">
            <a:off x="381000" y="516350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7" name="profile-330">
            <a:extLst xmlns:a="http://schemas.openxmlformats.org/drawingml/2006/main">
              <a:ext uri="{FF2B5EF4-FFF2-40B4-BE49-F238E27FC236}">
                <a16:creationId xmlns:a16="http://schemas.microsoft.com/office/drawing/2014/main" id="{1FC7EB8D-036D-49D1-952B-FBF73A1603D1}"/>
              </a:ext>
            </a:extLst>
          </p:cNvPr>
          <p:cNvSpPr>
            <a:spLocks xmlns:a="http://schemas.openxmlformats.org/drawingml/2006/main" noGrp="1"/>
          </p:cNvSpPr>
          <p:nvPr/>
        </p:nvSpPr>
        <p:spPr>
          <a:xfrm xmlns:a="http://schemas.openxmlformats.org/drawingml/2006/main">
            <a:off x="790575" y="516350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Water-leak investigation and proposed corrective work</a:t>
            </a:r>
          </a:p>
        </p:txBody>
      </p:sp>
      <p:sp>
        <p:nvSpPr>
          <p:cNvPr id="28" name="profile-331">
            <a:extLst xmlns:a="http://schemas.openxmlformats.org/drawingml/2006/main">
              <a:ext uri="{FF2B5EF4-FFF2-40B4-BE49-F238E27FC236}">
                <a16:creationId xmlns:a16="http://schemas.microsoft.com/office/drawing/2014/main" id="{940E0E83-7FE0-4724-BE98-39F9417E30C1}"/>
              </a:ext>
            </a:extLst>
          </p:cNvPr>
          <p:cNvSpPr>
            <a:spLocks xmlns:a="http://schemas.openxmlformats.org/drawingml/2006/main" noGrp="1"/>
          </p:cNvSpPr>
          <p:nvPr/>
        </p:nvSpPr>
        <p:spPr>
          <a:xfrm xmlns:a="http://schemas.openxmlformats.org/drawingml/2006/main">
            <a:off x="381000" y="547116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9" name="profile-332">
            <a:extLst xmlns:a="http://schemas.openxmlformats.org/drawingml/2006/main">
              <a:ext uri="{FF2B5EF4-FFF2-40B4-BE49-F238E27FC236}">
                <a16:creationId xmlns:a16="http://schemas.microsoft.com/office/drawing/2014/main" id="{B6519EC3-A677-493D-AF78-A96BA2CF1CE7}"/>
              </a:ext>
            </a:extLst>
          </p:cNvPr>
          <p:cNvSpPr>
            <a:spLocks xmlns:a="http://schemas.openxmlformats.org/drawingml/2006/main" noGrp="1"/>
          </p:cNvSpPr>
          <p:nvPr/>
        </p:nvSpPr>
        <p:spPr>
          <a:xfrm xmlns:a="http://schemas.openxmlformats.org/drawingml/2006/main">
            <a:off x="790575" y="547116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Renovation coordination and agreed finish review</a:t>
            </a:r>
          </a:p>
        </p:txBody>
      </p:sp>
      <p:pic>
        <p:nvPicPr>
          <p:cNvPr id="30" name="">
            <a:extLst xmlns:a="http://schemas.openxmlformats.org/drawingml/2006/main">
              <a:ext uri="{FF2B5EF4-FFF2-40B4-BE49-F238E27FC236}">
                <a16:creationId xmlns:a16="http://schemas.microsoft.com/office/drawing/2014/main" id="{EC99D1C5-2B21-4985-B995-104C2293CCF3}"/>
              </a:ext>
            </a:extLst>
          </p:cNvPr>
          <p:cNvPicPr>
            <a:picLocks xmlns:a="http://schemas.openxmlformats.org/drawingml/2006/main" noChangeAspect="1"/>
          </p:cNvPicPr>
          <p:nvPr/>
        </p:nvPicPr>
        <p:blipFill>
          <a:blip xmlns:r="http://schemas.openxmlformats.org/officeDocument/2006/relationships" xmlns:a="http://schemas.openxmlformats.org/drawingml/2006/main" r:embed="R9228913c70944c29"/>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1" name="profile-333">
            <a:extLst xmlns:a="http://schemas.openxmlformats.org/drawingml/2006/main">
              <a:ext uri="{FF2B5EF4-FFF2-40B4-BE49-F238E27FC236}">
                <a16:creationId xmlns:a16="http://schemas.microsoft.com/office/drawing/2014/main" id="{45609B77-8CCE-4494-9546-B8AAE9A2C665}"/>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AI-generated service illustration</a:t>
            </a:r>
          </a:p>
        </p:txBody>
      </p:sp>
    </p:spTree>
    <p:extLst>
      <p:ext uri="{BB962C8B-B14F-4D97-AF65-F5344CB8AC3E}">
        <p14:creationId xmlns:p14="http://schemas.microsoft.com/office/powerpoint/2010/main" val="2712550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334">
            <a:extLst xmlns:a="http://schemas.openxmlformats.org/drawingml/2006/main">
              <a:ext uri="{FF2B5EF4-FFF2-40B4-BE49-F238E27FC236}">
                <a16:creationId xmlns:a16="http://schemas.microsoft.com/office/drawing/2014/main" id="{45C7D59D-B4EC-4908-8B35-C6D821F6D557}"/>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2F38D38-5E31-492C-BE56-239C78FB6DBF}"/>
              </a:ext>
            </a:extLst>
          </p:cNvPr>
          <p:cNvPicPr>
            <a:picLocks xmlns:a="http://schemas.openxmlformats.org/drawingml/2006/main" noChangeAspect="1"/>
          </p:cNvPicPr>
          <p:nvPr/>
        </p:nvPicPr>
        <p:blipFill>
          <a:blip xmlns:r="http://schemas.openxmlformats.org/officeDocument/2006/relationships" xmlns:a="http://schemas.openxmlformats.org/drawingml/2006/main" r:embed="Rf5da7831afba4127"/>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335">
            <a:extLst xmlns:a="http://schemas.openxmlformats.org/drawingml/2006/main">
              <a:ext uri="{FF2B5EF4-FFF2-40B4-BE49-F238E27FC236}">
                <a16:creationId xmlns:a16="http://schemas.microsoft.com/office/drawing/2014/main" id="{5A28A49E-6093-4FC5-A0AB-43F96058791A}"/>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336">
            <a:extLst xmlns:a="http://schemas.openxmlformats.org/drawingml/2006/main">
              <a:ext uri="{FF2B5EF4-FFF2-40B4-BE49-F238E27FC236}">
                <a16:creationId xmlns:a16="http://schemas.microsoft.com/office/drawing/2014/main" id="{65440911-F2DE-4DF3-8BC7-4D6E8C74ACB7}"/>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337">
            <a:extLst xmlns:a="http://schemas.openxmlformats.org/drawingml/2006/main">
              <a:ext uri="{FF2B5EF4-FFF2-40B4-BE49-F238E27FC236}">
                <a16:creationId xmlns:a16="http://schemas.microsoft.com/office/drawing/2014/main" id="{E029DBF8-73E1-4928-A472-8BB78AA7B281}"/>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338">
            <a:extLst xmlns:a="http://schemas.openxmlformats.org/drawingml/2006/main">
              <a:ext uri="{FF2B5EF4-FFF2-40B4-BE49-F238E27FC236}">
                <a16:creationId xmlns:a16="http://schemas.microsoft.com/office/drawing/2014/main" id="{BF299251-BA94-4846-984E-EF3738172FDF}"/>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339">
            <a:extLst xmlns:a="http://schemas.openxmlformats.org/drawingml/2006/main">
              <a:ext uri="{FF2B5EF4-FFF2-40B4-BE49-F238E27FC236}">
                <a16:creationId xmlns:a16="http://schemas.microsoft.com/office/drawing/2014/main" id="{15AD10F3-082C-498B-85BD-81ACFF214189}"/>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340">
            <a:extLst xmlns:a="http://schemas.openxmlformats.org/drawingml/2006/main">
              <a:ext uri="{FF2B5EF4-FFF2-40B4-BE49-F238E27FC236}">
                <a16:creationId xmlns:a16="http://schemas.microsoft.com/office/drawing/2014/main" id="{EBC477CF-9FE0-4445-9D3B-8A4A5B0123E5}"/>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341">
            <a:extLst xmlns:a="http://schemas.openxmlformats.org/drawingml/2006/main">
              <a:ext uri="{FF2B5EF4-FFF2-40B4-BE49-F238E27FC236}">
                <a16:creationId xmlns:a16="http://schemas.microsoft.com/office/drawing/2014/main" id="{C5C7B848-C92A-4FFE-9323-7BB3B00B5E6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342">
            <a:extLst xmlns:a="http://schemas.openxmlformats.org/drawingml/2006/main">
              <a:ext uri="{FF2B5EF4-FFF2-40B4-BE49-F238E27FC236}">
                <a16:creationId xmlns:a16="http://schemas.microsoft.com/office/drawing/2014/main" id="{DBEE0057-C0EA-475C-AC1E-AF4A0148B6BE}"/>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343">
            <a:extLst xmlns:a="http://schemas.openxmlformats.org/drawingml/2006/main">
              <a:ext uri="{FF2B5EF4-FFF2-40B4-BE49-F238E27FC236}">
                <a16:creationId xmlns:a16="http://schemas.microsoft.com/office/drawing/2014/main" id="{567199D8-B1F7-4FBB-B803-3F2AD69D2CC9}"/>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344">
            <a:extLst xmlns:a="http://schemas.openxmlformats.org/drawingml/2006/main">
              <a:ext uri="{FF2B5EF4-FFF2-40B4-BE49-F238E27FC236}">
                <a16:creationId xmlns:a16="http://schemas.microsoft.com/office/drawing/2014/main" id="{AE8227AD-6E96-4657-A8B4-E5A47A60E7DD}"/>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345">
            <a:extLst xmlns:a="http://schemas.openxmlformats.org/drawingml/2006/main">
              <a:ext uri="{FF2B5EF4-FFF2-40B4-BE49-F238E27FC236}">
                <a16:creationId xmlns:a16="http://schemas.microsoft.com/office/drawing/2014/main" id="{0AE721EB-8D33-424B-8DD9-417B9E72844A}"/>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13</a:t>
            </a:r>
          </a:p>
        </p:txBody>
      </p:sp>
      <p:sp>
        <p:nvSpPr>
          <p:cNvPr id="14" name="profile-346">
            <a:extLst xmlns:a="http://schemas.openxmlformats.org/drawingml/2006/main">
              <a:ext uri="{FF2B5EF4-FFF2-40B4-BE49-F238E27FC236}">
                <a16:creationId xmlns:a16="http://schemas.microsoft.com/office/drawing/2014/main" id="{1A4533F0-9ACE-4A0D-AA8E-5158405394AC}"/>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SERVICE 10</a:t>
            </a:r>
          </a:p>
        </p:txBody>
      </p:sp>
      <p:sp>
        <p:nvSpPr>
          <p:cNvPr id="15" name="profile-347">
            <a:extLst xmlns:a="http://schemas.openxmlformats.org/drawingml/2006/main">
              <a:ext uri="{FF2B5EF4-FFF2-40B4-BE49-F238E27FC236}">
                <a16:creationId xmlns:a16="http://schemas.microsoft.com/office/drawing/2014/main" id="{91402408-D747-4601-8A58-5776D767C251}"/>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Air-Conditioning Cleaning</a:t>
            </a:r>
          </a:p>
        </p:txBody>
      </p:sp>
      <p:sp>
        <p:nvSpPr>
          <p:cNvPr id="16" name="profile-348">
            <a:extLst xmlns:a="http://schemas.openxmlformats.org/drawingml/2006/main">
              <a:ext uri="{FF2B5EF4-FFF2-40B4-BE49-F238E27FC236}">
                <a16:creationId xmlns:a16="http://schemas.microsoft.com/office/drawing/2014/main" id="{A7964F8D-4762-481B-B575-B45F557F640F}"/>
              </a:ext>
            </a:extLst>
          </p:cNvPr>
          <p:cNvSpPr>
            <a:spLocks xmlns:a="http://schemas.openxmlformats.org/drawingml/2006/main" noGrp="1"/>
          </p:cNvSpPr>
          <p:nvPr/>
        </p:nvSpPr>
        <p:spPr>
          <a:xfrm xmlns:a="http://schemas.openxmlformats.org/drawingml/2006/main">
            <a:off x="381000" y="2514600"/>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Include your air-conditioning units in your property</a:t>
            </a:r>
          </a:p>
        </p:txBody>
      </p:sp>
      <p:sp>
        <p:nvSpPr>
          <p:cNvPr id="17" name="profile-349">
            <a:extLst xmlns:a="http://schemas.openxmlformats.org/drawingml/2006/main">
              <a:ext uri="{FF2B5EF4-FFF2-40B4-BE49-F238E27FC236}">
                <a16:creationId xmlns:a16="http://schemas.microsoft.com/office/drawing/2014/main" id="{A729613C-C8AD-4136-A6A3-974341A06D2F}"/>
              </a:ext>
            </a:extLst>
          </p:cNvPr>
          <p:cNvSpPr>
            <a:spLocks xmlns:a="http://schemas.openxmlformats.org/drawingml/2006/main" noGrp="1"/>
          </p:cNvSpPr>
          <p:nvPr/>
        </p:nvSpPr>
        <p:spPr>
          <a:xfrm xmlns:a="http://schemas.openxmlformats.org/drawingml/2006/main">
            <a:off x="381000" y="2836069"/>
            <a:ext cx="6191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maintenance plan.</a:t>
            </a:r>
          </a:p>
        </p:txBody>
      </p:sp>
      <p:sp>
        <p:nvSpPr>
          <p:cNvPr id="18" name="profile-350">
            <a:extLst xmlns:a="http://schemas.openxmlformats.org/drawingml/2006/main">
              <a:ext uri="{FF2B5EF4-FFF2-40B4-BE49-F238E27FC236}">
                <a16:creationId xmlns:a16="http://schemas.microsoft.com/office/drawing/2014/main" id="{F6C4C845-FE8E-4497-9479-82E9B7A4E48A}"/>
              </a:ext>
            </a:extLst>
          </p:cNvPr>
          <p:cNvSpPr>
            <a:spLocks xmlns:a="http://schemas.openxmlformats.org/drawingml/2006/main" noGrp="1"/>
          </p:cNvSpPr>
          <p:nvPr/>
        </p:nvSpPr>
        <p:spPr>
          <a:xfrm xmlns:a="http://schemas.openxmlformats.org/drawingml/2006/main">
            <a:off x="381000" y="332898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Oceanides provides air-conditioning cleaning based on unit type,</a:t>
            </a:r>
          </a:p>
        </p:txBody>
      </p:sp>
      <p:sp>
        <p:nvSpPr>
          <p:cNvPr id="19" name="profile-351">
            <a:extLst xmlns:a="http://schemas.openxmlformats.org/drawingml/2006/main">
              <a:ext uri="{FF2B5EF4-FFF2-40B4-BE49-F238E27FC236}">
                <a16:creationId xmlns:a16="http://schemas.microsoft.com/office/drawing/2014/main" id="{A3004710-74BF-47B8-9C4B-1970D3A8D6EF}"/>
              </a:ext>
            </a:extLst>
          </p:cNvPr>
          <p:cNvSpPr>
            <a:spLocks xmlns:a="http://schemas.openxmlformats.org/drawingml/2006/main" noGrp="1"/>
          </p:cNvSpPr>
          <p:nvPr/>
        </p:nvSpPr>
        <p:spPr>
          <a:xfrm xmlns:a="http://schemas.openxmlformats.org/drawingml/2006/main">
            <a:off x="381000" y="3586163"/>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access, and condition. Cleaning findings that require repair or further</a:t>
            </a:r>
          </a:p>
        </p:txBody>
      </p:sp>
      <p:sp>
        <p:nvSpPr>
          <p:cNvPr id="20" name="profile-352">
            <a:extLst xmlns:a="http://schemas.openxmlformats.org/drawingml/2006/main">
              <a:ext uri="{FF2B5EF4-FFF2-40B4-BE49-F238E27FC236}">
                <a16:creationId xmlns:a16="http://schemas.microsoft.com/office/drawing/2014/main" id="{235863B1-E429-45EF-91E8-8CFF9ED16589}"/>
              </a:ext>
            </a:extLst>
          </p:cNvPr>
          <p:cNvSpPr>
            <a:spLocks xmlns:a="http://schemas.openxmlformats.org/drawingml/2006/main" noGrp="1"/>
          </p:cNvSpPr>
          <p:nvPr/>
        </p:nvSpPr>
        <p:spPr>
          <a:xfrm xmlns:a="http://schemas.openxmlformats.org/drawingml/2006/main">
            <a:off x="381000" y="3843338"/>
            <a:ext cx="604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technical work are discussed separately with the client.</a:t>
            </a:r>
          </a:p>
        </p:txBody>
      </p:sp>
      <p:sp>
        <p:nvSpPr>
          <p:cNvPr id="21" name="profile-353">
            <a:extLst xmlns:a="http://schemas.openxmlformats.org/drawingml/2006/main">
              <a:ext uri="{FF2B5EF4-FFF2-40B4-BE49-F238E27FC236}">
                <a16:creationId xmlns:a16="http://schemas.microsoft.com/office/drawing/2014/main" id="{55A8E858-D716-4531-A733-CFA076C5E735}"/>
              </a:ext>
            </a:extLst>
          </p:cNvPr>
          <p:cNvSpPr>
            <a:spLocks xmlns:a="http://schemas.openxmlformats.org/drawingml/2006/main" noGrp="1"/>
          </p:cNvSpPr>
          <p:nvPr/>
        </p:nvSpPr>
        <p:spPr>
          <a:xfrm xmlns:a="http://schemas.openxmlformats.org/drawingml/2006/main">
            <a:off x="381000" y="4291013"/>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01</a:t>
            </a:r>
          </a:p>
        </p:txBody>
      </p:sp>
      <p:sp>
        <p:nvSpPr>
          <p:cNvPr id="22" name="profile-354">
            <a:extLst xmlns:a="http://schemas.openxmlformats.org/drawingml/2006/main">
              <a:ext uri="{FF2B5EF4-FFF2-40B4-BE49-F238E27FC236}">
                <a16:creationId xmlns:a16="http://schemas.microsoft.com/office/drawing/2014/main" id="{5CDD7FA5-F11E-46AA-88A8-9C27E023D8F3}"/>
              </a:ext>
            </a:extLst>
          </p:cNvPr>
          <p:cNvSpPr>
            <a:spLocks xmlns:a="http://schemas.openxmlformats.org/drawingml/2006/main" noGrp="1"/>
          </p:cNvSpPr>
          <p:nvPr/>
        </p:nvSpPr>
        <p:spPr>
          <a:xfrm xmlns:a="http://schemas.openxmlformats.org/drawingml/2006/main">
            <a:off x="790575" y="4291013"/>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Review of unit type and service access</a:t>
            </a:r>
          </a:p>
        </p:txBody>
      </p:sp>
      <p:sp>
        <p:nvSpPr>
          <p:cNvPr id="23" name="profile-355">
            <a:extLst xmlns:a="http://schemas.openxmlformats.org/drawingml/2006/main">
              <a:ext uri="{FF2B5EF4-FFF2-40B4-BE49-F238E27FC236}">
                <a16:creationId xmlns:a16="http://schemas.microsoft.com/office/drawing/2014/main" id="{C5971A3E-82BD-425B-9A9B-EBAF07FC9728}"/>
              </a:ext>
            </a:extLst>
          </p:cNvPr>
          <p:cNvSpPr>
            <a:spLocks xmlns:a="http://schemas.openxmlformats.org/drawingml/2006/main" noGrp="1"/>
          </p:cNvSpPr>
          <p:nvPr/>
        </p:nvSpPr>
        <p:spPr>
          <a:xfrm xmlns:a="http://schemas.openxmlformats.org/drawingml/2006/main">
            <a:off x="381000" y="4598670"/>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02</a:t>
            </a:r>
          </a:p>
        </p:txBody>
      </p:sp>
      <p:sp>
        <p:nvSpPr>
          <p:cNvPr id="24" name="profile-356">
            <a:extLst xmlns:a="http://schemas.openxmlformats.org/drawingml/2006/main">
              <a:ext uri="{FF2B5EF4-FFF2-40B4-BE49-F238E27FC236}">
                <a16:creationId xmlns:a16="http://schemas.microsoft.com/office/drawing/2014/main" id="{30E28B27-B982-438D-8AA4-44955215AEFC}"/>
              </a:ext>
            </a:extLst>
          </p:cNvPr>
          <p:cNvSpPr>
            <a:spLocks xmlns:a="http://schemas.openxmlformats.org/drawingml/2006/main" noGrp="1"/>
          </p:cNvSpPr>
          <p:nvPr/>
        </p:nvSpPr>
        <p:spPr>
          <a:xfrm xmlns:a="http://schemas.openxmlformats.org/drawingml/2006/main">
            <a:off x="790575" y="4598670"/>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Cleaning of agreed accessible components</a:t>
            </a:r>
          </a:p>
        </p:txBody>
      </p:sp>
      <p:sp>
        <p:nvSpPr>
          <p:cNvPr id="25" name="profile-357">
            <a:extLst xmlns:a="http://schemas.openxmlformats.org/drawingml/2006/main">
              <a:ext uri="{FF2B5EF4-FFF2-40B4-BE49-F238E27FC236}">
                <a16:creationId xmlns:a16="http://schemas.microsoft.com/office/drawing/2014/main" id="{DBD972D5-2F5C-428E-B856-88E00C45C25F}"/>
              </a:ext>
            </a:extLst>
          </p:cNvPr>
          <p:cNvSpPr>
            <a:spLocks xmlns:a="http://schemas.openxmlformats.org/drawingml/2006/main" noGrp="1"/>
          </p:cNvSpPr>
          <p:nvPr/>
        </p:nvSpPr>
        <p:spPr>
          <a:xfrm xmlns:a="http://schemas.openxmlformats.org/drawingml/2006/main">
            <a:off x="381000" y="4906328"/>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03</a:t>
            </a:r>
          </a:p>
        </p:txBody>
      </p:sp>
      <p:sp>
        <p:nvSpPr>
          <p:cNvPr id="26" name="profile-358">
            <a:extLst xmlns:a="http://schemas.openxmlformats.org/drawingml/2006/main">
              <a:ext uri="{FF2B5EF4-FFF2-40B4-BE49-F238E27FC236}">
                <a16:creationId xmlns:a16="http://schemas.microsoft.com/office/drawing/2014/main" id="{5B1A9764-581E-4CB2-A31C-40CF0C5C7683}"/>
              </a:ext>
            </a:extLst>
          </p:cNvPr>
          <p:cNvSpPr>
            <a:spLocks xmlns:a="http://schemas.openxmlformats.org/drawingml/2006/main" noGrp="1"/>
          </p:cNvSpPr>
          <p:nvPr/>
        </p:nvSpPr>
        <p:spPr>
          <a:xfrm xmlns:a="http://schemas.openxmlformats.org/drawingml/2006/main">
            <a:off x="790575" y="4906328"/>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Drainage and visible-condition observations</a:t>
            </a:r>
          </a:p>
        </p:txBody>
      </p:sp>
      <p:sp>
        <p:nvSpPr>
          <p:cNvPr id="27" name="profile-359">
            <a:extLst xmlns:a="http://schemas.openxmlformats.org/drawingml/2006/main">
              <a:ext uri="{FF2B5EF4-FFF2-40B4-BE49-F238E27FC236}">
                <a16:creationId xmlns:a16="http://schemas.microsoft.com/office/drawing/2014/main" id="{7631D3F2-104E-4355-AD59-89ABF2A4BADE}"/>
              </a:ext>
            </a:extLst>
          </p:cNvPr>
          <p:cNvSpPr>
            <a:spLocks xmlns:a="http://schemas.openxmlformats.org/drawingml/2006/main" noGrp="1"/>
          </p:cNvSpPr>
          <p:nvPr/>
        </p:nvSpPr>
        <p:spPr>
          <a:xfrm xmlns:a="http://schemas.openxmlformats.org/drawingml/2006/main">
            <a:off x="381000" y="5213985"/>
            <a:ext cx="604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C63AD"/>
                </a:solidFill>
                <a:latin typeface="Segoe UI"/>
                <a:ea typeface="Segoe UI"/>
                <a:cs typeface="Segoe UI"/>
              </a:defRPr>
            </a:defPPr>
          </a:lstStyle>
          <a:p xmlns:a="http://schemas.openxmlformats.org/drawingml/2006/main">
            <a:pPr algn="l">
              <a:defRPr sz="1275" b="1">
                <a:solidFill>
                  <a:srgbClr val="1C63AD"/>
                </a:solidFill>
                <a:latin typeface="Segoe UI"/>
                <a:ea typeface="Segoe UI"/>
                <a:cs typeface="Segoe UI"/>
              </a:defRPr>
            </a:pPr>
            <a:r>
              <a:rPr sz="1275" b="1">
                <a:solidFill>
                  <a:srgbClr val="1C63AD"/>
                </a:solidFill>
                <a:latin typeface="Segoe UI"/>
                <a:ea typeface="Segoe UI"/>
                <a:cs typeface="Segoe UI"/>
              </a:rPr>
              <a:t>04</a:t>
            </a:r>
          </a:p>
        </p:txBody>
      </p:sp>
      <p:sp>
        <p:nvSpPr>
          <p:cNvPr id="28" name="profile-360">
            <a:extLst xmlns:a="http://schemas.openxmlformats.org/drawingml/2006/main">
              <a:ext uri="{FF2B5EF4-FFF2-40B4-BE49-F238E27FC236}">
                <a16:creationId xmlns:a16="http://schemas.microsoft.com/office/drawing/2014/main" id="{CCF17ADC-208F-4C34-A24A-B19A4A529FB1}"/>
              </a:ext>
            </a:extLst>
          </p:cNvPr>
          <p:cNvSpPr>
            <a:spLocks xmlns:a="http://schemas.openxmlformats.org/drawingml/2006/main" noGrp="1"/>
          </p:cNvSpPr>
          <p:nvPr/>
        </p:nvSpPr>
        <p:spPr>
          <a:xfrm xmlns:a="http://schemas.openxmlformats.org/drawingml/2006/main">
            <a:off x="790575" y="5213985"/>
            <a:ext cx="563880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Basic operation check after cleaning</a:t>
            </a:r>
          </a:p>
        </p:txBody>
      </p:sp>
      <p:pic>
        <p:nvPicPr>
          <p:cNvPr id="29" name="">
            <a:extLst xmlns:a="http://schemas.openxmlformats.org/drawingml/2006/main">
              <a:ext uri="{FF2B5EF4-FFF2-40B4-BE49-F238E27FC236}">
                <a16:creationId xmlns:a16="http://schemas.microsoft.com/office/drawing/2014/main" id="{E0C562B6-6256-420F-BD98-F8EE5E732AD2}"/>
              </a:ext>
            </a:extLst>
          </p:cNvPr>
          <p:cNvPicPr>
            <a:picLocks xmlns:a="http://schemas.openxmlformats.org/drawingml/2006/main" noChangeAspect="1"/>
          </p:cNvPicPr>
          <p:nvPr/>
        </p:nvPicPr>
        <p:blipFill>
          <a:blip xmlns:r="http://schemas.openxmlformats.org/officeDocument/2006/relationships" xmlns:a="http://schemas.openxmlformats.org/drawingml/2006/main" r:embed="R11bcd61378514e8e"/>
          <a:srcRect xmlns:a="http://schemas.openxmlformats.org/drawingml/2006/main" l="56" t="0" r="56" b="0"/>
          <a:stretch xmlns:a="http://schemas.openxmlformats.org/drawingml/2006/main">
            <a:fillRect l="0" t="0" r="0" b="0"/>
          </a:stretch>
        </p:blipFill>
        <p:spPr>
          <a:xfrm xmlns:a="http://schemas.openxmlformats.org/drawingml/2006/main">
            <a:off x="7029450" y="2543175"/>
            <a:ext cx="4781550" cy="2809875"/>
          </a:xfrm>
          <a:prstGeom xmlns:a="http://schemas.openxmlformats.org/drawingml/2006/main" prst="rect">
            <a:avLst/>
          </a:prstGeom>
        </p:spPr>
      </p:pic>
      <p:sp>
        <p:nvSpPr>
          <p:cNvPr id="30" name="profile-361">
            <a:extLst xmlns:a="http://schemas.openxmlformats.org/drawingml/2006/main">
              <a:ext uri="{FF2B5EF4-FFF2-40B4-BE49-F238E27FC236}">
                <a16:creationId xmlns:a16="http://schemas.microsoft.com/office/drawing/2014/main" id="{601B848D-CB0F-4063-B0A5-6873EDEF288D}"/>
              </a:ext>
            </a:extLst>
          </p:cNvPr>
          <p:cNvSpPr>
            <a:spLocks xmlns:a="http://schemas.openxmlformats.org/drawingml/2006/main" noGrp="1"/>
          </p:cNvSpPr>
          <p:nvPr/>
        </p:nvSpPr>
        <p:spPr>
          <a:xfrm xmlns:a="http://schemas.openxmlformats.org/drawingml/2006/main">
            <a:off x="7029450" y="5448300"/>
            <a:ext cx="478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Illustrative indoor setting; aircon service photo to follow</a:t>
            </a:r>
          </a:p>
        </p:txBody>
      </p:sp>
    </p:spTree>
    <p:extLst>
      <p:ext uri="{BB962C8B-B14F-4D97-AF65-F5344CB8AC3E}">
        <p14:creationId xmlns:p14="http://schemas.microsoft.com/office/powerpoint/2010/main" val="13227798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profile-362">
            <a:extLst xmlns:a="http://schemas.openxmlformats.org/drawingml/2006/main">
              <a:ext uri="{FF2B5EF4-FFF2-40B4-BE49-F238E27FC236}">
                <a16:creationId xmlns:a16="http://schemas.microsoft.com/office/drawing/2014/main" id="{194CCA0B-ED5B-4512-A20A-E2AADA3449FD}"/>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100D21F-7D83-4654-AD34-AE132D8E7217}"/>
              </a:ext>
            </a:extLst>
          </p:cNvPr>
          <p:cNvPicPr>
            <a:picLocks xmlns:a="http://schemas.openxmlformats.org/drawingml/2006/main" noChangeAspect="1"/>
          </p:cNvPicPr>
          <p:nvPr/>
        </p:nvPicPr>
        <p:blipFill>
          <a:blip xmlns:r="http://schemas.openxmlformats.org/officeDocument/2006/relationships" xmlns:a="http://schemas.openxmlformats.org/drawingml/2006/main" r:embed="R5949f6b622ac4b41"/>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363">
            <a:extLst xmlns:a="http://schemas.openxmlformats.org/drawingml/2006/main">
              <a:ext uri="{FF2B5EF4-FFF2-40B4-BE49-F238E27FC236}">
                <a16:creationId xmlns:a16="http://schemas.microsoft.com/office/drawing/2014/main" id="{C678624A-A2F3-4284-8865-1E5E5B65D509}"/>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364">
            <a:extLst xmlns:a="http://schemas.openxmlformats.org/drawingml/2006/main">
              <a:ext uri="{FF2B5EF4-FFF2-40B4-BE49-F238E27FC236}">
                <a16:creationId xmlns:a16="http://schemas.microsoft.com/office/drawing/2014/main" id="{E5217EA1-382D-42C9-9D4D-B2A7D28D5B86}"/>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365">
            <a:extLst xmlns:a="http://schemas.openxmlformats.org/drawingml/2006/main">
              <a:ext uri="{FF2B5EF4-FFF2-40B4-BE49-F238E27FC236}">
                <a16:creationId xmlns:a16="http://schemas.microsoft.com/office/drawing/2014/main" id="{3AD99DC8-B912-456F-BFD2-868E6804A530}"/>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366">
            <a:extLst xmlns:a="http://schemas.openxmlformats.org/drawingml/2006/main">
              <a:ext uri="{FF2B5EF4-FFF2-40B4-BE49-F238E27FC236}">
                <a16:creationId xmlns:a16="http://schemas.microsoft.com/office/drawing/2014/main" id="{4993B5CD-99DA-438B-83D5-AEE9F14C4B88}"/>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367">
            <a:extLst xmlns:a="http://schemas.openxmlformats.org/drawingml/2006/main">
              <a:ext uri="{FF2B5EF4-FFF2-40B4-BE49-F238E27FC236}">
                <a16:creationId xmlns:a16="http://schemas.microsoft.com/office/drawing/2014/main" id="{19424D65-5827-4353-B726-084B4178E95F}"/>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368">
            <a:extLst xmlns:a="http://schemas.openxmlformats.org/drawingml/2006/main">
              <a:ext uri="{FF2B5EF4-FFF2-40B4-BE49-F238E27FC236}">
                <a16:creationId xmlns:a16="http://schemas.microsoft.com/office/drawing/2014/main" id="{9934BCF2-80E0-44BB-A191-306B21EC3D46}"/>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369">
            <a:extLst xmlns:a="http://schemas.openxmlformats.org/drawingml/2006/main">
              <a:ext uri="{FF2B5EF4-FFF2-40B4-BE49-F238E27FC236}">
                <a16:creationId xmlns:a16="http://schemas.microsoft.com/office/drawing/2014/main" id="{34B87F81-5736-4743-9B58-BE457FB07E4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370">
            <a:extLst xmlns:a="http://schemas.openxmlformats.org/drawingml/2006/main">
              <a:ext uri="{FF2B5EF4-FFF2-40B4-BE49-F238E27FC236}">
                <a16:creationId xmlns:a16="http://schemas.microsoft.com/office/drawing/2014/main" id="{31113098-D3A7-4C31-B72A-EFFF0FF1C965}"/>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371">
            <a:extLst xmlns:a="http://schemas.openxmlformats.org/drawingml/2006/main">
              <a:ext uri="{FF2B5EF4-FFF2-40B4-BE49-F238E27FC236}">
                <a16:creationId xmlns:a16="http://schemas.microsoft.com/office/drawing/2014/main" id="{77D226B2-B995-496E-A387-721CDB229490}"/>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372">
            <a:extLst xmlns:a="http://schemas.openxmlformats.org/drawingml/2006/main">
              <a:ext uri="{FF2B5EF4-FFF2-40B4-BE49-F238E27FC236}">
                <a16:creationId xmlns:a16="http://schemas.microsoft.com/office/drawing/2014/main" id="{F2E06C30-3187-454C-9A2A-58C7AC4B103E}"/>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373">
            <a:extLst xmlns:a="http://schemas.openxmlformats.org/drawingml/2006/main">
              <a:ext uri="{FF2B5EF4-FFF2-40B4-BE49-F238E27FC236}">
                <a16:creationId xmlns:a16="http://schemas.microsoft.com/office/drawing/2014/main" id="{6451EBD2-CF47-4583-B4D4-DA6D0437C22B}"/>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14</a:t>
            </a:r>
          </a:p>
        </p:txBody>
      </p:sp>
      <p:sp>
        <p:nvSpPr>
          <p:cNvPr id="14" name="profile-374">
            <a:extLst xmlns:a="http://schemas.openxmlformats.org/drawingml/2006/main">
              <a:ext uri="{FF2B5EF4-FFF2-40B4-BE49-F238E27FC236}">
                <a16:creationId xmlns:a16="http://schemas.microsoft.com/office/drawing/2014/main" id="{35F03C17-50C2-4944-B5BE-6D1DCA094E06}"/>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PROJECT PHOTOGRAPHS</a:t>
            </a:r>
          </a:p>
        </p:txBody>
      </p:sp>
      <p:sp>
        <p:nvSpPr>
          <p:cNvPr id="15" name="profile-375">
            <a:extLst xmlns:a="http://schemas.openxmlformats.org/drawingml/2006/main">
              <a:ext uri="{FF2B5EF4-FFF2-40B4-BE49-F238E27FC236}">
                <a16:creationId xmlns:a16="http://schemas.microsoft.com/office/drawing/2014/main" id="{74017E59-DF55-4F7F-8515-7D2B63B49A55}"/>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A closer look at our work</a:t>
            </a:r>
          </a:p>
        </p:txBody>
      </p:sp>
      <p:pic>
        <p:nvPicPr>
          <p:cNvPr id="16" name="">
            <a:extLst xmlns:a="http://schemas.openxmlformats.org/drawingml/2006/main">
              <a:ext uri="{FF2B5EF4-FFF2-40B4-BE49-F238E27FC236}">
                <a16:creationId xmlns:a16="http://schemas.microsoft.com/office/drawing/2014/main" id="{F6DAB40F-53CA-47B3-BB04-2D567A6EBEAD}"/>
              </a:ext>
            </a:extLst>
          </p:cNvPr>
          <p:cNvPicPr>
            <a:picLocks xmlns:a="http://schemas.openxmlformats.org/drawingml/2006/main" noChangeAspect="1"/>
          </p:cNvPicPr>
          <p:nvPr/>
        </p:nvPicPr>
        <p:blipFill>
          <a:blip xmlns:r="http://schemas.openxmlformats.org/officeDocument/2006/relationships" xmlns:a="http://schemas.openxmlformats.org/drawingml/2006/main" r:embed="R1d9f8a4e04364377"/>
          <a:srcRect xmlns:a="http://schemas.openxmlformats.org/drawingml/2006/main" l="28" t="0" r="28" b="0"/>
          <a:stretch xmlns:a="http://schemas.openxmlformats.org/drawingml/2006/main">
            <a:fillRect l="0" t="0" r="0" b="0"/>
          </a:stretch>
        </p:blipFill>
        <p:spPr>
          <a:xfrm xmlns:a="http://schemas.openxmlformats.org/drawingml/2006/main">
            <a:off x="381000" y="2590800"/>
            <a:ext cx="5476875" cy="2809875"/>
          </a:xfrm>
          <a:prstGeom xmlns:a="http://schemas.openxmlformats.org/drawingml/2006/main" prst="rect">
            <a:avLst/>
          </a:prstGeom>
        </p:spPr>
      </p:pic>
      <p:pic>
        <p:nvPicPr>
          <p:cNvPr id="17" name="">
            <a:extLst xmlns:a="http://schemas.openxmlformats.org/drawingml/2006/main">
              <a:ext uri="{FF2B5EF4-FFF2-40B4-BE49-F238E27FC236}">
                <a16:creationId xmlns:a16="http://schemas.microsoft.com/office/drawing/2014/main" id="{30780F1D-2CC3-45BD-9C02-B6BB5013FC59}"/>
              </a:ext>
            </a:extLst>
          </p:cNvPr>
          <p:cNvPicPr>
            <a:picLocks xmlns:a="http://schemas.openxmlformats.org/drawingml/2006/main" noChangeAspect="1"/>
          </p:cNvPicPr>
          <p:nvPr/>
        </p:nvPicPr>
        <p:blipFill>
          <a:blip xmlns:r="http://schemas.openxmlformats.org/officeDocument/2006/relationships" xmlns:a="http://schemas.openxmlformats.org/drawingml/2006/main" r:embed="R463c654430c44d5b"/>
          <a:srcRect xmlns:a="http://schemas.openxmlformats.org/drawingml/2006/main" l="28" t="0" r="28" b="0"/>
          <a:stretch xmlns:a="http://schemas.openxmlformats.org/drawingml/2006/main">
            <a:fillRect l="0" t="0" r="0" b="0"/>
          </a:stretch>
        </p:blipFill>
        <p:spPr>
          <a:xfrm xmlns:a="http://schemas.openxmlformats.org/drawingml/2006/main">
            <a:off x="6334125" y="2590800"/>
            <a:ext cx="5476875" cy="2809875"/>
          </a:xfrm>
          <a:prstGeom xmlns:a="http://schemas.openxmlformats.org/drawingml/2006/main" prst="rect">
            <a:avLst/>
          </a:prstGeom>
        </p:spPr>
      </p:pic>
      <p:sp>
        <p:nvSpPr>
          <p:cNvPr id="18" name="profile-376">
            <a:extLst xmlns:a="http://schemas.openxmlformats.org/drawingml/2006/main">
              <a:ext uri="{FF2B5EF4-FFF2-40B4-BE49-F238E27FC236}">
                <a16:creationId xmlns:a16="http://schemas.microsoft.com/office/drawing/2014/main" id="{4CA0752E-0BC8-4DE8-8637-188854AFA510}"/>
              </a:ext>
            </a:extLst>
          </p:cNvPr>
          <p:cNvSpPr>
            <a:spLocks xmlns:a="http://schemas.openxmlformats.org/drawingml/2006/main" noGrp="1"/>
          </p:cNvSpPr>
          <p:nvPr/>
        </p:nvSpPr>
        <p:spPr>
          <a:xfrm xmlns:a="http://schemas.openxmlformats.org/drawingml/2006/main">
            <a:off x="381000" y="55340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C63AD"/>
                </a:solidFill>
                <a:latin typeface="Segoe UI"/>
                <a:ea typeface="Segoe UI"/>
                <a:cs typeface="Segoe UI"/>
              </a:defRPr>
            </a:defPPr>
          </a:lstStyle>
          <a:p xmlns:a="http://schemas.openxmlformats.org/drawingml/2006/main">
            <a:pPr algn="l">
              <a:defRPr sz="1350" b="1">
                <a:solidFill>
                  <a:srgbClr val="1C63AD"/>
                </a:solidFill>
                <a:latin typeface="Segoe UI"/>
                <a:ea typeface="Segoe UI"/>
                <a:cs typeface="Segoe UI"/>
              </a:defRPr>
            </a:pPr>
            <a:r>
              <a:rPr sz="1350" b="1">
                <a:solidFill>
                  <a:srgbClr val="1C63AD"/>
                </a:solidFill>
                <a:latin typeface="Segoe UI"/>
                <a:ea typeface="Segoe UI"/>
                <a:cs typeface="Segoe UI"/>
              </a:rPr>
              <a:t>BEFORE</a:t>
            </a:r>
          </a:p>
        </p:txBody>
      </p:sp>
      <p:sp>
        <p:nvSpPr>
          <p:cNvPr id="19" name="profile-377">
            <a:extLst xmlns:a="http://schemas.openxmlformats.org/drawingml/2006/main">
              <a:ext uri="{FF2B5EF4-FFF2-40B4-BE49-F238E27FC236}">
                <a16:creationId xmlns:a16="http://schemas.microsoft.com/office/drawing/2014/main" id="{708BA176-1108-4209-AE5B-779CFF829248}"/>
              </a:ext>
            </a:extLst>
          </p:cNvPr>
          <p:cNvSpPr>
            <a:spLocks xmlns:a="http://schemas.openxmlformats.org/drawingml/2006/main" noGrp="1"/>
          </p:cNvSpPr>
          <p:nvPr/>
        </p:nvSpPr>
        <p:spPr>
          <a:xfrm xmlns:a="http://schemas.openxmlformats.org/drawingml/2006/main">
            <a:off x="6334125" y="55340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C63AD"/>
                </a:solidFill>
                <a:latin typeface="Segoe UI"/>
                <a:ea typeface="Segoe UI"/>
                <a:cs typeface="Segoe UI"/>
              </a:defRPr>
            </a:defPPr>
          </a:lstStyle>
          <a:p xmlns:a="http://schemas.openxmlformats.org/drawingml/2006/main">
            <a:pPr algn="l">
              <a:defRPr sz="1350" b="1">
                <a:solidFill>
                  <a:srgbClr val="1C63AD"/>
                </a:solidFill>
                <a:latin typeface="Segoe UI"/>
                <a:ea typeface="Segoe UI"/>
                <a:cs typeface="Segoe UI"/>
              </a:defRPr>
            </a:pPr>
            <a:r>
              <a:rPr sz="1350" b="1">
                <a:solidFill>
                  <a:srgbClr val="1C63AD"/>
                </a:solidFill>
                <a:latin typeface="Segoe UI"/>
                <a:ea typeface="Segoe UI"/>
                <a:cs typeface="Segoe UI"/>
              </a:rPr>
              <a:t>AFTER</a:t>
            </a:r>
          </a:p>
        </p:txBody>
      </p:sp>
      <p:sp>
        <p:nvSpPr>
          <p:cNvPr id="20" name="profile-378">
            <a:extLst xmlns:a="http://schemas.openxmlformats.org/drawingml/2006/main">
              <a:ext uri="{FF2B5EF4-FFF2-40B4-BE49-F238E27FC236}">
                <a16:creationId xmlns:a16="http://schemas.microsoft.com/office/drawing/2014/main" id="{1A7FE0A5-62CC-4FBA-A746-59BBE7410C29}"/>
              </a:ext>
            </a:extLst>
          </p:cNvPr>
          <p:cNvSpPr>
            <a:spLocks xmlns:a="http://schemas.openxmlformats.org/drawingml/2006/main" noGrp="1"/>
          </p:cNvSpPr>
          <p:nvPr/>
        </p:nvSpPr>
        <p:spPr>
          <a:xfrm xmlns:a="http://schemas.openxmlformats.org/drawingml/2006/main">
            <a:off x="381000" y="5857875"/>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Actual Oceanides photos from the existing asset library. Project site and date to be added.</a:t>
            </a:r>
          </a:p>
        </p:txBody>
      </p:sp>
    </p:spTree>
    <p:extLst>
      <p:ext uri="{BB962C8B-B14F-4D97-AF65-F5344CB8AC3E}">
        <p14:creationId xmlns:p14="http://schemas.microsoft.com/office/powerpoint/2010/main" val="11348521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rofile-379">
            <a:extLst xmlns:a="http://schemas.openxmlformats.org/drawingml/2006/main">
              <a:ext uri="{FF2B5EF4-FFF2-40B4-BE49-F238E27FC236}">
                <a16:creationId xmlns:a16="http://schemas.microsoft.com/office/drawing/2014/main" id="{0F618ED8-F977-4133-9844-F5614B9F1359}"/>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A241F96-97DD-43AA-BE95-CE1FC709B5CD}"/>
              </a:ext>
            </a:extLst>
          </p:cNvPr>
          <p:cNvPicPr>
            <a:picLocks xmlns:a="http://schemas.openxmlformats.org/drawingml/2006/main" noChangeAspect="1"/>
          </p:cNvPicPr>
          <p:nvPr/>
        </p:nvPicPr>
        <p:blipFill>
          <a:blip xmlns:r="http://schemas.openxmlformats.org/officeDocument/2006/relationships" xmlns:a="http://schemas.openxmlformats.org/drawingml/2006/main" r:embed="R3bdd58d7581c4057"/>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380">
            <a:extLst xmlns:a="http://schemas.openxmlformats.org/drawingml/2006/main">
              <a:ext uri="{FF2B5EF4-FFF2-40B4-BE49-F238E27FC236}">
                <a16:creationId xmlns:a16="http://schemas.microsoft.com/office/drawing/2014/main" id="{3CC0795F-5E4E-4F82-A010-050351F172F1}"/>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381">
            <a:extLst xmlns:a="http://schemas.openxmlformats.org/drawingml/2006/main">
              <a:ext uri="{FF2B5EF4-FFF2-40B4-BE49-F238E27FC236}">
                <a16:creationId xmlns:a16="http://schemas.microsoft.com/office/drawing/2014/main" id="{B53DED00-0524-41B7-9B9D-52F4EF5F63D9}"/>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382">
            <a:extLst xmlns:a="http://schemas.openxmlformats.org/drawingml/2006/main">
              <a:ext uri="{FF2B5EF4-FFF2-40B4-BE49-F238E27FC236}">
                <a16:creationId xmlns:a16="http://schemas.microsoft.com/office/drawing/2014/main" id="{AA75D580-A0D5-4E77-9FBC-793B7FF67F31}"/>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383">
            <a:extLst xmlns:a="http://schemas.openxmlformats.org/drawingml/2006/main">
              <a:ext uri="{FF2B5EF4-FFF2-40B4-BE49-F238E27FC236}">
                <a16:creationId xmlns:a16="http://schemas.microsoft.com/office/drawing/2014/main" id="{AAE39643-8C2A-46B9-ADE2-5EA9BA6EBA7F}"/>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384">
            <a:extLst xmlns:a="http://schemas.openxmlformats.org/drawingml/2006/main">
              <a:ext uri="{FF2B5EF4-FFF2-40B4-BE49-F238E27FC236}">
                <a16:creationId xmlns:a16="http://schemas.microsoft.com/office/drawing/2014/main" id="{38F4C024-4549-4656-9012-426A46576ADE}"/>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385">
            <a:extLst xmlns:a="http://schemas.openxmlformats.org/drawingml/2006/main">
              <a:ext uri="{FF2B5EF4-FFF2-40B4-BE49-F238E27FC236}">
                <a16:creationId xmlns:a16="http://schemas.microsoft.com/office/drawing/2014/main" id="{B13938EE-99BA-41D0-9689-C42F373E30DE}"/>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386">
            <a:extLst xmlns:a="http://schemas.openxmlformats.org/drawingml/2006/main">
              <a:ext uri="{FF2B5EF4-FFF2-40B4-BE49-F238E27FC236}">
                <a16:creationId xmlns:a16="http://schemas.microsoft.com/office/drawing/2014/main" id="{12AB8F8C-6F5E-423D-919A-64E005A0CD4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387">
            <a:extLst xmlns:a="http://schemas.openxmlformats.org/drawingml/2006/main">
              <a:ext uri="{FF2B5EF4-FFF2-40B4-BE49-F238E27FC236}">
                <a16:creationId xmlns:a16="http://schemas.microsoft.com/office/drawing/2014/main" id="{E1F4774C-7C35-462D-AF2D-D58EBE52DE2E}"/>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388">
            <a:extLst xmlns:a="http://schemas.openxmlformats.org/drawingml/2006/main">
              <a:ext uri="{FF2B5EF4-FFF2-40B4-BE49-F238E27FC236}">
                <a16:creationId xmlns:a16="http://schemas.microsoft.com/office/drawing/2014/main" id="{76FEFBB4-8631-4440-A58E-7ECF4EDD67AE}"/>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389">
            <a:extLst xmlns:a="http://schemas.openxmlformats.org/drawingml/2006/main">
              <a:ext uri="{FF2B5EF4-FFF2-40B4-BE49-F238E27FC236}">
                <a16:creationId xmlns:a16="http://schemas.microsoft.com/office/drawing/2014/main" id="{2D1F6DC9-C1B8-4BA2-AD85-38FDDBF04690}"/>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390">
            <a:extLst xmlns:a="http://schemas.openxmlformats.org/drawingml/2006/main">
              <a:ext uri="{FF2B5EF4-FFF2-40B4-BE49-F238E27FC236}">
                <a16:creationId xmlns:a16="http://schemas.microsoft.com/office/drawing/2014/main" id="{74903898-62BB-40AE-B732-692DA450E085}"/>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15</a:t>
            </a:r>
          </a:p>
        </p:txBody>
      </p:sp>
      <p:sp>
        <p:nvSpPr>
          <p:cNvPr id="14" name="profile-391">
            <a:extLst xmlns:a="http://schemas.openxmlformats.org/drawingml/2006/main">
              <a:ext uri="{FF2B5EF4-FFF2-40B4-BE49-F238E27FC236}">
                <a16:creationId xmlns:a16="http://schemas.microsoft.com/office/drawing/2014/main" id="{48770DD4-E98B-41D8-94B2-CEE2527541CA}"/>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NEW SERVICE OFFER</a:t>
            </a:r>
          </a:p>
        </p:txBody>
      </p:sp>
      <p:sp>
        <p:nvSpPr>
          <p:cNvPr id="15" name="profile-392">
            <a:extLst xmlns:a="http://schemas.openxmlformats.org/drawingml/2006/main">
              <a:ext uri="{FF2B5EF4-FFF2-40B4-BE49-F238E27FC236}">
                <a16:creationId xmlns:a16="http://schemas.microsoft.com/office/drawing/2014/main" id="{1FEF068A-A44A-43E2-82E7-8FDB3583979A}"/>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Onsite wastewater treatment systems</a:t>
            </a:r>
          </a:p>
        </p:txBody>
      </p:sp>
      <p:sp>
        <p:nvSpPr>
          <p:cNvPr id="16" name="profile-393">
            <a:extLst xmlns:a="http://schemas.openxmlformats.org/drawingml/2006/main">
              <a:ext uri="{FF2B5EF4-FFF2-40B4-BE49-F238E27FC236}">
                <a16:creationId xmlns:a16="http://schemas.microsoft.com/office/drawing/2014/main" id="{95AB8620-6767-40A7-9113-0C8E24230947}"/>
              </a:ext>
            </a:extLst>
          </p:cNvPr>
          <p:cNvSpPr>
            <a:spLocks xmlns:a="http://schemas.openxmlformats.org/drawingml/2006/main" noGrp="1"/>
          </p:cNvSpPr>
          <p:nvPr/>
        </p:nvSpPr>
        <p:spPr>
          <a:xfrm xmlns:a="http://schemas.openxmlformats.org/drawingml/2006/main">
            <a:off x="381000" y="2619375"/>
            <a:ext cx="6143625"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C63AD"/>
                </a:solidFill>
                <a:latin typeface="Segoe UI"/>
                <a:ea typeface="Segoe UI"/>
                <a:cs typeface="Segoe UI"/>
              </a:defRPr>
            </a:defPPr>
          </a:lstStyle>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A treatment system installed at your property,</a:t>
            </a:r>
          </a:p>
        </p:txBody>
      </p:sp>
      <p:sp>
        <p:nvSpPr>
          <p:cNvPr id="17" name="profile-394">
            <a:extLst xmlns:a="http://schemas.openxmlformats.org/drawingml/2006/main">
              <a:ext uri="{FF2B5EF4-FFF2-40B4-BE49-F238E27FC236}">
                <a16:creationId xmlns:a16="http://schemas.microsoft.com/office/drawing/2014/main" id="{2BB94D17-D794-4246-98EC-AD458501AAE3}"/>
              </a:ext>
            </a:extLst>
          </p:cNvPr>
          <p:cNvSpPr>
            <a:spLocks xmlns:a="http://schemas.openxmlformats.org/drawingml/2006/main" noGrp="1"/>
          </p:cNvSpPr>
          <p:nvPr/>
        </p:nvSpPr>
        <p:spPr>
          <a:xfrm xmlns:a="http://schemas.openxmlformats.org/drawingml/2006/main">
            <a:off x="381000" y="2979420"/>
            <a:ext cx="6143625"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C63AD"/>
                </a:solidFill>
                <a:latin typeface="Segoe UI"/>
                <a:ea typeface="Segoe UI"/>
                <a:cs typeface="Segoe UI"/>
              </a:defRPr>
            </a:defPPr>
          </a:lstStyle>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with Oceanides coordinating the project and</a:t>
            </a:r>
          </a:p>
        </p:txBody>
      </p:sp>
      <p:sp>
        <p:nvSpPr>
          <p:cNvPr id="18" name="profile-395">
            <a:extLst xmlns:a="http://schemas.openxmlformats.org/drawingml/2006/main">
              <a:ext uri="{FF2B5EF4-FFF2-40B4-BE49-F238E27FC236}">
                <a16:creationId xmlns:a16="http://schemas.microsoft.com/office/drawing/2014/main" id="{77D85B4D-2B08-4ECE-BA15-1D577C7591E9}"/>
              </a:ext>
            </a:extLst>
          </p:cNvPr>
          <p:cNvSpPr>
            <a:spLocks xmlns:a="http://schemas.openxmlformats.org/drawingml/2006/main" noGrp="1"/>
          </p:cNvSpPr>
          <p:nvPr/>
        </p:nvSpPr>
        <p:spPr>
          <a:xfrm xmlns:a="http://schemas.openxmlformats.org/drawingml/2006/main">
            <a:off x="381000" y="3339465"/>
            <a:ext cx="6143625"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C63AD"/>
                </a:solidFill>
                <a:latin typeface="Segoe UI"/>
                <a:ea typeface="Segoe UI"/>
                <a:cs typeface="Segoe UI"/>
              </a:defRPr>
            </a:defPPr>
          </a:lstStyle>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agreed ongoing support.</a:t>
            </a:r>
          </a:p>
        </p:txBody>
      </p:sp>
      <p:sp>
        <p:nvSpPr>
          <p:cNvPr id="19" name="profile-396">
            <a:extLst xmlns:a="http://schemas.openxmlformats.org/drawingml/2006/main">
              <a:ext uri="{FF2B5EF4-FFF2-40B4-BE49-F238E27FC236}">
                <a16:creationId xmlns:a16="http://schemas.microsoft.com/office/drawing/2014/main" id="{C5B6CBAB-374B-4269-AA9B-C328F94C83A3}"/>
              </a:ext>
            </a:extLst>
          </p:cNvPr>
          <p:cNvSpPr>
            <a:spLocks xmlns:a="http://schemas.openxmlformats.org/drawingml/2006/main" noGrp="1"/>
          </p:cNvSpPr>
          <p:nvPr/>
        </p:nvSpPr>
        <p:spPr>
          <a:xfrm xmlns:a="http://schemas.openxmlformats.org/drawingml/2006/main">
            <a:off x="381000" y="3933825"/>
            <a:ext cx="6143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We begin with the existing wastewater setup, site constraints and</a:t>
            </a:r>
          </a:p>
        </p:txBody>
      </p:sp>
      <p:sp>
        <p:nvSpPr>
          <p:cNvPr id="20" name="profile-397">
            <a:extLst xmlns:a="http://schemas.openxmlformats.org/drawingml/2006/main">
              <a:ext uri="{FF2B5EF4-FFF2-40B4-BE49-F238E27FC236}">
                <a16:creationId xmlns:a16="http://schemas.microsoft.com/office/drawing/2014/main" id="{E9D409C0-FE4E-4893-A2F3-EA8B195EAAB9}"/>
              </a:ext>
            </a:extLst>
          </p:cNvPr>
          <p:cNvSpPr>
            <a:spLocks xmlns:a="http://schemas.openxmlformats.org/drawingml/2006/main" noGrp="1"/>
          </p:cNvSpPr>
          <p:nvPr/>
        </p:nvSpPr>
        <p:spPr>
          <a:xfrm xmlns:a="http://schemas.openxmlformats.org/drawingml/2006/main">
            <a:off x="381000" y="4216718"/>
            <a:ext cx="6143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operating needs. The technical proposal defines the process,</a:t>
            </a:r>
          </a:p>
        </p:txBody>
      </p:sp>
      <p:sp>
        <p:nvSpPr>
          <p:cNvPr id="21" name="profile-398">
            <a:extLst xmlns:a="http://schemas.openxmlformats.org/drawingml/2006/main">
              <a:ext uri="{FF2B5EF4-FFF2-40B4-BE49-F238E27FC236}">
                <a16:creationId xmlns:a16="http://schemas.microsoft.com/office/drawing/2014/main" id="{2D790137-95A9-4314-B43E-81ED4EBF5BD5}"/>
              </a:ext>
            </a:extLst>
          </p:cNvPr>
          <p:cNvSpPr>
            <a:spLocks xmlns:a="http://schemas.openxmlformats.org/drawingml/2006/main" noGrp="1"/>
          </p:cNvSpPr>
          <p:nvPr/>
        </p:nvSpPr>
        <p:spPr>
          <a:xfrm xmlns:a="http://schemas.openxmlformats.org/drawingml/2006/main">
            <a:off x="381000" y="4499610"/>
            <a:ext cx="6143625"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B1B33"/>
                </a:solidFill>
                <a:latin typeface="Segoe UI"/>
                <a:ea typeface="Segoe UI"/>
                <a:cs typeface="Segoe UI"/>
              </a:defRPr>
            </a:defPPr>
          </a:lstStyle>
          <a:p xmlns:a="http://schemas.openxmlformats.org/drawingml/2006/main">
            <a:pPr algn="l">
              <a:defRPr sz="1650" b="0">
                <a:solidFill>
                  <a:srgbClr val="0B1B33"/>
                </a:solidFill>
                <a:latin typeface="Segoe UI"/>
                <a:ea typeface="Segoe UI"/>
                <a:cs typeface="Segoe UI"/>
              </a:defRPr>
            </a:pPr>
            <a:r>
              <a:rPr sz="1650" b="0">
                <a:solidFill>
                  <a:srgbClr val="0B1B33"/>
                </a:solidFill>
                <a:latin typeface="Segoe UI"/>
                <a:ea typeface="Segoe UI"/>
                <a:cs typeface="Segoe UI"/>
              </a:rPr>
              <a:t>capacity, installation scope and service requirements.</a:t>
            </a:r>
          </a:p>
        </p:txBody>
      </p:sp>
      <p:pic>
        <p:nvPicPr>
          <p:cNvPr id="22" name="">
            <a:extLst xmlns:a="http://schemas.openxmlformats.org/drawingml/2006/main">
              <a:ext uri="{FF2B5EF4-FFF2-40B4-BE49-F238E27FC236}">
                <a16:creationId xmlns:a16="http://schemas.microsoft.com/office/drawing/2014/main" id="{8C2E1E17-13FE-40BD-878E-06647D81A845}"/>
              </a:ext>
            </a:extLst>
          </p:cNvPr>
          <p:cNvPicPr>
            <a:picLocks xmlns:a="http://schemas.openxmlformats.org/drawingml/2006/main" noChangeAspect="1"/>
          </p:cNvPicPr>
          <p:nvPr/>
        </p:nvPicPr>
        <p:blipFill>
          <a:blip xmlns:r="http://schemas.openxmlformats.org/officeDocument/2006/relationships" xmlns:a="http://schemas.openxmlformats.org/drawingml/2006/main" r:embed="R828fdb4022a34f23"/>
          <a:srcRect xmlns:a="http://schemas.openxmlformats.org/drawingml/2006/main" l="24" t="0" r="24" b="0"/>
          <a:stretch xmlns:a="http://schemas.openxmlformats.org/drawingml/2006/main">
            <a:fillRect l="0" t="0" r="0" b="0"/>
          </a:stretch>
        </p:blipFill>
        <p:spPr>
          <a:xfrm xmlns:a="http://schemas.openxmlformats.org/drawingml/2006/main">
            <a:off x="7096125" y="2590800"/>
            <a:ext cx="4714875" cy="2771775"/>
          </a:xfrm>
          <a:prstGeom xmlns:a="http://schemas.openxmlformats.org/drawingml/2006/main" prst="rect">
            <a:avLst/>
          </a:prstGeom>
        </p:spPr>
      </p:pic>
      <p:sp>
        <p:nvSpPr>
          <p:cNvPr id="23" name="profile-399">
            <a:extLst xmlns:a="http://schemas.openxmlformats.org/drawingml/2006/main">
              <a:ext uri="{FF2B5EF4-FFF2-40B4-BE49-F238E27FC236}">
                <a16:creationId xmlns:a16="http://schemas.microsoft.com/office/drawing/2014/main" id="{CE15D085-0A22-4D81-B8BB-0819DFE36C41}"/>
              </a:ext>
            </a:extLst>
          </p:cNvPr>
          <p:cNvSpPr>
            <a:spLocks xmlns:a="http://schemas.openxmlformats.org/drawingml/2006/main" noGrp="1"/>
          </p:cNvSpPr>
          <p:nvPr/>
        </p:nvSpPr>
        <p:spPr>
          <a:xfrm xmlns:a="http://schemas.openxmlformats.org/drawingml/2006/main">
            <a:off x="7096125" y="5476875"/>
            <a:ext cx="471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Conceptual illustration; not the proposed equipment or a technical design.</a:t>
            </a:r>
          </a:p>
        </p:txBody>
      </p:sp>
      <p:sp>
        <p:nvSpPr>
          <p:cNvPr id="24" name="profile-400">
            <a:extLst xmlns:a="http://schemas.openxmlformats.org/drawingml/2006/main">
              <a:ext uri="{FF2B5EF4-FFF2-40B4-BE49-F238E27FC236}">
                <a16:creationId xmlns:a16="http://schemas.microsoft.com/office/drawing/2014/main" id="{ED7FB40D-6D2D-47FD-AF8D-CE710A0846F2}"/>
              </a:ext>
            </a:extLst>
          </p:cNvPr>
          <p:cNvSpPr>
            <a:spLocks xmlns:a="http://schemas.openxmlformats.org/drawingml/2006/main" noGrp="1"/>
          </p:cNvSpPr>
          <p:nvPr/>
        </p:nvSpPr>
        <p:spPr>
          <a:xfrm xmlns:a="http://schemas.openxmlformats.org/drawingml/2006/main">
            <a:off x="381000" y="579120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Regular operation, inspection, servicing and sludge removal remain part of the system plan.</a:t>
            </a:r>
          </a:p>
        </p:txBody>
      </p:sp>
    </p:spTree>
    <p:extLst>
      <p:ext uri="{BB962C8B-B14F-4D97-AF65-F5344CB8AC3E}">
        <p14:creationId xmlns:p14="http://schemas.microsoft.com/office/powerpoint/2010/main" val="437737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profile-401">
            <a:extLst xmlns:a="http://schemas.openxmlformats.org/drawingml/2006/main">
              <a:ext uri="{FF2B5EF4-FFF2-40B4-BE49-F238E27FC236}">
                <a16:creationId xmlns:a16="http://schemas.microsoft.com/office/drawing/2014/main" id="{3EBB31A1-66E7-47EB-A580-E39E12769E0C}"/>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549A74A-EB47-4DFC-BF8D-38CCFAEDCA93}"/>
              </a:ext>
            </a:extLst>
          </p:cNvPr>
          <p:cNvPicPr>
            <a:picLocks xmlns:a="http://schemas.openxmlformats.org/drawingml/2006/main" noChangeAspect="1"/>
          </p:cNvPicPr>
          <p:nvPr/>
        </p:nvPicPr>
        <p:blipFill>
          <a:blip xmlns:r="http://schemas.openxmlformats.org/officeDocument/2006/relationships" xmlns:a="http://schemas.openxmlformats.org/drawingml/2006/main" r:embed="Re54101b578774cab"/>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402">
            <a:extLst xmlns:a="http://schemas.openxmlformats.org/drawingml/2006/main">
              <a:ext uri="{FF2B5EF4-FFF2-40B4-BE49-F238E27FC236}">
                <a16:creationId xmlns:a16="http://schemas.microsoft.com/office/drawing/2014/main" id="{2ED27C12-FFAA-40E4-863A-0A322158C1DE}"/>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403">
            <a:extLst xmlns:a="http://schemas.openxmlformats.org/drawingml/2006/main">
              <a:ext uri="{FF2B5EF4-FFF2-40B4-BE49-F238E27FC236}">
                <a16:creationId xmlns:a16="http://schemas.microsoft.com/office/drawing/2014/main" id="{3600F462-328D-4B78-8390-A0C6301C7480}"/>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404">
            <a:extLst xmlns:a="http://schemas.openxmlformats.org/drawingml/2006/main">
              <a:ext uri="{FF2B5EF4-FFF2-40B4-BE49-F238E27FC236}">
                <a16:creationId xmlns:a16="http://schemas.microsoft.com/office/drawing/2014/main" id="{13E2DC1A-B627-4EB5-89A4-FD94834995C1}"/>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405">
            <a:extLst xmlns:a="http://schemas.openxmlformats.org/drawingml/2006/main">
              <a:ext uri="{FF2B5EF4-FFF2-40B4-BE49-F238E27FC236}">
                <a16:creationId xmlns:a16="http://schemas.microsoft.com/office/drawing/2014/main" id="{ABE3FE61-2D2D-4E3A-BED4-EE9DA9EEAC82}"/>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406">
            <a:extLst xmlns:a="http://schemas.openxmlformats.org/drawingml/2006/main">
              <a:ext uri="{FF2B5EF4-FFF2-40B4-BE49-F238E27FC236}">
                <a16:creationId xmlns:a16="http://schemas.microsoft.com/office/drawing/2014/main" id="{1B90BCE8-F29D-4743-9659-844B479BB0A9}"/>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407">
            <a:extLst xmlns:a="http://schemas.openxmlformats.org/drawingml/2006/main">
              <a:ext uri="{FF2B5EF4-FFF2-40B4-BE49-F238E27FC236}">
                <a16:creationId xmlns:a16="http://schemas.microsoft.com/office/drawing/2014/main" id="{1A92BDE0-DBA0-4CD8-A536-84B5E0C2C901}"/>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408">
            <a:extLst xmlns:a="http://schemas.openxmlformats.org/drawingml/2006/main">
              <a:ext uri="{FF2B5EF4-FFF2-40B4-BE49-F238E27FC236}">
                <a16:creationId xmlns:a16="http://schemas.microsoft.com/office/drawing/2014/main" id="{6034389A-6E5D-483D-B9F2-E39213B8BAC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409">
            <a:extLst xmlns:a="http://schemas.openxmlformats.org/drawingml/2006/main">
              <a:ext uri="{FF2B5EF4-FFF2-40B4-BE49-F238E27FC236}">
                <a16:creationId xmlns:a16="http://schemas.microsoft.com/office/drawing/2014/main" id="{9F7DFD22-4AF3-475B-BDE2-BF90E56A2EC7}"/>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410">
            <a:extLst xmlns:a="http://schemas.openxmlformats.org/drawingml/2006/main">
              <a:ext uri="{FF2B5EF4-FFF2-40B4-BE49-F238E27FC236}">
                <a16:creationId xmlns:a16="http://schemas.microsoft.com/office/drawing/2014/main" id="{45D46037-8E36-4316-BC28-145E14D2406A}"/>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411">
            <a:extLst xmlns:a="http://schemas.openxmlformats.org/drawingml/2006/main">
              <a:ext uri="{FF2B5EF4-FFF2-40B4-BE49-F238E27FC236}">
                <a16:creationId xmlns:a16="http://schemas.microsoft.com/office/drawing/2014/main" id="{A346A1C0-A56A-414C-8A5B-5FCD102E85FD}"/>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412">
            <a:extLst xmlns:a="http://schemas.openxmlformats.org/drawingml/2006/main">
              <a:ext uri="{FF2B5EF4-FFF2-40B4-BE49-F238E27FC236}">
                <a16:creationId xmlns:a16="http://schemas.microsoft.com/office/drawing/2014/main" id="{063D11A1-5396-4BB6-9D8F-C5D94197B207}"/>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16</a:t>
            </a:r>
          </a:p>
        </p:txBody>
      </p:sp>
      <p:sp>
        <p:nvSpPr>
          <p:cNvPr id="14" name="profile-413">
            <a:extLst xmlns:a="http://schemas.openxmlformats.org/drawingml/2006/main">
              <a:ext uri="{FF2B5EF4-FFF2-40B4-BE49-F238E27FC236}">
                <a16:creationId xmlns:a16="http://schemas.microsoft.com/office/drawing/2014/main" id="{F0A84BD8-16F3-4508-B388-EA5A88603F9C}"/>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HOW THE OFFER WORKS</a:t>
            </a:r>
          </a:p>
        </p:txBody>
      </p:sp>
      <p:sp>
        <p:nvSpPr>
          <p:cNvPr id="15" name="profile-414">
            <a:extLst xmlns:a="http://schemas.openxmlformats.org/drawingml/2006/main">
              <a:ext uri="{FF2B5EF4-FFF2-40B4-BE49-F238E27FC236}">
                <a16:creationId xmlns:a16="http://schemas.microsoft.com/office/drawing/2014/main" id="{777B1593-A7CD-47F5-840B-62A75C7C2F05}"/>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Treatment project and ongoing support</a:t>
            </a:r>
          </a:p>
        </p:txBody>
      </p:sp>
      <p:sp>
        <p:nvSpPr>
          <p:cNvPr id="16" name="profile-415">
            <a:extLst xmlns:a="http://schemas.openxmlformats.org/drawingml/2006/main">
              <a:ext uri="{FF2B5EF4-FFF2-40B4-BE49-F238E27FC236}">
                <a16:creationId xmlns:a16="http://schemas.microsoft.com/office/drawing/2014/main" id="{CB582247-1B72-4BC3-9AB6-162A5AD097A6}"/>
              </a:ext>
            </a:extLst>
          </p:cNvPr>
          <p:cNvSpPr>
            <a:spLocks xmlns:a="http://schemas.openxmlformats.org/drawingml/2006/main" noGrp="1"/>
          </p:cNvSpPr>
          <p:nvPr/>
        </p:nvSpPr>
        <p:spPr>
          <a:xfrm xmlns:a="http://schemas.openxmlformats.org/drawingml/2006/main">
            <a:off x="381000" y="26479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5AA6E6"/>
                </a:solidFill>
                <a:latin typeface="Segoe UI"/>
                <a:ea typeface="Segoe UI"/>
                <a:cs typeface="Segoe UI"/>
              </a:defRPr>
            </a:defPPr>
          </a:lstStyle>
          <a:p xmlns:a="http://schemas.openxmlformats.org/drawingml/2006/main">
            <a:pPr algn="l">
              <a:defRPr sz="2625" b="1">
                <a:solidFill>
                  <a:srgbClr val="5AA6E6"/>
                </a:solidFill>
                <a:latin typeface="Segoe UI"/>
                <a:ea typeface="Segoe UI"/>
                <a:cs typeface="Segoe UI"/>
              </a:defRPr>
            </a:pPr>
            <a:r>
              <a:rPr sz="2625" b="1">
                <a:solidFill>
                  <a:srgbClr val="5AA6E6"/>
                </a:solidFill>
                <a:latin typeface="Segoe UI"/>
                <a:ea typeface="Segoe UI"/>
                <a:cs typeface="Segoe UI"/>
              </a:rPr>
              <a:t>01</a:t>
            </a:r>
          </a:p>
        </p:txBody>
      </p:sp>
      <p:sp>
        <p:nvSpPr>
          <p:cNvPr id="17" name="profile-416">
            <a:extLst xmlns:a="http://schemas.openxmlformats.org/drawingml/2006/main">
              <a:ext uri="{FF2B5EF4-FFF2-40B4-BE49-F238E27FC236}">
                <a16:creationId xmlns:a16="http://schemas.microsoft.com/office/drawing/2014/main" id="{F5C51C19-A757-4A56-99BF-D3F8E30F873C}"/>
              </a:ext>
            </a:extLst>
          </p:cNvPr>
          <p:cNvSpPr>
            <a:spLocks xmlns:a="http://schemas.openxmlformats.org/drawingml/2006/main" noGrp="1"/>
          </p:cNvSpPr>
          <p:nvPr/>
        </p:nvSpPr>
        <p:spPr>
          <a:xfrm xmlns:a="http://schemas.openxmlformats.org/drawingml/2006/main">
            <a:off x="1190625" y="26479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Assess the site</a:t>
            </a:r>
          </a:p>
        </p:txBody>
      </p:sp>
      <p:sp>
        <p:nvSpPr>
          <p:cNvPr id="18" name="profile-417">
            <a:extLst xmlns:a="http://schemas.openxmlformats.org/drawingml/2006/main">
              <a:ext uri="{FF2B5EF4-FFF2-40B4-BE49-F238E27FC236}">
                <a16:creationId xmlns:a16="http://schemas.microsoft.com/office/drawing/2014/main" id="{788E8A61-728A-4FCA-9F13-52AF47108A9C}"/>
              </a:ext>
            </a:extLst>
          </p:cNvPr>
          <p:cNvSpPr>
            <a:spLocks xmlns:a="http://schemas.openxmlformats.org/drawingml/2006/main" noGrp="1"/>
          </p:cNvSpPr>
          <p:nvPr/>
        </p:nvSpPr>
        <p:spPr>
          <a:xfrm xmlns:a="http://schemas.openxmlformats.org/drawingml/2006/main">
            <a:off x="1190625" y="3076575"/>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Review current tanks, wastewater flows, access and</a:t>
            </a:r>
          </a:p>
        </p:txBody>
      </p:sp>
      <p:sp>
        <p:nvSpPr>
          <p:cNvPr id="19" name="profile-418">
            <a:extLst xmlns:a="http://schemas.openxmlformats.org/drawingml/2006/main">
              <a:ext uri="{FF2B5EF4-FFF2-40B4-BE49-F238E27FC236}">
                <a16:creationId xmlns:a16="http://schemas.microsoft.com/office/drawing/2014/main" id="{08AAE4F1-51B0-47D9-A495-2E52D28BA989}"/>
              </a:ext>
            </a:extLst>
          </p:cNvPr>
          <p:cNvSpPr>
            <a:spLocks xmlns:a="http://schemas.openxmlformats.org/drawingml/2006/main" noGrp="1"/>
          </p:cNvSpPr>
          <p:nvPr/>
        </p:nvSpPr>
        <p:spPr>
          <a:xfrm xmlns:a="http://schemas.openxmlformats.org/drawingml/2006/main">
            <a:off x="1190625" y="3346609"/>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operating needs.</a:t>
            </a:r>
          </a:p>
        </p:txBody>
      </p:sp>
      <p:sp>
        <p:nvSpPr>
          <p:cNvPr id="20" name="profile-419">
            <a:extLst xmlns:a="http://schemas.openxmlformats.org/drawingml/2006/main">
              <a:ext uri="{FF2B5EF4-FFF2-40B4-BE49-F238E27FC236}">
                <a16:creationId xmlns:a16="http://schemas.microsoft.com/office/drawing/2014/main" id="{B9009564-8A99-470C-9CFE-552E04988BE5}"/>
              </a:ext>
            </a:extLst>
          </p:cNvPr>
          <p:cNvSpPr>
            <a:spLocks xmlns:a="http://schemas.openxmlformats.org/drawingml/2006/main" noGrp="1"/>
          </p:cNvSpPr>
          <p:nvPr/>
        </p:nvSpPr>
        <p:spPr>
          <a:xfrm xmlns:a="http://schemas.openxmlformats.org/drawingml/2006/main">
            <a:off x="6381750" y="26479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5AA6E6"/>
                </a:solidFill>
                <a:latin typeface="Segoe UI"/>
                <a:ea typeface="Segoe UI"/>
                <a:cs typeface="Segoe UI"/>
              </a:defRPr>
            </a:defPPr>
          </a:lstStyle>
          <a:p xmlns:a="http://schemas.openxmlformats.org/drawingml/2006/main">
            <a:pPr algn="l">
              <a:defRPr sz="2625" b="1">
                <a:solidFill>
                  <a:srgbClr val="5AA6E6"/>
                </a:solidFill>
                <a:latin typeface="Segoe UI"/>
                <a:ea typeface="Segoe UI"/>
                <a:cs typeface="Segoe UI"/>
              </a:defRPr>
            </a:pPr>
            <a:r>
              <a:rPr sz="2625" b="1">
                <a:solidFill>
                  <a:srgbClr val="5AA6E6"/>
                </a:solidFill>
                <a:latin typeface="Segoe UI"/>
                <a:ea typeface="Segoe UI"/>
                <a:cs typeface="Segoe UI"/>
              </a:rPr>
              <a:t>02</a:t>
            </a:r>
          </a:p>
        </p:txBody>
      </p:sp>
      <p:sp>
        <p:nvSpPr>
          <p:cNvPr id="21" name="profile-420">
            <a:extLst xmlns:a="http://schemas.openxmlformats.org/drawingml/2006/main">
              <a:ext uri="{FF2B5EF4-FFF2-40B4-BE49-F238E27FC236}">
                <a16:creationId xmlns:a16="http://schemas.microsoft.com/office/drawing/2014/main" id="{F4AC994B-E21A-44E5-8DC6-1C413AB3C036}"/>
              </a:ext>
            </a:extLst>
          </p:cNvPr>
          <p:cNvSpPr>
            <a:spLocks xmlns:a="http://schemas.openxmlformats.org/drawingml/2006/main" noGrp="1"/>
          </p:cNvSpPr>
          <p:nvPr/>
        </p:nvSpPr>
        <p:spPr>
          <a:xfrm xmlns:a="http://schemas.openxmlformats.org/drawingml/2006/main">
            <a:off x="7191375" y="26479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Define the proposal</a:t>
            </a:r>
          </a:p>
        </p:txBody>
      </p:sp>
      <p:sp>
        <p:nvSpPr>
          <p:cNvPr id="22" name="profile-421">
            <a:extLst xmlns:a="http://schemas.openxmlformats.org/drawingml/2006/main">
              <a:ext uri="{FF2B5EF4-FFF2-40B4-BE49-F238E27FC236}">
                <a16:creationId xmlns:a16="http://schemas.microsoft.com/office/drawing/2014/main" id="{3E914253-2E90-4367-9CAA-A3A4172E848B}"/>
              </a:ext>
            </a:extLst>
          </p:cNvPr>
          <p:cNvSpPr>
            <a:spLocks xmlns:a="http://schemas.openxmlformats.org/drawingml/2006/main" noGrp="1"/>
          </p:cNvSpPr>
          <p:nvPr/>
        </p:nvSpPr>
        <p:spPr>
          <a:xfrm xmlns:a="http://schemas.openxmlformats.org/drawingml/2006/main">
            <a:off x="7191375" y="3076575"/>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Confirm technical design, capacity, installation scope</a:t>
            </a:r>
          </a:p>
        </p:txBody>
      </p:sp>
      <p:sp>
        <p:nvSpPr>
          <p:cNvPr id="23" name="profile-422">
            <a:extLst xmlns:a="http://schemas.openxmlformats.org/drawingml/2006/main">
              <a:ext uri="{FF2B5EF4-FFF2-40B4-BE49-F238E27FC236}">
                <a16:creationId xmlns:a16="http://schemas.microsoft.com/office/drawing/2014/main" id="{9AC4E391-8848-47AB-AA88-E028E7957333}"/>
              </a:ext>
            </a:extLst>
          </p:cNvPr>
          <p:cNvSpPr>
            <a:spLocks xmlns:a="http://schemas.openxmlformats.org/drawingml/2006/main" noGrp="1"/>
          </p:cNvSpPr>
          <p:nvPr/>
        </p:nvSpPr>
        <p:spPr>
          <a:xfrm xmlns:a="http://schemas.openxmlformats.org/drawingml/2006/main">
            <a:off x="7191375" y="3346609"/>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and quotation.</a:t>
            </a:r>
          </a:p>
        </p:txBody>
      </p:sp>
      <p:sp>
        <p:nvSpPr>
          <p:cNvPr id="24" name="profile-423">
            <a:extLst xmlns:a="http://schemas.openxmlformats.org/drawingml/2006/main">
              <a:ext uri="{FF2B5EF4-FFF2-40B4-BE49-F238E27FC236}">
                <a16:creationId xmlns:a16="http://schemas.microsoft.com/office/drawing/2014/main" id="{5C397A70-B7FF-4C87-AA79-19641B1BC985}"/>
              </a:ext>
            </a:extLst>
          </p:cNvPr>
          <p:cNvSpPr>
            <a:spLocks xmlns:a="http://schemas.openxmlformats.org/drawingml/2006/main" noGrp="1"/>
          </p:cNvSpPr>
          <p:nvPr/>
        </p:nvSpPr>
        <p:spPr>
          <a:xfrm xmlns:a="http://schemas.openxmlformats.org/drawingml/2006/main">
            <a:off x="381000" y="4057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5AA6E6"/>
                </a:solidFill>
                <a:latin typeface="Segoe UI"/>
                <a:ea typeface="Segoe UI"/>
                <a:cs typeface="Segoe UI"/>
              </a:defRPr>
            </a:defPPr>
          </a:lstStyle>
          <a:p xmlns:a="http://schemas.openxmlformats.org/drawingml/2006/main">
            <a:pPr algn="l">
              <a:defRPr sz="2625" b="1">
                <a:solidFill>
                  <a:srgbClr val="5AA6E6"/>
                </a:solidFill>
                <a:latin typeface="Segoe UI"/>
                <a:ea typeface="Segoe UI"/>
                <a:cs typeface="Segoe UI"/>
              </a:defRPr>
            </a:pPr>
            <a:r>
              <a:rPr sz="2625" b="1">
                <a:solidFill>
                  <a:srgbClr val="5AA6E6"/>
                </a:solidFill>
                <a:latin typeface="Segoe UI"/>
                <a:ea typeface="Segoe UI"/>
                <a:cs typeface="Segoe UI"/>
              </a:rPr>
              <a:t>03</a:t>
            </a:r>
          </a:p>
        </p:txBody>
      </p:sp>
      <p:sp>
        <p:nvSpPr>
          <p:cNvPr id="25" name="profile-424">
            <a:extLst xmlns:a="http://schemas.openxmlformats.org/drawingml/2006/main">
              <a:ext uri="{FF2B5EF4-FFF2-40B4-BE49-F238E27FC236}">
                <a16:creationId xmlns:a16="http://schemas.microsoft.com/office/drawing/2014/main" id="{0E650EAF-82B3-430B-999D-ABF9601FCC28}"/>
              </a:ext>
            </a:extLst>
          </p:cNvPr>
          <p:cNvSpPr>
            <a:spLocks xmlns:a="http://schemas.openxmlformats.org/drawingml/2006/main" noGrp="1"/>
          </p:cNvSpPr>
          <p:nvPr/>
        </p:nvSpPr>
        <p:spPr>
          <a:xfrm xmlns:a="http://schemas.openxmlformats.org/drawingml/2006/main">
            <a:off x="1190625" y="4057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Install and hand over</a:t>
            </a:r>
          </a:p>
        </p:txBody>
      </p:sp>
      <p:sp>
        <p:nvSpPr>
          <p:cNvPr id="26" name="profile-425">
            <a:extLst xmlns:a="http://schemas.openxmlformats.org/drawingml/2006/main">
              <a:ext uri="{FF2B5EF4-FFF2-40B4-BE49-F238E27FC236}">
                <a16:creationId xmlns:a16="http://schemas.microsoft.com/office/drawing/2014/main" id="{4164B15D-0A73-4686-98BD-DBF95667F784}"/>
              </a:ext>
            </a:extLst>
          </p:cNvPr>
          <p:cNvSpPr>
            <a:spLocks xmlns:a="http://schemas.openxmlformats.org/drawingml/2006/main" noGrp="1"/>
          </p:cNvSpPr>
          <p:nvPr/>
        </p:nvSpPr>
        <p:spPr>
          <a:xfrm xmlns:a="http://schemas.openxmlformats.org/drawingml/2006/main">
            <a:off x="1190625" y="4486275"/>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Coordinate specialist delivery and agreed operator</a:t>
            </a:r>
          </a:p>
        </p:txBody>
      </p:sp>
      <p:sp>
        <p:nvSpPr>
          <p:cNvPr id="27" name="profile-426">
            <a:extLst xmlns:a="http://schemas.openxmlformats.org/drawingml/2006/main">
              <a:ext uri="{FF2B5EF4-FFF2-40B4-BE49-F238E27FC236}">
                <a16:creationId xmlns:a16="http://schemas.microsoft.com/office/drawing/2014/main" id="{2022629A-946C-4508-A6BD-25E23D1981A6}"/>
              </a:ext>
            </a:extLst>
          </p:cNvPr>
          <p:cNvSpPr>
            <a:spLocks xmlns:a="http://schemas.openxmlformats.org/drawingml/2006/main" noGrp="1"/>
          </p:cNvSpPr>
          <p:nvPr/>
        </p:nvSpPr>
        <p:spPr>
          <a:xfrm xmlns:a="http://schemas.openxmlformats.org/drawingml/2006/main">
            <a:off x="1190625" y="4756309"/>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guidance.</a:t>
            </a:r>
          </a:p>
        </p:txBody>
      </p:sp>
      <p:sp>
        <p:nvSpPr>
          <p:cNvPr id="28" name="profile-427">
            <a:extLst xmlns:a="http://schemas.openxmlformats.org/drawingml/2006/main">
              <a:ext uri="{FF2B5EF4-FFF2-40B4-BE49-F238E27FC236}">
                <a16:creationId xmlns:a16="http://schemas.microsoft.com/office/drawing/2014/main" id="{4DCB9746-2155-42A8-A473-B643889F3604}"/>
              </a:ext>
            </a:extLst>
          </p:cNvPr>
          <p:cNvSpPr>
            <a:spLocks xmlns:a="http://schemas.openxmlformats.org/drawingml/2006/main" noGrp="1"/>
          </p:cNvSpPr>
          <p:nvPr/>
        </p:nvSpPr>
        <p:spPr>
          <a:xfrm xmlns:a="http://schemas.openxmlformats.org/drawingml/2006/main">
            <a:off x="6381750" y="4057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5AA6E6"/>
                </a:solidFill>
                <a:latin typeface="Segoe UI"/>
                <a:ea typeface="Segoe UI"/>
                <a:cs typeface="Segoe UI"/>
              </a:defRPr>
            </a:defPPr>
          </a:lstStyle>
          <a:p xmlns:a="http://schemas.openxmlformats.org/drawingml/2006/main">
            <a:pPr algn="l">
              <a:defRPr sz="2625" b="1">
                <a:solidFill>
                  <a:srgbClr val="5AA6E6"/>
                </a:solidFill>
                <a:latin typeface="Segoe UI"/>
                <a:ea typeface="Segoe UI"/>
                <a:cs typeface="Segoe UI"/>
              </a:defRPr>
            </a:pPr>
            <a:r>
              <a:rPr sz="2625" b="1">
                <a:solidFill>
                  <a:srgbClr val="5AA6E6"/>
                </a:solidFill>
                <a:latin typeface="Segoe UI"/>
                <a:ea typeface="Segoe UI"/>
                <a:cs typeface="Segoe UI"/>
              </a:rPr>
              <a:t>04</a:t>
            </a:r>
          </a:p>
        </p:txBody>
      </p:sp>
      <p:sp>
        <p:nvSpPr>
          <p:cNvPr id="29" name="profile-428">
            <a:extLst xmlns:a="http://schemas.openxmlformats.org/drawingml/2006/main">
              <a:ext uri="{FF2B5EF4-FFF2-40B4-BE49-F238E27FC236}">
                <a16:creationId xmlns:a16="http://schemas.microsoft.com/office/drawing/2014/main" id="{C017F0BD-CE67-4905-BDC8-775F5FD72857}"/>
              </a:ext>
            </a:extLst>
          </p:cNvPr>
          <p:cNvSpPr>
            <a:spLocks xmlns:a="http://schemas.openxmlformats.org/drawingml/2006/main" noGrp="1"/>
          </p:cNvSpPr>
          <p:nvPr/>
        </p:nvSpPr>
        <p:spPr>
          <a:xfrm xmlns:a="http://schemas.openxmlformats.org/drawingml/2006/main">
            <a:off x="7191375" y="4057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Support operation</a:t>
            </a:r>
          </a:p>
        </p:txBody>
      </p:sp>
      <p:sp>
        <p:nvSpPr>
          <p:cNvPr id="30" name="profile-429">
            <a:extLst xmlns:a="http://schemas.openxmlformats.org/drawingml/2006/main">
              <a:ext uri="{FF2B5EF4-FFF2-40B4-BE49-F238E27FC236}">
                <a16:creationId xmlns:a16="http://schemas.microsoft.com/office/drawing/2014/main" id="{662013C2-4953-480F-A9E9-D39848AC0A54}"/>
              </a:ext>
            </a:extLst>
          </p:cNvPr>
          <p:cNvSpPr>
            <a:spLocks xmlns:a="http://schemas.openxmlformats.org/drawingml/2006/main" noGrp="1"/>
          </p:cNvSpPr>
          <p:nvPr/>
        </p:nvSpPr>
        <p:spPr>
          <a:xfrm xmlns:a="http://schemas.openxmlformats.org/drawingml/2006/main">
            <a:off x="7191375" y="4486275"/>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Agree servicing, troubleshooting and</a:t>
            </a:r>
          </a:p>
        </p:txBody>
      </p:sp>
      <p:sp>
        <p:nvSpPr>
          <p:cNvPr id="31" name="profile-430">
            <a:extLst xmlns:a="http://schemas.openxmlformats.org/drawingml/2006/main">
              <a:ext uri="{FF2B5EF4-FFF2-40B4-BE49-F238E27FC236}">
                <a16:creationId xmlns:a16="http://schemas.microsoft.com/office/drawing/2014/main" id="{21430AA2-81EC-4175-A4E0-C0835F0E80F4}"/>
              </a:ext>
            </a:extLst>
          </p:cNvPr>
          <p:cNvSpPr>
            <a:spLocks xmlns:a="http://schemas.openxmlformats.org/drawingml/2006/main" noGrp="1"/>
          </p:cNvSpPr>
          <p:nvPr/>
        </p:nvSpPr>
        <p:spPr>
          <a:xfrm xmlns:a="http://schemas.openxmlformats.org/drawingml/2006/main">
            <a:off x="7191375" y="4756309"/>
            <a:ext cx="4810125" cy="289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0B1B33"/>
                </a:solidFill>
                <a:latin typeface="Segoe UI"/>
                <a:ea typeface="Segoe UI"/>
                <a:cs typeface="Segoe UI"/>
              </a:defRPr>
            </a:defPPr>
          </a:lstStyle>
          <a:p xmlns:a="http://schemas.openxmlformats.org/drawingml/2006/main">
            <a:pPr algn="l">
              <a:defRPr sz="1575" b="0">
                <a:solidFill>
                  <a:srgbClr val="0B1B33"/>
                </a:solidFill>
                <a:latin typeface="Segoe UI"/>
                <a:ea typeface="Segoe UI"/>
                <a:cs typeface="Segoe UI"/>
              </a:defRPr>
            </a:pPr>
            <a:r>
              <a:rPr sz="1575" b="0">
                <a:solidFill>
                  <a:srgbClr val="0B1B33"/>
                </a:solidFill>
                <a:latin typeface="Segoe UI"/>
                <a:ea typeface="Segoe UI"/>
                <a:cs typeface="Segoe UI"/>
              </a:rPr>
              <a:t>permit-document assistance.</a:t>
            </a:r>
          </a:p>
        </p:txBody>
      </p:sp>
      <p:sp>
        <p:nvSpPr>
          <p:cNvPr id="32" name="profile-431">
            <a:extLst xmlns:a="http://schemas.openxmlformats.org/drawingml/2006/main">
              <a:ext uri="{FF2B5EF4-FFF2-40B4-BE49-F238E27FC236}">
                <a16:creationId xmlns:a16="http://schemas.microsoft.com/office/drawing/2014/main" id="{87DC1095-780D-4F55-8C38-FAFBB1A44F43}"/>
              </a:ext>
            </a:extLst>
          </p:cNvPr>
          <p:cNvSpPr>
            <a:spLocks xmlns:a="http://schemas.openxmlformats.org/drawingml/2006/main" noGrp="1"/>
          </p:cNvSpPr>
          <p:nvPr/>
        </p:nvSpPr>
        <p:spPr>
          <a:xfrm xmlns:a="http://schemas.openxmlformats.org/drawingml/2006/main">
            <a:off x="381000" y="5581650"/>
            <a:ext cx="11334750" cy="2376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516782"/>
                </a:solidFill>
                <a:latin typeface="Segoe UI"/>
                <a:ea typeface="Segoe UI"/>
                <a:cs typeface="Segoe UI"/>
              </a:defRPr>
            </a:defPPr>
          </a:lstStyle>
          <a:p xmlns:a="http://schemas.openxmlformats.org/drawingml/2006/main">
            <a:pPr algn="l">
              <a:defRPr sz="1275" b="0">
                <a:solidFill>
                  <a:srgbClr val="516782"/>
                </a:solidFill>
                <a:latin typeface="Segoe UI"/>
                <a:ea typeface="Segoe UI"/>
                <a:cs typeface="Segoe UI"/>
              </a:defRPr>
            </a:pPr>
            <a:r>
              <a:rPr sz="1275" b="0">
                <a:solidFill>
                  <a:srgbClr val="516782"/>
                </a:solidFill>
                <a:latin typeface="Segoe UI"/>
                <a:ea typeface="Segoe UI"/>
                <a:cs typeface="Segoe UI"/>
              </a:rPr>
              <a:t>Potential maintenance savings are evaluated against the current service pattern and the proposed system. Support scope, fees and responsibilities are agreed</a:t>
            </a:r>
          </a:p>
        </p:txBody>
      </p:sp>
      <p:sp>
        <p:nvSpPr>
          <p:cNvPr id="33" name="profile-432">
            <a:extLst xmlns:a="http://schemas.openxmlformats.org/drawingml/2006/main">
              <a:ext uri="{FF2B5EF4-FFF2-40B4-BE49-F238E27FC236}">
                <a16:creationId xmlns:a16="http://schemas.microsoft.com/office/drawing/2014/main" id="{A50CF244-E881-4333-9D97-2DD464D40D10}"/>
              </a:ext>
            </a:extLst>
          </p:cNvPr>
          <p:cNvSpPr>
            <a:spLocks xmlns:a="http://schemas.openxmlformats.org/drawingml/2006/main" noGrp="1"/>
          </p:cNvSpPr>
          <p:nvPr/>
        </p:nvSpPr>
        <p:spPr>
          <a:xfrm xmlns:a="http://schemas.openxmlformats.org/drawingml/2006/main">
            <a:off x="381000" y="5800249"/>
            <a:ext cx="11334750" cy="2376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516782"/>
                </a:solidFill>
                <a:latin typeface="Segoe UI"/>
                <a:ea typeface="Segoe UI"/>
                <a:cs typeface="Segoe UI"/>
              </a:defRPr>
            </a:defPPr>
          </a:lstStyle>
          <a:p xmlns:a="http://schemas.openxmlformats.org/drawingml/2006/main">
            <a:pPr algn="l">
              <a:defRPr sz="1275" b="0">
                <a:solidFill>
                  <a:srgbClr val="516782"/>
                </a:solidFill>
                <a:latin typeface="Segoe UI"/>
                <a:ea typeface="Segoe UI"/>
                <a:cs typeface="Segoe UI"/>
              </a:defRPr>
            </a:pPr>
            <a:r>
              <a:rPr sz="1275" b="0">
                <a:solidFill>
                  <a:srgbClr val="516782"/>
                </a:solidFill>
                <a:latin typeface="Segoe UI"/>
                <a:ea typeface="Segoe UI"/>
                <a:cs typeface="Segoe UI"/>
              </a:rPr>
              <a:t>in writing.</a:t>
            </a:r>
          </a:p>
        </p:txBody>
      </p:sp>
    </p:spTree>
    <p:extLst>
      <p:ext uri="{BB962C8B-B14F-4D97-AF65-F5344CB8AC3E}">
        <p14:creationId xmlns:p14="http://schemas.microsoft.com/office/powerpoint/2010/main" val="3560736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file-433">
            <a:extLst xmlns:a="http://schemas.openxmlformats.org/drawingml/2006/main">
              <a:ext uri="{FF2B5EF4-FFF2-40B4-BE49-F238E27FC236}">
                <a16:creationId xmlns:a16="http://schemas.microsoft.com/office/drawing/2014/main" id="{3327E50A-1423-43E9-9FDF-D02DB390029F}"/>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A26D55D3-A310-4164-BF06-65A0B09D20C7}"/>
              </a:ext>
            </a:extLst>
          </p:cNvPr>
          <p:cNvPicPr>
            <a:picLocks xmlns:a="http://schemas.openxmlformats.org/drawingml/2006/main" noChangeAspect="1"/>
          </p:cNvPicPr>
          <p:nvPr/>
        </p:nvPicPr>
        <p:blipFill>
          <a:blip xmlns:r="http://schemas.openxmlformats.org/officeDocument/2006/relationships" xmlns:a="http://schemas.openxmlformats.org/drawingml/2006/main" r:embed="Rb839a8b7b6e74227"/>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434">
            <a:extLst xmlns:a="http://schemas.openxmlformats.org/drawingml/2006/main">
              <a:ext uri="{FF2B5EF4-FFF2-40B4-BE49-F238E27FC236}">
                <a16:creationId xmlns:a16="http://schemas.microsoft.com/office/drawing/2014/main" id="{06A78E8C-B134-4344-892D-027605F7B4D5}"/>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435">
            <a:extLst xmlns:a="http://schemas.openxmlformats.org/drawingml/2006/main">
              <a:ext uri="{FF2B5EF4-FFF2-40B4-BE49-F238E27FC236}">
                <a16:creationId xmlns:a16="http://schemas.microsoft.com/office/drawing/2014/main" id="{54634C0B-816B-4ABA-932A-6BE263DE7DF9}"/>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436">
            <a:extLst xmlns:a="http://schemas.openxmlformats.org/drawingml/2006/main">
              <a:ext uri="{FF2B5EF4-FFF2-40B4-BE49-F238E27FC236}">
                <a16:creationId xmlns:a16="http://schemas.microsoft.com/office/drawing/2014/main" id="{D8780D33-9D6F-42F1-A6C6-1B7DF48F82D4}"/>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437">
            <a:extLst xmlns:a="http://schemas.openxmlformats.org/drawingml/2006/main">
              <a:ext uri="{FF2B5EF4-FFF2-40B4-BE49-F238E27FC236}">
                <a16:creationId xmlns:a16="http://schemas.microsoft.com/office/drawing/2014/main" id="{83864C84-8AE3-4A55-BAB1-0E0A3BB6CD03}"/>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438">
            <a:extLst xmlns:a="http://schemas.openxmlformats.org/drawingml/2006/main">
              <a:ext uri="{FF2B5EF4-FFF2-40B4-BE49-F238E27FC236}">
                <a16:creationId xmlns:a16="http://schemas.microsoft.com/office/drawing/2014/main" id="{AA72D6B5-D38E-48F7-AEAA-BC3070DAEE23}"/>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439">
            <a:extLst xmlns:a="http://schemas.openxmlformats.org/drawingml/2006/main">
              <a:ext uri="{FF2B5EF4-FFF2-40B4-BE49-F238E27FC236}">
                <a16:creationId xmlns:a16="http://schemas.microsoft.com/office/drawing/2014/main" id="{68D097E5-7293-4E4E-B0D2-5ADBEB777664}"/>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440">
            <a:extLst xmlns:a="http://schemas.openxmlformats.org/drawingml/2006/main">
              <a:ext uri="{FF2B5EF4-FFF2-40B4-BE49-F238E27FC236}">
                <a16:creationId xmlns:a16="http://schemas.microsoft.com/office/drawing/2014/main" id="{DFDF124C-F4BF-40D6-A7A1-45CE6D6F623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441">
            <a:extLst xmlns:a="http://schemas.openxmlformats.org/drawingml/2006/main">
              <a:ext uri="{FF2B5EF4-FFF2-40B4-BE49-F238E27FC236}">
                <a16:creationId xmlns:a16="http://schemas.microsoft.com/office/drawing/2014/main" id="{6DDE9574-0C7D-4ACE-B426-89AAFF309FC4}"/>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442">
            <a:extLst xmlns:a="http://schemas.openxmlformats.org/drawingml/2006/main">
              <a:ext uri="{FF2B5EF4-FFF2-40B4-BE49-F238E27FC236}">
                <a16:creationId xmlns:a16="http://schemas.microsoft.com/office/drawing/2014/main" id="{4532752D-527D-4B55-9272-5F9698825EC0}"/>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443">
            <a:extLst xmlns:a="http://schemas.openxmlformats.org/drawingml/2006/main">
              <a:ext uri="{FF2B5EF4-FFF2-40B4-BE49-F238E27FC236}">
                <a16:creationId xmlns:a16="http://schemas.microsoft.com/office/drawing/2014/main" id="{A33D55FE-3826-492A-8A3C-EC343AB9955B}"/>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444">
            <a:extLst xmlns:a="http://schemas.openxmlformats.org/drawingml/2006/main">
              <a:ext uri="{FF2B5EF4-FFF2-40B4-BE49-F238E27FC236}">
                <a16:creationId xmlns:a16="http://schemas.microsoft.com/office/drawing/2014/main" id="{6A9057A9-E9F4-46B6-A49C-DF6EBE4D3059}"/>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17</a:t>
            </a:r>
          </a:p>
        </p:txBody>
      </p:sp>
      <p:sp>
        <p:nvSpPr>
          <p:cNvPr id="14" name="profile-445">
            <a:extLst xmlns:a="http://schemas.openxmlformats.org/drawingml/2006/main">
              <a:ext uri="{FF2B5EF4-FFF2-40B4-BE49-F238E27FC236}">
                <a16:creationId xmlns:a16="http://schemas.microsoft.com/office/drawing/2014/main" id="{8EEAABFA-EFF0-42FC-A750-355A9A8C7CD3}"/>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COMPANY OWNER SUPPLIED REFERENCES</a:t>
            </a:r>
          </a:p>
        </p:txBody>
      </p:sp>
      <p:sp>
        <p:nvSpPr>
          <p:cNvPr id="15" name="profile-446">
            <a:extLst xmlns:a="http://schemas.openxmlformats.org/drawingml/2006/main">
              <a:ext uri="{FF2B5EF4-FFF2-40B4-BE49-F238E27FC236}">
                <a16:creationId xmlns:a16="http://schemas.microsoft.com/office/drawing/2014/main" id="{E0D61734-F8ED-4BC1-B4F6-42CC638CBB19}"/>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Selected clients and service experience</a:t>
            </a:r>
          </a:p>
        </p:txBody>
      </p:sp>
      <p:sp>
        <p:nvSpPr>
          <p:cNvPr id="16" name="profile-447">
            <a:extLst xmlns:a="http://schemas.openxmlformats.org/drawingml/2006/main">
              <a:ext uri="{FF2B5EF4-FFF2-40B4-BE49-F238E27FC236}">
                <a16:creationId xmlns:a16="http://schemas.microsoft.com/office/drawing/2014/main" id="{35DA6809-48B6-402E-A21F-8846C7534AAF}"/>
              </a:ext>
            </a:extLst>
          </p:cNvPr>
          <p:cNvSpPr>
            <a:spLocks xmlns:a="http://schemas.openxmlformats.org/drawingml/2006/main" noGrp="1"/>
          </p:cNvSpPr>
          <p:nvPr/>
        </p:nvSpPr>
        <p:spPr>
          <a:xfrm xmlns:a="http://schemas.openxmlformats.org/drawingml/2006/main">
            <a:off x="381000" y="2647950"/>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Ayala Land</a:t>
            </a:r>
          </a:p>
        </p:txBody>
      </p:sp>
      <p:sp>
        <p:nvSpPr>
          <p:cNvPr id="17" name="profile-448">
            <a:extLst xmlns:a="http://schemas.openxmlformats.org/drawingml/2006/main">
              <a:ext uri="{FF2B5EF4-FFF2-40B4-BE49-F238E27FC236}">
                <a16:creationId xmlns:a16="http://schemas.microsoft.com/office/drawing/2014/main" id="{9F5435EF-8B90-4CBF-8A4F-22F31B339013}"/>
              </a:ext>
            </a:extLst>
          </p:cNvPr>
          <p:cNvSpPr>
            <a:spLocks xmlns:a="http://schemas.openxmlformats.org/drawingml/2006/main" noGrp="1"/>
          </p:cNvSpPr>
          <p:nvPr/>
        </p:nvSpPr>
        <p:spPr>
          <a:xfrm xmlns:a="http://schemas.openxmlformats.org/drawingml/2006/main">
            <a:off x="6381750" y="2647950"/>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San Miguel Beer</a:t>
            </a:r>
          </a:p>
        </p:txBody>
      </p:sp>
      <p:sp>
        <p:nvSpPr>
          <p:cNvPr id="18" name="profile-449">
            <a:extLst xmlns:a="http://schemas.openxmlformats.org/drawingml/2006/main">
              <a:ext uri="{FF2B5EF4-FFF2-40B4-BE49-F238E27FC236}">
                <a16:creationId xmlns:a16="http://schemas.microsoft.com/office/drawing/2014/main" id="{274DCF3E-0FC6-4EF0-B9D4-58E207706B7B}"/>
              </a:ext>
            </a:extLst>
          </p:cNvPr>
          <p:cNvSpPr>
            <a:spLocks xmlns:a="http://schemas.openxmlformats.org/drawingml/2006/main" noGrp="1"/>
          </p:cNvSpPr>
          <p:nvPr/>
        </p:nvSpPr>
        <p:spPr>
          <a:xfrm xmlns:a="http://schemas.openxmlformats.org/drawingml/2006/main">
            <a:off x="381000" y="3343275"/>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Jollibee Foods Corporation</a:t>
            </a:r>
          </a:p>
        </p:txBody>
      </p:sp>
      <p:sp>
        <p:nvSpPr>
          <p:cNvPr id="19" name="profile-450">
            <a:extLst xmlns:a="http://schemas.openxmlformats.org/drawingml/2006/main">
              <a:ext uri="{FF2B5EF4-FFF2-40B4-BE49-F238E27FC236}">
                <a16:creationId xmlns:a16="http://schemas.microsoft.com/office/drawing/2014/main" id="{CB61ADAE-8BA2-4D51-9862-77CDEA824B08}"/>
              </a:ext>
            </a:extLst>
          </p:cNvPr>
          <p:cNvSpPr>
            <a:spLocks xmlns:a="http://schemas.openxmlformats.org/drawingml/2006/main" noGrp="1"/>
          </p:cNvSpPr>
          <p:nvPr/>
        </p:nvSpPr>
        <p:spPr>
          <a:xfrm xmlns:a="http://schemas.openxmlformats.org/drawingml/2006/main">
            <a:off x="6381750" y="3343275"/>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Hotel Sogo</a:t>
            </a:r>
          </a:p>
        </p:txBody>
      </p:sp>
      <p:sp>
        <p:nvSpPr>
          <p:cNvPr id="20" name="profile-451">
            <a:extLst xmlns:a="http://schemas.openxmlformats.org/drawingml/2006/main">
              <a:ext uri="{FF2B5EF4-FFF2-40B4-BE49-F238E27FC236}">
                <a16:creationId xmlns:a16="http://schemas.microsoft.com/office/drawing/2014/main" id="{F7ACFA9E-EC54-4336-89BE-A187A767B008}"/>
              </a:ext>
            </a:extLst>
          </p:cNvPr>
          <p:cNvSpPr>
            <a:spLocks xmlns:a="http://schemas.openxmlformats.org/drawingml/2006/main" noGrp="1"/>
          </p:cNvSpPr>
          <p:nvPr/>
        </p:nvSpPr>
        <p:spPr>
          <a:xfrm xmlns:a="http://schemas.openxmlformats.org/drawingml/2006/main">
            <a:off x="381000" y="4038600"/>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Mang Inasal</a:t>
            </a:r>
          </a:p>
        </p:txBody>
      </p:sp>
      <p:sp>
        <p:nvSpPr>
          <p:cNvPr id="21" name="profile-452">
            <a:extLst xmlns:a="http://schemas.openxmlformats.org/drawingml/2006/main">
              <a:ext uri="{FF2B5EF4-FFF2-40B4-BE49-F238E27FC236}">
                <a16:creationId xmlns:a16="http://schemas.microsoft.com/office/drawing/2014/main" id="{CFDEBD70-2090-4CB1-9E2E-D00D7B37FB39}"/>
              </a:ext>
            </a:extLst>
          </p:cNvPr>
          <p:cNvSpPr>
            <a:spLocks xmlns:a="http://schemas.openxmlformats.org/drawingml/2006/main" noGrp="1"/>
          </p:cNvSpPr>
          <p:nvPr/>
        </p:nvSpPr>
        <p:spPr>
          <a:xfrm xmlns:a="http://schemas.openxmlformats.org/drawingml/2006/main">
            <a:off x="6381750" y="4038600"/>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KFC</a:t>
            </a:r>
          </a:p>
        </p:txBody>
      </p:sp>
      <p:sp>
        <p:nvSpPr>
          <p:cNvPr id="22" name="profile-453">
            <a:extLst xmlns:a="http://schemas.openxmlformats.org/drawingml/2006/main">
              <a:ext uri="{FF2B5EF4-FFF2-40B4-BE49-F238E27FC236}">
                <a16:creationId xmlns:a16="http://schemas.microsoft.com/office/drawing/2014/main" id="{9E1CDF2D-EFE8-42DB-9FFD-E717E527DC3B}"/>
              </a:ext>
            </a:extLst>
          </p:cNvPr>
          <p:cNvSpPr>
            <a:spLocks xmlns:a="http://schemas.openxmlformats.org/drawingml/2006/main" noGrp="1"/>
          </p:cNvSpPr>
          <p:nvPr/>
        </p:nvSpPr>
        <p:spPr>
          <a:xfrm xmlns:a="http://schemas.openxmlformats.org/drawingml/2006/main">
            <a:off x="381000" y="4733925"/>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Kenny Rogers</a:t>
            </a:r>
          </a:p>
        </p:txBody>
      </p:sp>
      <p:sp>
        <p:nvSpPr>
          <p:cNvPr id="23" name="profile-454">
            <a:extLst xmlns:a="http://schemas.openxmlformats.org/drawingml/2006/main">
              <a:ext uri="{FF2B5EF4-FFF2-40B4-BE49-F238E27FC236}">
                <a16:creationId xmlns:a16="http://schemas.microsoft.com/office/drawing/2014/main" id="{5AFD9B70-58CE-43BA-8703-8A3C444FF098}"/>
              </a:ext>
            </a:extLst>
          </p:cNvPr>
          <p:cNvSpPr>
            <a:spLocks xmlns:a="http://schemas.openxmlformats.org/drawingml/2006/main" noGrp="1"/>
          </p:cNvSpPr>
          <p:nvPr/>
        </p:nvSpPr>
        <p:spPr>
          <a:xfrm xmlns:a="http://schemas.openxmlformats.org/drawingml/2006/main">
            <a:off x="6381750" y="4733925"/>
            <a:ext cx="5572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Eagle Cement</a:t>
            </a:r>
          </a:p>
        </p:txBody>
      </p:sp>
      <p:sp>
        <p:nvSpPr>
          <p:cNvPr id="24" name="profile-455">
            <a:extLst xmlns:a="http://schemas.openxmlformats.org/drawingml/2006/main">
              <a:ext uri="{FF2B5EF4-FFF2-40B4-BE49-F238E27FC236}">
                <a16:creationId xmlns:a16="http://schemas.microsoft.com/office/drawing/2014/main" id="{F913C83D-CF68-40B6-B884-86000EE452C0}"/>
              </a:ext>
            </a:extLst>
          </p:cNvPr>
          <p:cNvSpPr>
            <a:spLocks xmlns:a="http://schemas.openxmlformats.org/drawingml/2006/main" noGrp="1"/>
          </p:cNvSpPr>
          <p:nvPr/>
        </p:nvSpPr>
        <p:spPr>
          <a:xfrm xmlns:a="http://schemas.openxmlformats.org/drawingml/2006/main">
            <a:off x="381000" y="5524500"/>
            <a:ext cx="1133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Experience includes septic tank, plumbing, grease tank, cleaning and pest-management work, as applicable to each engagement.</a:t>
            </a:r>
          </a:p>
        </p:txBody>
      </p:sp>
      <p:sp>
        <p:nvSpPr>
          <p:cNvPr id="25" name="profile-456">
            <a:extLst xmlns:a="http://schemas.openxmlformats.org/drawingml/2006/main">
              <a:ext uri="{FF2B5EF4-FFF2-40B4-BE49-F238E27FC236}">
                <a16:creationId xmlns:a16="http://schemas.microsoft.com/office/drawing/2014/main" id="{EF484A10-918C-44C0-A3FB-6039191B68F9}"/>
              </a:ext>
            </a:extLst>
          </p:cNvPr>
          <p:cNvSpPr>
            <a:spLocks xmlns:a="http://schemas.openxmlformats.org/drawingml/2006/main" noGrp="1"/>
          </p:cNvSpPr>
          <p:nvPr/>
        </p:nvSpPr>
        <p:spPr>
          <a:xfrm xmlns:a="http://schemas.openxmlformats.org/drawingml/2006/main">
            <a:off x="381000" y="590550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First-draft reference list: specific contracted entities, branches, sites and service records to be confirmed.</a:t>
            </a:r>
          </a:p>
        </p:txBody>
      </p:sp>
    </p:spTree>
    <p:extLst>
      <p:ext uri="{BB962C8B-B14F-4D97-AF65-F5344CB8AC3E}">
        <p14:creationId xmlns:p14="http://schemas.microsoft.com/office/powerpoint/2010/main" val="20067193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profile-457">
            <a:extLst xmlns:a="http://schemas.openxmlformats.org/drawingml/2006/main">
              <a:ext uri="{FF2B5EF4-FFF2-40B4-BE49-F238E27FC236}">
                <a16:creationId xmlns:a16="http://schemas.microsoft.com/office/drawing/2014/main" id="{21DD6304-42D2-45B2-8633-7F49DF4C2FE4}"/>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463A379-3B41-41E1-AF3C-AA4FA2CC5F97}"/>
              </a:ext>
            </a:extLst>
          </p:cNvPr>
          <p:cNvPicPr>
            <a:picLocks xmlns:a="http://schemas.openxmlformats.org/drawingml/2006/main" noChangeAspect="1"/>
          </p:cNvPicPr>
          <p:nvPr/>
        </p:nvPicPr>
        <p:blipFill>
          <a:blip xmlns:r="http://schemas.openxmlformats.org/officeDocument/2006/relationships" xmlns:a="http://schemas.openxmlformats.org/drawingml/2006/main" r:embed="R5198c0890d424570"/>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458">
            <a:extLst xmlns:a="http://schemas.openxmlformats.org/drawingml/2006/main">
              <a:ext uri="{FF2B5EF4-FFF2-40B4-BE49-F238E27FC236}">
                <a16:creationId xmlns:a16="http://schemas.microsoft.com/office/drawing/2014/main" id="{91369B13-F221-422F-A489-BC1A1986AD9C}"/>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459">
            <a:extLst xmlns:a="http://schemas.openxmlformats.org/drawingml/2006/main">
              <a:ext uri="{FF2B5EF4-FFF2-40B4-BE49-F238E27FC236}">
                <a16:creationId xmlns:a16="http://schemas.microsoft.com/office/drawing/2014/main" id="{F883902E-469F-44BA-BACF-C13E3D95CFCE}"/>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460">
            <a:extLst xmlns:a="http://schemas.openxmlformats.org/drawingml/2006/main">
              <a:ext uri="{FF2B5EF4-FFF2-40B4-BE49-F238E27FC236}">
                <a16:creationId xmlns:a16="http://schemas.microsoft.com/office/drawing/2014/main" id="{5B18A27B-2329-42AB-8E3E-62CECAA40C0B}"/>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461">
            <a:extLst xmlns:a="http://schemas.openxmlformats.org/drawingml/2006/main">
              <a:ext uri="{FF2B5EF4-FFF2-40B4-BE49-F238E27FC236}">
                <a16:creationId xmlns:a16="http://schemas.microsoft.com/office/drawing/2014/main" id="{F72920B0-69D5-4B8C-AE1A-45491131B980}"/>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462">
            <a:extLst xmlns:a="http://schemas.openxmlformats.org/drawingml/2006/main">
              <a:ext uri="{FF2B5EF4-FFF2-40B4-BE49-F238E27FC236}">
                <a16:creationId xmlns:a16="http://schemas.microsoft.com/office/drawing/2014/main" id="{C9739441-D49D-4ADC-A3DF-DD70C39ACDAE}"/>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463">
            <a:extLst xmlns:a="http://schemas.openxmlformats.org/drawingml/2006/main">
              <a:ext uri="{FF2B5EF4-FFF2-40B4-BE49-F238E27FC236}">
                <a16:creationId xmlns:a16="http://schemas.microsoft.com/office/drawing/2014/main" id="{51D8DEC4-87A6-4BCA-A78C-89BEA2C52F5C}"/>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464">
            <a:extLst xmlns:a="http://schemas.openxmlformats.org/drawingml/2006/main">
              <a:ext uri="{FF2B5EF4-FFF2-40B4-BE49-F238E27FC236}">
                <a16:creationId xmlns:a16="http://schemas.microsoft.com/office/drawing/2014/main" id="{2DBCE3E2-E837-416B-AB43-0377D2ED4406}"/>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465">
            <a:extLst xmlns:a="http://schemas.openxmlformats.org/drawingml/2006/main">
              <a:ext uri="{FF2B5EF4-FFF2-40B4-BE49-F238E27FC236}">
                <a16:creationId xmlns:a16="http://schemas.microsoft.com/office/drawing/2014/main" id="{F5316BCF-07B2-4F8C-BF39-217109C56642}"/>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466">
            <a:extLst xmlns:a="http://schemas.openxmlformats.org/drawingml/2006/main">
              <a:ext uri="{FF2B5EF4-FFF2-40B4-BE49-F238E27FC236}">
                <a16:creationId xmlns:a16="http://schemas.microsoft.com/office/drawing/2014/main" id="{06C728BD-66FE-452B-BA04-ACD2AB268F10}"/>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467">
            <a:extLst xmlns:a="http://schemas.openxmlformats.org/drawingml/2006/main">
              <a:ext uri="{FF2B5EF4-FFF2-40B4-BE49-F238E27FC236}">
                <a16:creationId xmlns:a16="http://schemas.microsoft.com/office/drawing/2014/main" id="{BB1B0D71-8A0C-4E46-ACE7-F2BD6322FDD5}"/>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468">
            <a:extLst xmlns:a="http://schemas.openxmlformats.org/drawingml/2006/main">
              <a:ext uri="{FF2B5EF4-FFF2-40B4-BE49-F238E27FC236}">
                <a16:creationId xmlns:a16="http://schemas.microsoft.com/office/drawing/2014/main" id="{D58C4E1B-B857-4E9B-AB26-93EEFFAA7A11}"/>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18</a:t>
            </a:r>
          </a:p>
        </p:txBody>
      </p:sp>
      <p:sp>
        <p:nvSpPr>
          <p:cNvPr id="14" name="profile-469">
            <a:extLst xmlns:a="http://schemas.openxmlformats.org/drawingml/2006/main">
              <a:ext uri="{FF2B5EF4-FFF2-40B4-BE49-F238E27FC236}">
                <a16:creationId xmlns:a16="http://schemas.microsoft.com/office/drawing/2014/main" id="{1E3CCB9E-DB9C-4369-8EE1-B1AABB9FFDC2}"/>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PROPOSED ROLE STRUCTURE FOR CONFIRMATION</a:t>
            </a:r>
          </a:p>
        </p:txBody>
      </p:sp>
      <p:sp>
        <p:nvSpPr>
          <p:cNvPr id="15" name="profile-470">
            <a:extLst xmlns:a="http://schemas.openxmlformats.org/drawingml/2006/main">
              <a:ext uri="{FF2B5EF4-FFF2-40B4-BE49-F238E27FC236}">
                <a16:creationId xmlns:a16="http://schemas.microsoft.com/office/drawing/2014/main" id="{C35F1936-3F54-45C0-B0D9-52E6319F94D9}"/>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Organizational structure</a:t>
            </a:r>
          </a:p>
        </p:txBody>
      </p:sp>
      <p:sp>
        <p:nvSpPr>
          <p:cNvPr id="16" name="profile-471">
            <a:extLst xmlns:a="http://schemas.openxmlformats.org/drawingml/2006/main">
              <a:ext uri="{FF2B5EF4-FFF2-40B4-BE49-F238E27FC236}">
                <a16:creationId xmlns:a16="http://schemas.microsoft.com/office/drawing/2014/main" id="{12932E34-0D1A-4FC2-AE08-81853B129E7F}"/>
              </a:ext>
            </a:extLst>
          </p:cNvPr>
          <p:cNvSpPr>
            <a:spLocks xmlns:a="http://schemas.openxmlformats.org/drawingml/2006/main" noGrp="1"/>
          </p:cNvSpPr>
          <p:nvPr/>
        </p:nvSpPr>
        <p:spPr>
          <a:xfrm xmlns:a="http://schemas.openxmlformats.org/drawingml/2006/main">
            <a:off x="4095750" y="2619375"/>
            <a:ext cx="40005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7" name="profile-472">
            <a:extLst xmlns:a="http://schemas.openxmlformats.org/drawingml/2006/main">
              <a:ext uri="{FF2B5EF4-FFF2-40B4-BE49-F238E27FC236}">
                <a16:creationId xmlns:a16="http://schemas.microsoft.com/office/drawing/2014/main" id="{D4B97C99-7A5E-4B06-95C0-4A131994455A}"/>
              </a:ext>
            </a:extLst>
          </p:cNvPr>
          <p:cNvSpPr>
            <a:spLocks xmlns:a="http://schemas.openxmlformats.org/drawingml/2006/main" noGrp="1"/>
          </p:cNvSpPr>
          <p:nvPr/>
        </p:nvSpPr>
        <p:spPr>
          <a:xfrm xmlns:a="http://schemas.openxmlformats.org/drawingml/2006/main">
            <a:off x="4333875" y="28003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FFFFFF"/>
                </a:solidFill>
                <a:latin typeface="Segoe UI"/>
                <a:ea typeface="Segoe UI"/>
                <a:cs typeface="Segoe UI"/>
              </a:defRPr>
            </a:defPPr>
          </a:lstStyle>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President / CEO</a:t>
            </a:r>
          </a:p>
        </p:txBody>
      </p:sp>
      <p:sp>
        <p:nvSpPr>
          <p:cNvPr id="18" name="profile-473">
            <a:extLst xmlns:a="http://schemas.openxmlformats.org/drawingml/2006/main">
              <a:ext uri="{FF2B5EF4-FFF2-40B4-BE49-F238E27FC236}">
                <a16:creationId xmlns:a16="http://schemas.microsoft.com/office/drawing/2014/main" id="{03F4E5E5-63FB-4AD8-9661-14D47C785835}"/>
              </a:ext>
            </a:extLst>
          </p:cNvPr>
          <p:cNvSpPr>
            <a:spLocks xmlns:a="http://schemas.openxmlformats.org/drawingml/2006/main" noGrp="1"/>
          </p:cNvSpPr>
          <p:nvPr/>
        </p:nvSpPr>
        <p:spPr>
          <a:xfrm xmlns:a="http://schemas.openxmlformats.org/drawingml/2006/main">
            <a:off x="6076950" y="3286125"/>
            <a:ext cx="38100" cy="381000"/>
          </a:xfrm>
          <a:prstGeom xmlns:a="http://schemas.openxmlformats.org/drawingml/2006/main" prst="rect">
            <a:avLst/>
          </a:prstGeom>
          <a:solidFill xmlns:a="http://schemas.openxmlformats.org/drawingml/2006/main">
            <a:srgbClr val="5AA6E6"/>
          </a:solidFill>
          <a:ln xmlns:a="http://schemas.openxmlformats.org/drawingml/2006/main" w="0">
            <a:noFill/>
          </a:ln>
        </p:spPr>
      </p:sp>
      <p:sp>
        <p:nvSpPr>
          <p:cNvPr id="19" name="profile-474">
            <a:extLst xmlns:a="http://schemas.openxmlformats.org/drawingml/2006/main">
              <a:ext uri="{FF2B5EF4-FFF2-40B4-BE49-F238E27FC236}">
                <a16:creationId xmlns:a16="http://schemas.microsoft.com/office/drawing/2014/main" id="{585AD44A-D37E-409C-9E78-1C63752BD46D}"/>
              </a:ext>
            </a:extLst>
          </p:cNvPr>
          <p:cNvSpPr>
            <a:spLocks xmlns:a="http://schemas.openxmlformats.org/drawingml/2006/main" noGrp="1"/>
          </p:cNvSpPr>
          <p:nvPr/>
        </p:nvSpPr>
        <p:spPr>
          <a:xfrm xmlns:a="http://schemas.openxmlformats.org/drawingml/2006/main">
            <a:off x="1581150" y="3629025"/>
            <a:ext cx="9029700" cy="38100"/>
          </a:xfrm>
          <a:prstGeom xmlns:a="http://schemas.openxmlformats.org/drawingml/2006/main" prst="rect">
            <a:avLst/>
          </a:prstGeom>
          <a:solidFill xmlns:a="http://schemas.openxmlformats.org/drawingml/2006/main">
            <a:srgbClr val="5AA6E6"/>
          </a:solidFill>
          <a:ln xmlns:a="http://schemas.openxmlformats.org/drawingml/2006/main" w="0">
            <a:noFill/>
          </a:ln>
        </p:spPr>
      </p:sp>
      <p:sp>
        <p:nvSpPr>
          <p:cNvPr id="20" name="profile-475">
            <a:extLst xmlns:a="http://schemas.openxmlformats.org/drawingml/2006/main">
              <a:ext uri="{FF2B5EF4-FFF2-40B4-BE49-F238E27FC236}">
                <a16:creationId xmlns:a16="http://schemas.microsoft.com/office/drawing/2014/main" id="{FBD85BB0-5522-4A9B-9AF1-FFF048CA6D7A}"/>
              </a:ext>
            </a:extLst>
          </p:cNvPr>
          <p:cNvSpPr>
            <a:spLocks xmlns:a="http://schemas.openxmlformats.org/drawingml/2006/main" noGrp="1"/>
          </p:cNvSpPr>
          <p:nvPr/>
        </p:nvSpPr>
        <p:spPr>
          <a:xfrm xmlns:a="http://schemas.openxmlformats.org/drawingml/2006/main">
            <a:off x="1581150" y="3648075"/>
            <a:ext cx="38100" cy="314325"/>
          </a:xfrm>
          <a:prstGeom xmlns:a="http://schemas.openxmlformats.org/drawingml/2006/main" prst="rect">
            <a:avLst/>
          </a:prstGeom>
          <a:solidFill xmlns:a="http://schemas.openxmlformats.org/drawingml/2006/main">
            <a:srgbClr val="5AA6E6"/>
          </a:solidFill>
          <a:ln xmlns:a="http://schemas.openxmlformats.org/drawingml/2006/main" w="0">
            <a:noFill/>
          </a:ln>
        </p:spPr>
      </p:sp>
      <p:sp>
        <p:nvSpPr>
          <p:cNvPr id="21" name="profile-476">
            <a:extLst xmlns:a="http://schemas.openxmlformats.org/drawingml/2006/main">
              <a:ext uri="{FF2B5EF4-FFF2-40B4-BE49-F238E27FC236}">
                <a16:creationId xmlns:a16="http://schemas.microsoft.com/office/drawing/2014/main" id="{35AB3F84-332F-4BE0-BC66-E6442EE186CC}"/>
              </a:ext>
            </a:extLst>
          </p:cNvPr>
          <p:cNvSpPr>
            <a:spLocks xmlns:a="http://schemas.openxmlformats.org/drawingml/2006/main" noGrp="1"/>
          </p:cNvSpPr>
          <p:nvPr/>
        </p:nvSpPr>
        <p:spPr>
          <a:xfrm xmlns:a="http://schemas.openxmlformats.org/drawingml/2006/main">
            <a:off x="381000" y="3962400"/>
            <a:ext cx="2571750" cy="571500"/>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22" name="profile-477">
            <a:extLst xmlns:a="http://schemas.openxmlformats.org/drawingml/2006/main">
              <a:ext uri="{FF2B5EF4-FFF2-40B4-BE49-F238E27FC236}">
                <a16:creationId xmlns:a16="http://schemas.microsoft.com/office/drawing/2014/main" id="{CCD744A1-574F-4067-9923-AD47761FDE71}"/>
              </a:ext>
            </a:extLst>
          </p:cNvPr>
          <p:cNvSpPr>
            <a:spLocks xmlns:a="http://schemas.openxmlformats.org/drawingml/2006/main" noGrp="1"/>
          </p:cNvSpPr>
          <p:nvPr/>
        </p:nvSpPr>
        <p:spPr>
          <a:xfrm xmlns:a="http://schemas.openxmlformats.org/drawingml/2006/main">
            <a:off x="523875" y="41052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Operations</a:t>
            </a:r>
          </a:p>
        </p:txBody>
      </p:sp>
      <p:sp>
        <p:nvSpPr>
          <p:cNvPr id="23" name="profile-478">
            <a:extLst xmlns:a="http://schemas.openxmlformats.org/drawingml/2006/main">
              <a:ext uri="{FF2B5EF4-FFF2-40B4-BE49-F238E27FC236}">
                <a16:creationId xmlns:a16="http://schemas.microsoft.com/office/drawing/2014/main" id="{83905727-4F65-4119-AE57-0384813631E7}"/>
              </a:ext>
            </a:extLst>
          </p:cNvPr>
          <p:cNvSpPr>
            <a:spLocks xmlns:a="http://schemas.openxmlformats.org/drawingml/2006/main" noGrp="1"/>
          </p:cNvSpPr>
          <p:nvPr/>
        </p:nvSpPr>
        <p:spPr>
          <a:xfrm xmlns:a="http://schemas.openxmlformats.org/drawingml/2006/main">
            <a:off x="476250" y="4743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Manager and supervisors</a:t>
            </a:r>
          </a:p>
        </p:txBody>
      </p:sp>
      <p:sp>
        <p:nvSpPr>
          <p:cNvPr id="24" name="profile-479">
            <a:extLst xmlns:a="http://schemas.openxmlformats.org/drawingml/2006/main">
              <a:ext uri="{FF2B5EF4-FFF2-40B4-BE49-F238E27FC236}">
                <a16:creationId xmlns:a16="http://schemas.microsoft.com/office/drawing/2014/main" id="{F36CA360-1244-4A40-B4B8-F420EA96A3B9}"/>
              </a:ext>
            </a:extLst>
          </p:cNvPr>
          <p:cNvSpPr>
            <a:spLocks xmlns:a="http://schemas.openxmlformats.org/drawingml/2006/main" noGrp="1"/>
          </p:cNvSpPr>
          <p:nvPr/>
        </p:nvSpPr>
        <p:spPr>
          <a:xfrm xmlns:a="http://schemas.openxmlformats.org/drawingml/2006/main">
            <a:off x="476250" y="50101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Technicians and service crews</a:t>
            </a:r>
          </a:p>
        </p:txBody>
      </p:sp>
      <p:sp>
        <p:nvSpPr>
          <p:cNvPr id="25" name="profile-480">
            <a:extLst xmlns:a="http://schemas.openxmlformats.org/drawingml/2006/main">
              <a:ext uri="{FF2B5EF4-FFF2-40B4-BE49-F238E27FC236}">
                <a16:creationId xmlns:a16="http://schemas.microsoft.com/office/drawing/2014/main" id="{B8ED2563-5923-41F1-BA73-6BA1E9A2FF19}"/>
              </a:ext>
            </a:extLst>
          </p:cNvPr>
          <p:cNvSpPr>
            <a:spLocks xmlns:a="http://schemas.openxmlformats.org/drawingml/2006/main" noGrp="1"/>
          </p:cNvSpPr>
          <p:nvPr/>
        </p:nvSpPr>
        <p:spPr>
          <a:xfrm xmlns:a="http://schemas.openxmlformats.org/drawingml/2006/main">
            <a:off x="4533900" y="3648075"/>
            <a:ext cx="38100" cy="314325"/>
          </a:xfrm>
          <a:prstGeom xmlns:a="http://schemas.openxmlformats.org/drawingml/2006/main" prst="rect">
            <a:avLst/>
          </a:prstGeom>
          <a:solidFill xmlns:a="http://schemas.openxmlformats.org/drawingml/2006/main">
            <a:srgbClr val="5AA6E6"/>
          </a:solidFill>
          <a:ln xmlns:a="http://schemas.openxmlformats.org/drawingml/2006/main" w="0">
            <a:noFill/>
          </a:ln>
        </p:spPr>
      </p:sp>
      <p:sp>
        <p:nvSpPr>
          <p:cNvPr id="26" name="profile-481">
            <a:extLst xmlns:a="http://schemas.openxmlformats.org/drawingml/2006/main">
              <a:ext uri="{FF2B5EF4-FFF2-40B4-BE49-F238E27FC236}">
                <a16:creationId xmlns:a16="http://schemas.microsoft.com/office/drawing/2014/main" id="{8DD7CF71-8C51-4C5D-94E8-69C9826331C7}"/>
              </a:ext>
            </a:extLst>
          </p:cNvPr>
          <p:cNvSpPr>
            <a:spLocks xmlns:a="http://schemas.openxmlformats.org/drawingml/2006/main" noGrp="1"/>
          </p:cNvSpPr>
          <p:nvPr/>
        </p:nvSpPr>
        <p:spPr>
          <a:xfrm xmlns:a="http://schemas.openxmlformats.org/drawingml/2006/main">
            <a:off x="3333750" y="3962400"/>
            <a:ext cx="2571750" cy="571500"/>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27" name="profile-482">
            <a:extLst xmlns:a="http://schemas.openxmlformats.org/drawingml/2006/main">
              <a:ext uri="{FF2B5EF4-FFF2-40B4-BE49-F238E27FC236}">
                <a16:creationId xmlns:a16="http://schemas.microsoft.com/office/drawing/2014/main" id="{F7CFD015-E31B-495F-85D5-5AC730B5C845}"/>
              </a:ext>
            </a:extLst>
          </p:cNvPr>
          <p:cNvSpPr>
            <a:spLocks xmlns:a="http://schemas.openxmlformats.org/drawingml/2006/main" noGrp="1"/>
          </p:cNvSpPr>
          <p:nvPr/>
        </p:nvSpPr>
        <p:spPr>
          <a:xfrm xmlns:a="http://schemas.openxmlformats.org/drawingml/2006/main">
            <a:off x="3476625" y="41052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HR and Administration</a:t>
            </a:r>
          </a:p>
        </p:txBody>
      </p:sp>
      <p:sp>
        <p:nvSpPr>
          <p:cNvPr id="28" name="profile-483">
            <a:extLst xmlns:a="http://schemas.openxmlformats.org/drawingml/2006/main">
              <a:ext uri="{FF2B5EF4-FFF2-40B4-BE49-F238E27FC236}">
                <a16:creationId xmlns:a16="http://schemas.microsoft.com/office/drawing/2014/main" id="{4D6E2B94-C404-4663-A2F3-BF596A7D7D76}"/>
              </a:ext>
            </a:extLst>
          </p:cNvPr>
          <p:cNvSpPr>
            <a:spLocks xmlns:a="http://schemas.openxmlformats.org/drawingml/2006/main" noGrp="1"/>
          </p:cNvSpPr>
          <p:nvPr/>
        </p:nvSpPr>
        <p:spPr>
          <a:xfrm xmlns:a="http://schemas.openxmlformats.org/drawingml/2006/main">
            <a:off x="3429000" y="4743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Personnel coordination</a:t>
            </a:r>
          </a:p>
        </p:txBody>
      </p:sp>
      <p:sp>
        <p:nvSpPr>
          <p:cNvPr id="29" name="profile-484">
            <a:extLst xmlns:a="http://schemas.openxmlformats.org/drawingml/2006/main">
              <a:ext uri="{FF2B5EF4-FFF2-40B4-BE49-F238E27FC236}">
                <a16:creationId xmlns:a16="http://schemas.microsoft.com/office/drawing/2014/main" id="{A6312FCD-ED20-4AAD-9E81-BC4B6915E59C}"/>
              </a:ext>
            </a:extLst>
          </p:cNvPr>
          <p:cNvSpPr>
            <a:spLocks xmlns:a="http://schemas.openxmlformats.org/drawingml/2006/main" noGrp="1"/>
          </p:cNvSpPr>
          <p:nvPr/>
        </p:nvSpPr>
        <p:spPr>
          <a:xfrm xmlns:a="http://schemas.openxmlformats.org/drawingml/2006/main">
            <a:off x="3429000" y="50101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Office administration</a:t>
            </a:r>
          </a:p>
        </p:txBody>
      </p:sp>
      <p:sp>
        <p:nvSpPr>
          <p:cNvPr id="30" name="profile-485">
            <a:extLst xmlns:a="http://schemas.openxmlformats.org/drawingml/2006/main">
              <a:ext uri="{FF2B5EF4-FFF2-40B4-BE49-F238E27FC236}">
                <a16:creationId xmlns:a16="http://schemas.microsoft.com/office/drawing/2014/main" id="{F3C16CEF-BC95-4775-96AF-A89DFEBAB327}"/>
              </a:ext>
            </a:extLst>
          </p:cNvPr>
          <p:cNvSpPr>
            <a:spLocks xmlns:a="http://schemas.openxmlformats.org/drawingml/2006/main" noGrp="1"/>
          </p:cNvSpPr>
          <p:nvPr/>
        </p:nvSpPr>
        <p:spPr>
          <a:xfrm xmlns:a="http://schemas.openxmlformats.org/drawingml/2006/main">
            <a:off x="7486650" y="3648075"/>
            <a:ext cx="38100" cy="314325"/>
          </a:xfrm>
          <a:prstGeom xmlns:a="http://schemas.openxmlformats.org/drawingml/2006/main" prst="rect">
            <a:avLst/>
          </a:prstGeom>
          <a:solidFill xmlns:a="http://schemas.openxmlformats.org/drawingml/2006/main">
            <a:srgbClr val="5AA6E6"/>
          </a:solidFill>
          <a:ln xmlns:a="http://schemas.openxmlformats.org/drawingml/2006/main" w="0">
            <a:noFill/>
          </a:ln>
        </p:spPr>
      </p:sp>
      <p:sp>
        <p:nvSpPr>
          <p:cNvPr id="31" name="profile-486">
            <a:extLst xmlns:a="http://schemas.openxmlformats.org/drawingml/2006/main">
              <a:ext uri="{FF2B5EF4-FFF2-40B4-BE49-F238E27FC236}">
                <a16:creationId xmlns:a16="http://schemas.microsoft.com/office/drawing/2014/main" id="{75CD8C3A-FA03-4626-B9DA-7CDF8311E385}"/>
              </a:ext>
            </a:extLst>
          </p:cNvPr>
          <p:cNvSpPr>
            <a:spLocks xmlns:a="http://schemas.openxmlformats.org/drawingml/2006/main" noGrp="1"/>
          </p:cNvSpPr>
          <p:nvPr/>
        </p:nvSpPr>
        <p:spPr>
          <a:xfrm xmlns:a="http://schemas.openxmlformats.org/drawingml/2006/main">
            <a:off x="6286500" y="3962400"/>
            <a:ext cx="2571750" cy="571500"/>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32" name="profile-487">
            <a:extLst xmlns:a="http://schemas.openxmlformats.org/drawingml/2006/main">
              <a:ext uri="{FF2B5EF4-FFF2-40B4-BE49-F238E27FC236}">
                <a16:creationId xmlns:a16="http://schemas.microsoft.com/office/drawing/2014/main" id="{C772964A-B2DB-4E38-9ABC-9EA955A4FA21}"/>
              </a:ext>
            </a:extLst>
          </p:cNvPr>
          <p:cNvSpPr>
            <a:spLocks xmlns:a="http://schemas.openxmlformats.org/drawingml/2006/main" noGrp="1"/>
          </p:cNvSpPr>
          <p:nvPr/>
        </p:nvSpPr>
        <p:spPr>
          <a:xfrm xmlns:a="http://schemas.openxmlformats.org/drawingml/2006/main">
            <a:off x="6429375" y="41052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Finance and Accounting</a:t>
            </a:r>
          </a:p>
        </p:txBody>
      </p:sp>
      <p:sp>
        <p:nvSpPr>
          <p:cNvPr id="33" name="profile-488">
            <a:extLst xmlns:a="http://schemas.openxmlformats.org/drawingml/2006/main">
              <a:ext uri="{FF2B5EF4-FFF2-40B4-BE49-F238E27FC236}">
                <a16:creationId xmlns:a16="http://schemas.microsoft.com/office/drawing/2014/main" id="{78A8ACD5-00EB-4EFD-8383-46613CE3182F}"/>
              </a:ext>
            </a:extLst>
          </p:cNvPr>
          <p:cNvSpPr>
            <a:spLocks xmlns:a="http://schemas.openxmlformats.org/drawingml/2006/main" noGrp="1"/>
          </p:cNvSpPr>
          <p:nvPr/>
        </p:nvSpPr>
        <p:spPr>
          <a:xfrm xmlns:a="http://schemas.openxmlformats.org/drawingml/2006/main">
            <a:off x="6381750" y="4743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Billing and collections</a:t>
            </a:r>
          </a:p>
        </p:txBody>
      </p:sp>
      <p:sp>
        <p:nvSpPr>
          <p:cNvPr id="34" name="profile-489">
            <a:extLst xmlns:a="http://schemas.openxmlformats.org/drawingml/2006/main">
              <a:ext uri="{FF2B5EF4-FFF2-40B4-BE49-F238E27FC236}">
                <a16:creationId xmlns:a16="http://schemas.microsoft.com/office/drawing/2014/main" id="{583773BF-23E4-42A9-8057-BC0160BCD19B}"/>
              </a:ext>
            </a:extLst>
          </p:cNvPr>
          <p:cNvSpPr>
            <a:spLocks xmlns:a="http://schemas.openxmlformats.org/drawingml/2006/main" noGrp="1"/>
          </p:cNvSpPr>
          <p:nvPr/>
        </p:nvSpPr>
        <p:spPr>
          <a:xfrm xmlns:a="http://schemas.openxmlformats.org/drawingml/2006/main">
            <a:off x="6381750" y="50101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Accounting records</a:t>
            </a:r>
          </a:p>
        </p:txBody>
      </p:sp>
      <p:sp>
        <p:nvSpPr>
          <p:cNvPr id="35" name="profile-490">
            <a:extLst xmlns:a="http://schemas.openxmlformats.org/drawingml/2006/main">
              <a:ext uri="{FF2B5EF4-FFF2-40B4-BE49-F238E27FC236}">
                <a16:creationId xmlns:a16="http://schemas.microsoft.com/office/drawing/2014/main" id="{B40C3524-EFD3-467B-B395-265D1955EADA}"/>
              </a:ext>
            </a:extLst>
          </p:cNvPr>
          <p:cNvSpPr>
            <a:spLocks xmlns:a="http://schemas.openxmlformats.org/drawingml/2006/main" noGrp="1"/>
          </p:cNvSpPr>
          <p:nvPr/>
        </p:nvSpPr>
        <p:spPr>
          <a:xfrm xmlns:a="http://schemas.openxmlformats.org/drawingml/2006/main">
            <a:off x="10439400" y="3648075"/>
            <a:ext cx="38100" cy="314325"/>
          </a:xfrm>
          <a:prstGeom xmlns:a="http://schemas.openxmlformats.org/drawingml/2006/main" prst="rect">
            <a:avLst/>
          </a:prstGeom>
          <a:solidFill xmlns:a="http://schemas.openxmlformats.org/drawingml/2006/main">
            <a:srgbClr val="5AA6E6"/>
          </a:solidFill>
          <a:ln xmlns:a="http://schemas.openxmlformats.org/drawingml/2006/main" w="0">
            <a:noFill/>
          </a:ln>
        </p:spPr>
      </p:sp>
      <p:sp>
        <p:nvSpPr>
          <p:cNvPr id="36" name="profile-491">
            <a:extLst xmlns:a="http://schemas.openxmlformats.org/drawingml/2006/main">
              <a:ext uri="{FF2B5EF4-FFF2-40B4-BE49-F238E27FC236}">
                <a16:creationId xmlns:a16="http://schemas.microsoft.com/office/drawing/2014/main" id="{0FB06229-A6B7-4CCC-8E9B-D4B79F410C9B}"/>
              </a:ext>
            </a:extLst>
          </p:cNvPr>
          <p:cNvSpPr>
            <a:spLocks xmlns:a="http://schemas.openxmlformats.org/drawingml/2006/main" noGrp="1"/>
          </p:cNvSpPr>
          <p:nvPr/>
        </p:nvSpPr>
        <p:spPr>
          <a:xfrm xmlns:a="http://schemas.openxmlformats.org/drawingml/2006/main">
            <a:off x="9239250" y="3962400"/>
            <a:ext cx="2571750" cy="571500"/>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37" name="profile-492">
            <a:extLst xmlns:a="http://schemas.openxmlformats.org/drawingml/2006/main">
              <a:ext uri="{FF2B5EF4-FFF2-40B4-BE49-F238E27FC236}">
                <a16:creationId xmlns:a16="http://schemas.microsoft.com/office/drawing/2014/main" id="{CC51AD5A-62E3-4074-852B-969C4F66110D}"/>
              </a:ext>
            </a:extLst>
          </p:cNvPr>
          <p:cNvSpPr>
            <a:spLocks xmlns:a="http://schemas.openxmlformats.org/drawingml/2006/main" noGrp="1"/>
          </p:cNvSpPr>
          <p:nvPr/>
        </p:nvSpPr>
        <p:spPr>
          <a:xfrm xmlns:a="http://schemas.openxmlformats.org/drawingml/2006/main">
            <a:off x="9382125" y="41052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Sales and Marketing</a:t>
            </a:r>
          </a:p>
        </p:txBody>
      </p:sp>
      <p:sp>
        <p:nvSpPr>
          <p:cNvPr id="38" name="profile-493">
            <a:extLst xmlns:a="http://schemas.openxmlformats.org/drawingml/2006/main">
              <a:ext uri="{FF2B5EF4-FFF2-40B4-BE49-F238E27FC236}">
                <a16:creationId xmlns:a16="http://schemas.microsoft.com/office/drawing/2014/main" id="{69453BE5-97F6-4DEF-A0A8-3B87C912023D}"/>
              </a:ext>
            </a:extLst>
          </p:cNvPr>
          <p:cNvSpPr>
            <a:spLocks xmlns:a="http://schemas.openxmlformats.org/drawingml/2006/main" noGrp="1"/>
          </p:cNvSpPr>
          <p:nvPr/>
        </p:nvSpPr>
        <p:spPr>
          <a:xfrm xmlns:a="http://schemas.openxmlformats.org/drawingml/2006/main">
            <a:off x="9334500" y="4743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Inquiries and proposals</a:t>
            </a:r>
          </a:p>
        </p:txBody>
      </p:sp>
      <p:sp>
        <p:nvSpPr>
          <p:cNvPr id="39" name="profile-494">
            <a:extLst xmlns:a="http://schemas.openxmlformats.org/drawingml/2006/main">
              <a:ext uri="{FF2B5EF4-FFF2-40B4-BE49-F238E27FC236}">
                <a16:creationId xmlns:a16="http://schemas.microsoft.com/office/drawing/2014/main" id="{B6A989F6-E46D-46B2-A707-8BDBEAAD7517}"/>
              </a:ext>
            </a:extLst>
          </p:cNvPr>
          <p:cNvSpPr>
            <a:spLocks xmlns:a="http://schemas.openxmlformats.org/drawingml/2006/main" noGrp="1"/>
          </p:cNvSpPr>
          <p:nvPr/>
        </p:nvSpPr>
        <p:spPr>
          <a:xfrm xmlns:a="http://schemas.openxmlformats.org/drawingml/2006/main">
            <a:off x="9334500" y="50101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Client relationships</a:t>
            </a:r>
          </a:p>
        </p:txBody>
      </p:sp>
      <p:sp>
        <p:nvSpPr>
          <p:cNvPr id="40" name="profile-495">
            <a:extLst xmlns:a="http://schemas.openxmlformats.org/drawingml/2006/main">
              <a:ext uri="{FF2B5EF4-FFF2-40B4-BE49-F238E27FC236}">
                <a16:creationId xmlns:a16="http://schemas.microsoft.com/office/drawing/2014/main" id="{927BCE05-9791-4DB3-B5F2-0EECC5299C65}"/>
              </a:ext>
            </a:extLst>
          </p:cNvPr>
          <p:cNvSpPr>
            <a:spLocks xmlns:a="http://schemas.openxmlformats.org/drawingml/2006/main" noGrp="1"/>
          </p:cNvSpPr>
          <p:nvPr/>
        </p:nvSpPr>
        <p:spPr>
          <a:xfrm xmlns:a="http://schemas.openxmlformats.org/drawingml/2006/main">
            <a:off x="381000" y="582930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Positions and reporting lines are a draft for management review. Names and final appointments to be added.</a:t>
            </a:r>
          </a:p>
        </p:txBody>
      </p:sp>
    </p:spTree>
    <p:extLst>
      <p:ext uri="{BB962C8B-B14F-4D97-AF65-F5344CB8AC3E}">
        <p14:creationId xmlns:p14="http://schemas.microsoft.com/office/powerpoint/2010/main" val="6094859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profile-496">
            <a:extLst xmlns:a="http://schemas.openxmlformats.org/drawingml/2006/main">
              <a:ext uri="{FF2B5EF4-FFF2-40B4-BE49-F238E27FC236}">
                <a16:creationId xmlns:a16="http://schemas.microsoft.com/office/drawing/2014/main" id="{3A3B0BE9-614E-4685-8A0C-2C1652C5D365}"/>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1E56E05-2E70-47DB-8AFA-232EEF0EA8B6}"/>
              </a:ext>
            </a:extLst>
          </p:cNvPr>
          <p:cNvPicPr>
            <a:picLocks xmlns:a="http://schemas.openxmlformats.org/drawingml/2006/main" noChangeAspect="1"/>
          </p:cNvPicPr>
          <p:nvPr/>
        </p:nvPicPr>
        <p:blipFill>
          <a:blip xmlns:r="http://schemas.openxmlformats.org/officeDocument/2006/relationships" xmlns:a="http://schemas.openxmlformats.org/drawingml/2006/main" r:embed="R88a94cede0af4482"/>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497">
            <a:extLst xmlns:a="http://schemas.openxmlformats.org/drawingml/2006/main">
              <a:ext uri="{FF2B5EF4-FFF2-40B4-BE49-F238E27FC236}">
                <a16:creationId xmlns:a16="http://schemas.microsoft.com/office/drawing/2014/main" id="{A7A63815-D29D-40E5-9D79-3273685CD1F6}"/>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498">
            <a:extLst xmlns:a="http://schemas.openxmlformats.org/drawingml/2006/main">
              <a:ext uri="{FF2B5EF4-FFF2-40B4-BE49-F238E27FC236}">
                <a16:creationId xmlns:a16="http://schemas.microsoft.com/office/drawing/2014/main" id="{C5F7E00D-E5A1-4220-A732-74174C2322C1}"/>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499">
            <a:extLst xmlns:a="http://schemas.openxmlformats.org/drawingml/2006/main">
              <a:ext uri="{FF2B5EF4-FFF2-40B4-BE49-F238E27FC236}">
                <a16:creationId xmlns:a16="http://schemas.microsoft.com/office/drawing/2014/main" id="{71F68843-EC65-4534-9B2B-B17AE4D4B13F}"/>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500">
            <a:extLst xmlns:a="http://schemas.openxmlformats.org/drawingml/2006/main">
              <a:ext uri="{FF2B5EF4-FFF2-40B4-BE49-F238E27FC236}">
                <a16:creationId xmlns:a16="http://schemas.microsoft.com/office/drawing/2014/main" id="{2A5EF9DE-09BE-4815-9ED5-87F899E0C0BF}"/>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501">
            <a:extLst xmlns:a="http://schemas.openxmlformats.org/drawingml/2006/main">
              <a:ext uri="{FF2B5EF4-FFF2-40B4-BE49-F238E27FC236}">
                <a16:creationId xmlns:a16="http://schemas.microsoft.com/office/drawing/2014/main" id="{B566E8AD-C268-437E-BB6C-9C263A627AD6}"/>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502">
            <a:extLst xmlns:a="http://schemas.openxmlformats.org/drawingml/2006/main">
              <a:ext uri="{FF2B5EF4-FFF2-40B4-BE49-F238E27FC236}">
                <a16:creationId xmlns:a16="http://schemas.microsoft.com/office/drawing/2014/main" id="{08C0DF8E-1D6C-4BF1-856B-5D021D31CF90}"/>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503">
            <a:extLst xmlns:a="http://schemas.openxmlformats.org/drawingml/2006/main">
              <a:ext uri="{FF2B5EF4-FFF2-40B4-BE49-F238E27FC236}">
                <a16:creationId xmlns:a16="http://schemas.microsoft.com/office/drawing/2014/main" id="{A4D2ED1E-F050-4C87-8EDA-9CF9D920027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504">
            <a:extLst xmlns:a="http://schemas.openxmlformats.org/drawingml/2006/main">
              <a:ext uri="{FF2B5EF4-FFF2-40B4-BE49-F238E27FC236}">
                <a16:creationId xmlns:a16="http://schemas.microsoft.com/office/drawing/2014/main" id="{834B77AB-0AF1-42F6-919C-3D6DC9997090}"/>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505">
            <a:extLst xmlns:a="http://schemas.openxmlformats.org/drawingml/2006/main">
              <a:ext uri="{FF2B5EF4-FFF2-40B4-BE49-F238E27FC236}">
                <a16:creationId xmlns:a16="http://schemas.microsoft.com/office/drawing/2014/main" id="{515A7B5B-1658-43CA-A757-AADEF8504C3A}"/>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506">
            <a:extLst xmlns:a="http://schemas.openxmlformats.org/drawingml/2006/main">
              <a:ext uri="{FF2B5EF4-FFF2-40B4-BE49-F238E27FC236}">
                <a16:creationId xmlns:a16="http://schemas.microsoft.com/office/drawing/2014/main" id="{66822C43-C3DC-4112-81A0-78553A4FBEB3}"/>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507">
            <a:extLst xmlns:a="http://schemas.openxmlformats.org/drawingml/2006/main">
              <a:ext uri="{FF2B5EF4-FFF2-40B4-BE49-F238E27FC236}">
                <a16:creationId xmlns:a16="http://schemas.microsoft.com/office/drawing/2014/main" id="{6A055963-6E71-4855-B845-F8BF51B5BAAD}"/>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19</a:t>
            </a:r>
          </a:p>
        </p:txBody>
      </p:sp>
      <p:sp>
        <p:nvSpPr>
          <p:cNvPr id="14" name="profile-508">
            <a:extLst xmlns:a="http://schemas.openxmlformats.org/drawingml/2006/main">
              <a:ext uri="{FF2B5EF4-FFF2-40B4-BE49-F238E27FC236}">
                <a16:creationId xmlns:a16="http://schemas.microsoft.com/office/drawing/2014/main" id="{5D696756-3896-41CB-AEB7-A5B0F06714A9}"/>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DOCUMENT APPENDIX</a:t>
            </a:r>
          </a:p>
        </p:txBody>
      </p:sp>
      <p:sp>
        <p:nvSpPr>
          <p:cNvPr id="15" name="profile-509">
            <a:extLst xmlns:a="http://schemas.openxmlformats.org/drawingml/2006/main">
              <a:ext uri="{FF2B5EF4-FFF2-40B4-BE49-F238E27FC236}">
                <a16:creationId xmlns:a16="http://schemas.microsoft.com/office/drawing/2014/main" id="{6DBA4141-3208-43F2-B3A5-69BC57104622}"/>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Company registration and supporting documents</a:t>
            </a:r>
          </a:p>
        </p:txBody>
      </p:sp>
      <p:sp>
        <p:nvSpPr>
          <p:cNvPr id="16" name="profile-510">
            <a:extLst xmlns:a="http://schemas.openxmlformats.org/drawingml/2006/main">
              <a:ext uri="{FF2B5EF4-FFF2-40B4-BE49-F238E27FC236}">
                <a16:creationId xmlns:a16="http://schemas.microsoft.com/office/drawing/2014/main" id="{D79A4E8B-6AD3-49B7-8892-1F762699881A}"/>
              </a:ext>
            </a:extLst>
          </p:cNvPr>
          <p:cNvSpPr>
            <a:spLocks xmlns:a="http://schemas.openxmlformats.org/drawingml/2006/main" noGrp="1"/>
          </p:cNvSpPr>
          <p:nvPr/>
        </p:nvSpPr>
        <p:spPr>
          <a:xfrm xmlns:a="http://schemas.openxmlformats.org/drawingml/2006/main">
            <a:off x="381000" y="2552700"/>
            <a:ext cx="11144250" cy="340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C63AD"/>
                </a:solidFill>
                <a:latin typeface="Segoe UI"/>
                <a:ea typeface="Segoe UI"/>
                <a:cs typeface="Segoe UI"/>
              </a:defRPr>
            </a:defPPr>
          </a:lstStyle>
          <a:p xmlns:a="http://schemas.openxmlformats.org/drawingml/2006/main">
            <a:pPr algn="l">
              <a:defRPr sz="1875" b="1">
                <a:solidFill>
                  <a:srgbClr val="1C63AD"/>
                </a:solidFill>
                <a:latin typeface="Segoe UI"/>
                <a:ea typeface="Segoe UI"/>
                <a:cs typeface="Segoe UI"/>
              </a:defRPr>
            </a:pPr>
            <a:r>
              <a:rPr sz="1875" b="1">
                <a:solidFill>
                  <a:srgbClr val="1C63AD"/>
                </a:solidFill>
                <a:latin typeface="Segoe UI"/>
                <a:ea typeface="Segoe UI"/>
                <a:cs typeface="Segoe UI"/>
              </a:rPr>
              <a:t>Supporting documents can be submitted with the project or supplier-accreditation package.</a:t>
            </a:r>
          </a:p>
        </p:txBody>
      </p:sp>
      <p:sp>
        <p:nvSpPr>
          <p:cNvPr id="17" name="profile-511">
            <a:extLst xmlns:a="http://schemas.openxmlformats.org/drawingml/2006/main">
              <a:ext uri="{FF2B5EF4-FFF2-40B4-BE49-F238E27FC236}">
                <a16:creationId xmlns:a16="http://schemas.microsoft.com/office/drawing/2014/main" id="{9D63BAD2-B240-4DB5-8A67-E4E511F64386}"/>
              </a:ext>
            </a:extLst>
          </p:cNvPr>
          <p:cNvSpPr>
            <a:spLocks xmlns:a="http://schemas.openxmlformats.org/drawingml/2006/main" noGrp="1"/>
          </p:cNvSpPr>
          <p:nvPr/>
        </p:nvSpPr>
        <p:spPr>
          <a:xfrm xmlns:a="http://schemas.openxmlformats.org/drawingml/2006/main">
            <a:off x="381000" y="32194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SEC registration</a:t>
            </a:r>
          </a:p>
        </p:txBody>
      </p:sp>
      <p:sp>
        <p:nvSpPr>
          <p:cNvPr id="18" name="profile-512">
            <a:extLst xmlns:a="http://schemas.openxmlformats.org/drawingml/2006/main">
              <a:ext uri="{FF2B5EF4-FFF2-40B4-BE49-F238E27FC236}">
                <a16:creationId xmlns:a16="http://schemas.microsoft.com/office/drawing/2014/main" id="{B7156354-9C11-413B-8CB1-1C718F377EC1}"/>
              </a:ext>
            </a:extLst>
          </p:cNvPr>
          <p:cNvSpPr>
            <a:spLocks xmlns:a="http://schemas.openxmlformats.org/drawingml/2006/main" noGrp="1"/>
          </p:cNvSpPr>
          <p:nvPr/>
        </p:nvSpPr>
        <p:spPr>
          <a:xfrm xmlns:a="http://schemas.openxmlformats.org/drawingml/2006/main">
            <a:off x="4381500" y="3219450"/>
            <a:ext cx="733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OPC certificate and exact registration details</a:t>
            </a:r>
          </a:p>
        </p:txBody>
      </p:sp>
      <p:sp>
        <p:nvSpPr>
          <p:cNvPr id="19" name="profile-513">
            <a:extLst xmlns:a="http://schemas.openxmlformats.org/drawingml/2006/main">
              <a:ext uri="{FF2B5EF4-FFF2-40B4-BE49-F238E27FC236}">
                <a16:creationId xmlns:a16="http://schemas.microsoft.com/office/drawing/2014/main" id="{A8844DF1-BE4D-4DEF-AF94-2A3A75BA8C33}"/>
              </a:ext>
            </a:extLst>
          </p:cNvPr>
          <p:cNvSpPr>
            <a:spLocks xmlns:a="http://schemas.openxmlformats.org/drawingml/2006/main" noGrp="1"/>
          </p:cNvSpPr>
          <p:nvPr/>
        </p:nvSpPr>
        <p:spPr>
          <a:xfrm xmlns:a="http://schemas.openxmlformats.org/drawingml/2006/main">
            <a:off x="381000" y="37909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BIR registration</a:t>
            </a:r>
          </a:p>
        </p:txBody>
      </p:sp>
      <p:sp>
        <p:nvSpPr>
          <p:cNvPr id="20" name="profile-514">
            <a:extLst xmlns:a="http://schemas.openxmlformats.org/drawingml/2006/main">
              <a:ext uri="{FF2B5EF4-FFF2-40B4-BE49-F238E27FC236}">
                <a16:creationId xmlns:a16="http://schemas.microsoft.com/office/drawing/2014/main" id="{F8A72920-C943-41BB-9BE1-F855A5396141}"/>
              </a:ext>
            </a:extLst>
          </p:cNvPr>
          <p:cNvSpPr>
            <a:spLocks xmlns:a="http://schemas.openxmlformats.org/drawingml/2006/main" noGrp="1"/>
          </p:cNvSpPr>
          <p:nvPr/>
        </p:nvSpPr>
        <p:spPr>
          <a:xfrm xmlns:a="http://schemas.openxmlformats.org/drawingml/2006/main">
            <a:off x="4381500" y="3790950"/>
            <a:ext cx="733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Certificate of Registration and tax documentation</a:t>
            </a:r>
          </a:p>
        </p:txBody>
      </p:sp>
      <p:sp>
        <p:nvSpPr>
          <p:cNvPr id="21" name="profile-515">
            <a:extLst xmlns:a="http://schemas.openxmlformats.org/drawingml/2006/main">
              <a:ext uri="{FF2B5EF4-FFF2-40B4-BE49-F238E27FC236}">
                <a16:creationId xmlns:a16="http://schemas.microsoft.com/office/drawing/2014/main" id="{C25978F2-3BA5-4C79-8E4C-D4225394F04F}"/>
              </a:ext>
            </a:extLst>
          </p:cNvPr>
          <p:cNvSpPr>
            <a:spLocks xmlns:a="http://schemas.openxmlformats.org/drawingml/2006/main" noGrp="1"/>
          </p:cNvSpPr>
          <p:nvPr/>
        </p:nvSpPr>
        <p:spPr>
          <a:xfrm xmlns:a="http://schemas.openxmlformats.org/drawingml/2006/main">
            <a:off x="381000" y="43624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Business permits</a:t>
            </a:r>
          </a:p>
        </p:txBody>
      </p:sp>
      <p:sp>
        <p:nvSpPr>
          <p:cNvPr id="22" name="profile-516">
            <a:extLst xmlns:a="http://schemas.openxmlformats.org/drawingml/2006/main">
              <a:ext uri="{FF2B5EF4-FFF2-40B4-BE49-F238E27FC236}">
                <a16:creationId xmlns:a16="http://schemas.microsoft.com/office/drawing/2014/main" id="{049B40BE-0C50-4162-8E08-D1445218A9C0}"/>
              </a:ext>
            </a:extLst>
          </p:cNvPr>
          <p:cNvSpPr>
            <a:spLocks xmlns:a="http://schemas.openxmlformats.org/drawingml/2006/main" noGrp="1"/>
          </p:cNvSpPr>
          <p:nvPr/>
        </p:nvSpPr>
        <p:spPr>
          <a:xfrm xmlns:a="http://schemas.openxmlformats.org/drawingml/2006/main">
            <a:off x="4381500" y="4362450"/>
            <a:ext cx="733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Current permit copies for the relevant entity</a:t>
            </a:r>
          </a:p>
        </p:txBody>
      </p:sp>
      <p:sp>
        <p:nvSpPr>
          <p:cNvPr id="23" name="profile-517">
            <a:extLst xmlns:a="http://schemas.openxmlformats.org/drawingml/2006/main">
              <a:ext uri="{FF2B5EF4-FFF2-40B4-BE49-F238E27FC236}">
                <a16:creationId xmlns:a16="http://schemas.microsoft.com/office/drawing/2014/main" id="{B98415CC-367A-418B-BDEC-BEF8DF8C141E}"/>
              </a:ext>
            </a:extLst>
          </p:cNvPr>
          <p:cNvSpPr>
            <a:spLocks xmlns:a="http://schemas.openxmlformats.org/drawingml/2006/main" noGrp="1"/>
          </p:cNvSpPr>
          <p:nvPr/>
        </p:nvSpPr>
        <p:spPr>
          <a:xfrm xmlns:a="http://schemas.openxmlformats.org/drawingml/2006/main">
            <a:off x="381000" y="49339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Service-specific documents</a:t>
            </a:r>
          </a:p>
        </p:txBody>
      </p:sp>
      <p:sp>
        <p:nvSpPr>
          <p:cNvPr id="24" name="profile-518">
            <a:extLst xmlns:a="http://schemas.openxmlformats.org/drawingml/2006/main">
              <a:ext uri="{FF2B5EF4-FFF2-40B4-BE49-F238E27FC236}">
                <a16:creationId xmlns:a16="http://schemas.microsoft.com/office/drawing/2014/main" id="{A2B4E6D4-DCB9-4B2D-B46E-0477C19ECE89}"/>
              </a:ext>
            </a:extLst>
          </p:cNvPr>
          <p:cNvSpPr>
            <a:spLocks xmlns:a="http://schemas.openxmlformats.org/drawingml/2006/main" noGrp="1"/>
          </p:cNvSpPr>
          <p:nvPr/>
        </p:nvSpPr>
        <p:spPr>
          <a:xfrm xmlns:a="http://schemas.openxmlformats.org/drawingml/2006/main">
            <a:off x="4381500" y="4933950"/>
            <a:ext cx="733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Applicable clearances, agreements and project documents</a:t>
            </a:r>
          </a:p>
        </p:txBody>
      </p:sp>
      <p:sp>
        <p:nvSpPr>
          <p:cNvPr id="25" name="profile-519">
            <a:extLst xmlns:a="http://schemas.openxmlformats.org/drawingml/2006/main">
              <a:ext uri="{FF2B5EF4-FFF2-40B4-BE49-F238E27FC236}">
                <a16:creationId xmlns:a16="http://schemas.microsoft.com/office/drawing/2014/main" id="{7BF82F2C-1FA9-45E7-AEEC-FB3F9071D212}"/>
              </a:ext>
            </a:extLst>
          </p:cNvPr>
          <p:cNvSpPr>
            <a:spLocks xmlns:a="http://schemas.openxmlformats.org/drawingml/2006/main" noGrp="1"/>
          </p:cNvSpPr>
          <p:nvPr/>
        </p:nvSpPr>
        <p:spPr>
          <a:xfrm xmlns:a="http://schemas.openxmlformats.org/drawingml/2006/main">
            <a:off x="381000" y="5610225"/>
            <a:ext cx="1114425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16782"/>
                </a:solidFill>
                <a:latin typeface="Segoe UI"/>
                <a:ea typeface="Segoe UI"/>
                <a:cs typeface="Segoe UI"/>
              </a:defRPr>
            </a:defPPr>
          </a:lstStyle>
          <a:p xmlns:a="http://schemas.openxmlformats.org/drawingml/2006/main">
            <a:pPr algn="l">
              <a:defRPr sz="1350" b="0">
                <a:solidFill>
                  <a:srgbClr val="516782"/>
                </a:solidFill>
                <a:latin typeface="Segoe UI"/>
                <a:ea typeface="Segoe UI"/>
                <a:cs typeface="Segoe UI"/>
              </a:defRPr>
            </a:pPr>
            <a:r>
              <a:rPr sz="1350" b="0">
                <a:solidFill>
                  <a:srgbClr val="516782"/>
                </a:solidFill>
                <a:latin typeface="Segoe UI"/>
                <a:ea typeface="Segoe UI"/>
                <a:cs typeface="Segoe UI"/>
              </a:rPr>
              <a:t>Permit scans and validity details will be inserted after the owner provides the current copies. This draft does not establish license validity or</a:t>
            </a:r>
          </a:p>
        </p:txBody>
      </p:sp>
      <p:sp>
        <p:nvSpPr>
          <p:cNvPr id="26" name="profile-520">
            <a:extLst xmlns:a="http://schemas.openxmlformats.org/drawingml/2006/main">
              <a:ext uri="{FF2B5EF4-FFF2-40B4-BE49-F238E27FC236}">
                <a16:creationId xmlns:a16="http://schemas.microsoft.com/office/drawing/2014/main" id="{ED37863B-369E-44CA-A7FA-A27D292F21F0}"/>
              </a:ext>
            </a:extLst>
          </p:cNvPr>
          <p:cNvSpPr>
            <a:spLocks xmlns:a="http://schemas.openxmlformats.org/drawingml/2006/main" noGrp="1"/>
          </p:cNvSpPr>
          <p:nvPr/>
        </p:nvSpPr>
        <p:spPr>
          <a:xfrm xmlns:a="http://schemas.openxmlformats.org/drawingml/2006/main">
            <a:off x="381000" y="5841683"/>
            <a:ext cx="11144250" cy="2505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16782"/>
                </a:solidFill>
                <a:latin typeface="Segoe UI"/>
                <a:ea typeface="Segoe UI"/>
                <a:cs typeface="Segoe UI"/>
              </a:defRPr>
            </a:defPPr>
          </a:lstStyle>
          <a:p xmlns:a="http://schemas.openxmlformats.org/drawingml/2006/main">
            <a:pPr algn="l">
              <a:defRPr sz="1350" b="0">
                <a:solidFill>
                  <a:srgbClr val="516782"/>
                </a:solidFill>
                <a:latin typeface="Segoe UI"/>
                <a:ea typeface="Segoe UI"/>
                <a:cs typeface="Segoe UI"/>
              </a:defRPr>
            </a:pPr>
            <a:r>
              <a:rPr sz="1350" b="0">
                <a:solidFill>
                  <a:srgbClr val="516782"/>
                </a:solidFill>
                <a:latin typeface="Segoe UI"/>
                <a:ea typeface="Segoe UI"/>
                <a:cs typeface="Segoe UI"/>
              </a:rPr>
              <a:t>accreditation.</a:t>
            </a:r>
          </a:p>
        </p:txBody>
      </p:sp>
    </p:spTree>
    <p:extLst>
      <p:ext uri="{BB962C8B-B14F-4D97-AF65-F5344CB8AC3E}">
        <p14:creationId xmlns:p14="http://schemas.microsoft.com/office/powerpoint/2010/main" val="19926673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rofile-521">
            <a:extLst xmlns:a="http://schemas.openxmlformats.org/drawingml/2006/main">
              <a:ext uri="{FF2B5EF4-FFF2-40B4-BE49-F238E27FC236}">
                <a16:creationId xmlns:a16="http://schemas.microsoft.com/office/drawing/2014/main" id="{13E02252-1C56-49AE-8175-F39AED78713F}"/>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FBF3826-5CEE-445D-A44F-572CF06023A4}"/>
              </a:ext>
            </a:extLst>
          </p:cNvPr>
          <p:cNvPicPr>
            <a:picLocks xmlns:a="http://schemas.openxmlformats.org/drawingml/2006/main" noChangeAspect="1"/>
          </p:cNvPicPr>
          <p:nvPr/>
        </p:nvPicPr>
        <p:blipFill>
          <a:blip xmlns:r="http://schemas.openxmlformats.org/officeDocument/2006/relationships" xmlns:a="http://schemas.openxmlformats.org/drawingml/2006/main" r:embed="R2356a94486404515"/>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522">
            <a:extLst xmlns:a="http://schemas.openxmlformats.org/drawingml/2006/main">
              <a:ext uri="{FF2B5EF4-FFF2-40B4-BE49-F238E27FC236}">
                <a16:creationId xmlns:a16="http://schemas.microsoft.com/office/drawing/2014/main" id="{DF75E7FF-1951-4AEA-992A-470E0F00225E}"/>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523">
            <a:extLst xmlns:a="http://schemas.openxmlformats.org/drawingml/2006/main">
              <a:ext uri="{FF2B5EF4-FFF2-40B4-BE49-F238E27FC236}">
                <a16:creationId xmlns:a16="http://schemas.microsoft.com/office/drawing/2014/main" id="{FB583ECA-E667-420A-AE49-C9AAE4870F6C}"/>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524">
            <a:extLst xmlns:a="http://schemas.openxmlformats.org/drawingml/2006/main">
              <a:ext uri="{FF2B5EF4-FFF2-40B4-BE49-F238E27FC236}">
                <a16:creationId xmlns:a16="http://schemas.microsoft.com/office/drawing/2014/main" id="{197D01F9-4249-46AF-BA01-1AB78852EF10}"/>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525">
            <a:extLst xmlns:a="http://schemas.openxmlformats.org/drawingml/2006/main">
              <a:ext uri="{FF2B5EF4-FFF2-40B4-BE49-F238E27FC236}">
                <a16:creationId xmlns:a16="http://schemas.microsoft.com/office/drawing/2014/main" id="{5BE43AD8-6BC6-4F6D-9802-2AD7A9100D96}"/>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526">
            <a:extLst xmlns:a="http://schemas.openxmlformats.org/drawingml/2006/main">
              <a:ext uri="{FF2B5EF4-FFF2-40B4-BE49-F238E27FC236}">
                <a16:creationId xmlns:a16="http://schemas.microsoft.com/office/drawing/2014/main" id="{315267BF-97E1-4BC7-B8C6-DBDAC2BABC27}"/>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527">
            <a:extLst xmlns:a="http://schemas.openxmlformats.org/drawingml/2006/main">
              <a:ext uri="{FF2B5EF4-FFF2-40B4-BE49-F238E27FC236}">
                <a16:creationId xmlns:a16="http://schemas.microsoft.com/office/drawing/2014/main" id="{C5605850-0CBE-430C-8C73-0C9C09EFC75F}"/>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528">
            <a:extLst xmlns:a="http://schemas.openxmlformats.org/drawingml/2006/main">
              <a:ext uri="{FF2B5EF4-FFF2-40B4-BE49-F238E27FC236}">
                <a16:creationId xmlns:a16="http://schemas.microsoft.com/office/drawing/2014/main" id="{ABFC46ED-BE13-4E41-858E-2614440AB38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529">
            <a:extLst xmlns:a="http://schemas.openxmlformats.org/drawingml/2006/main">
              <a:ext uri="{FF2B5EF4-FFF2-40B4-BE49-F238E27FC236}">
                <a16:creationId xmlns:a16="http://schemas.microsoft.com/office/drawing/2014/main" id="{361BFFE6-0DA0-4448-9BE5-DFF1603F572E}"/>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530">
            <a:extLst xmlns:a="http://schemas.openxmlformats.org/drawingml/2006/main">
              <a:ext uri="{FF2B5EF4-FFF2-40B4-BE49-F238E27FC236}">
                <a16:creationId xmlns:a16="http://schemas.microsoft.com/office/drawing/2014/main" id="{497E2A5A-D3B4-4FC2-908B-BD3E6A6A15DC}"/>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531">
            <a:extLst xmlns:a="http://schemas.openxmlformats.org/drawingml/2006/main">
              <a:ext uri="{FF2B5EF4-FFF2-40B4-BE49-F238E27FC236}">
                <a16:creationId xmlns:a16="http://schemas.microsoft.com/office/drawing/2014/main" id="{EDEF80B1-9B23-401D-BAAA-4A13CEEE6C78}"/>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532">
            <a:extLst xmlns:a="http://schemas.openxmlformats.org/drawingml/2006/main">
              <a:ext uri="{FF2B5EF4-FFF2-40B4-BE49-F238E27FC236}">
                <a16:creationId xmlns:a16="http://schemas.microsoft.com/office/drawing/2014/main" id="{A7A1FD29-5370-42E0-AC1E-37CCB98582D5}"/>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20</a:t>
            </a:r>
          </a:p>
        </p:txBody>
      </p:sp>
      <p:sp>
        <p:nvSpPr>
          <p:cNvPr id="14" name="profile-533">
            <a:extLst xmlns:a="http://schemas.openxmlformats.org/drawingml/2006/main">
              <a:ext uri="{FF2B5EF4-FFF2-40B4-BE49-F238E27FC236}">
                <a16:creationId xmlns:a16="http://schemas.microsoft.com/office/drawing/2014/main" id="{FF4FA18C-BF42-4EB6-9AAA-74401854B3F5}"/>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METRO MANILA AND NEARBY PROVINCES FIRST</a:t>
            </a:r>
          </a:p>
        </p:txBody>
      </p:sp>
      <p:sp>
        <p:nvSpPr>
          <p:cNvPr id="15" name="profile-534">
            <a:extLst xmlns:a="http://schemas.openxmlformats.org/drawingml/2006/main">
              <a:ext uri="{FF2B5EF4-FFF2-40B4-BE49-F238E27FC236}">
                <a16:creationId xmlns:a16="http://schemas.microsoft.com/office/drawing/2014/main" id="{BBE52E9A-AF31-4710-AD63-17E6EC1D01FB}"/>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Service coverage</a:t>
            </a:r>
          </a:p>
        </p:txBody>
      </p:sp>
      <p:sp>
        <p:nvSpPr>
          <p:cNvPr id="16" name="profile-535">
            <a:extLst xmlns:a="http://schemas.openxmlformats.org/drawingml/2006/main">
              <a:ext uri="{FF2B5EF4-FFF2-40B4-BE49-F238E27FC236}">
                <a16:creationId xmlns:a16="http://schemas.microsoft.com/office/drawing/2014/main" id="{DF7A3F7E-75CF-4697-809E-42B5D403610F}"/>
              </a:ext>
            </a:extLst>
          </p:cNvPr>
          <p:cNvSpPr>
            <a:spLocks xmlns:a="http://schemas.openxmlformats.org/drawingml/2006/main" noGrp="1"/>
          </p:cNvSpPr>
          <p:nvPr/>
        </p:nvSpPr>
        <p:spPr>
          <a:xfrm xmlns:a="http://schemas.openxmlformats.org/drawingml/2006/main">
            <a:off x="381000" y="2619375"/>
            <a:ext cx="58102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C63AD"/>
                </a:solidFill>
                <a:latin typeface="Segoe UI"/>
                <a:ea typeface="Segoe UI"/>
                <a:cs typeface="Segoe UI"/>
              </a:defRPr>
            </a:defPPr>
          </a:lstStyle>
          <a:p xmlns:a="http://schemas.openxmlformats.org/drawingml/2006/main">
            <a:pPr algn="l">
              <a:defRPr sz="2250" b="1">
                <a:solidFill>
                  <a:srgbClr val="1C63AD"/>
                </a:solidFill>
                <a:latin typeface="Segoe UI"/>
                <a:ea typeface="Segoe UI"/>
                <a:cs typeface="Segoe UI"/>
              </a:defRPr>
            </a:pPr>
            <a:r>
              <a:rPr sz="2250" b="1">
                <a:solidFill>
                  <a:srgbClr val="1C63AD"/>
                </a:solidFill>
                <a:latin typeface="Segoe UI"/>
                <a:ea typeface="Segoe UI"/>
                <a:cs typeface="Segoe UI"/>
              </a:rPr>
              <a:t>Priority areas</a:t>
            </a:r>
          </a:p>
        </p:txBody>
      </p:sp>
      <p:sp>
        <p:nvSpPr>
          <p:cNvPr id="17" name="profile-536">
            <a:extLst xmlns:a="http://schemas.openxmlformats.org/drawingml/2006/main">
              <a:ext uri="{FF2B5EF4-FFF2-40B4-BE49-F238E27FC236}">
                <a16:creationId xmlns:a16="http://schemas.microsoft.com/office/drawing/2014/main" id="{6FE2E060-8258-4D39-B86F-04922E2E5D8F}"/>
              </a:ext>
            </a:extLst>
          </p:cNvPr>
          <p:cNvSpPr>
            <a:spLocks xmlns:a="http://schemas.openxmlformats.org/drawingml/2006/main" noGrp="1"/>
          </p:cNvSpPr>
          <p:nvPr/>
        </p:nvSpPr>
        <p:spPr>
          <a:xfrm xmlns:a="http://schemas.openxmlformats.org/drawingml/2006/main">
            <a:off x="381000" y="315277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0B1B33"/>
                </a:solidFill>
                <a:latin typeface="Segoe UI"/>
                <a:ea typeface="Segoe UI"/>
                <a:cs typeface="Segoe UI"/>
              </a:defRPr>
            </a:defPPr>
          </a:lstStyle>
          <a:p xmlns:a="http://schemas.openxmlformats.org/drawingml/2006/main">
            <a:pPr algn="l">
              <a:defRPr sz="2025" b="0">
                <a:solidFill>
                  <a:srgbClr val="0B1B33"/>
                </a:solidFill>
                <a:latin typeface="Segoe UI"/>
                <a:ea typeface="Segoe UI"/>
                <a:cs typeface="Segoe UI"/>
              </a:defRPr>
            </a:pPr>
            <a:r>
              <a:rPr sz="2025" b="0">
                <a:solidFill>
                  <a:srgbClr val="0B1B33"/>
                </a:solidFill>
                <a:latin typeface="Segoe UI"/>
                <a:ea typeface="Segoe UI"/>
                <a:cs typeface="Segoe UI"/>
              </a:rPr>
              <a:t>Metro Manila</a:t>
            </a:r>
          </a:p>
        </p:txBody>
      </p:sp>
      <p:sp>
        <p:nvSpPr>
          <p:cNvPr id="18" name="profile-537">
            <a:extLst xmlns:a="http://schemas.openxmlformats.org/drawingml/2006/main">
              <a:ext uri="{FF2B5EF4-FFF2-40B4-BE49-F238E27FC236}">
                <a16:creationId xmlns:a16="http://schemas.microsoft.com/office/drawing/2014/main" id="{3314758F-DDB1-473A-A2B1-6D02DC9E6101}"/>
              </a:ext>
            </a:extLst>
          </p:cNvPr>
          <p:cNvSpPr>
            <a:spLocks xmlns:a="http://schemas.openxmlformats.org/drawingml/2006/main" noGrp="1"/>
          </p:cNvSpPr>
          <p:nvPr/>
        </p:nvSpPr>
        <p:spPr>
          <a:xfrm xmlns:a="http://schemas.openxmlformats.org/drawingml/2006/main">
            <a:off x="381000" y="357187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0B1B33"/>
                </a:solidFill>
                <a:latin typeface="Segoe UI"/>
                <a:ea typeface="Segoe UI"/>
                <a:cs typeface="Segoe UI"/>
              </a:defRPr>
            </a:defPPr>
          </a:lstStyle>
          <a:p xmlns:a="http://schemas.openxmlformats.org/drawingml/2006/main">
            <a:pPr algn="l">
              <a:defRPr sz="2025" b="0">
                <a:solidFill>
                  <a:srgbClr val="0B1B33"/>
                </a:solidFill>
                <a:latin typeface="Segoe UI"/>
                <a:ea typeface="Segoe UI"/>
                <a:cs typeface="Segoe UI"/>
              </a:defRPr>
            </a:pPr>
            <a:r>
              <a:rPr sz="2025" b="0">
                <a:solidFill>
                  <a:srgbClr val="0B1B33"/>
                </a:solidFill>
                <a:latin typeface="Segoe UI"/>
                <a:ea typeface="Segoe UI"/>
                <a:cs typeface="Segoe UI"/>
              </a:rPr>
              <a:t>Cavite, Laguna, Batangas and Rizal</a:t>
            </a:r>
          </a:p>
        </p:txBody>
      </p:sp>
      <p:sp>
        <p:nvSpPr>
          <p:cNvPr id="19" name="profile-538">
            <a:extLst xmlns:a="http://schemas.openxmlformats.org/drawingml/2006/main">
              <a:ext uri="{FF2B5EF4-FFF2-40B4-BE49-F238E27FC236}">
                <a16:creationId xmlns:a16="http://schemas.microsoft.com/office/drawing/2014/main" id="{FDA9A8E4-4859-42B2-9377-9EE8A023E299}"/>
              </a:ext>
            </a:extLst>
          </p:cNvPr>
          <p:cNvSpPr>
            <a:spLocks xmlns:a="http://schemas.openxmlformats.org/drawingml/2006/main" noGrp="1"/>
          </p:cNvSpPr>
          <p:nvPr/>
        </p:nvSpPr>
        <p:spPr>
          <a:xfrm xmlns:a="http://schemas.openxmlformats.org/drawingml/2006/main">
            <a:off x="381000" y="399097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0B1B33"/>
                </a:solidFill>
                <a:latin typeface="Segoe UI"/>
                <a:ea typeface="Segoe UI"/>
                <a:cs typeface="Segoe UI"/>
              </a:defRPr>
            </a:defPPr>
          </a:lstStyle>
          <a:p xmlns:a="http://schemas.openxmlformats.org/drawingml/2006/main">
            <a:pPr algn="l">
              <a:defRPr sz="2025" b="0">
                <a:solidFill>
                  <a:srgbClr val="0B1B33"/>
                </a:solidFill>
                <a:latin typeface="Segoe UI"/>
                <a:ea typeface="Segoe UI"/>
                <a:cs typeface="Segoe UI"/>
              </a:defRPr>
            </a:pPr>
            <a:r>
              <a:rPr sz="2025" b="0">
                <a:solidFill>
                  <a:srgbClr val="0B1B33"/>
                </a:solidFill>
                <a:latin typeface="Segoe UI"/>
                <a:ea typeface="Segoe UI"/>
                <a:cs typeface="Segoe UI"/>
              </a:rPr>
              <a:t>Bulacan, Pampanga and Bataan</a:t>
            </a:r>
          </a:p>
        </p:txBody>
      </p:sp>
      <p:sp>
        <p:nvSpPr>
          <p:cNvPr id="20" name="profile-539">
            <a:extLst xmlns:a="http://schemas.openxmlformats.org/drawingml/2006/main">
              <a:ext uri="{FF2B5EF4-FFF2-40B4-BE49-F238E27FC236}">
                <a16:creationId xmlns:a16="http://schemas.microsoft.com/office/drawing/2014/main" id="{24AFE38B-814F-4D5D-9E57-3BB9881C7CB5}"/>
              </a:ext>
            </a:extLst>
          </p:cNvPr>
          <p:cNvSpPr>
            <a:spLocks xmlns:a="http://schemas.openxmlformats.org/drawingml/2006/main" noGrp="1"/>
          </p:cNvSpPr>
          <p:nvPr/>
        </p:nvSpPr>
        <p:spPr>
          <a:xfrm xmlns:a="http://schemas.openxmlformats.org/drawingml/2006/main">
            <a:off x="381000" y="441007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0B1B33"/>
                </a:solidFill>
                <a:latin typeface="Segoe UI"/>
                <a:ea typeface="Segoe UI"/>
                <a:cs typeface="Segoe UI"/>
              </a:defRPr>
            </a:defPPr>
          </a:lstStyle>
          <a:p xmlns:a="http://schemas.openxmlformats.org/drawingml/2006/main">
            <a:pPr algn="l">
              <a:defRPr sz="2025" b="0">
                <a:solidFill>
                  <a:srgbClr val="0B1B33"/>
                </a:solidFill>
                <a:latin typeface="Segoe UI"/>
                <a:ea typeface="Segoe UI"/>
                <a:cs typeface="Segoe UI"/>
              </a:defRPr>
            </a:pPr>
            <a:r>
              <a:rPr sz="2025" b="0">
                <a:solidFill>
                  <a:srgbClr val="0B1B33"/>
                </a:solidFill>
                <a:latin typeface="Segoe UI"/>
                <a:ea typeface="Segoe UI"/>
                <a:cs typeface="Segoe UI"/>
              </a:rPr>
              <a:t>Zambales, including Subic and Olongapo</a:t>
            </a:r>
          </a:p>
        </p:txBody>
      </p:sp>
      <p:sp>
        <p:nvSpPr>
          <p:cNvPr id="21" name="profile-540">
            <a:extLst xmlns:a="http://schemas.openxmlformats.org/drawingml/2006/main">
              <a:ext uri="{FF2B5EF4-FFF2-40B4-BE49-F238E27FC236}">
                <a16:creationId xmlns:a16="http://schemas.microsoft.com/office/drawing/2014/main" id="{9D5D3B3F-E6F9-4079-B4EA-DCAE022C93D4}"/>
              </a:ext>
            </a:extLst>
          </p:cNvPr>
          <p:cNvSpPr>
            <a:spLocks xmlns:a="http://schemas.openxmlformats.org/drawingml/2006/main" noGrp="1"/>
          </p:cNvSpPr>
          <p:nvPr/>
        </p:nvSpPr>
        <p:spPr>
          <a:xfrm xmlns:a="http://schemas.openxmlformats.org/drawingml/2006/main">
            <a:off x="8001000" y="2619375"/>
            <a:ext cx="3762375"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C63AD"/>
                </a:solidFill>
                <a:latin typeface="Segoe UI"/>
                <a:ea typeface="Segoe UI"/>
                <a:cs typeface="Segoe UI"/>
              </a:defRPr>
            </a:defPPr>
          </a:lstStyle>
          <a:p xmlns:a="http://schemas.openxmlformats.org/drawingml/2006/main">
            <a:pPr algn="l">
              <a:defRPr sz="2250" b="1">
                <a:solidFill>
                  <a:srgbClr val="1C63AD"/>
                </a:solidFill>
                <a:latin typeface="Segoe UI"/>
                <a:ea typeface="Segoe UI"/>
                <a:cs typeface="Segoe UI"/>
              </a:defRPr>
            </a:pPr>
            <a:r>
              <a:rPr sz="2250" b="1">
                <a:solidFill>
                  <a:srgbClr val="1C63AD"/>
                </a:solidFill>
                <a:latin typeface="Segoe UI"/>
                <a:ea typeface="Segoe UI"/>
                <a:cs typeface="Segoe UI"/>
              </a:rPr>
              <a:t>Wider reach</a:t>
            </a:r>
          </a:p>
        </p:txBody>
      </p:sp>
      <p:sp>
        <p:nvSpPr>
          <p:cNvPr id="22" name="profile-541">
            <a:extLst xmlns:a="http://schemas.openxmlformats.org/drawingml/2006/main">
              <a:ext uri="{FF2B5EF4-FFF2-40B4-BE49-F238E27FC236}">
                <a16:creationId xmlns:a16="http://schemas.microsoft.com/office/drawing/2014/main" id="{65324A5E-1916-45C3-A210-87BAD459A8C7}"/>
              </a:ext>
            </a:extLst>
          </p:cNvPr>
          <p:cNvSpPr>
            <a:spLocks xmlns:a="http://schemas.openxmlformats.org/drawingml/2006/main" noGrp="1"/>
          </p:cNvSpPr>
          <p:nvPr/>
        </p:nvSpPr>
        <p:spPr>
          <a:xfrm xmlns:a="http://schemas.openxmlformats.org/drawingml/2006/main">
            <a:off x="8001000" y="3152775"/>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0B1B33"/>
                </a:solidFill>
                <a:latin typeface="Segoe UI"/>
                <a:ea typeface="Segoe UI"/>
                <a:cs typeface="Segoe UI"/>
              </a:defRPr>
            </a:defPPr>
          </a:lstStyle>
          <a:p xmlns:a="http://schemas.openxmlformats.org/drawingml/2006/main">
            <a:pPr algn="l">
              <a:defRPr sz="1875" b="0">
                <a:solidFill>
                  <a:srgbClr val="0B1B33"/>
                </a:solidFill>
                <a:latin typeface="Segoe UI"/>
                <a:ea typeface="Segoe UI"/>
                <a:cs typeface="Segoe UI"/>
              </a:defRPr>
            </a:pPr>
            <a:r>
              <a:rPr sz="1875" b="0">
                <a:solidFill>
                  <a:srgbClr val="0B1B33"/>
                </a:solidFill>
                <a:latin typeface="Segoe UI"/>
                <a:ea typeface="Segoe UI"/>
                <a:cs typeface="Segoe UI"/>
              </a:rPr>
              <a:t>Central and Northern Luzon</a:t>
            </a:r>
          </a:p>
        </p:txBody>
      </p:sp>
      <p:sp>
        <p:nvSpPr>
          <p:cNvPr id="23" name="profile-542">
            <a:extLst xmlns:a="http://schemas.openxmlformats.org/drawingml/2006/main">
              <a:ext uri="{FF2B5EF4-FFF2-40B4-BE49-F238E27FC236}">
                <a16:creationId xmlns:a16="http://schemas.microsoft.com/office/drawing/2014/main" id="{75AECD24-F95F-495D-99AE-0624E5C3BB9B}"/>
              </a:ext>
            </a:extLst>
          </p:cNvPr>
          <p:cNvSpPr>
            <a:spLocks xmlns:a="http://schemas.openxmlformats.org/drawingml/2006/main" noGrp="1"/>
          </p:cNvSpPr>
          <p:nvPr/>
        </p:nvSpPr>
        <p:spPr>
          <a:xfrm xmlns:a="http://schemas.openxmlformats.org/drawingml/2006/main">
            <a:off x="8001000" y="3533775"/>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0B1B33"/>
                </a:solidFill>
                <a:latin typeface="Segoe UI"/>
                <a:ea typeface="Segoe UI"/>
                <a:cs typeface="Segoe UI"/>
              </a:defRPr>
            </a:defPPr>
          </a:lstStyle>
          <a:p xmlns:a="http://schemas.openxmlformats.org/drawingml/2006/main">
            <a:pPr algn="l">
              <a:defRPr sz="1875" b="0">
                <a:solidFill>
                  <a:srgbClr val="0B1B33"/>
                </a:solidFill>
                <a:latin typeface="Segoe UI"/>
                <a:ea typeface="Segoe UI"/>
                <a:cs typeface="Segoe UI"/>
              </a:defRPr>
            </a:pPr>
            <a:r>
              <a:rPr sz="1875" b="0">
                <a:solidFill>
                  <a:srgbClr val="0B1B33"/>
                </a:solidFill>
                <a:latin typeface="Segoe UI"/>
                <a:ea typeface="Segoe UI"/>
                <a:cs typeface="Segoe UI"/>
              </a:rPr>
              <a:t>Nationwide service by arrangement</a:t>
            </a:r>
          </a:p>
        </p:txBody>
      </p:sp>
      <p:sp>
        <p:nvSpPr>
          <p:cNvPr id="24" name="profile-543">
            <a:extLst xmlns:a="http://schemas.openxmlformats.org/drawingml/2006/main">
              <a:ext uri="{FF2B5EF4-FFF2-40B4-BE49-F238E27FC236}">
                <a16:creationId xmlns:a16="http://schemas.microsoft.com/office/drawing/2014/main" id="{4D9F9189-DFAC-41B7-B2A3-1129B44282E2}"/>
              </a:ext>
            </a:extLst>
          </p:cNvPr>
          <p:cNvSpPr>
            <a:spLocks xmlns:a="http://schemas.openxmlformats.org/drawingml/2006/main" noGrp="1"/>
          </p:cNvSpPr>
          <p:nvPr/>
        </p:nvSpPr>
        <p:spPr>
          <a:xfrm xmlns:a="http://schemas.openxmlformats.org/drawingml/2006/main">
            <a:off x="381000" y="5476875"/>
            <a:ext cx="11334750" cy="3019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E2C5E"/>
                </a:solidFill>
                <a:latin typeface="Segoe UI"/>
                <a:ea typeface="Segoe UI"/>
                <a:cs typeface="Segoe UI"/>
              </a:defRPr>
            </a:defPPr>
          </a:lstStyle>
          <a:p xmlns:a="http://schemas.openxmlformats.org/drawingml/2006/main">
            <a:pPr algn="l">
              <a:defRPr sz="1650" b="1">
                <a:solidFill>
                  <a:srgbClr val="0E2C5E"/>
                </a:solidFill>
                <a:latin typeface="Segoe UI"/>
                <a:ea typeface="Segoe UI"/>
                <a:cs typeface="Segoe UI"/>
              </a:defRPr>
            </a:pPr>
            <a:r>
              <a:rPr sz="1650" b="1">
                <a:solidFill>
                  <a:srgbClr val="0E2C5E"/>
                </a:solidFill>
                <a:latin typeface="Segoe UI"/>
                <a:ea typeface="Segoe UI"/>
                <a:cs typeface="Segoe UI"/>
              </a:rPr>
              <a:t>Availability and schedule are confirmed for each site and service request.</a:t>
            </a:r>
          </a:p>
        </p:txBody>
      </p:sp>
    </p:spTree>
    <p:extLst>
      <p:ext uri="{BB962C8B-B14F-4D97-AF65-F5344CB8AC3E}">
        <p14:creationId xmlns:p14="http://schemas.microsoft.com/office/powerpoint/2010/main" val="9645343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544">
            <a:extLst xmlns:a="http://schemas.openxmlformats.org/drawingml/2006/main">
              <a:ext uri="{FF2B5EF4-FFF2-40B4-BE49-F238E27FC236}">
                <a16:creationId xmlns:a16="http://schemas.microsoft.com/office/drawing/2014/main" id="{726CD729-EC94-4A6E-954B-BF0D60F8D17E}"/>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1BFC971-4329-4490-A714-42B580BF3549}"/>
              </a:ext>
            </a:extLst>
          </p:cNvPr>
          <p:cNvPicPr>
            <a:picLocks xmlns:a="http://schemas.openxmlformats.org/drawingml/2006/main" noChangeAspect="1"/>
          </p:cNvPicPr>
          <p:nvPr/>
        </p:nvPicPr>
        <p:blipFill>
          <a:blip xmlns:r="http://schemas.openxmlformats.org/officeDocument/2006/relationships" xmlns:a="http://schemas.openxmlformats.org/drawingml/2006/main" r:embed="Rbdc1cac52e134695"/>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545">
            <a:extLst xmlns:a="http://schemas.openxmlformats.org/drawingml/2006/main">
              <a:ext uri="{FF2B5EF4-FFF2-40B4-BE49-F238E27FC236}">
                <a16:creationId xmlns:a16="http://schemas.microsoft.com/office/drawing/2014/main" id="{6A3DFE79-08D4-49A6-9A3A-CBC83762E2E4}"/>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546">
            <a:extLst xmlns:a="http://schemas.openxmlformats.org/drawingml/2006/main">
              <a:ext uri="{FF2B5EF4-FFF2-40B4-BE49-F238E27FC236}">
                <a16:creationId xmlns:a16="http://schemas.microsoft.com/office/drawing/2014/main" id="{A44D38EA-EFC8-4949-97CE-FCEB34F5D739}"/>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547">
            <a:extLst xmlns:a="http://schemas.openxmlformats.org/drawingml/2006/main">
              <a:ext uri="{FF2B5EF4-FFF2-40B4-BE49-F238E27FC236}">
                <a16:creationId xmlns:a16="http://schemas.microsoft.com/office/drawing/2014/main" id="{C9848D52-A760-4C7D-8D0A-E8487293D418}"/>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548">
            <a:extLst xmlns:a="http://schemas.openxmlformats.org/drawingml/2006/main">
              <a:ext uri="{FF2B5EF4-FFF2-40B4-BE49-F238E27FC236}">
                <a16:creationId xmlns:a16="http://schemas.microsoft.com/office/drawing/2014/main" id="{9FB27DF0-C4E8-4DB4-BE93-79337C0F598F}"/>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549">
            <a:extLst xmlns:a="http://schemas.openxmlformats.org/drawingml/2006/main">
              <a:ext uri="{FF2B5EF4-FFF2-40B4-BE49-F238E27FC236}">
                <a16:creationId xmlns:a16="http://schemas.microsoft.com/office/drawing/2014/main" id="{8C82C03F-EB1C-4289-84C9-7FB5FE606F63}"/>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550">
            <a:extLst xmlns:a="http://schemas.openxmlformats.org/drawingml/2006/main">
              <a:ext uri="{FF2B5EF4-FFF2-40B4-BE49-F238E27FC236}">
                <a16:creationId xmlns:a16="http://schemas.microsoft.com/office/drawing/2014/main" id="{EC6E2A01-D228-4E99-ADC0-30C8323AAF95}"/>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551">
            <a:extLst xmlns:a="http://schemas.openxmlformats.org/drawingml/2006/main">
              <a:ext uri="{FF2B5EF4-FFF2-40B4-BE49-F238E27FC236}">
                <a16:creationId xmlns:a16="http://schemas.microsoft.com/office/drawing/2014/main" id="{007173FF-6AA9-4869-A9FF-1DDA7A584B2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552">
            <a:extLst xmlns:a="http://schemas.openxmlformats.org/drawingml/2006/main">
              <a:ext uri="{FF2B5EF4-FFF2-40B4-BE49-F238E27FC236}">
                <a16:creationId xmlns:a16="http://schemas.microsoft.com/office/drawing/2014/main" id="{069C1252-C991-4AF4-AE7F-AEE6BC359704}"/>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553">
            <a:extLst xmlns:a="http://schemas.openxmlformats.org/drawingml/2006/main">
              <a:ext uri="{FF2B5EF4-FFF2-40B4-BE49-F238E27FC236}">
                <a16:creationId xmlns:a16="http://schemas.microsoft.com/office/drawing/2014/main" id="{7EBC205E-80E0-4B1A-8671-9F0039E10AE6}"/>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554">
            <a:extLst xmlns:a="http://schemas.openxmlformats.org/drawingml/2006/main">
              <a:ext uri="{FF2B5EF4-FFF2-40B4-BE49-F238E27FC236}">
                <a16:creationId xmlns:a16="http://schemas.microsoft.com/office/drawing/2014/main" id="{63A34B23-1833-4FBE-A584-1E9A58456A41}"/>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555">
            <a:extLst xmlns:a="http://schemas.openxmlformats.org/drawingml/2006/main">
              <a:ext uri="{FF2B5EF4-FFF2-40B4-BE49-F238E27FC236}">
                <a16:creationId xmlns:a16="http://schemas.microsoft.com/office/drawing/2014/main" id="{F91976AD-E2D5-4717-A780-5BF40E48C8CB}"/>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21</a:t>
            </a:r>
          </a:p>
        </p:txBody>
      </p:sp>
      <p:sp>
        <p:nvSpPr>
          <p:cNvPr id="14" name="profile-556">
            <a:extLst xmlns:a="http://schemas.openxmlformats.org/drawingml/2006/main">
              <a:ext uri="{FF2B5EF4-FFF2-40B4-BE49-F238E27FC236}">
                <a16:creationId xmlns:a16="http://schemas.microsoft.com/office/drawing/2014/main" id="{4A2D1948-0EBB-4635-A9CF-20997E04051F}"/>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557">
            <a:extLst xmlns:a="http://schemas.openxmlformats.org/drawingml/2006/main">
              <a:ext uri="{FF2B5EF4-FFF2-40B4-BE49-F238E27FC236}">
                <a16:creationId xmlns:a16="http://schemas.microsoft.com/office/drawing/2014/main" id="{6D7A20E4-4408-443B-A332-C13F5F76F3E5}"/>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Metro Manila</a:t>
            </a:r>
          </a:p>
        </p:txBody>
      </p:sp>
      <p:sp>
        <p:nvSpPr>
          <p:cNvPr id="16" name="profile-558">
            <a:extLst xmlns:a="http://schemas.openxmlformats.org/drawingml/2006/main">
              <a:ext uri="{FF2B5EF4-FFF2-40B4-BE49-F238E27FC236}">
                <a16:creationId xmlns:a16="http://schemas.microsoft.com/office/drawing/2014/main" id="{3D8363DB-2297-4CB1-AF44-D9D7233FFD6C}"/>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559">
            <a:extLst xmlns:a="http://schemas.openxmlformats.org/drawingml/2006/main">
              <a:ext uri="{FF2B5EF4-FFF2-40B4-BE49-F238E27FC236}">
                <a16:creationId xmlns:a16="http://schemas.microsoft.com/office/drawing/2014/main" id="{B92765C7-3C3B-49C5-A13A-2F4535091EB2}"/>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Caloocan</a:t>
            </a:r>
          </a:p>
        </p:txBody>
      </p:sp>
      <p:sp>
        <p:nvSpPr>
          <p:cNvPr id="18" name="profile-560">
            <a:extLst xmlns:a="http://schemas.openxmlformats.org/drawingml/2006/main">
              <a:ext uri="{FF2B5EF4-FFF2-40B4-BE49-F238E27FC236}">
                <a16:creationId xmlns:a16="http://schemas.microsoft.com/office/drawing/2014/main" id="{921470A4-C031-4269-A76A-01B1F4970F23}"/>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Las Piñas</a:t>
            </a:r>
          </a:p>
        </p:txBody>
      </p:sp>
      <p:sp>
        <p:nvSpPr>
          <p:cNvPr id="19" name="profile-561">
            <a:extLst xmlns:a="http://schemas.openxmlformats.org/drawingml/2006/main">
              <a:ext uri="{FF2B5EF4-FFF2-40B4-BE49-F238E27FC236}">
                <a16:creationId xmlns:a16="http://schemas.microsoft.com/office/drawing/2014/main" id="{F034AF16-6190-47C2-8F95-70248E731995}"/>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Makati</a:t>
            </a:r>
          </a:p>
        </p:txBody>
      </p:sp>
      <p:sp>
        <p:nvSpPr>
          <p:cNvPr id="20" name="profile-562">
            <a:extLst xmlns:a="http://schemas.openxmlformats.org/drawingml/2006/main">
              <a:ext uri="{FF2B5EF4-FFF2-40B4-BE49-F238E27FC236}">
                <a16:creationId xmlns:a16="http://schemas.microsoft.com/office/drawing/2014/main" id="{EF0614E9-3AC4-441F-B0FE-8CB58BD2091C}"/>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Malabon</a:t>
            </a:r>
          </a:p>
        </p:txBody>
      </p:sp>
      <p:sp>
        <p:nvSpPr>
          <p:cNvPr id="21" name="profile-563">
            <a:extLst xmlns:a="http://schemas.openxmlformats.org/drawingml/2006/main">
              <a:ext uri="{FF2B5EF4-FFF2-40B4-BE49-F238E27FC236}">
                <a16:creationId xmlns:a16="http://schemas.microsoft.com/office/drawing/2014/main" id="{08E009ED-04DB-486B-90D3-EC757EEE33ED}"/>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Mandaluyong</a:t>
            </a:r>
          </a:p>
        </p:txBody>
      </p:sp>
      <p:sp>
        <p:nvSpPr>
          <p:cNvPr id="22" name="profile-564">
            <a:extLst xmlns:a="http://schemas.openxmlformats.org/drawingml/2006/main">
              <a:ext uri="{FF2B5EF4-FFF2-40B4-BE49-F238E27FC236}">
                <a16:creationId xmlns:a16="http://schemas.microsoft.com/office/drawing/2014/main" id="{8A98D957-452F-47A8-A5E7-8208D4B3DA3C}"/>
              </a:ext>
            </a:extLst>
          </p:cNvPr>
          <p:cNvSpPr>
            <a:spLocks xmlns:a="http://schemas.openxmlformats.org/drawingml/2006/main" noGrp="1"/>
          </p:cNvSpPr>
          <p:nvPr/>
        </p:nvSpPr>
        <p:spPr>
          <a:xfrm xmlns:a="http://schemas.openxmlformats.org/drawingml/2006/main">
            <a:off x="38100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Manila</a:t>
            </a:r>
          </a:p>
        </p:txBody>
      </p:sp>
      <p:sp>
        <p:nvSpPr>
          <p:cNvPr id="23" name="profile-565">
            <a:extLst xmlns:a="http://schemas.openxmlformats.org/drawingml/2006/main">
              <a:ext uri="{FF2B5EF4-FFF2-40B4-BE49-F238E27FC236}">
                <a16:creationId xmlns:a16="http://schemas.microsoft.com/office/drawing/2014/main" id="{78CB27E3-59D2-47C5-B227-E4CCAF51F465}"/>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Marikina</a:t>
            </a:r>
          </a:p>
        </p:txBody>
      </p:sp>
      <p:sp>
        <p:nvSpPr>
          <p:cNvPr id="24" name="profile-566">
            <a:extLst xmlns:a="http://schemas.openxmlformats.org/drawingml/2006/main">
              <a:ext uri="{FF2B5EF4-FFF2-40B4-BE49-F238E27FC236}">
                <a16:creationId xmlns:a16="http://schemas.microsoft.com/office/drawing/2014/main" id="{FECB4224-B5EE-4C0E-AA2E-E0EDF1798348}"/>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Muntinlupa</a:t>
            </a:r>
          </a:p>
        </p:txBody>
      </p:sp>
      <p:sp>
        <p:nvSpPr>
          <p:cNvPr id="25" name="profile-567">
            <a:extLst xmlns:a="http://schemas.openxmlformats.org/drawingml/2006/main">
              <a:ext uri="{FF2B5EF4-FFF2-40B4-BE49-F238E27FC236}">
                <a16:creationId xmlns:a16="http://schemas.microsoft.com/office/drawing/2014/main" id="{B317304E-C8C0-4942-A1F1-BCF43E39635A}"/>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Navotas</a:t>
            </a:r>
          </a:p>
        </p:txBody>
      </p:sp>
      <p:sp>
        <p:nvSpPr>
          <p:cNvPr id="26" name="profile-568">
            <a:extLst xmlns:a="http://schemas.openxmlformats.org/drawingml/2006/main">
              <a:ext uri="{FF2B5EF4-FFF2-40B4-BE49-F238E27FC236}">
                <a16:creationId xmlns:a16="http://schemas.microsoft.com/office/drawing/2014/main" id="{54A83E13-299A-4516-AF16-529FCD63F4CB}"/>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Parañaque</a:t>
            </a:r>
          </a:p>
        </p:txBody>
      </p:sp>
      <p:sp>
        <p:nvSpPr>
          <p:cNvPr id="27" name="profile-569">
            <a:extLst xmlns:a="http://schemas.openxmlformats.org/drawingml/2006/main">
              <a:ext uri="{FF2B5EF4-FFF2-40B4-BE49-F238E27FC236}">
                <a16:creationId xmlns:a16="http://schemas.microsoft.com/office/drawing/2014/main" id="{4512EA01-5FF0-4F8D-88FD-E41616C464F1}"/>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Pasay</a:t>
            </a:r>
          </a:p>
        </p:txBody>
      </p:sp>
      <p:sp>
        <p:nvSpPr>
          <p:cNvPr id="28" name="profile-570">
            <a:extLst xmlns:a="http://schemas.openxmlformats.org/drawingml/2006/main">
              <a:ext uri="{FF2B5EF4-FFF2-40B4-BE49-F238E27FC236}">
                <a16:creationId xmlns:a16="http://schemas.microsoft.com/office/drawing/2014/main" id="{CF3A3A96-4E94-4677-9EFF-867956A02C8B}"/>
              </a:ext>
            </a:extLst>
          </p:cNvPr>
          <p:cNvSpPr>
            <a:spLocks xmlns:a="http://schemas.openxmlformats.org/drawingml/2006/main" noGrp="1"/>
          </p:cNvSpPr>
          <p:nvPr/>
        </p:nvSpPr>
        <p:spPr>
          <a:xfrm xmlns:a="http://schemas.openxmlformats.org/drawingml/2006/main">
            <a:off x="4333875"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Pasig</a:t>
            </a:r>
          </a:p>
        </p:txBody>
      </p:sp>
      <p:sp>
        <p:nvSpPr>
          <p:cNvPr id="29" name="profile-571">
            <a:extLst xmlns:a="http://schemas.openxmlformats.org/drawingml/2006/main">
              <a:ext uri="{FF2B5EF4-FFF2-40B4-BE49-F238E27FC236}">
                <a16:creationId xmlns:a16="http://schemas.microsoft.com/office/drawing/2014/main" id="{5F2383AC-B34B-4AF5-A119-8276D01D5542}"/>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Quezon City</a:t>
            </a:r>
          </a:p>
        </p:txBody>
      </p:sp>
      <p:sp>
        <p:nvSpPr>
          <p:cNvPr id="30" name="profile-572">
            <a:extLst xmlns:a="http://schemas.openxmlformats.org/drawingml/2006/main">
              <a:ext uri="{FF2B5EF4-FFF2-40B4-BE49-F238E27FC236}">
                <a16:creationId xmlns:a16="http://schemas.microsoft.com/office/drawing/2014/main" id="{BC7EA051-2B87-447A-9B4C-CFD79EB4BA26}"/>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Juan</a:t>
            </a:r>
          </a:p>
        </p:txBody>
      </p:sp>
      <p:sp>
        <p:nvSpPr>
          <p:cNvPr id="31" name="profile-573">
            <a:extLst xmlns:a="http://schemas.openxmlformats.org/drawingml/2006/main">
              <a:ext uri="{FF2B5EF4-FFF2-40B4-BE49-F238E27FC236}">
                <a16:creationId xmlns:a16="http://schemas.microsoft.com/office/drawing/2014/main" id="{A9EA9C7F-3684-4DC4-B35D-4AD941EDED91}"/>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Taguig</a:t>
            </a:r>
          </a:p>
        </p:txBody>
      </p:sp>
      <p:sp>
        <p:nvSpPr>
          <p:cNvPr id="32" name="profile-574">
            <a:extLst xmlns:a="http://schemas.openxmlformats.org/drawingml/2006/main">
              <a:ext uri="{FF2B5EF4-FFF2-40B4-BE49-F238E27FC236}">
                <a16:creationId xmlns:a16="http://schemas.microsoft.com/office/drawing/2014/main" id="{8AB033C2-1C6C-444A-AD92-74EC3DC453DE}"/>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Valenzuela</a:t>
            </a:r>
          </a:p>
        </p:txBody>
      </p:sp>
      <p:sp>
        <p:nvSpPr>
          <p:cNvPr id="33" name="profile-575">
            <a:extLst xmlns:a="http://schemas.openxmlformats.org/drawingml/2006/main">
              <a:ext uri="{FF2B5EF4-FFF2-40B4-BE49-F238E27FC236}">
                <a16:creationId xmlns:a16="http://schemas.microsoft.com/office/drawing/2014/main" id="{C1FE56D9-C5AD-4033-A61E-6328AA98A9E9}"/>
              </a:ext>
            </a:extLst>
          </p:cNvPr>
          <p:cNvSpPr>
            <a:spLocks xmlns:a="http://schemas.openxmlformats.org/drawingml/2006/main" noGrp="1"/>
          </p:cNvSpPr>
          <p:nvPr/>
        </p:nvSpPr>
        <p:spPr>
          <a:xfrm xmlns:a="http://schemas.openxmlformats.org/drawingml/2006/main">
            <a:off x="828675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Pateros</a:t>
            </a:r>
          </a:p>
        </p:txBody>
      </p:sp>
      <p:sp>
        <p:nvSpPr>
          <p:cNvPr id="34" name="profile-576">
            <a:extLst xmlns:a="http://schemas.openxmlformats.org/drawingml/2006/main">
              <a:ext uri="{FF2B5EF4-FFF2-40B4-BE49-F238E27FC236}">
                <a16:creationId xmlns:a16="http://schemas.microsoft.com/office/drawing/2014/main" id="{C28081E9-2E1B-481D-AD64-B2C6295D8528}"/>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5906304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profile-577">
            <a:extLst xmlns:a="http://schemas.openxmlformats.org/drawingml/2006/main">
              <a:ext uri="{FF2B5EF4-FFF2-40B4-BE49-F238E27FC236}">
                <a16:creationId xmlns:a16="http://schemas.microsoft.com/office/drawing/2014/main" id="{81D81959-6CC5-4F1A-A62E-AA57A140DCF5}"/>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04FFB90-2D5B-4E6B-B578-07D2EFFA87DF}"/>
              </a:ext>
            </a:extLst>
          </p:cNvPr>
          <p:cNvPicPr>
            <a:picLocks xmlns:a="http://schemas.openxmlformats.org/drawingml/2006/main" noChangeAspect="1"/>
          </p:cNvPicPr>
          <p:nvPr/>
        </p:nvPicPr>
        <p:blipFill>
          <a:blip xmlns:r="http://schemas.openxmlformats.org/officeDocument/2006/relationships" xmlns:a="http://schemas.openxmlformats.org/drawingml/2006/main" r:embed="R2479a2fd28b2428b"/>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578">
            <a:extLst xmlns:a="http://schemas.openxmlformats.org/drawingml/2006/main">
              <a:ext uri="{FF2B5EF4-FFF2-40B4-BE49-F238E27FC236}">
                <a16:creationId xmlns:a16="http://schemas.microsoft.com/office/drawing/2014/main" id="{B7382957-3BA3-4F24-BD88-2DED556C2441}"/>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579">
            <a:extLst xmlns:a="http://schemas.openxmlformats.org/drawingml/2006/main">
              <a:ext uri="{FF2B5EF4-FFF2-40B4-BE49-F238E27FC236}">
                <a16:creationId xmlns:a16="http://schemas.microsoft.com/office/drawing/2014/main" id="{413E769F-33F4-43C8-AFE6-C787BB996918}"/>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580">
            <a:extLst xmlns:a="http://schemas.openxmlformats.org/drawingml/2006/main">
              <a:ext uri="{FF2B5EF4-FFF2-40B4-BE49-F238E27FC236}">
                <a16:creationId xmlns:a16="http://schemas.microsoft.com/office/drawing/2014/main" id="{A86191C9-2540-472C-A4FF-EAB85EA51B1D}"/>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581">
            <a:extLst xmlns:a="http://schemas.openxmlformats.org/drawingml/2006/main">
              <a:ext uri="{FF2B5EF4-FFF2-40B4-BE49-F238E27FC236}">
                <a16:creationId xmlns:a16="http://schemas.microsoft.com/office/drawing/2014/main" id="{DB33A1B1-3EE3-46E2-9C38-80A8A9DE99F9}"/>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582">
            <a:extLst xmlns:a="http://schemas.openxmlformats.org/drawingml/2006/main">
              <a:ext uri="{FF2B5EF4-FFF2-40B4-BE49-F238E27FC236}">
                <a16:creationId xmlns:a16="http://schemas.microsoft.com/office/drawing/2014/main" id="{CDE3BB25-BD72-4341-9DC6-247C805E0DA3}"/>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583">
            <a:extLst xmlns:a="http://schemas.openxmlformats.org/drawingml/2006/main">
              <a:ext uri="{FF2B5EF4-FFF2-40B4-BE49-F238E27FC236}">
                <a16:creationId xmlns:a16="http://schemas.microsoft.com/office/drawing/2014/main" id="{275FF9FE-9CB6-466D-B6F7-867DD8C20731}"/>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584">
            <a:extLst xmlns:a="http://schemas.openxmlformats.org/drawingml/2006/main">
              <a:ext uri="{FF2B5EF4-FFF2-40B4-BE49-F238E27FC236}">
                <a16:creationId xmlns:a16="http://schemas.microsoft.com/office/drawing/2014/main" id="{7C9EA7A4-1DDD-4BF6-A49A-F1CFBE7BEA2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585">
            <a:extLst xmlns:a="http://schemas.openxmlformats.org/drawingml/2006/main">
              <a:ext uri="{FF2B5EF4-FFF2-40B4-BE49-F238E27FC236}">
                <a16:creationId xmlns:a16="http://schemas.microsoft.com/office/drawing/2014/main" id="{581C0215-8A84-4927-9219-EF3AF6350E2F}"/>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586">
            <a:extLst xmlns:a="http://schemas.openxmlformats.org/drawingml/2006/main">
              <a:ext uri="{FF2B5EF4-FFF2-40B4-BE49-F238E27FC236}">
                <a16:creationId xmlns:a16="http://schemas.microsoft.com/office/drawing/2014/main" id="{A7885301-8C02-4DCF-9A32-0C98D5C1D15C}"/>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587">
            <a:extLst xmlns:a="http://schemas.openxmlformats.org/drawingml/2006/main">
              <a:ext uri="{FF2B5EF4-FFF2-40B4-BE49-F238E27FC236}">
                <a16:creationId xmlns:a16="http://schemas.microsoft.com/office/drawing/2014/main" id="{768F211B-E3C8-4FEB-80C8-DB5BF2E2B6D9}"/>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588">
            <a:extLst xmlns:a="http://schemas.openxmlformats.org/drawingml/2006/main">
              <a:ext uri="{FF2B5EF4-FFF2-40B4-BE49-F238E27FC236}">
                <a16:creationId xmlns:a16="http://schemas.microsoft.com/office/drawing/2014/main" id="{11D870D9-9829-412D-A333-7457D1CFBADB}"/>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22</a:t>
            </a:r>
          </a:p>
        </p:txBody>
      </p:sp>
      <p:sp>
        <p:nvSpPr>
          <p:cNvPr id="14" name="profile-589">
            <a:extLst xmlns:a="http://schemas.openxmlformats.org/drawingml/2006/main">
              <a:ext uri="{FF2B5EF4-FFF2-40B4-BE49-F238E27FC236}">
                <a16:creationId xmlns:a16="http://schemas.microsoft.com/office/drawing/2014/main" id="{824EF2C9-9CC5-40A5-8105-B24AAC087232}"/>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590">
            <a:extLst xmlns:a="http://schemas.openxmlformats.org/drawingml/2006/main">
              <a:ext uri="{FF2B5EF4-FFF2-40B4-BE49-F238E27FC236}">
                <a16:creationId xmlns:a16="http://schemas.microsoft.com/office/drawing/2014/main" id="{BC8C1002-64A1-4611-B5BE-B2E0FAC0F472}"/>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Cavite</a:t>
            </a:r>
          </a:p>
        </p:txBody>
      </p:sp>
      <p:sp>
        <p:nvSpPr>
          <p:cNvPr id="16" name="profile-591">
            <a:extLst xmlns:a="http://schemas.openxmlformats.org/drawingml/2006/main">
              <a:ext uri="{FF2B5EF4-FFF2-40B4-BE49-F238E27FC236}">
                <a16:creationId xmlns:a16="http://schemas.microsoft.com/office/drawing/2014/main" id="{2A2986B3-CDE8-4B0F-8EE7-7A55FB8D0FE3}"/>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592">
            <a:extLst xmlns:a="http://schemas.openxmlformats.org/drawingml/2006/main">
              <a:ext uri="{FF2B5EF4-FFF2-40B4-BE49-F238E27FC236}">
                <a16:creationId xmlns:a16="http://schemas.microsoft.com/office/drawing/2014/main" id="{41E8EB69-C9EB-42B2-A8F3-F3C601F82D0D}"/>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Bacoor</a:t>
            </a:r>
          </a:p>
        </p:txBody>
      </p:sp>
      <p:sp>
        <p:nvSpPr>
          <p:cNvPr id="18" name="profile-593">
            <a:extLst xmlns:a="http://schemas.openxmlformats.org/drawingml/2006/main">
              <a:ext uri="{FF2B5EF4-FFF2-40B4-BE49-F238E27FC236}">
                <a16:creationId xmlns:a16="http://schemas.microsoft.com/office/drawing/2014/main" id="{ACBBEF04-6D03-44B6-942D-38C927AD2CF4}"/>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Carmona</a:t>
            </a:r>
          </a:p>
        </p:txBody>
      </p:sp>
      <p:sp>
        <p:nvSpPr>
          <p:cNvPr id="19" name="profile-594">
            <a:extLst xmlns:a="http://schemas.openxmlformats.org/drawingml/2006/main">
              <a:ext uri="{FF2B5EF4-FFF2-40B4-BE49-F238E27FC236}">
                <a16:creationId xmlns:a16="http://schemas.microsoft.com/office/drawing/2014/main" id="{4233D544-8AFA-459E-A767-13945AE3C19C}"/>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Cavite City</a:t>
            </a:r>
          </a:p>
        </p:txBody>
      </p:sp>
      <p:sp>
        <p:nvSpPr>
          <p:cNvPr id="20" name="profile-595">
            <a:extLst xmlns:a="http://schemas.openxmlformats.org/drawingml/2006/main">
              <a:ext uri="{FF2B5EF4-FFF2-40B4-BE49-F238E27FC236}">
                <a16:creationId xmlns:a16="http://schemas.microsoft.com/office/drawing/2014/main" id="{8C2FB4DC-4005-4ABB-BE70-050B41B6F695}"/>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Dasmariñas</a:t>
            </a:r>
          </a:p>
        </p:txBody>
      </p:sp>
      <p:sp>
        <p:nvSpPr>
          <p:cNvPr id="21" name="profile-596">
            <a:extLst xmlns:a="http://schemas.openxmlformats.org/drawingml/2006/main">
              <a:ext uri="{FF2B5EF4-FFF2-40B4-BE49-F238E27FC236}">
                <a16:creationId xmlns:a16="http://schemas.microsoft.com/office/drawing/2014/main" id="{6827790C-B522-4D27-8DF3-E5A1E079BFD8}"/>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General Trias</a:t>
            </a:r>
          </a:p>
        </p:txBody>
      </p:sp>
      <p:sp>
        <p:nvSpPr>
          <p:cNvPr id="22" name="profile-597">
            <a:extLst xmlns:a="http://schemas.openxmlformats.org/drawingml/2006/main">
              <a:ext uri="{FF2B5EF4-FFF2-40B4-BE49-F238E27FC236}">
                <a16:creationId xmlns:a16="http://schemas.microsoft.com/office/drawing/2014/main" id="{AB263CE4-7DAB-4CE9-8EEB-65905ACA07E2}"/>
              </a:ext>
            </a:extLst>
          </p:cNvPr>
          <p:cNvSpPr>
            <a:spLocks xmlns:a="http://schemas.openxmlformats.org/drawingml/2006/main" noGrp="1"/>
          </p:cNvSpPr>
          <p:nvPr/>
        </p:nvSpPr>
        <p:spPr>
          <a:xfrm xmlns:a="http://schemas.openxmlformats.org/drawingml/2006/main">
            <a:off x="38100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Imus</a:t>
            </a:r>
          </a:p>
        </p:txBody>
      </p:sp>
      <p:sp>
        <p:nvSpPr>
          <p:cNvPr id="23" name="profile-598">
            <a:extLst xmlns:a="http://schemas.openxmlformats.org/drawingml/2006/main">
              <a:ext uri="{FF2B5EF4-FFF2-40B4-BE49-F238E27FC236}">
                <a16:creationId xmlns:a16="http://schemas.microsoft.com/office/drawing/2014/main" id="{089E7812-C23A-4BA7-91A2-926B72B98594}"/>
              </a:ext>
            </a:extLst>
          </p:cNvPr>
          <p:cNvSpPr>
            <a:spLocks xmlns:a="http://schemas.openxmlformats.org/drawingml/2006/main" noGrp="1"/>
          </p:cNvSpPr>
          <p:nvPr/>
        </p:nvSpPr>
        <p:spPr>
          <a:xfrm xmlns:a="http://schemas.openxmlformats.org/drawingml/2006/main">
            <a:off x="38100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Tagaytay</a:t>
            </a:r>
          </a:p>
        </p:txBody>
      </p:sp>
      <p:sp>
        <p:nvSpPr>
          <p:cNvPr id="24" name="profile-599">
            <a:extLst xmlns:a="http://schemas.openxmlformats.org/drawingml/2006/main">
              <a:ext uri="{FF2B5EF4-FFF2-40B4-BE49-F238E27FC236}">
                <a16:creationId xmlns:a16="http://schemas.microsoft.com/office/drawing/2014/main" id="{DE8710F8-ADF2-4F78-B442-B5F9939803F8}"/>
              </a:ext>
            </a:extLst>
          </p:cNvPr>
          <p:cNvSpPr>
            <a:spLocks xmlns:a="http://schemas.openxmlformats.org/drawingml/2006/main" noGrp="1"/>
          </p:cNvSpPr>
          <p:nvPr/>
        </p:nvSpPr>
        <p:spPr>
          <a:xfrm xmlns:a="http://schemas.openxmlformats.org/drawingml/2006/main">
            <a:off x="38100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Trece Martires</a:t>
            </a:r>
          </a:p>
        </p:txBody>
      </p:sp>
      <p:sp>
        <p:nvSpPr>
          <p:cNvPr id="25" name="profile-600">
            <a:extLst xmlns:a="http://schemas.openxmlformats.org/drawingml/2006/main">
              <a:ext uri="{FF2B5EF4-FFF2-40B4-BE49-F238E27FC236}">
                <a16:creationId xmlns:a16="http://schemas.microsoft.com/office/drawing/2014/main" id="{D7948F8E-68CA-4980-A2C9-F6FD7B807314}"/>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Alfonso</a:t>
            </a:r>
          </a:p>
        </p:txBody>
      </p:sp>
      <p:sp>
        <p:nvSpPr>
          <p:cNvPr id="26" name="profile-601">
            <a:extLst xmlns:a="http://schemas.openxmlformats.org/drawingml/2006/main">
              <a:ext uri="{FF2B5EF4-FFF2-40B4-BE49-F238E27FC236}">
                <a16:creationId xmlns:a16="http://schemas.microsoft.com/office/drawing/2014/main" id="{14880742-10DE-42B6-8139-135639766627}"/>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Amadeo</a:t>
            </a:r>
          </a:p>
        </p:txBody>
      </p:sp>
      <p:sp>
        <p:nvSpPr>
          <p:cNvPr id="27" name="profile-602">
            <a:extLst xmlns:a="http://schemas.openxmlformats.org/drawingml/2006/main">
              <a:ext uri="{FF2B5EF4-FFF2-40B4-BE49-F238E27FC236}">
                <a16:creationId xmlns:a16="http://schemas.microsoft.com/office/drawing/2014/main" id="{D66113A7-1731-4A54-98AD-C9C6965F253B}"/>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General Emilio Aguinaldo</a:t>
            </a:r>
          </a:p>
        </p:txBody>
      </p:sp>
      <p:sp>
        <p:nvSpPr>
          <p:cNvPr id="28" name="profile-603">
            <a:extLst xmlns:a="http://schemas.openxmlformats.org/drawingml/2006/main">
              <a:ext uri="{FF2B5EF4-FFF2-40B4-BE49-F238E27FC236}">
                <a16:creationId xmlns:a16="http://schemas.microsoft.com/office/drawing/2014/main" id="{BC623247-1E1B-412B-8FD4-BA37BBA5A940}"/>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Indang</a:t>
            </a:r>
          </a:p>
        </p:txBody>
      </p:sp>
      <p:sp>
        <p:nvSpPr>
          <p:cNvPr id="29" name="profile-604">
            <a:extLst xmlns:a="http://schemas.openxmlformats.org/drawingml/2006/main">
              <a:ext uri="{FF2B5EF4-FFF2-40B4-BE49-F238E27FC236}">
                <a16:creationId xmlns:a16="http://schemas.microsoft.com/office/drawing/2014/main" id="{BD57F5B8-32E6-460F-94E6-6BF05E93E8A6}"/>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Kawit</a:t>
            </a:r>
          </a:p>
        </p:txBody>
      </p:sp>
      <p:sp>
        <p:nvSpPr>
          <p:cNvPr id="30" name="profile-605">
            <a:extLst xmlns:a="http://schemas.openxmlformats.org/drawingml/2006/main">
              <a:ext uri="{FF2B5EF4-FFF2-40B4-BE49-F238E27FC236}">
                <a16:creationId xmlns:a16="http://schemas.microsoft.com/office/drawing/2014/main" id="{8EEA05DF-9942-4912-B010-AA6F9984187A}"/>
              </a:ext>
            </a:extLst>
          </p:cNvPr>
          <p:cNvSpPr>
            <a:spLocks xmlns:a="http://schemas.openxmlformats.org/drawingml/2006/main" noGrp="1"/>
          </p:cNvSpPr>
          <p:nvPr/>
        </p:nvSpPr>
        <p:spPr>
          <a:xfrm xmlns:a="http://schemas.openxmlformats.org/drawingml/2006/main">
            <a:off x="4333875"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Magallanes</a:t>
            </a:r>
          </a:p>
        </p:txBody>
      </p:sp>
      <p:sp>
        <p:nvSpPr>
          <p:cNvPr id="31" name="profile-606">
            <a:extLst xmlns:a="http://schemas.openxmlformats.org/drawingml/2006/main">
              <a:ext uri="{FF2B5EF4-FFF2-40B4-BE49-F238E27FC236}">
                <a16:creationId xmlns:a16="http://schemas.microsoft.com/office/drawing/2014/main" id="{664154D5-8499-42CB-953C-A933F4D7BEE3}"/>
              </a:ext>
            </a:extLst>
          </p:cNvPr>
          <p:cNvSpPr>
            <a:spLocks xmlns:a="http://schemas.openxmlformats.org/drawingml/2006/main" noGrp="1"/>
          </p:cNvSpPr>
          <p:nvPr/>
        </p:nvSpPr>
        <p:spPr>
          <a:xfrm xmlns:a="http://schemas.openxmlformats.org/drawingml/2006/main">
            <a:off x="4333875"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Maragondon</a:t>
            </a:r>
          </a:p>
        </p:txBody>
      </p:sp>
      <p:sp>
        <p:nvSpPr>
          <p:cNvPr id="32" name="profile-607">
            <a:extLst xmlns:a="http://schemas.openxmlformats.org/drawingml/2006/main">
              <a:ext uri="{FF2B5EF4-FFF2-40B4-BE49-F238E27FC236}">
                <a16:creationId xmlns:a16="http://schemas.microsoft.com/office/drawing/2014/main" id="{051E3A72-70E0-45B6-9571-F4F112D301A6}"/>
              </a:ext>
            </a:extLst>
          </p:cNvPr>
          <p:cNvSpPr>
            <a:spLocks xmlns:a="http://schemas.openxmlformats.org/drawingml/2006/main" noGrp="1"/>
          </p:cNvSpPr>
          <p:nvPr/>
        </p:nvSpPr>
        <p:spPr>
          <a:xfrm xmlns:a="http://schemas.openxmlformats.org/drawingml/2006/main">
            <a:off x="4333875"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Mendez</a:t>
            </a:r>
          </a:p>
        </p:txBody>
      </p:sp>
      <p:sp>
        <p:nvSpPr>
          <p:cNvPr id="33" name="profile-608">
            <a:extLst xmlns:a="http://schemas.openxmlformats.org/drawingml/2006/main">
              <a:ext uri="{FF2B5EF4-FFF2-40B4-BE49-F238E27FC236}">
                <a16:creationId xmlns:a16="http://schemas.microsoft.com/office/drawing/2014/main" id="{B19375CE-0861-4D58-AC05-E7D9F6A65E89}"/>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Naic</a:t>
            </a:r>
          </a:p>
        </p:txBody>
      </p:sp>
      <p:sp>
        <p:nvSpPr>
          <p:cNvPr id="34" name="profile-609">
            <a:extLst xmlns:a="http://schemas.openxmlformats.org/drawingml/2006/main">
              <a:ext uri="{FF2B5EF4-FFF2-40B4-BE49-F238E27FC236}">
                <a16:creationId xmlns:a16="http://schemas.microsoft.com/office/drawing/2014/main" id="{CD2613AE-FFAB-494F-9701-8D4B16C7F13B}"/>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Noveleta</a:t>
            </a:r>
          </a:p>
        </p:txBody>
      </p:sp>
      <p:sp>
        <p:nvSpPr>
          <p:cNvPr id="35" name="profile-610">
            <a:extLst xmlns:a="http://schemas.openxmlformats.org/drawingml/2006/main">
              <a:ext uri="{FF2B5EF4-FFF2-40B4-BE49-F238E27FC236}">
                <a16:creationId xmlns:a16="http://schemas.microsoft.com/office/drawing/2014/main" id="{13E7D441-A6A2-4539-A2BD-2A46FA8A9912}"/>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Rosario</a:t>
            </a:r>
          </a:p>
        </p:txBody>
      </p:sp>
      <p:sp>
        <p:nvSpPr>
          <p:cNvPr id="36" name="profile-611">
            <a:extLst xmlns:a="http://schemas.openxmlformats.org/drawingml/2006/main">
              <a:ext uri="{FF2B5EF4-FFF2-40B4-BE49-F238E27FC236}">
                <a16:creationId xmlns:a16="http://schemas.microsoft.com/office/drawing/2014/main" id="{7A732A09-5DA2-4035-BBC7-ACC3C0EEBE84}"/>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Silang</a:t>
            </a:r>
          </a:p>
        </p:txBody>
      </p:sp>
      <p:sp>
        <p:nvSpPr>
          <p:cNvPr id="37" name="profile-612">
            <a:extLst xmlns:a="http://schemas.openxmlformats.org/drawingml/2006/main">
              <a:ext uri="{FF2B5EF4-FFF2-40B4-BE49-F238E27FC236}">
                <a16:creationId xmlns:a16="http://schemas.microsoft.com/office/drawing/2014/main" id="{6A169213-5953-4D36-B2B0-F1DA4643507F}"/>
              </a:ext>
            </a:extLst>
          </p:cNvPr>
          <p:cNvSpPr>
            <a:spLocks xmlns:a="http://schemas.openxmlformats.org/drawingml/2006/main" noGrp="1"/>
          </p:cNvSpPr>
          <p:nvPr/>
        </p:nvSpPr>
        <p:spPr>
          <a:xfrm xmlns:a="http://schemas.openxmlformats.org/drawingml/2006/main">
            <a:off x="828675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Tanza</a:t>
            </a:r>
          </a:p>
        </p:txBody>
      </p:sp>
      <p:sp>
        <p:nvSpPr>
          <p:cNvPr id="38" name="profile-613">
            <a:extLst xmlns:a="http://schemas.openxmlformats.org/drawingml/2006/main">
              <a:ext uri="{FF2B5EF4-FFF2-40B4-BE49-F238E27FC236}">
                <a16:creationId xmlns:a16="http://schemas.microsoft.com/office/drawing/2014/main" id="{028E4A7F-0422-4DFC-B63F-959220E091BC}"/>
              </a:ext>
            </a:extLst>
          </p:cNvPr>
          <p:cNvSpPr>
            <a:spLocks xmlns:a="http://schemas.openxmlformats.org/drawingml/2006/main" noGrp="1"/>
          </p:cNvSpPr>
          <p:nvPr/>
        </p:nvSpPr>
        <p:spPr>
          <a:xfrm xmlns:a="http://schemas.openxmlformats.org/drawingml/2006/main">
            <a:off x="828675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Ternate</a:t>
            </a:r>
          </a:p>
        </p:txBody>
      </p:sp>
      <p:sp>
        <p:nvSpPr>
          <p:cNvPr id="39" name="profile-614">
            <a:extLst xmlns:a="http://schemas.openxmlformats.org/drawingml/2006/main">
              <a:ext uri="{FF2B5EF4-FFF2-40B4-BE49-F238E27FC236}">
                <a16:creationId xmlns:a16="http://schemas.microsoft.com/office/drawing/2014/main" id="{6729AA2F-3E11-4280-BEC3-57DC733BEC5F}"/>
              </a:ext>
            </a:extLst>
          </p:cNvPr>
          <p:cNvSpPr>
            <a:spLocks xmlns:a="http://schemas.openxmlformats.org/drawingml/2006/main" noGrp="1"/>
          </p:cNvSpPr>
          <p:nvPr/>
        </p:nvSpPr>
        <p:spPr>
          <a:xfrm xmlns:a="http://schemas.openxmlformats.org/drawingml/2006/main">
            <a:off x="828675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General Mariano Alvarez</a:t>
            </a:r>
          </a:p>
        </p:txBody>
      </p:sp>
      <p:sp>
        <p:nvSpPr>
          <p:cNvPr id="40" name="profile-615">
            <a:extLst xmlns:a="http://schemas.openxmlformats.org/drawingml/2006/main">
              <a:ext uri="{FF2B5EF4-FFF2-40B4-BE49-F238E27FC236}">
                <a16:creationId xmlns:a16="http://schemas.microsoft.com/office/drawing/2014/main" id="{A6E8F8F5-02A0-4B24-B98C-BF762F22B3FF}"/>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7698284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616">
            <a:extLst xmlns:a="http://schemas.openxmlformats.org/drawingml/2006/main">
              <a:ext uri="{FF2B5EF4-FFF2-40B4-BE49-F238E27FC236}">
                <a16:creationId xmlns:a16="http://schemas.microsoft.com/office/drawing/2014/main" id="{3BD50E54-DECF-4BE7-9934-7CDB2AD4E9A2}"/>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A5F0001A-4B14-4C75-A215-6F4089B19D32}"/>
              </a:ext>
            </a:extLst>
          </p:cNvPr>
          <p:cNvPicPr>
            <a:picLocks xmlns:a="http://schemas.openxmlformats.org/drawingml/2006/main" noChangeAspect="1"/>
          </p:cNvPicPr>
          <p:nvPr/>
        </p:nvPicPr>
        <p:blipFill>
          <a:blip xmlns:r="http://schemas.openxmlformats.org/officeDocument/2006/relationships" xmlns:a="http://schemas.openxmlformats.org/drawingml/2006/main" r:embed="Re29213555d924082"/>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617">
            <a:extLst xmlns:a="http://schemas.openxmlformats.org/drawingml/2006/main">
              <a:ext uri="{FF2B5EF4-FFF2-40B4-BE49-F238E27FC236}">
                <a16:creationId xmlns:a16="http://schemas.microsoft.com/office/drawing/2014/main" id="{8C78C4B3-89DA-4288-BC0B-801E0BE709BA}"/>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618">
            <a:extLst xmlns:a="http://schemas.openxmlformats.org/drawingml/2006/main">
              <a:ext uri="{FF2B5EF4-FFF2-40B4-BE49-F238E27FC236}">
                <a16:creationId xmlns:a16="http://schemas.microsoft.com/office/drawing/2014/main" id="{B613C694-8088-4D68-898F-083A588895C1}"/>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619">
            <a:extLst xmlns:a="http://schemas.openxmlformats.org/drawingml/2006/main">
              <a:ext uri="{FF2B5EF4-FFF2-40B4-BE49-F238E27FC236}">
                <a16:creationId xmlns:a16="http://schemas.microsoft.com/office/drawing/2014/main" id="{A8DEFAC4-1FB8-4793-A1E3-3C292748F99D}"/>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620">
            <a:extLst xmlns:a="http://schemas.openxmlformats.org/drawingml/2006/main">
              <a:ext uri="{FF2B5EF4-FFF2-40B4-BE49-F238E27FC236}">
                <a16:creationId xmlns:a16="http://schemas.microsoft.com/office/drawing/2014/main" id="{4A99945B-64B2-462A-A3BD-B0127530DA3E}"/>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621">
            <a:extLst xmlns:a="http://schemas.openxmlformats.org/drawingml/2006/main">
              <a:ext uri="{FF2B5EF4-FFF2-40B4-BE49-F238E27FC236}">
                <a16:creationId xmlns:a16="http://schemas.microsoft.com/office/drawing/2014/main" id="{045E8800-7754-420C-BF03-B8457A85B01C}"/>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622">
            <a:extLst xmlns:a="http://schemas.openxmlformats.org/drawingml/2006/main">
              <a:ext uri="{FF2B5EF4-FFF2-40B4-BE49-F238E27FC236}">
                <a16:creationId xmlns:a16="http://schemas.microsoft.com/office/drawing/2014/main" id="{36B0D20B-9764-49EC-A017-6F0D85543A7E}"/>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623">
            <a:extLst xmlns:a="http://schemas.openxmlformats.org/drawingml/2006/main">
              <a:ext uri="{FF2B5EF4-FFF2-40B4-BE49-F238E27FC236}">
                <a16:creationId xmlns:a16="http://schemas.microsoft.com/office/drawing/2014/main" id="{292DFAB6-1682-4615-895E-2F91DCF303E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624">
            <a:extLst xmlns:a="http://schemas.openxmlformats.org/drawingml/2006/main">
              <a:ext uri="{FF2B5EF4-FFF2-40B4-BE49-F238E27FC236}">
                <a16:creationId xmlns:a16="http://schemas.microsoft.com/office/drawing/2014/main" id="{53C79BD8-4F6A-440E-8C08-819A0E32D2A8}"/>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625">
            <a:extLst xmlns:a="http://schemas.openxmlformats.org/drawingml/2006/main">
              <a:ext uri="{FF2B5EF4-FFF2-40B4-BE49-F238E27FC236}">
                <a16:creationId xmlns:a16="http://schemas.microsoft.com/office/drawing/2014/main" id="{1B14CC33-7FF9-4784-98AF-B536FD636725}"/>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626">
            <a:extLst xmlns:a="http://schemas.openxmlformats.org/drawingml/2006/main">
              <a:ext uri="{FF2B5EF4-FFF2-40B4-BE49-F238E27FC236}">
                <a16:creationId xmlns:a16="http://schemas.microsoft.com/office/drawing/2014/main" id="{4C38218B-99C6-48FD-9E82-EBB6DF31B080}"/>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627">
            <a:extLst xmlns:a="http://schemas.openxmlformats.org/drawingml/2006/main">
              <a:ext uri="{FF2B5EF4-FFF2-40B4-BE49-F238E27FC236}">
                <a16:creationId xmlns:a16="http://schemas.microsoft.com/office/drawing/2014/main" id="{54BA79FA-9DA1-4D9D-B10F-B6D767581FDC}"/>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23</a:t>
            </a:r>
          </a:p>
        </p:txBody>
      </p:sp>
      <p:sp>
        <p:nvSpPr>
          <p:cNvPr id="14" name="profile-628">
            <a:extLst xmlns:a="http://schemas.openxmlformats.org/drawingml/2006/main">
              <a:ext uri="{FF2B5EF4-FFF2-40B4-BE49-F238E27FC236}">
                <a16:creationId xmlns:a16="http://schemas.microsoft.com/office/drawing/2014/main" id="{928925A0-469E-4CE2-AF3F-BEFEBEC596E7}"/>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629">
            <a:extLst xmlns:a="http://schemas.openxmlformats.org/drawingml/2006/main">
              <a:ext uri="{FF2B5EF4-FFF2-40B4-BE49-F238E27FC236}">
                <a16:creationId xmlns:a16="http://schemas.microsoft.com/office/drawing/2014/main" id="{1436442A-9FDB-40DA-B16A-DD02A065C5E7}"/>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Laguna</a:t>
            </a:r>
          </a:p>
        </p:txBody>
      </p:sp>
      <p:sp>
        <p:nvSpPr>
          <p:cNvPr id="16" name="profile-630">
            <a:extLst xmlns:a="http://schemas.openxmlformats.org/drawingml/2006/main">
              <a:ext uri="{FF2B5EF4-FFF2-40B4-BE49-F238E27FC236}">
                <a16:creationId xmlns:a16="http://schemas.microsoft.com/office/drawing/2014/main" id="{300E744F-AC81-48B3-BD47-27BE9C53F5E4}"/>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631">
            <a:extLst xmlns:a="http://schemas.openxmlformats.org/drawingml/2006/main">
              <a:ext uri="{FF2B5EF4-FFF2-40B4-BE49-F238E27FC236}">
                <a16:creationId xmlns:a16="http://schemas.microsoft.com/office/drawing/2014/main" id="{EA8862D5-E220-4622-9CB0-3BBFF31585D4}"/>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Biñan</a:t>
            </a:r>
          </a:p>
        </p:txBody>
      </p:sp>
      <p:sp>
        <p:nvSpPr>
          <p:cNvPr id="18" name="profile-632">
            <a:extLst xmlns:a="http://schemas.openxmlformats.org/drawingml/2006/main">
              <a:ext uri="{FF2B5EF4-FFF2-40B4-BE49-F238E27FC236}">
                <a16:creationId xmlns:a16="http://schemas.microsoft.com/office/drawing/2014/main" id="{2016A0A1-C7A6-4F62-A7FE-D8EE6B412DE9}"/>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Cabuyao</a:t>
            </a:r>
          </a:p>
        </p:txBody>
      </p:sp>
      <p:sp>
        <p:nvSpPr>
          <p:cNvPr id="19" name="profile-633">
            <a:extLst xmlns:a="http://schemas.openxmlformats.org/drawingml/2006/main">
              <a:ext uri="{FF2B5EF4-FFF2-40B4-BE49-F238E27FC236}">
                <a16:creationId xmlns:a16="http://schemas.microsoft.com/office/drawing/2014/main" id="{13167542-2798-4739-B202-498D8806AE9C}"/>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Calamba</a:t>
            </a:r>
          </a:p>
        </p:txBody>
      </p:sp>
      <p:sp>
        <p:nvSpPr>
          <p:cNvPr id="20" name="profile-634">
            <a:extLst xmlns:a="http://schemas.openxmlformats.org/drawingml/2006/main">
              <a:ext uri="{FF2B5EF4-FFF2-40B4-BE49-F238E27FC236}">
                <a16:creationId xmlns:a16="http://schemas.microsoft.com/office/drawing/2014/main" id="{9061E28D-A86F-4C3D-AF8D-1AFFF6B4E489}"/>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Pablo</a:t>
            </a:r>
          </a:p>
        </p:txBody>
      </p:sp>
      <p:sp>
        <p:nvSpPr>
          <p:cNvPr id="21" name="profile-635">
            <a:extLst xmlns:a="http://schemas.openxmlformats.org/drawingml/2006/main">
              <a:ext uri="{FF2B5EF4-FFF2-40B4-BE49-F238E27FC236}">
                <a16:creationId xmlns:a16="http://schemas.microsoft.com/office/drawing/2014/main" id="{FC8AF099-FC07-47CC-B6A1-0C0ADAE6E663}"/>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Pedro</a:t>
            </a:r>
          </a:p>
        </p:txBody>
      </p:sp>
      <p:sp>
        <p:nvSpPr>
          <p:cNvPr id="22" name="profile-636">
            <a:extLst xmlns:a="http://schemas.openxmlformats.org/drawingml/2006/main">
              <a:ext uri="{FF2B5EF4-FFF2-40B4-BE49-F238E27FC236}">
                <a16:creationId xmlns:a16="http://schemas.microsoft.com/office/drawing/2014/main" id="{44810F84-F39C-4143-B32A-840F8356D29F}"/>
              </a:ext>
            </a:extLst>
          </p:cNvPr>
          <p:cNvSpPr>
            <a:spLocks xmlns:a="http://schemas.openxmlformats.org/drawingml/2006/main" noGrp="1"/>
          </p:cNvSpPr>
          <p:nvPr/>
        </p:nvSpPr>
        <p:spPr>
          <a:xfrm xmlns:a="http://schemas.openxmlformats.org/drawingml/2006/main">
            <a:off x="38100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Rosa</a:t>
            </a:r>
          </a:p>
        </p:txBody>
      </p:sp>
      <p:sp>
        <p:nvSpPr>
          <p:cNvPr id="23" name="profile-637">
            <a:extLst xmlns:a="http://schemas.openxmlformats.org/drawingml/2006/main">
              <a:ext uri="{FF2B5EF4-FFF2-40B4-BE49-F238E27FC236}">
                <a16:creationId xmlns:a16="http://schemas.microsoft.com/office/drawing/2014/main" id="{D594C7F1-9B62-4432-87F9-8A3990F19E99}"/>
              </a:ext>
            </a:extLst>
          </p:cNvPr>
          <p:cNvSpPr>
            <a:spLocks xmlns:a="http://schemas.openxmlformats.org/drawingml/2006/main" noGrp="1"/>
          </p:cNvSpPr>
          <p:nvPr/>
        </p:nvSpPr>
        <p:spPr>
          <a:xfrm xmlns:a="http://schemas.openxmlformats.org/drawingml/2006/main">
            <a:off x="38100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Alaminos</a:t>
            </a:r>
          </a:p>
        </p:txBody>
      </p:sp>
      <p:sp>
        <p:nvSpPr>
          <p:cNvPr id="24" name="profile-638">
            <a:extLst xmlns:a="http://schemas.openxmlformats.org/drawingml/2006/main">
              <a:ext uri="{FF2B5EF4-FFF2-40B4-BE49-F238E27FC236}">
                <a16:creationId xmlns:a16="http://schemas.microsoft.com/office/drawing/2014/main" id="{CCD1286E-342C-4C1C-B3D6-BC92410DDE6D}"/>
              </a:ext>
            </a:extLst>
          </p:cNvPr>
          <p:cNvSpPr>
            <a:spLocks xmlns:a="http://schemas.openxmlformats.org/drawingml/2006/main" noGrp="1"/>
          </p:cNvSpPr>
          <p:nvPr/>
        </p:nvSpPr>
        <p:spPr>
          <a:xfrm xmlns:a="http://schemas.openxmlformats.org/drawingml/2006/main">
            <a:off x="38100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Bay</a:t>
            </a:r>
          </a:p>
        </p:txBody>
      </p:sp>
      <p:sp>
        <p:nvSpPr>
          <p:cNvPr id="25" name="profile-639">
            <a:extLst xmlns:a="http://schemas.openxmlformats.org/drawingml/2006/main">
              <a:ext uri="{FF2B5EF4-FFF2-40B4-BE49-F238E27FC236}">
                <a16:creationId xmlns:a16="http://schemas.microsoft.com/office/drawing/2014/main" id="{1A9BBB2E-E9D9-4BFE-8912-09002890631F}"/>
              </a:ext>
            </a:extLst>
          </p:cNvPr>
          <p:cNvSpPr>
            <a:spLocks xmlns:a="http://schemas.openxmlformats.org/drawingml/2006/main" noGrp="1"/>
          </p:cNvSpPr>
          <p:nvPr/>
        </p:nvSpPr>
        <p:spPr>
          <a:xfrm xmlns:a="http://schemas.openxmlformats.org/drawingml/2006/main">
            <a:off x="381000" y="48577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Calauan</a:t>
            </a:r>
          </a:p>
        </p:txBody>
      </p:sp>
      <p:sp>
        <p:nvSpPr>
          <p:cNvPr id="26" name="profile-640">
            <a:extLst xmlns:a="http://schemas.openxmlformats.org/drawingml/2006/main">
              <a:ext uri="{FF2B5EF4-FFF2-40B4-BE49-F238E27FC236}">
                <a16:creationId xmlns:a16="http://schemas.microsoft.com/office/drawing/2014/main" id="{B4D45F19-6975-4574-841E-92F8C2AA0BD1}"/>
              </a:ext>
            </a:extLst>
          </p:cNvPr>
          <p:cNvSpPr>
            <a:spLocks xmlns:a="http://schemas.openxmlformats.org/drawingml/2006/main" noGrp="1"/>
          </p:cNvSpPr>
          <p:nvPr/>
        </p:nvSpPr>
        <p:spPr>
          <a:xfrm xmlns:a="http://schemas.openxmlformats.org/drawingml/2006/main">
            <a:off x="381000" y="50768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Cavinti</a:t>
            </a:r>
          </a:p>
        </p:txBody>
      </p:sp>
      <p:sp>
        <p:nvSpPr>
          <p:cNvPr id="27" name="profile-641">
            <a:extLst xmlns:a="http://schemas.openxmlformats.org/drawingml/2006/main">
              <a:ext uri="{FF2B5EF4-FFF2-40B4-BE49-F238E27FC236}">
                <a16:creationId xmlns:a16="http://schemas.microsoft.com/office/drawing/2014/main" id="{EA01437A-C194-4022-BD92-CF04F45ED79F}"/>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Famy</a:t>
            </a:r>
          </a:p>
        </p:txBody>
      </p:sp>
      <p:sp>
        <p:nvSpPr>
          <p:cNvPr id="28" name="profile-642">
            <a:extLst xmlns:a="http://schemas.openxmlformats.org/drawingml/2006/main">
              <a:ext uri="{FF2B5EF4-FFF2-40B4-BE49-F238E27FC236}">
                <a16:creationId xmlns:a16="http://schemas.microsoft.com/office/drawing/2014/main" id="{775D8356-0CE4-45CE-881B-A72771D72514}"/>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Kalayaan</a:t>
            </a:r>
          </a:p>
        </p:txBody>
      </p:sp>
      <p:sp>
        <p:nvSpPr>
          <p:cNvPr id="29" name="profile-643">
            <a:extLst xmlns:a="http://schemas.openxmlformats.org/drawingml/2006/main">
              <a:ext uri="{FF2B5EF4-FFF2-40B4-BE49-F238E27FC236}">
                <a16:creationId xmlns:a16="http://schemas.microsoft.com/office/drawing/2014/main" id="{3E64E22F-97A8-4E0E-8268-87C1943F1348}"/>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Liliw</a:t>
            </a:r>
          </a:p>
        </p:txBody>
      </p:sp>
      <p:sp>
        <p:nvSpPr>
          <p:cNvPr id="30" name="profile-644">
            <a:extLst xmlns:a="http://schemas.openxmlformats.org/drawingml/2006/main">
              <a:ext uri="{FF2B5EF4-FFF2-40B4-BE49-F238E27FC236}">
                <a16:creationId xmlns:a16="http://schemas.microsoft.com/office/drawing/2014/main" id="{75A709CA-2680-4FC0-9025-51F0F79E2348}"/>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Los Baños</a:t>
            </a:r>
          </a:p>
        </p:txBody>
      </p:sp>
      <p:sp>
        <p:nvSpPr>
          <p:cNvPr id="31" name="profile-645">
            <a:extLst xmlns:a="http://schemas.openxmlformats.org/drawingml/2006/main">
              <a:ext uri="{FF2B5EF4-FFF2-40B4-BE49-F238E27FC236}">
                <a16:creationId xmlns:a16="http://schemas.microsoft.com/office/drawing/2014/main" id="{067861CE-6766-4CC1-A0A5-90D2CEBEBE71}"/>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Luisiana</a:t>
            </a:r>
          </a:p>
        </p:txBody>
      </p:sp>
      <p:sp>
        <p:nvSpPr>
          <p:cNvPr id="32" name="profile-646">
            <a:extLst xmlns:a="http://schemas.openxmlformats.org/drawingml/2006/main">
              <a:ext uri="{FF2B5EF4-FFF2-40B4-BE49-F238E27FC236}">
                <a16:creationId xmlns:a16="http://schemas.microsoft.com/office/drawing/2014/main" id="{BF167730-2518-49F7-98AF-65F822ED2B69}"/>
              </a:ext>
            </a:extLst>
          </p:cNvPr>
          <p:cNvSpPr>
            <a:spLocks xmlns:a="http://schemas.openxmlformats.org/drawingml/2006/main" noGrp="1"/>
          </p:cNvSpPr>
          <p:nvPr/>
        </p:nvSpPr>
        <p:spPr>
          <a:xfrm xmlns:a="http://schemas.openxmlformats.org/drawingml/2006/main">
            <a:off x="4333875"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Lumban</a:t>
            </a:r>
          </a:p>
        </p:txBody>
      </p:sp>
      <p:sp>
        <p:nvSpPr>
          <p:cNvPr id="33" name="profile-647">
            <a:extLst xmlns:a="http://schemas.openxmlformats.org/drawingml/2006/main">
              <a:ext uri="{FF2B5EF4-FFF2-40B4-BE49-F238E27FC236}">
                <a16:creationId xmlns:a16="http://schemas.microsoft.com/office/drawing/2014/main" id="{D01CC03E-0D5C-4137-933B-2E50D1E623ED}"/>
              </a:ext>
            </a:extLst>
          </p:cNvPr>
          <p:cNvSpPr>
            <a:spLocks xmlns:a="http://schemas.openxmlformats.org/drawingml/2006/main" noGrp="1"/>
          </p:cNvSpPr>
          <p:nvPr/>
        </p:nvSpPr>
        <p:spPr>
          <a:xfrm xmlns:a="http://schemas.openxmlformats.org/drawingml/2006/main">
            <a:off x="4333875"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Mabitac</a:t>
            </a:r>
          </a:p>
        </p:txBody>
      </p:sp>
      <p:sp>
        <p:nvSpPr>
          <p:cNvPr id="34" name="profile-648">
            <a:extLst xmlns:a="http://schemas.openxmlformats.org/drawingml/2006/main">
              <a:ext uri="{FF2B5EF4-FFF2-40B4-BE49-F238E27FC236}">
                <a16:creationId xmlns:a16="http://schemas.microsoft.com/office/drawing/2014/main" id="{67915B30-5A61-43D7-843D-635D7938A194}"/>
              </a:ext>
            </a:extLst>
          </p:cNvPr>
          <p:cNvSpPr>
            <a:spLocks xmlns:a="http://schemas.openxmlformats.org/drawingml/2006/main" noGrp="1"/>
          </p:cNvSpPr>
          <p:nvPr/>
        </p:nvSpPr>
        <p:spPr>
          <a:xfrm xmlns:a="http://schemas.openxmlformats.org/drawingml/2006/main">
            <a:off x="4333875"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Magdalena</a:t>
            </a:r>
          </a:p>
        </p:txBody>
      </p:sp>
      <p:sp>
        <p:nvSpPr>
          <p:cNvPr id="35" name="profile-649">
            <a:extLst xmlns:a="http://schemas.openxmlformats.org/drawingml/2006/main">
              <a:ext uri="{FF2B5EF4-FFF2-40B4-BE49-F238E27FC236}">
                <a16:creationId xmlns:a16="http://schemas.microsoft.com/office/drawing/2014/main" id="{5244B8A0-8FB1-4E7B-873E-B71208294499}"/>
              </a:ext>
            </a:extLst>
          </p:cNvPr>
          <p:cNvSpPr>
            <a:spLocks xmlns:a="http://schemas.openxmlformats.org/drawingml/2006/main" noGrp="1"/>
          </p:cNvSpPr>
          <p:nvPr/>
        </p:nvSpPr>
        <p:spPr>
          <a:xfrm xmlns:a="http://schemas.openxmlformats.org/drawingml/2006/main">
            <a:off x="4333875" y="48577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Majayjay</a:t>
            </a:r>
          </a:p>
        </p:txBody>
      </p:sp>
      <p:sp>
        <p:nvSpPr>
          <p:cNvPr id="36" name="profile-650">
            <a:extLst xmlns:a="http://schemas.openxmlformats.org/drawingml/2006/main">
              <a:ext uri="{FF2B5EF4-FFF2-40B4-BE49-F238E27FC236}">
                <a16:creationId xmlns:a16="http://schemas.microsoft.com/office/drawing/2014/main" id="{89C2916E-4BE9-41C9-977F-EC091F7D007B}"/>
              </a:ext>
            </a:extLst>
          </p:cNvPr>
          <p:cNvSpPr>
            <a:spLocks xmlns:a="http://schemas.openxmlformats.org/drawingml/2006/main" noGrp="1"/>
          </p:cNvSpPr>
          <p:nvPr/>
        </p:nvSpPr>
        <p:spPr>
          <a:xfrm xmlns:a="http://schemas.openxmlformats.org/drawingml/2006/main">
            <a:off x="4333875" y="50768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Nagcarlan</a:t>
            </a:r>
          </a:p>
        </p:txBody>
      </p:sp>
      <p:sp>
        <p:nvSpPr>
          <p:cNvPr id="37" name="profile-651">
            <a:extLst xmlns:a="http://schemas.openxmlformats.org/drawingml/2006/main">
              <a:ext uri="{FF2B5EF4-FFF2-40B4-BE49-F238E27FC236}">
                <a16:creationId xmlns:a16="http://schemas.microsoft.com/office/drawing/2014/main" id="{731F736E-F444-47DA-A919-B80D786FB62B}"/>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Paete</a:t>
            </a:r>
          </a:p>
        </p:txBody>
      </p:sp>
      <p:sp>
        <p:nvSpPr>
          <p:cNvPr id="38" name="profile-652">
            <a:extLst xmlns:a="http://schemas.openxmlformats.org/drawingml/2006/main">
              <a:ext uri="{FF2B5EF4-FFF2-40B4-BE49-F238E27FC236}">
                <a16:creationId xmlns:a16="http://schemas.microsoft.com/office/drawing/2014/main" id="{30AF5507-FA05-4E75-AEDE-9771D00B6FFA}"/>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Pagsanjan</a:t>
            </a:r>
          </a:p>
        </p:txBody>
      </p:sp>
      <p:sp>
        <p:nvSpPr>
          <p:cNvPr id="39" name="profile-653">
            <a:extLst xmlns:a="http://schemas.openxmlformats.org/drawingml/2006/main">
              <a:ext uri="{FF2B5EF4-FFF2-40B4-BE49-F238E27FC236}">
                <a16:creationId xmlns:a16="http://schemas.microsoft.com/office/drawing/2014/main" id="{2D57F199-A406-496F-9BC3-610DE88FCD1D}"/>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Pakil</a:t>
            </a:r>
          </a:p>
        </p:txBody>
      </p:sp>
      <p:sp>
        <p:nvSpPr>
          <p:cNvPr id="40" name="profile-654">
            <a:extLst xmlns:a="http://schemas.openxmlformats.org/drawingml/2006/main">
              <a:ext uri="{FF2B5EF4-FFF2-40B4-BE49-F238E27FC236}">
                <a16:creationId xmlns:a16="http://schemas.microsoft.com/office/drawing/2014/main" id="{117A0973-4A2A-469B-AA78-A9C86B59B728}"/>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Pangil</a:t>
            </a:r>
          </a:p>
        </p:txBody>
      </p:sp>
      <p:sp>
        <p:nvSpPr>
          <p:cNvPr id="41" name="profile-655">
            <a:extLst xmlns:a="http://schemas.openxmlformats.org/drawingml/2006/main">
              <a:ext uri="{FF2B5EF4-FFF2-40B4-BE49-F238E27FC236}">
                <a16:creationId xmlns:a16="http://schemas.microsoft.com/office/drawing/2014/main" id="{F426683A-2414-4017-B748-20F97AFE2D5E}"/>
              </a:ext>
            </a:extLst>
          </p:cNvPr>
          <p:cNvSpPr>
            <a:spLocks xmlns:a="http://schemas.openxmlformats.org/drawingml/2006/main" noGrp="1"/>
          </p:cNvSpPr>
          <p:nvPr/>
        </p:nvSpPr>
        <p:spPr>
          <a:xfrm xmlns:a="http://schemas.openxmlformats.org/drawingml/2006/main">
            <a:off x="828675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Pila</a:t>
            </a:r>
          </a:p>
        </p:txBody>
      </p:sp>
      <p:sp>
        <p:nvSpPr>
          <p:cNvPr id="42" name="profile-656">
            <a:extLst xmlns:a="http://schemas.openxmlformats.org/drawingml/2006/main">
              <a:ext uri="{FF2B5EF4-FFF2-40B4-BE49-F238E27FC236}">
                <a16:creationId xmlns:a16="http://schemas.microsoft.com/office/drawing/2014/main" id="{D6421F90-D1D7-49D0-9BAC-BDCC3E2791F3}"/>
              </a:ext>
            </a:extLst>
          </p:cNvPr>
          <p:cNvSpPr>
            <a:spLocks xmlns:a="http://schemas.openxmlformats.org/drawingml/2006/main" noGrp="1"/>
          </p:cNvSpPr>
          <p:nvPr/>
        </p:nvSpPr>
        <p:spPr>
          <a:xfrm xmlns:a="http://schemas.openxmlformats.org/drawingml/2006/main">
            <a:off x="828675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Rizal</a:t>
            </a:r>
          </a:p>
        </p:txBody>
      </p:sp>
      <p:sp>
        <p:nvSpPr>
          <p:cNvPr id="43" name="profile-657">
            <a:extLst xmlns:a="http://schemas.openxmlformats.org/drawingml/2006/main">
              <a:ext uri="{FF2B5EF4-FFF2-40B4-BE49-F238E27FC236}">
                <a16:creationId xmlns:a16="http://schemas.microsoft.com/office/drawing/2014/main" id="{D18DF540-1275-4A6D-8116-4C014B5312DC}"/>
              </a:ext>
            </a:extLst>
          </p:cNvPr>
          <p:cNvSpPr>
            <a:spLocks xmlns:a="http://schemas.openxmlformats.org/drawingml/2006/main" noGrp="1"/>
          </p:cNvSpPr>
          <p:nvPr/>
        </p:nvSpPr>
        <p:spPr>
          <a:xfrm xmlns:a="http://schemas.openxmlformats.org/drawingml/2006/main">
            <a:off x="828675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Cruz</a:t>
            </a:r>
          </a:p>
        </p:txBody>
      </p:sp>
      <p:sp>
        <p:nvSpPr>
          <p:cNvPr id="44" name="profile-658">
            <a:extLst xmlns:a="http://schemas.openxmlformats.org/drawingml/2006/main">
              <a:ext uri="{FF2B5EF4-FFF2-40B4-BE49-F238E27FC236}">
                <a16:creationId xmlns:a16="http://schemas.microsoft.com/office/drawing/2014/main" id="{3516698B-E58E-45D8-B47B-87099617763A}"/>
              </a:ext>
            </a:extLst>
          </p:cNvPr>
          <p:cNvSpPr>
            <a:spLocks xmlns:a="http://schemas.openxmlformats.org/drawingml/2006/main" noGrp="1"/>
          </p:cNvSpPr>
          <p:nvPr/>
        </p:nvSpPr>
        <p:spPr>
          <a:xfrm xmlns:a="http://schemas.openxmlformats.org/drawingml/2006/main">
            <a:off x="828675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Maria</a:t>
            </a:r>
          </a:p>
        </p:txBody>
      </p:sp>
      <p:sp>
        <p:nvSpPr>
          <p:cNvPr id="45" name="profile-659">
            <a:extLst xmlns:a="http://schemas.openxmlformats.org/drawingml/2006/main">
              <a:ext uri="{FF2B5EF4-FFF2-40B4-BE49-F238E27FC236}">
                <a16:creationId xmlns:a16="http://schemas.microsoft.com/office/drawing/2014/main" id="{323125C3-DCE2-4442-ACD0-720354C5539A}"/>
              </a:ext>
            </a:extLst>
          </p:cNvPr>
          <p:cNvSpPr>
            <a:spLocks xmlns:a="http://schemas.openxmlformats.org/drawingml/2006/main" noGrp="1"/>
          </p:cNvSpPr>
          <p:nvPr/>
        </p:nvSpPr>
        <p:spPr>
          <a:xfrm xmlns:a="http://schemas.openxmlformats.org/drawingml/2006/main">
            <a:off x="8286750" y="48577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Siniloan</a:t>
            </a:r>
          </a:p>
        </p:txBody>
      </p:sp>
      <p:sp>
        <p:nvSpPr>
          <p:cNvPr id="46" name="profile-660">
            <a:extLst xmlns:a="http://schemas.openxmlformats.org/drawingml/2006/main">
              <a:ext uri="{FF2B5EF4-FFF2-40B4-BE49-F238E27FC236}">
                <a16:creationId xmlns:a16="http://schemas.microsoft.com/office/drawing/2014/main" id="{36675D9C-04BD-4735-A8B6-48291E8C8257}"/>
              </a:ext>
            </a:extLst>
          </p:cNvPr>
          <p:cNvSpPr>
            <a:spLocks xmlns:a="http://schemas.openxmlformats.org/drawingml/2006/main" noGrp="1"/>
          </p:cNvSpPr>
          <p:nvPr/>
        </p:nvSpPr>
        <p:spPr>
          <a:xfrm xmlns:a="http://schemas.openxmlformats.org/drawingml/2006/main">
            <a:off x="8286750" y="50768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Victoria</a:t>
            </a:r>
          </a:p>
        </p:txBody>
      </p:sp>
      <p:sp>
        <p:nvSpPr>
          <p:cNvPr id="47" name="profile-661">
            <a:extLst xmlns:a="http://schemas.openxmlformats.org/drawingml/2006/main">
              <a:ext uri="{FF2B5EF4-FFF2-40B4-BE49-F238E27FC236}">
                <a16:creationId xmlns:a16="http://schemas.microsoft.com/office/drawing/2014/main" id="{86E9B309-5C05-4B94-915F-8C85ED444057}"/>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64913902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profile-662">
            <a:extLst xmlns:a="http://schemas.openxmlformats.org/drawingml/2006/main">
              <a:ext uri="{FF2B5EF4-FFF2-40B4-BE49-F238E27FC236}">
                <a16:creationId xmlns:a16="http://schemas.microsoft.com/office/drawing/2014/main" id="{6B979982-2C1F-46A9-998A-8E99C148029A}"/>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18325C9-5F3C-4F82-AE8B-E7F86A0C356E}"/>
              </a:ext>
            </a:extLst>
          </p:cNvPr>
          <p:cNvPicPr>
            <a:picLocks xmlns:a="http://schemas.openxmlformats.org/drawingml/2006/main" noChangeAspect="1"/>
          </p:cNvPicPr>
          <p:nvPr/>
        </p:nvPicPr>
        <p:blipFill>
          <a:blip xmlns:r="http://schemas.openxmlformats.org/officeDocument/2006/relationships" xmlns:a="http://schemas.openxmlformats.org/drawingml/2006/main" r:embed="R1a14c5c554e34449"/>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663">
            <a:extLst xmlns:a="http://schemas.openxmlformats.org/drawingml/2006/main">
              <a:ext uri="{FF2B5EF4-FFF2-40B4-BE49-F238E27FC236}">
                <a16:creationId xmlns:a16="http://schemas.microsoft.com/office/drawing/2014/main" id="{4AECF8F5-BFE7-4AB8-A91F-309C8D5680B0}"/>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664">
            <a:extLst xmlns:a="http://schemas.openxmlformats.org/drawingml/2006/main">
              <a:ext uri="{FF2B5EF4-FFF2-40B4-BE49-F238E27FC236}">
                <a16:creationId xmlns:a16="http://schemas.microsoft.com/office/drawing/2014/main" id="{B9FCECB5-F807-49C7-BE3C-7292027EF7B0}"/>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665">
            <a:extLst xmlns:a="http://schemas.openxmlformats.org/drawingml/2006/main">
              <a:ext uri="{FF2B5EF4-FFF2-40B4-BE49-F238E27FC236}">
                <a16:creationId xmlns:a16="http://schemas.microsoft.com/office/drawing/2014/main" id="{34AD0A06-48E7-4609-A3E7-7BF024183EB0}"/>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666">
            <a:extLst xmlns:a="http://schemas.openxmlformats.org/drawingml/2006/main">
              <a:ext uri="{FF2B5EF4-FFF2-40B4-BE49-F238E27FC236}">
                <a16:creationId xmlns:a16="http://schemas.microsoft.com/office/drawing/2014/main" id="{70555369-7A63-439F-AF0D-6BC2C22FD92D}"/>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667">
            <a:extLst xmlns:a="http://schemas.openxmlformats.org/drawingml/2006/main">
              <a:ext uri="{FF2B5EF4-FFF2-40B4-BE49-F238E27FC236}">
                <a16:creationId xmlns:a16="http://schemas.microsoft.com/office/drawing/2014/main" id="{86BF8BCA-6394-4E3E-8C57-C90C2DFD0EEC}"/>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668">
            <a:extLst xmlns:a="http://schemas.openxmlformats.org/drawingml/2006/main">
              <a:ext uri="{FF2B5EF4-FFF2-40B4-BE49-F238E27FC236}">
                <a16:creationId xmlns:a16="http://schemas.microsoft.com/office/drawing/2014/main" id="{6C7543AB-A078-4CCD-B406-F162CA80F035}"/>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669">
            <a:extLst xmlns:a="http://schemas.openxmlformats.org/drawingml/2006/main">
              <a:ext uri="{FF2B5EF4-FFF2-40B4-BE49-F238E27FC236}">
                <a16:creationId xmlns:a16="http://schemas.microsoft.com/office/drawing/2014/main" id="{7A0A2867-0B29-458C-8426-D6E4B60CF20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670">
            <a:extLst xmlns:a="http://schemas.openxmlformats.org/drawingml/2006/main">
              <a:ext uri="{FF2B5EF4-FFF2-40B4-BE49-F238E27FC236}">
                <a16:creationId xmlns:a16="http://schemas.microsoft.com/office/drawing/2014/main" id="{5A146FA0-A365-4400-8DF3-FE856663B309}"/>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671">
            <a:extLst xmlns:a="http://schemas.openxmlformats.org/drawingml/2006/main">
              <a:ext uri="{FF2B5EF4-FFF2-40B4-BE49-F238E27FC236}">
                <a16:creationId xmlns:a16="http://schemas.microsoft.com/office/drawing/2014/main" id="{17454B04-4FA2-4533-BD1F-F3D415B81BC4}"/>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672">
            <a:extLst xmlns:a="http://schemas.openxmlformats.org/drawingml/2006/main">
              <a:ext uri="{FF2B5EF4-FFF2-40B4-BE49-F238E27FC236}">
                <a16:creationId xmlns:a16="http://schemas.microsoft.com/office/drawing/2014/main" id="{C825DB1F-AABC-4F41-84A4-EC7560008FC1}"/>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673">
            <a:extLst xmlns:a="http://schemas.openxmlformats.org/drawingml/2006/main">
              <a:ext uri="{FF2B5EF4-FFF2-40B4-BE49-F238E27FC236}">
                <a16:creationId xmlns:a16="http://schemas.microsoft.com/office/drawing/2014/main" id="{4ED0E8C1-9F83-4203-A871-5504C0059F03}"/>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24</a:t>
            </a:r>
          </a:p>
        </p:txBody>
      </p:sp>
      <p:sp>
        <p:nvSpPr>
          <p:cNvPr id="14" name="profile-674">
            <a:extLst xmlns:a="http://schemas.openxmlformats.org/drawingml/2006/main">
              <a:ext uri="{FF2B5EF4-FFF2-40B4-BE49-F238E27FC236}">
                <a16:creationId xmlns:a16="http://schemas.microsoft.com/office/drawing/2014/main" id="{C432A83B-F274-4EE4-97FD-06800B9FA9C3}"/>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675">
            <a:extLst xmlns:a="http://schemas.openxmlformats.org/drawingml/2006/main">
              <a:ext uri="{FF2B5EF4-FFF2-40B4-BE49-F238E27FC236}">
                <a16:creationId xmlns:a16="http://schemas.microsoft.com/office/drawing/2014/main" id="{575D3D54-EEEB-4F6A-BC07-48EB3C334D2F}"/>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Batangas</a:t>
            </a:r>
          </a:p>
        </p:txBody>
      </p:sp>
      <p:sp>
        <p:nvSpPr>
          <p:cNvPr id="16" name="profile-676">
            <a:extLst xmlns:a="http://schemas.openxmlformats.org/drawingml/2006/main">
              <a:ext uri="{FF2B5EF4-FFF2-40B4-BE49-F238E27FC236}">
                <a16:creationId xmlns:a16="http://schemas.microsoft.com/office/drawing/2014/main" id="{6271FC62-500C-4692-B183-FFBA56F49EB3}"/>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677">
            <a:extLst xmlns:a="http://schemas.openxmlformats.org/drawingml/2006/main">
              <a:ext uri="{FF2B5EF4-FFF2-40B4-BE49-F238E27FC236}">
                <a16:creationId xmlns:a16="http://schemas.microsoft.com/office/drawing/2014/main" id="{97903893-E33E-40F2-A9E5-22EE30752D03}"/>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Batangas City</a:t>
            </a:r>
          </a:p>
        </p:txBody>
      </p:sp>
      <p:sp>
        <p:nvSpPr>
          <p:cNvPr id="18" name="profile-678">
            <a:extLst xmlns:a="http://schemas.openxmlformats.org/drawingml/2006/main">
              <a:ext uri="{FF2B5EF4-FFF2-40B4-BE49-F238E27FC236}">
                <a16:creationId xmlns:a16="http://schemas.microsoft.com/office/drawing/2014/main" id="{B3C0BAF0-A499-4C92-8780-DF35F2DAC8D9}"/>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Calaca</a:t>
            </a:r>
          </a:p>
        </p:txBody>
      </p:sp>
      <p:sp>
        <p:nvSpPr>
          <p:cNvPr id="19" name="profile-679">
            <a:extLst xmlns:a="http://schemas.openxmlformats.org/drawingml/2006/main">
              <a:ext uri="{FF2B5EF4-FFF2-40B4-BE49-F238E27FC236}">
                <a16:creationId xmlns:a16="http://schemas.microsoft.com/office/drawing/2014/main" id="{15A742A1-041C-4DD8-82F2-7E6CA3DEBC67}"/>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Lipa</a:t>
            </a:r>
          </a:p>
        </p:txBody>
      </p:sp>
      <p:sp>
        <p:nvSpPr>
          <p:cNvPr id="20" name="profile-680">
            <a:extLst xmlns:a="http://schemas.openxmlformats.org/drawingml/2006/main">
              <a:ext uri="{FF2B5EF4-FFF2-40B4-BE49-F238E27FC236}">
                <a16:creationId xmlns:a16="http://schemas.microsoft.com/office/drawing/2014/main" id="{A9E57073-1E49-4FB4-AE7A-25399561BF09}"/>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Santo Tomas</a:t>
            </a:r>
          </a:p>
        </p:txBody>
      </p:sp>
      <p:sp>
        <p:nvSpPr>
          <p:cNvPr id="21" name="profile-681">
            <a:extLst xmlns:a="http://schemas.openxmlformats.org/drawingml/2006/main">
              <a:ext uri="{FF2B5EF4-FFF2-40B4-BE49-F238E27FC236}">
                <a16:creationId xmlns:a16="http://schemas.microsoft.com/office/drawing/2014/main" id="{BEFDEE99-4564-464C-A33B-BF892A32E9EF}"/>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Tanauan</a:t>
            </a:r>
          </a:p>
        </p:txBody>
      </p:sp>
      <p:sp>
        <p:nvSpPr>
          <p:cNvPr id="22" name="profile-682">
            <a:extLst xmlns:a="http://schemas.openxmlformats.org/drawingml/2006/main">
              <a:ext uri="{FF2B5EF4-FFF2-40B4-BE49-F238E27FC236}">
                <a16:creationId xmlns:a16="http://schemas.microsoft.com/office/drawing/2014/main" id="{F0B72D33-37E6-42E9-BADD-4CC01CE890C5}"/>
              </a:ext>
            </a:extLst>
          </p:cNvPr>
          <p:cNvSpPr>
            <a:spLocks xmlns:a="http://schemas.openxmlformats.org/drawingml/2006/main" noGrp="1"/>
          </p:cNvSpPr>
          <p:nvPr/>
        </p:nvSpPr>
        <p:spPr>
          <a:xfrm xmlns:a="http://schemas.openxmlformats.org/drawingml/2006/main">
            <a:off x="38100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Agoncillo</a:t>
            </a:r>
          </a:p>
        </p:txBody>
      </p:sp>
      <p:sp>
        <p:nvSpPr>
          <p:cNvPr id="23" name="profile-683">
            <a:extLst xmlns:a="http://schemas.openxmlformats.org/drawingml/2006/main">
              <a:ext uri="{FF2B5EF4-FFF2-40B4-BE49-F238E27FC236}">
                <a16:creationId xmlns:a16="http://schemas.microsoft.com/office/drawing/2014/main" id="{D370CA4C-92A8-4F30-907B-8774E2F0E123}"/>
              </a:ext>
            </a:extLst>
          </p:cNvPr>
          <p:cNvSpPr>
            <a:spLocks xmlns:a="http://schemas.openxmlformats.org/drawingml/2006/main" noGrp="1"/>
          </p:cNvSpPr>
          <p:nvPr/>
        </p:nvSpPr>
        <p:spPr>
          <a:xfrm xmlns:a="http://schemas.openxmlformats.org/drawingml/2006/main">
            <a:off x="38100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Alitagtag</a:t>
            </a:r>
          </a:p>
        </p:txBody>
      </p:sp>
      <p:sp>
        <p:nvSpPr>
          <p:cNvPr id="24" name="profile-684">
            <a:extLst xmlns:a="http://schemas.openxmlformats.org/drawingml/2006/main">
              <a:ext uri="{FF2B5EF4-FFF2-40B4-BE49-F238E27FC236}">
                <a16:creationId xmlns:a16="http://schemas.microsoft.com/office/drawing/2014/main" id="{28F5F79A-911A-47C9-8664-B587DF758FB0}"/>
              </a:ext>
            </a:extLst>
          </p:cNvPr>
          <p:cNvSpPr>
            <a:spLocks xmlns:a="http://schemas.openxmlformats.org/drawingml/2006/main" noGrp="1"/>
          </p:cNvSpPr>
          <p:nvPr/>
        </p:nvSpPr>
        <p:spPr>
          <a:xfrm xmlns:a="http://schemas.openxmlformats.org/drawingml/2006/main">
            <a:off x="38100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Balayan</a:t>
            </a:r>
          </a:p>
        </p:txBody>
      </p:sp>
      <p:sp>
        <p:nvSpPr>
          <p:cNvPr id="25" name="profile-685">
            <a:extLst xmlns:a="http://schemas.openxmlformats.org/drawingml/2006/main">
              <a:ext uri="{FF2B5EF4-FFF2-40B4-BE49-F238E27FC236}">
                <a16:creationId xmlns:a16="http://schemas.microsoft.com/office/drawing/2014/main" id="{A03FE772-0399-40FD-89BD-5787F99F2E1A}"/>
              </a:ext>
            </a:extLst>
          </p:cNvPr>
          <p:cNvSpPr>
            <a:spLocks xmlns:a="http://schemas.openxmlformats.org/drawingml/2006/main" noGrp="1"/>
          </p:cNvSpPr>
          <p:nvPr/>
        </p:nvSpPr>
        <p:spPr>
          <a:xfrm xmlns:a="http://schemas.openxmlformats.org/drawingml/2006/main">
            <a:off x="381000" y="48577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Balete</a:t>
            </a:r>
          </a:p>
        </p:txBody>
      </p:sp>
      <p:sp>
        <p:nvSpPr>
          <p:cNvPr id="26" name="profile-686">
            <a:extLst xmlns:a="http://schemas.openxmlformats.org/drawingml/2006/main">
              <a:ext uri="{FF2B5EF4-FFF2-40B4-BE49-F238E27FC236}">
                <a16:creationId xmlns:a16="http://schemas.microsoft.com/office/drawing/2014/main" id="{4CD4C1A6-89C8-4D64-80B9-C9B1B430FF24}"/>
              </a:ext>
            </a:extLst>
          </p:cNvPr>
          <p:cNvSpPr>
            <a:spLocks xmlns:a="http://schemas.openxmlformats.org/drawingml/2006/main" noGrp="1"/>
          </p:cNvSpPr>
          <p:nvPr/>
        </p:nvSpPr>
        <p:spPr>
          <a:xfrm xmlns:a="http://schemas.openxmlformats.org/drawingml/2006/main">
            <a:off x="381000" y="50768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Bauan</a:t>
            </a:r>
          </a:p>
        </p:txBody>
      </p:sp>
      <p:sp>
        <p:nvSpPr>
          <p:cNvPr id="27" name="profile-687">
            <a:extLst xmlns:a="http://schemas.openxmlformats.org/drawingml/2006/main">
              <a:ext uri="{FF2B5EF4-FFF2-40B4-BE49-F238E27FC236}">
                <a16:creationId xmlns:a16="http://schemas.microsoft.com/office/drawing/2014/main" id="{0F5144E9-3F02-480D-AE4C-67B7EBE95F97}"/>
              </a:ext>
            </a:extLst>
          </p:cNvPr>
          <p:cNvSpPr>
            <a:spLocks xmlns:a="http://schemas.openxmlformats.org/drawingml/2006/main" noGrp="1"/>
          </p:cNvSpPr>
          <p:nvPr/>
        </p:nvSpPr>
        <p:spPr>
          <a:xfrm xmlns:a="http://schemas.openxmlformats.org/drawingml/2006/main">
            <a:off x="381000" y="52959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Calatagan</a:t>
            </a:r>
          </a:p>
        </p:txBody>
      </p:sp>
      <p:sp>
        <p:nvSpPr>
          <p:cNvPr id="28" name="profile-688">
            <a:extLst xmlns:a="http://schemas.openxmlformats.org/drawingml/2006/main">
              <a:ext uri="{FF2B5EF4-FFF2-40B4-BE49-F238E27FC236}">
                <a16:creationId xmlns:a16="http://schemas.microsoft.com/office/drawing/2014/main" id="{E3364284-6B6F-448E-AFFB-3BB6D101271C}"/>
              </a:ext>
            </a:extLst>
          </p:cNvPr>
          <p:cNvSpPr>
            <a:spLocks xmlns:a="http://schemas.openxmlformats.org/drawingml/2006/main" noGrp="1"/>
          </p:cNvSpPr>
          <p:nvPr/>
        </p:nvSpPr>
        <p:spPr>
          <a:xfrm xmlns:a="http://schemas.openxmlformats.org/drawingml/2006/main">
            <a:off x="381000" y="55149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Cuenca</a:t>
            </a:r>
          </a:p>
        </p:txBody>
      </p:sp>
      <p:sp>
        <p:nvSpPr>
          <p:cNvPr id="29" name="profile-689">
            <a:extLst xmlns:a="http://schemas.openxmlformats.org/drawingml/2006/main">
              <a:ext uri="{FF2B5EF4-FFF2-40B4-BE49-F238E27FC236}">
                <a16:creationId xmlns:a16="http://schemas.microsoft.com/office/drawing/2014/main" id="{CDDC47A0-3ADA-4F2C-B823-F8AD36CBD415}"/>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Ibaan</a:t>
            </a:r>
          </a:p>
        </p:txBody>
      </p:sp>
      <p:sp>
        <p:nvSpPr>
          <p:cNvPr id="30" name="profile-690">
            <a:extLst xmlns:a="http://schemas.openxmlformats.org/drawingml/2006/main">
              <a:ext uri="{FF2B5EF4-FFF2-40B4-BE49-F238E27FC236}">
                <a16:creationId xmlns:a16="http://schemas.microsoft.com/office/drawing/2014/main" id="{39E0B2F0-8966-4397-B884-201817BF3487}"/>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Laurel</a:t>
            </a:r>
          </a:p>
        </p:txBody>
      </p:sp>
      <p:sp>
        <p:nvSpPr>
          <p:cNvPr id="31" name="profile-691">
            <a:extLst xmlns:a="http://schemas.openxmlformats.org/drawingml/2006/main">
              <a:ext uri="{FF2B5EF4-FFF2-40B4-BE49-F238E27FC236}">
                <a16:creationId xmlns:a16="http://schemas.microsoft.com/office/drawing/2014/main" id="{B000DA0D-78B6-4DC0-A6D4-D3BAA651A28E}"/>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Lemery</a:t>
            </a:r>
          </a:p>
        </p:txBody>
      </p:sp>
      <p:sp>
        <p:nvSpPr>
          <p:cNvPr id="32" name="profile-692">
            <a:extLst xmlns:a="http://schemas.openxmlformats.org/drawingml/2006/main">
              <a:ext uri="{FF2B5EF4-FFF2-40B4-BE49-F238E27FC236}">
                <a16:creationId xmlns:a16="http://schemas.microsoft.com/office/drawing/2014/main" id="{6F31518B-7902-46CF-82EA-A2BD1FD0385C}"/>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Lian</a:t>
            </a:r>
          </a:p>
        </p:txBody>
      </p:sp>
      <p:sp>
        <p:nvSpPr>
          <p:cNvPr id="33" name="profile-693">
            <a:extLst xmlns:a="http://schemas.openxmlformats.org/drawingml/2006/main">
              <a:ext uri="{FF2B5EF4-FFF2-40B4-BE49-F238E27FC236}">
                <a16:creationId xmlns:a16="http://schemas.microsoft.com/office/drawing/2014/main" id="{0B8D790E-627A-4526-82CF-5F72DDD997C2}"/>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Lobo</a:t>
            </a:r>
          </a:p>
        </p:txBody>
      </p:sp>
      <p:sp>
        <p:nvSpPr>
          <p:cNvPr id="34" name="profile-694">
            <a:extLst xmlns:a="http://schemas.openxmlformats.org/drawingml/2006/main">
              <a:ext uri="{FF2B5EF4-FFF2-40B4-BE49-F238E27FC236}">
                <a16:creationId xmlns:a16="http://schemas.microsoft.com/office/drawing/2014/main" id="{006D85D8-BE05-4B42-8E32-4A362428B861}"/>
              </a:ext>
            </a:extLst>
          </p:cNvPr>
          <p:cNvSpPr>
            <a:spLocks xmlns:a="http://schemas.openxmlformats.org/drawingml/2006/main" noGrp="1"/>
          </p:cNvSpPr>
          <p:nvPr/>
        </p:nvSpPr>
        <p:spPr>
          <a:xfrm xmlns:a="http://schemas.openxmlformats.org/drawingml/2006/main">
            <a:off x="4333875"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Mabini</a:t>
            </a:r>
          </a:p>
        </p:txBody>
      </p:sp>
      <p:sp>
        <p:nvSpPr>
          <p:cNvPr id="35" name="profile-695">
            <a:extLst xmlns:a="http://schemas.openxmlformats.org/drawingml/2006/main">
              <a:ext uri="{FF2B5EF4-FFF2-40B4-BE49-F238E27FC236}">
                <a16:creationId xmlns:a16="http://schemas.microsoft.com/office/drawing/2014/main" id="{343DE847-7C75-40C8-9E3D-C9EC745D9C70}"/>
              </a:ext>
            </a:extLst>
          </p:cNvPr>
          <p:cNvSpPr>
            <a:spLocks xmlns:a="http://schemas.openxmlformats.org/drawingml/2006/main" noGrp="1"/>
          </p:cNvSpPr>
          <p:nvPr/>
        </p:nvSpPr>
        <p:spPr>
          <a:xfrm xmlns:a="http://schemas.openxmlformats.org/drawingml/2006/main">
            <a:off x="4333875"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Malvar</a:t>
            </a:r>
          </a:p>
        </p:txBody>
      </p:sp>
      <p:sp>
        <p:nvSpPr>
          <p:cNvPr id="36" name="profile-696">
            <a:extLst xmlns:a="http://schemas.openxmlformats.org/drawingml/2006/main">
              <a:ext uri="{FF2B5EF4-FFF2-40B4-BE49-F238E27FC236}">
                <a16:creationId xmlns:a16="http://schemas.microsoft.com/office/drawing/2014/main" id="{1DD727EE-5B8B-4C7A-B927-685FE5FB19A6}"/>
              </a:ext>
            </a:extLst>
          </p:cNvPr>
          <p:cNvSpPr>
            <a:spLocks xmlns:a="http://schemas.openxmlformats.org/drawingml/2006/main" noGrp="1"/>
          </p:cNvSpPr>
          <p:nvPr/>
        </p:nvSpPr>
        <p:spPr>
          <a:xfrm xmlns:a="http://schemas.openxmlformats.org/drawingml/2006/main">
            <a:off x="4333875"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Mataasnakahoy</a:t>
            </a:r>
          </a:p>
        </p:txBody>
      </p:sp>
      <p:sp>
        <p:nvSpPr>
          <p:cNvPr id="37" name="profile-697">
            <a:extLst xmlns:a="http://schemas.openxmlformats.org/drawingml/2006/main">
              <a:ext uri="{FF2B5EF4-FFF2-40B4-BE49-F238E27FC236}">
                <a16:creationId xmlns:a16="http://schemas.microsoft.com/office/drawing/2014/main" id="{F1650482-7BC4-499A-B894-D194929A0265}"/>
              </a:ext>
            </a:extLst>
          </p:cNvPr>
          <p:cNvSpPr>
            <a:spLocks xmlns:a="http://schemas.openxmlformats.org/drawingml/2006/main" noGrp="1"/>
          </p:cNvSpPr>
          <p:nvPr/>
        </p:nvSpPr>
        <p:spPr>
          <a:xfrm xmlns:a="http://schemas.openxmlformats.org/drawingml/2006/main">
            <a:off x="4333875" y="48577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Nasugbu</a:t>
            </a:r>
          </a:p>
        </p:txBody>
      </p:sp>
      <p:sp>
        <p:nvSpPr>
          <p:cNvPr id="38" name="profile-698">
            <a:extLst xmlns:a="http://schemas.openxmlformats.org/drawingml/2006/main">
              <a:ext uri="{FF2B5EF4-FFF2-40B4-BE49-F238E27FC236}">
                <a16:creationId xmlns:a16="http://schemas.microsoft.com/office/drawing/2014/main" id="{E1ADDCB8-8F39-40EB-9E39-E921281439AD}"/>
              </a:ext>
            </a:extLst>
          </p:cNvPr>
          <p:cNvSpPr>
            <a:spLocks xmlns:a="http://schemas.openxmlformats.org/drawingml/2006/main" noGrp="1"/>
          </p:cNvSpPr>
          <p:nvPr/>
        </p:nvSpPr>
        <p:spPr>
          <a:xfrm xmlns:a="http://schemas.openxmlformats.org/drawingml/2006/main">
            <a:off x="4333875" y="50768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Padre Garcia</a:t>
            </a:r>
          </a:p>
        </p:txBody>
      </p:sp>
      <p:sp>
        <p:nvSpPr>
          <p:cNvPr id="39" name="profile-699">
            <a:extLst xmlns:a="http://schemas.openxmlformats.org/drawingml/2006/main">
              <a:ext uri="{FF2B5EF4-FFF2-40B4-BE49-F238E27FC236}">
                <a16:creationId xmlns:a16="http://schemas.microsoft.com/office/drawing/2014/main" id="{864F85DA-C019-4C81-A990-D8945B4A4669}"/>
              </a:ext>
            </a:extLst>
          </p:cNvPr>
          <p:cNvSpPr>
            <a:spLocks xmlns:a="http://schemas.openxmlformats.org/drawingml/2006/main" noGrp="1"/>
          </p:cNvSpPr>
          <p:nvPr/>
        </p:nvSpPr>
        <p:spPr>
          <a:xfrm xmlns:a="http://schemas.openxmlformats.org/drawingml/2006/main">
            <a:off x="4333875" y="52959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Rosario</a:t>
            </a:r>
          </a:p>
        </p:txBody>
      </p:sp>
      <p:sp>
        <p:nvSpPr>
          <p:cNvPr id="40" name="profile-700">
            <a:extLst xmlns:a="http://schemas.openxmlformats.org/drawingml/2006/main">
              <a:ext uri="{FF2B5EF4-FFF2-40B4-BE49-F238E27FC236}">
                <a16:creationId xmlns:a16="http://schemas.microsoft.com/office/drawing/2014/main" id="{64E91C52-DDBF-4D7B-BB7D-E21401144E3B}"/>
              </a:ext>
            </a:extLst>
          </p:cNvPr>
          <p:cNvSpPr>
            <a:spLocks xmlns:a="http://schemas.openxmlformats.org/drawingml/2006/main" noGrp="1"/>
          </p:cNvSpPr>
          <p:nvPr/>
        </p:nvSpPr>
        <p:spPr>
          <a:xfrm xmlns:a="http://schemas.openxmlformats.org/drawingml/2006/main">
            <a:off x="4333875" y="55149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Jose</a:t>
            </a:r>
          </a:p>
        </p:txBody>
      </p:sp>
      <p:sp>
        <p:nvSpPr>
          <p:cNvPr id="41" name="profile-701">
            <a:extLst xmlns:a="http://schemas.openxmlformats.org/drawingml/2006/main">
              <a:ext uri="{FF2B5EF4-FFF2-40B4-BE49-F238E27FC236}">
                <a16:creationId xmlns:a16="http://schemas.microsoft.com/office/drawing/2014/main" id="{EC339F64-4E21-4D5A-9FEF-F78353DB148C}"/>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Juan</a:t>
            </a:r>
          </a:p>
        </p:txBody>
      </p:sp>
      <p:sp>
        <p:nvSpPr>
          <p:cNvPr id="42" name="profile-702">
            <a:extLst xmlns:a="http://schemas.openxmlformats.org/drawingml/2006/main">
              <a:ext uri="{FF2B5EF4-FFF2-40B4-BE49-F238E27FC236}">
                <a16:creationId xmlns:a16="http://schemas.microsoft.com/office/drawing/2014/main" id="{F8249F47-1291-44E6-96E6-493CD17FC574}"/>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Luis</a:t>
            </a:r>
          </a:p>
        </p:txBody>
      </p:sp>
      <p:sp>
        <p:nvSpPr>
          <p:cNvPr id="43" name="profile-703">
            <a:extLst xmlns:a="http://schemas.openxmlformats.org/drawingml/2006/main">
              <a:ext uri="{FF2B5EF4-FFF2-40B4-BE49-F238E27FC236}">
                <a16:creationId xmlns:a16="http://schemas.microsoft.com/office/drawing/2014/main" id="{957F076D-E2D9-4F4A-BC4C-E0538006291A}"/>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Nicolas</a:t>
            </a:r>
          </a:p>
        </p:txBody>
      </p:sp>
      <p:sp>
        <p:nvSpPr>
          <p:cNvPr id="44" name="profile-704">
            <a:extLst xmlns:a="http://schemas.openxmlformats.org/drawingml/2006/main">
              <a:ext uri="{FF2B5EF4-FFF2-40B4-BE49-F238E27FC236}">
                <a16:creationId xmlns:a16="http://schemas.microsoft.com/office/drawing/2014/main" id="{972CF37A-CDD7-40B1-96C3-09B6C59A32EB}"/>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Pascual</a:t>
            </a:r>
          </a:p>
        </p:txBody>
      </p:sp>
      <p:sp>
        <p:nvSpPr>
          <p:cNvPr id="45" name="profile-705">
            <a:extLst xmlns:a="http://schemas.openxmlformats.org/drawingml/2006/main">
              <a:ext uri="{FF2B5EF4-FFF2-40B4-BE49-F238E27FC236}">
                <a16:creationId xmlns:a16="http://schemas.microsoft.com/office/drawing/2014/main" id="{D973A4AE-FCB6-458B-AC69-C90E4313A98D}"/>
              </a:ext>
            </a:extLst>
          </p:cNvPr>
          <p:cNvSpPr>
            <a:spLocks xmlns:a="http://schemas.openxmlformats.org/drawingml/2006/main" noGrp="1"/>
          </p:cNvSpPr>
          <p:nvPr/>
        </p:nvSpPr>
        <p:spPr>
          <a:xfrm xmlns:a="http://schemas.openxmlformats.org/drawingml/2006/main">
            <a:off x="828675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Teresita</a:t>
            </a:r>
          </a:p>
        </p:txBody>
      </p:sp>
      <p:sp>
        <p:nvSpPr>
          <p:cNvPr id="46" name="profile-706">
            <a:extLst xmlns:a="http://schemas.openxmlformats.org/drawingml/2006/main">
              <a:ext uri="{FF2B5EF4-FFF2-40B4-BE49-F238E27FC236}">
                <a16:creationId xmlns:a16="http://schemas.microsoft.com/office/drawing/2014/main" id="{4BEDACF7-98D9-4F1E-9735-8DB80767FCAE}"/>
              </a:ext>
            </a:extLst>
          </p:cNvPr>
          <p:cNvSpPr>
            <a:spLocks xmlns:a="http://schemas.openxmlformats.org/drawingml/2006/main" noGrp="1"/>
          </p:cNvSpPr>
          <p:nvPr/>
        </p:nvSpPr>
        <p:spPr>
          <a:xfrm xmlns:a="http://schemas.openxmlformats.org/drawingml/2006/main">
            <a:off x="828675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Taal</a:t>
            </a:r>
          </a:p>
        </p:txBody>
      </p:sp>
      <p:sp>
        <p:nvSpPr>
          <p:cNvPr id="47" name="profile-707">
            <a:extLst xmlns:a="http://schemas.openxmlformats.org/drawingml/2006/main">
              <a:ext uri="{FF2B5EF4-FFF2-40B4-BE49-F238E27FC236}">
                <a16:creationId xmlns:a16="http://schemas.microsoft.com/office/drawing/2014/main" id="{3A8C9B04-5B2D-4DFF-B29F-3E739AA54BF9}"/>
              </a:ext>
            </a:extLst>
          </p:cNvPr>
          <p:cNvSpPr>
            <a:spLocks xmlns:a="http://schemas.openxmlformats.org/drawingml/2006/main" noGrp="1"/>
          </p:cNvSpPr>
          <p:nvPr/>
        </p:nvSpPr>
        <p:spPr>
          <a:xfrm xmlns:a="http://schemas.openxmlformats.org/drawingml/2006/main">
            <a:off x="828675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Talisay</a:t>
            </a:r>
          </a:p>
        </p:txBody>
      </p:sp>
      <p:sp>
        <p:nvSpPr>
          <p:cNvPr id="48" name="profile-708">
            <a:extLst xmlns:a="http://schemas.openxmlformats.org/drawingml/2006/main">
              <a:ext uri="{FF2B5EF4-FFF2-40B4-BE49-F238E27FC236}">
                <a16:creationId xmlns:a16="http://schemas.microsoft.com/office/drawing/2014/main" id="{9B0ACF32-6CF1-4E92-BA3B-13D003C2F960}"/>
              </a:ext>
            </a:extLst>
          </p:cNvPr>
          <p:cNvSpPr>
            <a:spLocks xmlns:a="http://schemas.openxmlformats.org/drawingml/2006/main" noGrp="1"/>
          </p:cNvSpPr>
          <p:nvPr/>
        </p:nvSpPr>
        <p:spPr>
          <a:xfrm xmlns:a="http://schemas.openxmlformats.org/drawingml/2006/main">
            <a:off x="828675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Taysan</a:t>
            </a:r>
          </a:p>
        </p:txBody>
      </p:sp>
      <p:sp>
        <p:nvSpPr>
          <p:cNvPr id="49" name="profile-709">
            <a:extLst xmlns:a="http://schemas.openxmlformats.org/drawingml/2006/main">
              <a:ext uri="{FF2B5EF4-FFF2-40B4-BE49-F238E27FC236}">
                <a16:creationId xmlns:a16="http://schemas.microsoft.com/office/drawing/2014/main" id="{1228C809-02D1-4599-A000-7BC61111B395}"/>
              </a:ext>
            </a:extLst>
          </p:cNvPr>
          <p:cNvSpPr>
            <a:spLocks xmlns:a="http://schemas.openxmlformats.org/drawingml/2006/main" noGrp="1"/>
          </p:cNvSpPr>
          <p:nvPr/>
        </p:nvSpPr>
        <p:spPr>
          <a:xfrm xmlns:a="http://schemas.openxmlformats.org/drawingml/2006/main">
            <a:off x="8286750" y="48577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Tingloy</a:t>
            </a:r>
          </a:p>
        </p:txBody>
      </p:sp>
      <p:sp>
        <p:nvSpPr>
          <p:cNvPr id="50" name="profile-710">
            <a:extLst xmlns:a="http://schemas.openxmlformats.org/drawingml/2006/main">
              <a:ext uri="{FF2B5EF4-FFF2-40B4-BE49-F238E27FC236}">
                <a16:creationId xmlns:a16="http://schemas.microsoft.com/office/drawing/2014/main" id="{4F115BAE-3F10-44A5-A7B2-643DD4158684}"/>
              </a:ext>
            </a:extLst>
          </p:cNvPr>
          <p:cNvSpPr>
            <a:spLocks xmlns:a="http://schemas.openxmlformats.org/drawingml/2006/main" noGrp="1"/>
          </p:cNvSpPr>
          <p:nvPr/>
        </p:nvSpPr>
        <p:spPr>
          <a:xfrm xmlns:a="http://schemas.openxmlformats.org/drawingml/2006/main">
            <a:off x="8286750" y="50768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Tuy</a:t>
            </a:r>
          </a:p>
        </p:txBody>
      </p:sp>
      <p:sp>
        <p:nvSpPr>
          <p:cNvPr id="51" name="profile-711">
            <a:extLst xmlns:a="http://schemas.openxmlformats.org/drawingml/2006/main">
              <a:ext uri="{FF2B5EF4-FFF2-40B4-BE49-F238E27FC236}">
                <a16:creationId xmlns:a16="http://schemas.microsoft.com/office/drawing/2014/main" id="{2454A9C8-F898-4C1B-A8DF-5C2CE9C52B4D}"/>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34719647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712">
            <a:extLst xmlns:a="http://schemas.openxmlformats.org/drawingml/2006/main">
              <a:ext uri="{FF2B5EF4-FFF2-40B4-BE49-F238E27FC236}">
                <a16:creationId xmlns:a16="http://schemas.microsoft.com/office/drawing/2014/main" id="{27652810-85F1-4A1B-9806-CAA73B1E356F}"/>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4A68D93-C6B6-43E5-8D96-C34AF5FB7361}"/>
              </a:ext>
            </a:extLst>
          </p:cNvPr>
          <p:cNvPicPr>
            <a:picLocks xmlns:a="http://schemas.openxmlformats.org/drawingml/2006/main" noChangeAspect="1"/>
          </p:cNvPicPr>
          <p:nvPr/>
        </p:nvPicPr>
        <p:blipFill>
          <a:blip xmlns:r="http://schemas.openxmlformats.org/officeDocument/2006/relationships" xmlns:a="http://schemas.openxmlformats.org/drawingml/2006/main" r:embed="R218c578e8b4143ff"/>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713">
            <a:extLst xmlns:a="http://schemas.openxmlformats.org/drawingml/2006/main">
              <a:ext uri="{FF2B5EF4-FFF2-40B4-BE49-F238E27FC236}">
                <a16:creationId xmlns:a16="http://schemas.microsoft.com/office/drawing/2014/main" id="{A5980799-1C8B-463B-8921-E1C297399C58}"/>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714">
            <a:extLst xmlns:a="http://schemas.openxmlformats.org/drawingml/2006/main">
              <a:ext uri="{FF2B5EF4-FFF2-40B4-BE49-F238E27FC236}">
                <a16:creationId xmlns:a16="http://schemas.microsoft.com/office/drawing/2014/main" id="{93BE36A1-10C2-4B12-8026-4479FDC06530}"/>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715">
            <a:extLst xmlns:a="http://schemas.openxmlformats.org/drawingml/2006/main">
              <a:ext uri="{FF2B5EF4-FFF2-40B4-BE49-F238E27FC236}">
                <a16:creationId xmlns:a16="http://schemas.microsoft.com/office/drawing/2014/main" id="{69E4B1C5-E44D-4F9C-9063-15141FE12223}"/>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716">
            <a:extLst xmlns:a="http://schemas.openxmlformats.org/drawingml/2006/main">
              <a:ext uri="{FF2B5EF4-FFF2-40B4-BE49-F238E27FC236}">
                <a16:creationId xmlns:a16="http://schemas.microsoft.com/office/drawing/2014/main" id="{256E4768-A90C-49FE-90E5-4611DE2D52CD}"/>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717">
            <a:extLst xmlns:a="http://schemas.openxmlformats.org/drawingml/2006/main">
              <a:ext uri="{FF2B5EF4-FFF2-40B4-BE49-F238E27FC236}">
                <a16:creationId xmlns:a16="http://schemas.microsoft.com/office/drawing/2014/main" id="{DE5016B1-972E-48A9-B6BE-3BD11EE239BC}"/>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718">
            <a:extLst xmlns:a="http://schemas.openxmlformats.org/drawingml/2006/main">
              <a:ext uri="{FF2B5EF4-FFF2-40B4-BE49-F238E27FC236}">
                <a16:creationId xmlns:a16="http://schemas.microsoft.com/office/drawing/2014/main" id="{45C8D730-C8E6-45E2-9749-F0C025725AA6}"/>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719">
            <a:extLst xmlns:a="http://schemas.openxmlformats.org/drawingml/2006/main">
              <a:ext uri="{FF2B5EF4-FFF2-40B4-BE49-F238E27FC236}">
                <a16:creationId xmlns:a16="http://schemas.microsoft.com/office/drawing/2014/main" id="{B4969DBE-CB0B-41B7-A9D8-27808C561E7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720">
            <a:extLst xmlns:a="http://schemas.openxmlformats.org/drawingml/2006/main">
              <a:ext uri="{FF2B5EF4-FFF2-40B4-BE49-F238E27FC236}">
                <a16:creationId xmlns:a16="http://schemas.microsoft.com/office/drawing/2014/main" id="{8D00887E-2D7F-45E9-B2E2-D1B78786FAB4}"/>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721">
            <a:extLst xmlns:a="http://schemas.openxmlformats.org/drawingml/2006/main">
              <a:ext uri="{FF2B5EF4-FFF2-40B4-BE49-F238E27FC236}">
                <a16:creationId xmlns:a16="http://schemas.microsoft.com/office/drawing/2014/main" id="{FFDCC3E9-941E-41EA-845A-4455C91B67FD}"/>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722">
            <a:extLst xmlns:a="http://schemas.openxmlformats.org/drawingml/2006/main">
              <a:ext uri="{FF2B5EF4-FFF2-40B4-BE49-F238E27FC236}">
                <a16:creationId xmlns:a16="http://schemas.microsoft.com/office/drawing/2014/main" id="{1CE9A5A7-7E85-4080-999D-0EFD37DDDB6F}"/>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723">
            <a:extLst xmlns:a="http://schemas.openxmlformats.org/drawingml/2006/main">
              <a:ext uri="{FF2B5EF4-FFF2-40B4-BE49-F238E27FC236}">
                <a16:creationId xmlns:a16="http://schemas.microsoft.com/office/drawing/2014/main" id="{2B43EA4E-D66C-4CD7-B595-E9249CA86EFF}"/>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25</a:t>
            </a:r>
          </a:p>
        </p:txBody>
      </p:sp>
      <p:sp>
        <p:nvSpPr>
          <p:cNvPr id="14" name="profile-724">
            <a:extLst xmlns:a="http://schemas.openxmlformats.org/drawingml/2006/main">
              <a:ext uri="{FF2B5EF4-FFF2-40B4-BE49-F238E27FC236}">
                <a16:creationId xmlns:a16="http://schemas.microsoft.com/office/drawing/2014/main" id="{DB234C8B-F04C-414A-BD0F-2A39709B712B}"/>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725">
            <a:extLst xmlns:a="http://schemas.openxmlformats.org/drawingml/2006/main">
              <a:ext uri="{FF2B5EF4-FFF2-40B4-BE49-F238E27FC236}">
                <a16:creationId xmlns:a16="http://schemas.microsoft.com/office/drawing/2014/main" id="{56759C57-CEA4-410E-ACC2-F35E3F918959}"/>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Rizal</a:t>
            </a:r>
          </a:p>
        </p:txBody>
      </p:sp>
      <p:sp>
        <p:nvSpPr>
          <p:cNvPr id="16" name="profile-726">
            <a:extLst xmlns:a="http://schemas.openxmlformats.org/drawingml/2006/main">
              <a:ext uri="{FF2B5EF4-FFF2-40B4-BE49-F238E27FC236}">
                <a16:creationId xmlns:a16="http://schemas.microsoft.com/office/drawing/2014/main" id="{5ECE3255-B474-4021-9662-46BE5FEE4963}"/>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727">
            <a:extLst xmlns:a="http://schemas.openxmlformats.org/drawingml/2006/main">
              <a:ext uri="{FF2B5EF4-FFF2-40B4-BE49-F238E27FC236}">
                <a16:creationId xmlns:a16="http://schemas.microsoft.com/office/drawing/2014/main" id="{F0D0DA7F-F886-4CD5-AB68-864D567CC1AF}"/>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Antipolo</a:t>
            </a:r>
          </a:p>
        </p:txBody>
      </p:sp>
      <p:sp>
        <p:nvSpPr>
          <p:cNvPr id="18" name="profile-728">
            <a:extLst xmlns:a="http://schemas.openxmlformats.org/drawingml/2006/main">
              <a:ext uri="{FF2B5EF4-FFF2-40B4-BE49-F238E27FC236}">
                <a16:creationId xmlns:a16="http://schemas.microsoft.com/office/drawing/2014/main" id="{28458942-6085-4A36-8119-04751C693E42}"/>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Angono</a:t>
            </a:r>
          </a:p>
        </p:txBody>
      </p:sp>
      <p:sp>
        <p:nvSpPr>
          <p:cNvPr id="19" name="profile-729">
            <a:extLst xmlns:a="http://schemas.openxmlformats.org/drawingml/2006/main">
              <a:ext uri="{FF2B5EF4-FFF2-40B4-BE49-F238E27FC236}">
                <a16:creationId xmlns:a16="http://schemas.microsoft.com/office/drawing/2014/main" id="{4C8BBDD0-1428-4001-8C5E-FD7C5A0A6008}"/>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Baras</a:t>
            </a:r>
          </a:p>
        </p:txBody>
      </p:sp>
      <p:sp>
        <p:nvSpPr>
          <p:cNvPr id="20" name="profile-730">
            <a:extLst xmlns:a="http://schemas.openxmlformats.org/drawingml/2006/main">
              <a:ext uri="{FF2B5EF4-FFF2-40B4-BE49-F238E27FC236}">
                <a16:creationId xmlns:a16="http://schemas.microsoft.com/office/drawing/2014/main" id="{1BEDED26-EA8D-4DB6-9FD2-89DC31ED44EB}"/>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Binangonan</a:t>
            </a:r>
          </a:p>
        </p:txBody>
      </p:sp>
      <p:sp>
        <p:nvSpPr>
          <p:cNvPr id="21" name="profile-731">
            <a:extLst xmlns:a="http://schemas.openxmlformats.org/drawingml/2006/main">
              <a:ext uri="{FF2B5EF4-FFF2-40B4-BE49-F238E27FC236}">
                <a16:creationId xmlns:a16="http://schemas.microsoft.com/office/drawing/2014/main" id="{0A46FCA2-8E5F-4F3D-AD60-B2B8D8A09241}"/>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Cainta</a:t>
            </a:r>
          </a:p>
        </p:txBody>
      </p:sp>
      <p:sp>
        <p:nvSpPr>
          <p:cNvPr id="22" name="profile-732">
            <a:extLst xmlns:a="http://schemas.openxmlformats.org/drawingml/2006/main">
              <a:ext uri="{FF2B5EF4-FFF2-40B4-BE49-F238E27FC236}">
                <a16:creationId xmlns:a16="http://schemas.microsoft.com/office/drawing/2014/main" id="{C7CD6468-E148-4490-958D-795B0E528CC5}"/>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Cardona</a:t>
            </a:r>
          </a:p>
        </p:txBody>
      </p:sp>
      <p:sp>
        <p:nvSpPr>
          <p:cNvPr id="23" name="profile-733">
            <a:extLst xmlns:a="http://schemas.openxmlformats.org/drawingml/2006/main">
              <a:ext uri="{FF2B5EF4-FFF2-40B4-BE49-F238E27FC236}">
                <a16:creationId xmlns:a16="http://schemas.microsoft.com/office/drawing/2014/main" id="{08FF867F-4EE5-45B2-AAAD-BAE1AEB0A7EC}"/>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Jala-Jala</a:t>
            </a:r>
          </a:p>
        </p:txBody>
      </p:sp>
      <p:sp>
        <p:nvSpPr>
          <p:cNvPr id="24" name="profile-734">
            <a:extLst xmlns:a="http://schemas.openxmlformats.org/drawingml/2006/main">
              <a:ext uri="{FF2B5EF4-FFF2-40B4-BE49-F238E27FC236}">
                <a16:creationId xmlns:a16="http://schemas.microsoft.com/office/drawing/2014/main" id="{0DBDF233-DFD4-4D18-BF46-100A85437915}"/>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Rodriguez</a:t>
            </a:r>
          </a:p>
        </p:txBody>
      </p:sp>
      <p:sp>
        <p:nvSpPr>
          <p:cNvPr id="25" name="profile-735">
            <a:extLst xmlns:a="http://schemas.openxmlformats.org/drawingml/2006/main">
              <a:ext uri="{FF2B5EF4-FFF2-40B4-BE49-F238E27FC236}">
                <a16:creationId xmlns:a16="http://schemas.microsoft.com/office/drawing/2014/main" id="{CC76F602-FCAC-41F8-A20F-52C82A7A6C3A}"/>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Morong</a:t>
            </a:r>
          </a:p>
        </p:txBody>
      </p:sp>
      <p:sp>
        <p:nvSpPr>
          <p:cNvPr id="26" name="profile-736">
            <a:extLst xmlns:a="http://schemas.openxmlformats.org/drawingml/2006/main">
              <a:ext uri="{FF2B5EF4-FFF2-40B4-BE49-F238E27FC236}">
                <a16:creationId xmlns:a16="http://schemas.microsoft.com/office/drawing/2014/main" id="{26E21948-F601-4DB6-8834-BC986426CCA1}"/>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Pililla</a:t>
            </a:r>
          </a:p>
        </p:txBody>
      </p:sp>
      <p:sp>
        <p:nvSpPr>
          <p:cNvPr id="27" name="profile-737">
            <a:extLst xmlns:a="http://schemas.openxmlformats.org/drawingml/2006/main">
              <a:ext uri="{FF2B5EF4-FFF2-40B4-BE49-F238E27FC236}">
                <a16:creationId xmlns:a16="http://schemas.microsoft.com/office/drawing/2014/main" id="{E0BB7D77-8B9B-4BEF-9E1F-5654358269B5}"/>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Mateo</a:t>
            </a:r>
          </a:p>
        </p:txBody>
      </p:sp>
      <p:sp>
        <p:nvSpPr>
          <p:cNvPr id="28" name="profile-738">
            <a:extLst xmlns:a="http://schemas.openxmlformats.org/drawingml/2006/main">
              <a:ext uri="{FF2B5EF4-FFF2-40B4-BE49-F238E27FC236}">
                <a16:creationId xmlns:a16="http://schemas.microsoft.com/office/drawing/2014/main" id="{66F18114-956C-4B21-A8C8-D93B0DE41DDC}"/>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Tanay</a:t>
            </a:r>
          </a:p>
        </p:txBody>
      </p:sp>
      <p:sp>
        <p:nvSpPr>
          <p:cNvPr id="29" name="profile-739">
            <a:extLst xmlns:a="http://schemas.openxmlformats.org/drawingml/2006/main">
              <a:ext uri="{FF2B5EF4-FFF2-40B4-BE49-F238E27FC236}">
                <a16:creationId xmlns:a16="http://schemas.microsoft.com/office/drawing/2014/main" id="{38D6F84C-A56F-477D-AD48-741DAE140F92}"/>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Taytay</a:t>
            </a:r>
          </a:p>
        </p:txBody>
      </p:sp>
      <p:sp>
        <p:nvSpPr>
          <p:cNvPr id="30" name="profile-740">
            <a:extLst xmlns:a="http://schemas.openxmlformats.org/drawingml/2006/main">
              <a:ext uri="{FF2B5EF4-FFF2-40B4-BE49-F238E27FC236}">
                <a16:creationId xmlns:a16="http://schemas.microsoft.com/office/drawing/2014/main" id="{F23CE4DE-C614-41AF-AA3E-661491EF7342}"/>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Teresa</a:t>
            </a:r>
          </a:p>
        </p:txBody>
      </p:sp>
      <p:sp>
        <p:nvSpPr>
          <p:cNvPr id="31" name="profile-741">
            <a:extLst xmlns:a="http://schemas.openxmlformats.org/drawingml/2006/main">
              <a:ext uri="{FF2B5EF4-FFF2-40B4-BE49-F238E27FC236}">
                <a16:creationId xmlns:a16="http://schemas.microsoft.com/office/drawing/2014/main" id="{DC5206A8-DCAA-4AD9-96D5-86F1AED88BFA}"/>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16463149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profile-742">
            <a:extLst xmlns:a="http://schemas.openxmlformats.org/drawingml/2006/main">
              <a:ext uri="{FF2B5EF4-FFF2-40B4-BE49-F238E27FC236}">
                <a16:creationId xmlns:a16="http://schemas.microsoft.com/office/drawing/2014/main" id="{3D1DCDFF-88C3-4914-916F-19FF48A64735}"/>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E9903FBE-5936-4483-9AA1-9F21866C1899}"/>
              </a:ext>
            </a:extLst>
          </p:cNvPr>
          <p:cNvPicPr>
            <a:picLocks xmlns:a="http://schemas.openxmlformats.org/drawingml/2006/main" noChangeAspect="1"/>
          </p:cNvPicPr>
          <p:nvPr/>
        </p:nvPicPr>
        <p:blipFill>
          <a:blip xmlns:r="http://schemas.openxmlformats.org/officeDocument/2006/relationships" xmlns:a="http://schemas.openxmlformats.org/drawingml/2006/main" r:embed="R29d89177e32c4ad3"/>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743">
            <a:extLst xmlns:a="http://schemas.openxmlformats.org/drawingml/2006/main">
              <a:ext uri="{FF2B5EF4-FFF2-40B4-BE49-F238E27FC236}">
                <a16:creationId xmlns:a16="http://schemas.microsoft.com/office/drawing/2014/main" id="{17C6C09D-82ED-4A2E-9EBC-AA94680A511C}"/>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744">
            <a:extLst xmlns:a="http://schemas.openxmlformats.org/drawingml/2006/main">
              <a:ext uri="{FF2B5EF4-FFF2-40B4-BE49-F238E27FC236}">
                <a16:creationId xmlns:a16="http://schemas.microsoft.com/office/drawing/2014/main" id="{EEE6338D-3708-46A6-A8CC-A5BDBADF0F92}"/>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745">
            <a:extLst xmlns:a="http://schemas.openxmlformats.org/drawingml/2006/main">
              <a:ext uri="{FF2B5EF4-FFF2-40B4-BE49-F238E27FC236}">
                <a16:creationId xmlns:a16="http://schemas.microsoft.com/office/drawing/2014/main" id="{9DED4996-B251-4E7E-8080-6A90A0158B04}"/>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746">
            <a:extLst xmlns:a="http://schemas.openxmlformats.org/drawingml/2006/main">
              <a:ext uri="{FF2B5EF4-FFF2-40B4-BE49-F238E27FC236}">
                <a16:creationId xmlns:a16="http://schemas.microsoft.com/office/drawing/2014/main" id="{A451D92C-4380-49BB-84BD-A75B594ADE74}"/>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747">
            <a:extLst xmlns:a="http://schemas.openxmlformats.org/drawingml/2006/main">
              <a:ext uri="{FF2B5EF4-FFF2-40B4-BE49-F238E27FC236}">
                <a16:creationId xmlns:a16="http://schemas.microsoft.com/office/drawing/2014/main" id="{52846FE4-5C65-46DD-9349-693631B8398C}"/>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748">
            <a:extLst xmlns:a="http://schemas.openxmlformats.org/drawingml/2006/main">
              <a:ext uri="{FF2B5EF4-FFF2-40B4-BE49-F238E27FC236}">
                <a16:creationId xmlns:a16="http://schemas.microsoft.com/office/drawing/2014/main" id="{DBCE021C-1912-409F-BC6B-6496BB6C6C07}"/>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749">
            <a:extLst xmlns:a="http://schemas.openxmlformats.org/drawingml/2006/main">
              <a:ext uri="{FF2B5EF4-FFF2-40B4-BE49-F238E27FC236}">
                <a16:creationId xmlns:a16="http://schemas.microsoft.com/office/drawing/2014/main" id="{3C897E62-1D52-4DC8-8730-61A72949BEA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750">
            <a:extLst xmlns:a="http://schemas.openxmlformats.org/drawingml/2006/main">
              <a:ext uri="{FF2B5EF4-FFF2-40B4-BE49-F238E27FC236}">
                <a16:creationId xmlns:a16="http://schemas.microsoft.com/office/drawing/2014/main" id="{6A411B90-2CCA-4029-8D9C-82078B9D00E1}"/>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751">
            <a:extLst xmlns:a="http://schemas.openxmlformats.org/drawingml/2006/main">
              <a:ext uri="{FF2B5EF4-FFF2-40B4-BE49-F238E27FC236}">
                <a16:creationId xmlns:a16="http://schemas.microsoft.com/office/drawing/2014/main" id="{5C85DFAD-9FE8-45CF-9D2E-43BDAF10F245}"/>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752">
            <a:extLst xmlns:a="http://schemas.openxmlformats.org/drawingml/2006/main">
              <a:ext uri="{FF2B5EF4-FFF2-40B4-BE49-F238E27FC236}">
                <a16:creationId xmlns:a16="http://schemas.microsoft.com/office/drawing/2014/main" id="{C22F1DD4-914C-43F3-A055-B0CB52326EBF}"/>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753">
            <a:extLst xmlns:a="http://schemas.openxmlformats.org/drawingml/2006/main">
              <a:ext uri="{FF2B5EF4-FFF2-40B4-BE49-F238E27FC236}">
                <a16:creationId xmlns:a16="http://schemas.microsoft.com/office/drawing/2014/main" id="{3416DC65-EDE3-4D30-A4EA-FCC5442395BF}"/>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26</a:t>
            </a:r>
          </a:p>
        </p:txBody>
      </p:sp>
      <p:sp>
        <p:nvSpPr>
          <p:cNvPr id="14" name="profile-754">
            <a:extLst xmlns:a="http://schemas.openxmlformats.org/drawingml/2006/main">
              <a:ext uri="{FF2B5EF4-FFF2-40B4-BE49-F238E27FC236}">
                <a16:creationId xmlns:a16="http://schemas.microsoft.com/office/drawing/2014/main" id="{E03286B6-836A-4164-9F78-723D46B78E74}"/>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755">
            <a:extLst xmlns:a="http://schemas.openxmlformats.org/drawingml/2006/main">
              <a:ext uri="{FF2B5EF4-FFF2-40B4-BE49-F238E27FC236}">
                <a16:creationId xmlns:a16="http://schemas.microsoft.com/office/drawing/2014/main" id="{BDE3E79B-8401-45FD-AB5F-DD4E098E6936}"/>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Bulacan</a:t>
            </a:r>
          </a:p>
        </p:txBody>
      </p:sp>
      <p:sp>
        <p:nvSpPr>
          <p:cNvPr id="16" name="profile-756">
            <a:extLst xmlns:a="http://schemas.openxmlformats.org/drawingml/2006/main">
              <a:ext uri="{FF2B5EF4-FFF2-40B4-BE49-F238E27FC236}">
                <a16:creationId xmlns:a16="http://schemas.microsoft.com/office/drawing/2014/main" id="{82552B47-7C3B-41D7-9E46-94A171F5BE00}"/>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757">
            <a:extLst xmlns:a="http://schemas.openxmlformats.org/drawingml/2006/main">
              <a:ext uri="{FF2B5EF4-FFF2-40B4-BE49-F238E27FC236}">
                <a16:creationId xmlns:a16="http://schemas.microsoft.com/office/drawing/2014/main" id="{DED1D582-D988-4E3F-AD58-8F38F6368A73}"/>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Baliwag</a:t>
            </a:r>
          </a:p>
        </p:txBody>
      </p:sp>
      <p:sp>
        <p:nvSpPr>
          <p:cNvPr id="18" name="profile-758">
            <a:extLst xmlns:a="http://schemas.openxmlformats.org/drawingml/2006/main">
              <a:ext uri="{FF2B5EF4-FFF2-40B4-BE49-F238E27FC236}">
                <a16:creationId xmlns:a16="http://schemas.microsoft.com/office/drawing/2014/main" id="{86CB8F84-F7DC-44BB-B89D-B22C68DC06B1}"/>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Malolos</a:t>
            </a:r>
          </a:p>
        </p:txBody>
      </p:sp>
      <p:sp>
        <p:nvSpPr>
          <p:cNvPr id="19" name="profile-759">
            <a:extLst xmlns:a="http://schemas.openxmlformats.org/drawingml/2006/main">
              <a:ext uri="{FF2B5EF4-FFF2-40B4-BE49-F238E27FC236}">
                <a16:creationId xmlns:a16="http://schemas.microsoft.com/office/drawing/2014/main" id="{04FF6A32-0DAC-4060-B6D3-9AB7A806A20A}"/>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Meycauayan</a:t>
            </a:r>
          </a:p>
        </p:txBody>
      </p:sp>
      <p:sp>
        <p:nvSpPr>
          <p:cNvPr id="20" name="profile-760">
            <a:extLst xmlns:a="http://schemas.openxmlformats.org/drawingml/2006/main">
              <a:ext uri="{FF2B5EF4-FFF2-40B4-BE49-F238E27FC236}">
                <a16:creationId xmlns:a16="http://schemas.microsoft.com/office/drawing/2014/main" id="{0B9CD4B4-3C8B-46A1-9AB0-D4F81475B533}"/>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Jose del Monte</a:t>
            </a:r>
          </a:p>
        </p:txBody>
      </p:sp>
      <p:sp>
        <p:nvSpPr>
          <p:cNvPr id="21" name="profile-761">
            <a:extLst xmlns:a="http://schemas.openxmlformats.org/drawingml/2006/main">
              <a:ext uri="{FF2B5EF4-FFF2-40B4-BE49-F238E27FC236}">
                <a16:creationId xmlns:a16="http://schemas.microsoft.com/office/drawing/2014/main" id="{345586E7-6582-4D32-828F-21FDFD50F3A9}"/>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Angat</a:t>
            </a:r>
          </a:p>
        </p:txBody>
      </p:sp>
      <p:sp>
        <p:nvSpPr>
          <p:cNvPr id="22" name="profile-762">
            <a:extLst xmlns:a="http://schemas.openxmlformats.org/drawingml/2006/main">
              <a:ext uri="{FF2B5EF4-FFF2-40B4-BE49-F238E27FC236}">
                <a16:creationId xmlns:a16="http://schemas.microsoft.com/office/drawing/2014/main" id="{3DE3FF2B-B761-483E-9EED-FD5C0974444A}"/>
              </a:ext>
            </a:extLst>
          </p:cNvPr>
          <p:cNvSpPr>
            <a:spLocks xmlns:a="http://schemas.openxmlformats.org/drawingml/2006/main" noGrp="1"/>
          </p:cNvSpPr>
          <p:nvPr/>
        </p:nvSpPr>
        <p:spPr>
          <a:xfrm xmlns:a="http://schemas.openxmlformats.org/drawingml/2006/main">
            <a:off x="38100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Balagtas</a:t>
            </a:r>
          </a:p>
        </p:txBody>
      </p:sp>
      <p:sp>
        <p:nvSpPr>
          <p:cNvPr id="23" name="profile-763">
            <a:extLst xmlns:a="http://schemas.openxmlformats.org/drawingml/2006/main">
              <a:ext uri="{FF2B5EF4-FFF2-40B4-BE49-F238E27FC236}">
                <a16:creationId xmlns:a16="http://schemas.microsoft.com/office/drawing/2014/main" id="{789F0002-202F-4A25-B092-7E593AE99773}"/>
              </a:ext>
            </a:extLst>
          </p:cNvPr>
          <p:cNvSpPr>
            <a:spLocks xmlns:a="http://schemas.openxmlformats.org/drawingml/2006/main" noGrp="1"/>
          </p:cNvSpPr>
          <p:nvPr/>
        </p:nvSpPr>
        <p:spPr>
          <a:xfrm xmlns:a="http://schemas.openxmlformats.org/drawingml/2006/main">
            <a:off x="38100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Bocaue</a:t>
            </a:r>
          </a:p>
        </p:txBody>
      </p:sp>
      <p:sp>
        <p:nvSpPr>
          <p:cNvPr id="24" name="profile-764">
            <a:extLst xmlns:a="http://schemas.openxmlformats.org/drawingml/2006/main">
              <a:ext uri="{FF2B5EF4-FFF2-40B4-BE49-F238E27FC236}">
                <a16:creationId xmlns:a16="http://schemas.microsoft.com/office/drawing/2014/main" id="{634FAF08-E523-4505-9708-4439B29C2444}"/>
              </a:ext>
            </a:extLst>
          </p:cNvPr>
          <p:cNvSpPr>
            <a:spLocks xmlns:a="http://schemas.openxmlformats.org/drawingml/2006/main" noGrp="1"/>
          </p:cNvSpPr>
          <p:nvPr/>
        </p:nvSpPr>
        <p:spPr>
          <a:xfrm xmlns:a="http://schemas.openxmlformats.org/drawingml/2006/main">
            <a:off x="38100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Bulacan</a:t>
            </a:r>
          </a:p>
        </p:txBody>
      </p:sp>
      <p:sp>
        <p:nvSpPr>
          <p:cNvPr id="25" name="profile-765">
            <a:extLst xmlns:a="http://schemas.openxmlformats.org/drawingml/2006/main">
              <a:ext uri="{FF2B5EF4-FFF2-40B4-BE49-F238E27FC236}">
                <a16:creationId xmlns:a16="http://schemas.microsoft.com/office/drawing/2014/main" id="{737F11BC-AD0D-4024-9A43-ECED8C7C7358}"/>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Bustos</a:t>
            </a:r>
          </a:p>
        </p:txBody>
      </p:sp>
      <p:sp>
        <p:nvSpPr>
          <p:cNvPr id="26" name="profile-766">
            <a:extLst xmlns:a="http://schemas.openxmlformats.org/drawingml/2006/main">
              <a:ext uri="{FF2B5EF4-FFF2-40B4-BE49-F238E27FC236}">
                <a16:creationId xmlns:a16="http://schemas.microsoft.com/office/drawing/2014/main" id="{041EA8D8-A4F3-4154-B2FE-D425FB41CCF2}"/>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Calumpit</a:t>
            </a:r>
          </a:p>
        </p:txBody>
      </p:sp>
      <p:sp>
        <p:nvSpPr>
          <p:cNvPr id="27" name="profile-767">
            <a:extLst xmlns:a="http://schemas.openxmlformats.org/drawingml/2006/main">
              <a:ext uri="{FF2B5EF4-FFF2-40B4-BE49-F238E27FC236}">
                <a16:creationId xmlns:a16="http://schemas.microsoft.com/office/drawing/2014/main" id="{DDC8D74B-194F-4CFA-BE08-E7922B888AB5}"/>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Guiguinto</a:t>
            </a:r>
          </a:p>
        </p:txBody>
      </p:sp>
      <p:sp>
        <p:nvSpPr>
          <p:cNvPr id="28" name="profile-768">
            <a:extLst xmlns:a="http://schemas.openxmlformats.org/drawingml/2006/main">
              <a:ext uri="{FF2B5EF4-FFF2-40B4-BE49-F238E27FC236}">
                <a16:creationId xmlns:a16="http://schemas.microsoft.com/office/drawing/2014/main" id="{DD148F7A-5334-4AEF-917C-9959125826FD}"/>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Hagonoy</a:t>
            </a:r>
          </a:p>
        </p:txBody>
      </p:sp>
      <p:sp>
        <p:nvSpPr>
          <p:cNvPr id="29" name="profile-769">
            <a:extLst xmlns:a="http://schemas.openxmlformats.org/drawingml/2006/main">
              <a:ext uri="{FF2B5EF4-FFF2-40B4-BE49-F238E27FC236}">
                <a16:creationId xmlns:a16="http://schemas.microsoft.com/office/drawing/2014/main" id="{980A89C6-DC31-4FF8-84E1-F8B3AEF63515}"/>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Marilao</a:t>
            </a:r>
          </a:p>
        </p:txBody>
      </p:sp>
      <p:sp>
        <p:nvSpPr>
          <p:cNvPr id="30" name="profile-770">
            <a:extLst xmlns:a="http://schemas.openxmlformats.org/drawingml/2006/main">
              <a:ext uri="{FF2B5EF4-FFF2-40B4-BE49-F238E27FC236}">
                <a16:creationId xmlns:a16="http://schemas.microsoft.com/office/drawing/2014/main" id="{AC4F7274-15C3-4AD2-B3DE-3BA9CDF0A153}"/>
              </a:ext>
            </a:extLst>
          </p:cNvPr>
          <p:cNvSpPr>
            <a:spLocks xmlns:a="http://schemas.openxmlformats.org/drawingml/2006/main" noGrp="1"/>
          </p:cNvSpPr>
          <p:nvPr/>
        </p:nvSpPr>
        <p:spPr>
          <a:xfrm xmlns:a="http://schemas.openxmlformats.org/drawingml/2006/main">
            <a:off x="4333875"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Norzagaray</a:t>
            </a:r>
          </a:p>
        </p:txBody>
      </p:sp>
      <p:sp>
        <p:nvSpPr>
          <p:cNvPr id="31" name="profile-771">
            <a:extLst xmlns:a="http://schemas.openxmlformats.org/drawingml/2006/main">
              <a:ext uri="{FF2B5EF4-FFF2-40B4-BE49-F238E27FC236}">
                <a16:creationId xmlns:a16="http://schemas.microsoft.com/office/drawing/2014/main" id="{4C467B6F-4997-45DE-9670-4CA7F0E953EE}"/>
              </a:ext>
            </a:extLst>
          </p:cNvPr>
          <p:cNvSpPr>
            <a:spLocks xmlns:a="http://schemas.openxmlformats.org/drawingml/2006/main" noGrp="1"/>
          </p:cNvSpPr>
          <p:nvPr/>
        </p:nvSpPr>
        <p:spPr>
          <a:xfrm xmlns:a="http://schemas.openxmlformats.org/drawingml/2006/main">
            <a:off x="4333875"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Obando</a:t>
            </a:r>
          </a:p>
        </p:txBody>
      </p:sp>
      <p:sp>
        <p:nvSpPr>
          <p:cNvPr id="32" name="profile-772">
            <a:extLst xmlns:a="http://schemas.openxmlformats.org/drawingml/2006/main">
              <a:ext uri="{FF2B5EF4-FFF2-40B4-BE49-F238E27FC236}">
                <a16:creationId xmlns:a16="http://schemas.microsoft.com/office/drawing/2014/main" id="{B601ADBB-DC10-400C-BBC2-9516811EFDCC}"/>
              </a:ext>
            </a:extLst>
          </p:cNvPr>
          <p:cNvSpPr>
            <a:spLocks xmlns:a="http://schemas.openxmlformats.org/drawingml/2006/main" noGrp="1"/>
          </p:cNvSpPr>
          <p:nvPr/>
        </p:nvSpPr>
        <p:spPr>
          <a:xfrm xmlns:a="http://schemas.openxmlformats.org/drawingml/2006/main">
            <a:off x="4333875"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Pandi</a:t>
            </a:r>
          </a:p>
        </p:txBody>
      </p:sp>
      <p:sp>
        <p:nvSpPr>
          <p:cNvPr id="33" name="profile-773">
            <a:extLst xmlns:a="http://schemas.openxmlformats.org/drawingml/2006/main">
              <a:ext uri="{FF2B5EF4-FFF2-40B4-BE49-F238E27FC236}">
                <a16:creationId xmlns:a16="http://schemas.microsoft.com/office/drawing/2014/main" id="{910DF477-C021-4661-B929-DC2BE0F9E869}"/>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Paombong</a:t>
            </a:r>
          </a:p>
        </p:txBody>
      </p:sp>
      <p:sp>
        <p:nvSpPr>
          <p:cNvPr id="34" name="profile-774">
            <a:extLst xmlns:a="http://schemas.openxmlformats.org/drawingml/2006/main">
              <a:ext uri="{FF2B5EF4-FFF2-40B4-BE49-F238E27FC236}">
                <a16:creationId xmlns:a16="http://schemas.microsoft.com/office/drawing/2014/main" id="{3723A794-9527-4D7A-AD67-B74401D4F261}"/>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Plaridel</a:t>
            </a:r>
          </a:p>
        </p:txBody>
      </p:sp>
      <p:sp>
        <p:nvSpPr>
          <p:cNvPr id="35" name="profile-775">
            <a:extLst xmlns:a="http://schemas.openxmlformats.org/drawingml/2006/main">
              <a:ext uri="{FF2B5EF4-FFF2-40B4-BE49-F238E27FC236}">
                <a16:creationId xmlns:a16="http://schemas.microsoft.com/office/drawing/2014/main" id="{C7963CF9-12F0-474B-8B7D-C144769779DA}"/>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Pulilan</a:t>
            </a:r>
          </a:p>
        </p:txBody>
      </p:sp>
      <p:sp>
        <p:nvSpPr>
          <p:cNvPr id="36" name="profile-776">
            <a:extLst xmlns:a="http://schemas.openxmlformats.org/drawingml/2006/main">
              <a:ext uri="{FF2B5EF4-FFF2-40B4-BE49-F238E27FC236}">
                <a16:creationId xmlns:a16="http://schemas.microsoft.com/office/drawing/2014/main" id="{96D69AEC-8FF2-4BFF-AD51-A177E82CC011}"/>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Ildefonso</a:t>
            </a:r>
          </a:p>
        </p:txBody>
      </p:sp>
      <p:sp>
        <p:nvSpPr>
          <p:cNvPr id="37" name="profile-777">
            <a:extLst xmlns:a="http://schemas.openxmlformats.org/drawingml/2006/main">
              <a:ext uri="{FF2B5EF4-FFF2-40B4-BE49-F238E27FC236}">
                <a16:creationId xmlns:a16="http://schemas.microsoft.com/office/drawing/2014/main" id="{7E709238-A62E-4A89-A40E-765C7703DD63}"/>
              </a:ext>
            </a:extLst>
          </p:cNvPr>
          <p:cNvSpPr>
            <a:spLocks xmlns:a="http://schemas.openxmlformats.org/drawingml/2006/main" noGrp="1"/>
          </p:cNvSpPr>
          <p:nvPr/>
        </p:nvSpPr>
        <p:spPr>
          <a:xfrm xmlns:a="http://schemas.openxmlformats.org/drawingml/2006/main">
            <a:off x="828675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Miguel</a:t>
            </a:r>
          </a:p>
        </p:txBody>
      </p:sp>
      <p:sp>
        <p:nvSpPr>
          <p:cNvPr id="38" name="profile-778">
            <a:extLst xmlns:a="http://schemas.openxmlformats.org/drawingml/2006/main">
              <a:ext uri="{FF2B5EF4-FFF2-40B4-BE49-F238E27FC236}">
                <a16:creationId xmlns:a16="http://schemas.microsoft.com/office/drawing/2014/main" id="{CC2106EF-1414-4B0B-BC6F-6F2759F81733}"/>
              </a:ext>
            </a:extLst>
          </p:cNvPr>
          <p:cNvSpPr>
            <a:spLocks xmlns:a="http://schemas.openxmlformats.org/drawingml/2006/main" noGrp="1"/>
          </p:cNvSpPr>
          <p:nvPr/>
        </p:nvSpPr>
        <p:spPr>
          <a:xfrm xmlns:a="http://schemas.openxmlformats.org/drawingml/2006/main">
            <a:off x="828675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Rafael</a:t>
            </a:r>
          </a:p>
        </p:txBody>
      </p:sp>
      <p:sp>
        <p:nvSpPr>
          <p:cNvPr id="39" name="profile-779">
            <a:extLst xmlns:a="http://schemas.openxmlformats.org/drawingml/2006/main">
              <a:ext uri="{FF2B5EF4-FFF2-40B4-BE49-F238E27FC236}">
                <a16:creationId xmlns:a16="http://schemas.microsoft.com/office/drawing/2014/main" id="{6185372F-A483-4388-8E83-253F97359F68}"/>
              </a:ext>
            </a:extLst>
          </p:cNvPr>
          <p:cNvSpPr>
            <a:spLocks xmlns:a="http://schemas.openxmlformats.org/drawingml/2006/main" noGrp="1"/>
          </p:cNvSpPr>
          <p:nvPr/>
        </p:nvSpPr>
        <p:spPr>
          <a:xfrm xmlns:a="http://schemas.openxmlformats.org/drawingml/2006/main">
            <a:off x="828675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Maria</a:t>
            </a:r>
          </a:p>
        </p:txBody>
      </p:sp>
      <p:sp>
        <p:nvSpPr>
          <p:cNvPr id="40" name="profile-780">
            <a:extLst xmlns:a="http://schemas.openxmlformats.org/drawingml/2006/main">
              <a:ext uri="{FF2B5EF4-FFF2-40B4-BE49-F238E27FC236}">
                <a16:creationId xmlns:a16="http://schemas.microsoft.com/office/drawing/2014/main" id="{101170CC-992F-4D9A-BB2F-61A18E487333}"/>
              </a:ext>
            </a:extLst>
          </p:cNvPr>
          <p:cNvSpPr>
            <a:spLocks xmlns:a="http://schemas.openxmlformats.org/drawingml/2006/main" noGrp="1"/>
          </p:cNvSpPr>
          <p:nvPr/>
        </p:nvSpPr>
        <p:spPr>
          <a:xfrm xmlns:a="http://schemas.openxmlformats.org/drawingml/2006/main">
            <a:off x="828675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Doña Remedios Trinidad</a:t>
            </a:r>
          </a:p>
        </p:txBody>
      </p:sp>
      <p:sp>
        <p:nvSpPr>
          <p:cNvPr id="41" name="profile-781">
            <a:extLst xmlns:a="http://schemas.openxmlformats.org/drawingml/2006/main">
              <a:ext uri="{FF2B5EF4-FFF2-40B4-BE49-F238E27FC236}">
                <a16:creationId xmlns:a16="http://schemas.microsoft.com/office/drawing/2014/main" id="{AFABBB00-F85D-4117-A197-09C35AC46F0C}"/>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2178434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profile-782">
            <a:extLst xmlns:a="http://schemas.openxmlformats.org/drawingml/2006/main">
              <a:ext uri="{FF2B5EF4-FFF2-40B4-BE49-F238E27FC236}">
                <a16:creationId xmlns:a16="http://schemas.microsoft.com/office/drawing/2014/main" id="{C61DA5EB-96BF-4D96-B589-18B2937916D8}"/>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28B860D3-8252-4762-AEE4-EC4C613915C7}"/>
              </a:ext>
            </a:extLst>
          </p:cNvPr>
          <p:cNvPicPr>
            <a:picLocks xmlns:a="http://schemas.openxmlformats.org/drawingml/2006/main" noChangeAspect="1"/>
          </p:cNvPicPr>
          <p:nvPr/>
        </p:nvPicPr>
        <p:blipFill>
          <a:blip xmlns:r="http://schemas.openxmlformats.org/officeDocument/2006/relationships" xmlns:a="http://schemas.openxmlformats.org/drawingml/2006/main" r:embed="R395af1ceecb04f93"/>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783">
            <a:extLst xmlns:a="http://schemas.openxmlformats.org/drawingml/2006/main">
              <a:ext uri="{FF2B5EF4-FFF2-40B4-BE49-F238E27FC236}">
                <a16:creationId xmlns:a16="http://schemas.microsoft.com/office/drawing/2014/main" id="{2EE90FFE-9374-488C-884F-3F532D6CD0FE}"/>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784">
            <a:extLst xmlns:a="http://schemas.openxmlformats.org/drawingml/2006/main">
              <a:ext uri="{FF2B5EF4-FFF2-40B4-BE49-F238E27FC236}">
                <a16:creationId xmlns:a16="http://schemas.microsoft.com/office/drawing/2014/main" id="{4D6C6F46-4D57-4798-851C-3D42C65AB0B1}"/>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785">
            <a:extLst xmlns:a="http://schemas.openxmlformats.org/drawingml/2006/main">
              <a:ext uri="{FF2B5EF4-FFF2-40B4-BE49-F238E27FC236}">
                <a16:creationId xmlns:a16="http://schemas.microsoft.com/office/drawing/2014/main" id="{4E7D4217-3CF9-492C-953C-3F9517A61B99}"/>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786">
            <a:extLst xmlns:a="http://schemas.openxmlformats.org/drawingml/2006/main">
              <a:ext uri="{FF2B5EF4-FFF2-40B4-BE49-F238E27FC236}">
                <a16:creationId xmlns:a16="http://schemas.microsoft.com/office/drawing/2014/main" id="{9F4418FD-7799-4885-B522-7CBA746901B6}"/>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787">
            <a:extLst xmlns:a="http://schemas.openxmlformats.org/drawingml/2006/main">
              <a:ext uri="{FF2B5EF4-FFF2-40B4-BE49-F238E27FC236}">
                <a16:creationId xmlns:a16="http://schemas.microsoft.com/office/drawing/2014/main" id="{F5968BAC-2CE3-4FF2-A2AA-2D17E4C8486C}"/>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788">
            <a:extLst xmlns:a="http://schemas.openxmlformats.org/drawingml/2006/main">
              <a:ext uri="{FF2B5EF4-FFF2-40B4-BE49-F238E27FC236}">
                <a16:creationId xmlns:a16="http://schemas.microsoft.com/office/drawing/2014/main" id="{D199901D-38C4-4B3B-B714-E46FD3D2371D}"/>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789">
            <a:extLst xmlns:a="http://schemas.openxmlformats.org/drawingml/2006/main">
              <a:ext uri="{FF2B5EF4-FFF2-40B4-BE49-F238E27FC236}">
                <a16:creationId xmlns:a16="http://schemas.microsoft.com/office/drawing/2014/main" id="{AD703A77-68E7-4BB5-8F3A-D9FE6BBAFB56}"/>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790">
            <a:extLst xmlns:a="http://schemas.openxmlformats.org/drawingml/2006/main">
              <a:ext uri="{FF2B5EF4-FFF2-40B4-BE49-F238E27FC236}">
                <a16:creationId xmlns:a16="http://schemas.microsoft.com/office/drawing/2014/main" id="{06E0320C-0D3D-48E5-AB21-8F16C4BBCC06}"/>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791">
            <a:extLst xmlns:a="http://schemas.openxmlformats.org/drawingml/2006/main">
              <a:ext uri="{FF2B5EF4-FFF2-40B4-BE49-F238E27FC236}">
                <a16:creationId xmlns:a16="http://schemas.microsoft.com/office/drawing/2014/main" id="{DB9F913F-3A9D-448E-B211-2A1387C39C52}"/>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792">
            <a:extLst xmlns:a="http://schemas.openxmlformats.org/drawingml/2006/main">
              <a:ext uri="{FF2B5EF4-FFF2-40B4-BE49-F238E27FC236}">
                <a16:creationId xmlns:a16="http://schemas.microsoft.com/office/drawing/2014/main" id="{C7EC0237-D6F4-4F4E-89DE-A52556B910B2}"/>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793">
            <a:extLst xmlns:a="http://schemas.openxmlformats.org/drawingml/2006/main">
              <a:ext uri="{FF2B5EF4-FFF2-40B4-BE49-F238E27FC236}">
                <a16:creationId xmlns:a16="http://schemas.microsoft.com/office/drawing/2014/main" id="{1443F988-43AF-45AD-84E8-D29CE76F09D7}"/>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27</a:t>
            </a:r>
          </a:p>
        </p:txBody>
      </p:sp>
      <p:sp>
        <p:nvSpPr>
          <p:cNvPr id="14" name="profile-794">
            <a:extLst xmlns:a="http://schemas.openxmlformats.org/drawingml/2006/main">
              <a:ext uri="{FF2B5EF4-FFF2-40B4-BE49-F238E27FC236}">
                <a16:creationId xmlns:a16="http://schemas.microsoft.com/office/drawing/2014/main" id="{BE757B85-D963-4600-80FA-B66A436C954F}"/>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795">
            <a:extLst xmlns:a="http://schemas.openxmlformats.org/drawingml/2006/main">
              <a:ext uri="{FF2B5EF4-FFF2-40B4-BE49-F238E27FC236}">
                <a16:creationId xmlns:a16="http://schemas.microsoft.com/office/drawing/2014/main" id="{A30EBD08-BA75-45E3-A7C9-28A95AD9346E}"/>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Pampanga and Angeles</a:t>
            </a:r>
          </a:p>
        </p:txBody>
      </p:sp>
      <p:sp>
        <p:nvSpPr>
          <p:cNvPr id="16" name="profile-796">
            <a:extLst xmlns:a="http://schemas.openxmlformats.org/drawingml/2006/main">
              <a:ext uri="{FF2B5EF4-FFF2-40B4-BE49-F238E27FC236}">
                <a16:creationId xmlns:a16="http://schemas.microsoft.com/office/drawing/2014/main" id="{57454B86-0AB9-49EC-B18D-6FC88F2A8439}"/>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797">
            <a:extLst xmlns:a="http://schemas.openxmlformats.org/drawingml/2006/main">
              <a:ext uri="{FF2B5EF4-FFF2-40B4-BE49-F238E27FC236}">
                <a16:creationId xmlns:a16="http://schemas.microsoft.com/office/drawing/2014/main" id="{8F1679F4-1575-47DB-984E-AD451AABBDB8}"/>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Angeles</a:t>
            </a:r>
          </a:p>
        </p:txBody>
      </p:sp>
      <p:sp>
        <p:nvSpPr>
          <p:cNvPr id="18" name="profile-798">
            <a:extLst xmlns:a="http://schemas.openxmlformats.org/drawingml/2006/main">
              <a:ext uri="{FF2B5EF4-FFF2-40B4-BE49-F238E27FC236}">
                <a16:creationId xmlns:a16="http://schemas.microsoft.com/office/drawing/2014/main" id="{DE090865-685A-4918-A8BA-F83A10EC626B}"/>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Mabalacat</a:t>
            </a:r>
          </a:p>
        </p:txBody>
      </p:sp>
      <p:sp>
        <p:nvSpPr>
          <p:cNvPr id="19" name="profile-799">
            <a:extLst xmlns:a="http://schemas.openxmlformats.org/drawingml/2006/main">
              <a:ext uri="{FF2B5EF4-FFF2-40B4-BE49-F238E27FC236}">
                <a16:creationId xmlns:a16="http://schemas.microsoft.com/office/drawing/2014/main" id="{6D9A2D8E-541C-40B9-BC14-7AF8887252D1}"/>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Fernando</a:t>
            </a:r>
          </a:p>
        </p:txBody>
      </p:sp>
      <p:sp>
        <p:nvSpPr>
          <p:cNvPr id="20" name="profile-800">
            <a:extLst xmlns:a="http://schemas.openxmlformats.org/drawingml/2006/main">
              <a:ext uri="{FF2B5EF4-FFF2-40B4-BE49-F238E27FC236}">
                <a16:creationId xmlns:a16="http://schemas.microsoft.com/office/drawing/2014/main" id="{76EF05C3-8D99-46AB-9D44-68B7DB4366BC}"/>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Apalit</a:t>
            </a:r>
          </a:p>
        </p:txBody>
      </p:sp>
      <p:sp>
        <p:nvSpPr>
          <p:cNvPr id="21" name="profile-801">
            <a:extLst xmlns:a="http://schemas.openxmlformats.org/drawingml/2006/main">
              <a:ext uri="{FF2B5EF4-FFF2-40B4-BE49-F238E27FC236}">
                <a16:creationId xmlns:a16="http://schemas.microsoft.com/office/drawing/2014/main" id="{6745A673-BBB3-4A7D-9829-565E45097644}"/>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Arayat</a:t>
            </a:r>
          </a:p>
        </p:txBody>
      </p:sp>
      <p:sp>
        <p:nvSpPr>
          <p:cNvPr id="22" name="profile-802">
            <a:extLst xmlns:a="http://schemas.openxmlformats.org/drawingml/2006/main">
              <a:ext uri="{FF2B5EF4-FFF2-40B4-BE49-F238E27FC236}">
                <a16:creationId xmlns:a16="http://schemas.microsoft.com/office/drawing/2014/main" id="{5F471026-00F8-434F-B758-5EC44E5C60E0}"/>
              </a:ext>
            </a:extLst>
          </p:cNvPr>
          <p:cNvSpPr>
            <a:spLocks xmlns:a="http://schemas.openxmlformats.org/drawingml/2006/main" noGrp="1"/>
          </p:cNvSpPr>
          <p:nvPr/>
        </p:nvSpPr>
        <p:spPr>
          <a:xfrm xmlns:a="http://schemas.openxmlformats.org/drawingml/2006/main">
            <a:off x="38100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Bacolor</a:t>
            </a:r>
          </a:p>
        </p:txBody>
      </p:sp>
      <p:sp>
        <p:nvSpPr>
          <p:cNvPr id="23" name="profile-803">
            <a:extLst xmlns:a="http://schemas.openxmlformats.org/drawingml/2006/main">
              <a:ext uri="{FF2B5EF4-FFF2-40B4-BE49-F238E27FC236}">
                <a16:creationId xmlns:a16="http://schemas.microsoft.com/office/drawing/2014/main" id="{FE1930D1-C7AB-4904-920F-CF11BBF34B0C}"/>
              </a:ext>
            </a:extLst>
          </p:cNvPr>
          <p:cNvSpPr>
            <a:spLocks xmlns:a="http://schemas.openxmlformats.org/drawingml/2006/main" noGrp="1"/>
          </p:cNvSpPr>
          <p:nvPr/>
        </p:nvSpPr>
        <p:spPr>
          <a:xfrm xmlns:a="http://schemas.openxmlformats.org/drawingml/2006/main">
            <a:off x="381000"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Candaba</a:t>
            </a:r>
          </a:p>
        </p:txBody>
      </p:sp>
      <p:sp>
        <p:nvSpPr>
          <p:cNvPr id="24" name="profile-804">
            <a:extLst xmlns:a="http://schemas.openxmlformats.org/drawingml/2006/main">
              <a:ext uri="{FF2B5EF4-FFF2-40B4-BE49-F238E27FC236}">
                <a16:creationId xmlns:a16="http://schemas.microsoft.com/office/drawing/2014/main" id="{4708563B-0E83-432F-8D31-995F6A055EAA}"/>
              </a:ext>
            </a:extLst>
          </p:cNvPr>
          <p:cNvSpPr>
            <a:spLocks xmlns:a="http://schemas.openxmlformats.org/drawingml/2006/main" noGrp="1"/>
          </p:cNvSpPr>
          <p:nvPr/>
        </p:nvSpPr>
        <p:spPr>
          <a:xfrm xmlns:a="http://schemas.openxmlformats.org/drawingml/2006/main">
            <a:off x="381000"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Floridablanca</a:t>
            </a:r>
          </a:p>
        </p:txBody>
      </p:sp>
      <p:sp>
        <p:nvSpPr>
          <p:cNvPr id="25" name="profile-805">
            <a:extLst xmlns:a="http://schemas.openxmlformats.org/drawingml/2006/main">
              <a:ext uri="{FF2B5EF4-FFF2-40B4-BE49-F238E27FC236}">
                <a16:creationId xmlns:a16="http://schemas.microsoft.com/office/drawing/2014/main" id="{CFCE2531-3526-445F-BBEE-2158CE12A4C4}"/>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Guagua</a:t>
            </a:r>
          </a:p>
        </p:txBody>
      </p:sp>
      <p:sp>
        <p:nvSpPr>
          <p:cNvPr id="26" name="profile-806">
            <a:extLst xmlns:a="http://schemas.openxmlformats.org/drawingml/2006/main">
              <a:ext uri="{FF2B5EF4-FFF2-40B4-BE49-F238E27FC236}">
                <a16:creationId xmlns:a16="http://schemas.microsoft.com/office/drawing/2014/main" id="{A28C06D5-92C1-4617-BD59-9BC714BAFBF6}"/>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Lubao</a:t>
            </a:r>
          </a:p>
        </p:txBody>
      </p:sp>
      <p:sp>
        <p:nvSpPr>
          <p:cNvPr id="27" name="profile-807">
            <a:extLst xmlns:a="http://schemas.openxmlformats.org/drawingml/2006/main">
              <a:ext uri="{FF2B5EF4-FFF2-40B4-BE49-F238E27FC236}">
                <a16:creationId xmlns:a16="http://schemas.microsoft.com/office/drawing/2014/main" id="{7D775784-D46C-4860-A0E0-D941709C4C8E}"/>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Macabebe</a:t>
            </a:r>
          </a:p>
        </p:txBody>
      </p:sp>
      <p:sp>
        <p:nvSpPr>
          <p:cNvPr id="28" name="profile-808">
            <a:extLst xmlns:a="http://schemas.openxmlformats.org/drawingml/2006/main">
              <a:ext uri="{FF2B5EF4-FFF2-40B4-BE49-F238E27FC236}">
                <a16:creationId xmlns:a16="http://schemas.microsoft.com/office/drawing/2014/main" id="{6756693F-350B-4C52-B442-614E709909BB}"/>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Magalang</a:t>
            </a:r>
          </a:p>
        </p:txBody>
      </p:sp>
      <p:sp>
        <p:nvSpPr>
          <p:cNvPr id="29" name="profile-809">
            <a:extLst xmlns:a="http://schemas.openxmlformats.org/drawingml/2006/main">
              <a:ext uri="{FF2B5EF4-FFF2-40B4-BE49-F238E27FC236}">
                <a16:creationId xmlns:a16="http://schemas.microsoft.com/office/drawing/2014/main" id="{DCFB17B9-E334-4813-9863-6A050641B476}"/>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Masantol</a:t>
            </a:r>
          </a:p>
        </p:txBody>
      </p:sp>
      <p:sp>
        <p:nvSpPr>
          <p:cNvPr id="30" name="profile-810">
            <a:extLst xmlns:a="http://schemas.openxmlformats.org/drawingml/2006/main">
              <a:ext uri="{FF2B5EF4-FFF2-40B4-BE49-F238E27FC236}">
                <a16:creationId xmlns:a16="http://schemas.microsoft.com/office/drawing/2014/main" id="{C633C346-2082-403E-B52B-DA439CD5EBAB}"/>
              </a:ext>
            </a:extLst>
          </p:cNvPr>
          <p:cNvSpPr>
            <a:spLocks xmlns:a="http://schemas.openxmlformats.org/drawingml/2006/main" noGrp="1"/>
          </p:cNvSpPr>
          <p:nvPr/>
        </p:nvSpPr>
        <p:spPr>
          <a:xfrm xmlns:a="http://schemas.openxmlformats.org/drawingml/2006/main">
            <a:off x="4333875"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Mexico</a:t>
            </a:r>
          </a:p>
        </p:txBody>
      </p:sp>
      <p:sp>
        <p:nvSpPr>
          <p:cNvPr id="31" name="profile-811">
            <a:extLst xmlns:a="http://schemas.openxmlformats.org/drawingml/2006/main">
              <a:ext uri="{FF2B5EF4-FFF2-40B4-BE49-F238E27FC236}">
                <a16:creationId xmlns:a16="http://schemas.microsoft.com/office/drawing/2014/main" id="{B797EEC0-83F2-4532-A016-2290BB8F0A76}"/>
              </a:ext>
            </a:extLst>
          </p:cNvPr>
          <p:cNvSpPr>
            <a:spLocks xmlns:a="http://schemas.openxmlformats.org/drawingml/2006/main" noGrp="1"/>
          </p:cNvSpPr>
          <p:nvPr/>
        </p:nvSpPr>
        <p:spPr>
          <a:xfrm xmlns:a="http://schemas.openxmlformats.org/drawingml/2006/main">
            <a:off x="4333875" y="44196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Minalin</a:t>
            </a:r>
          </a:p>
        </p:txBody>
      </p:sp>
      <p:sp>
        <p:nvSpPr>
          <p:cNvPr id="32" name="profile-812">
            <a:extLst xmlns:a="http://schemas.openxmlformats.org/drawingml/2006/main">
              <a:ext uri="{FF2B5EF4-FFF2-40B4-BE49-F238E27FC236}">
                <a16:creationId xmlns:a16="http://schemas.microsoft.com/office/drawing/2014/main" id="{AC4D7749-45A0-4384-8A05-112421E3BE7F}"/>
              </a:ext>
            </a:extLst>
          </p:cNvPr>
          <p:cNvSpPr>
            <a:spLocks xmlns:a="http://schemas.openxmlformats.org/drawingml/2006/main" noGrp="1"/>
          </p:cNvSpPr>
          <p:nvPr/>
        </p:nvSpPr>
        <p:spPr>
          <a:xfrm xmlns:a="http://schemas.openxmlformats.org/drawingml/2006/main">
            <a:off x="4333875" y="46386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Porac</a:t>
            </a:r>
          </a:p>
        </p:txBody>
      </p:sp>
      <p:sp>
        <p:nvSpPr>
          <p:cNvPr id="33" name="profile-813">
            <a:extLst xmlns:a="http://schemas.openxmlformats.org/drawingml/2006/main">
              <a:ext uri="{FF2B5EF4-FFF2-40B4-BE49-F238E27FC236}">
                <a16:creationId xmlns:a16="http://schemas.microsoft.com/office/drawing/2014/main" id="{636B7762-247F-4AF3-AEEC-62FD0DA93CB3}"/>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Luis</a:t>
            </a:r>
          </a:p>
        </p:txBody>
      </p:sp>
      <p:sp>
        <p:nvSpPr>
          <p:cNvPr id="34" name="profile-814">
            <a:extLst xmlns:a="http://schemas.openxmlformats.org/drawingml/2006/main">
              <a:ext uri="{FF2B5EF4-FFF2-40B4-BE49-F238E27FC236}">
                <a16:creationId xmlns:a16="http://schemas.microsoft.com/office/drawing/2014/main" id="{0D52783A-6A3E-42BB-BEEE-C5CF0824B9D9}"/>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Simon</a:t>
            </a:r>
          </a:p>
        </p:txBody>
      </p:sp>
      <p:sp>
        <p:nvSpPr>
          <p:cNvPr id="35" name="profile-815">
            <a:extLst xmlns:a="http://schemas.openxmlformats.org/drawingml/2006/main">
              <a:ext uri="{FF2B5EF4-FFF2-40B4-BE49-F238E27FC236}">
                <a16:creationId xmlns:a16="http://schemas.microsoft.com/office/drawing/2014/main" id="{79D8841B-DE27-4006-B4C9-CADF3AAE3281}"/>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Ana</a:t>
            </a:r>
          </a:p>
        </p:txBody>
      </p:sp>
      <p:sp>
        <p:nvSpPr>
          <p:cNvPr id="36" name="profile-816">
            <a:extLst xmlns:a="http://schemas.openxmlformats.org/drawingml/2006/main">
              <a:ext uri="{FF2B5EF4-FFF2-40B4-BE49-F238E27FC236}">
                <a16:creationId xmlns:a16="http://schemas.microsoft.com/office/drawing/2014/main" id="{3E46797B-15AC-4A63-9F3B-1E97F9828E68}"/>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Rita</a:t>
            </a:r>
          </a:p>
        </p:txBody>
      </p:sp>
      <p:sp>
        <p:nvSpPr>
          <p:cNvPr id="37" name="profile-817">
            <a:extLst xmlns:a="http://schemas.openxmlformats.org/drawingml/2006/main">
              <a:ext uri="{FF2B5EF4-FFF2-40B4-BE49-F238E27FC236}">
                <a16:creationId xmlns:a16="http://schemas.microsoft.com/office/drawing/2014/main" id="{B93C34B6-859D-4BB1-B029-D7A00CAEE8E2}"/>
              </a:ext>
            </a:extLst>
          </p:cNvPr>
          <p:cNvSpPr>
            <a:spLocks xmlns:a="http://schemas.openxmlformats.org/drawingml/2006/main" noGrp="1"/>
          </p:cNvSpPr>
          <p:nvPr/>
        </p:nvSpPr>
        <p:spPr>
          <a:xfrm xmlns:a="http://schemas.openxmlformats.org/drawingml/2006/main">
            <a:off x="828675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Santo Tomas</a:t>
            </a:r>
          </a:p>
        </p:txBody>
      </p:sp>
      <p:sp>
        <p:nvSpPr>
          <p:cNvPr id="38" name="profile-818">
            <a:extLst xmlns:a="http://schemas.openxmlformats.org/drawingml/2006/main">
              <a:ext uri="{FF2B5EF4-FFF2-40B4-BE49-F238E27FC236}">
                <a16:creationId xmlns:a16="http://schemas.microsoft.com/office/drawing/2014/main" id="{2D46CF47-78B1-4298-88AC-A9C956B4F8E8}"/>
              </a:ext>
            </a:extLst>
          </p:cNvPr>
          <p:cNvSpPr>
            <a:spLocks xmlns:a="http://schemas.openxmlformats.org/drawingml/2006/main" noGrp="1"/>
          </p:cNvSpPr>
          <p:nvPr/>
        </p:nvSpPr>
        <p:spPr>
          <a:xfrm xmlns:a="http://schemas.openxmlformats.org/drawingml/2006/main">
            <a:off x="8286750" y="4200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Sasmuan</a:t>
            </a:r>
          </a:p>
        </p:txBody>
      </p:sp>
      <p:sp>
        <p:nvSpPr>
          <p:cNvPr id="39" name="profile-819">
            <a:extLst xmlns:a="http://schemas.openxmlformats.org/drawingml/2006/main">
              <a:ext uri="{FF2B5EF4-FFF2-40B4-BE49-F238E27FC236}">
                <a16:creationId xmlns:a16="http://schemas.microsoft.com/office/drawing/2014/main" id="{81094A31-9FBE-476B-9884-4B100E157CAB}"/>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15805597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820">
            <a:extLst xmlns:a="http://schemas.openxmlformats.org/drawingml/2006/main">
              <a:ext uri="{FF2B5EF4-FFF2-40B4-BE49-F238E27FC236}">
                <a16:creationId xmlns:a16="http://schemas.microsoft.com/office/drawing/2014/main" id="{D07D6F2A-BCDC-4521-90A2-E413BF8FE903}"/>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E0876D6-0001-4334-AF5F-9EB7AD957351}"/>
              </a:ext>
            </a:extLst>
          </p:cNvPr>
          <p:cNvPicPr>
            <a:picLocks xmlns:a="http://schemas.openxmlformats.org/drawingml/2006/main" noChangeAspect="1"/>
          </p:cNvPicPr>
          <p:nvPr/>
        </p:nvPicPr>
        <p:blipFill>
          <a:blip xmlns:r="http://schemas.openxmlformats.org/officeDocument/2006/relationships" xmlns:a="http://schemas.openxmlformats.org/drawingml/2006/main" r:embed="R3f66ddf905124950"/>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821">
            <a:extLst xmlns:a="http://schemas.openxmlformats.org/drawingml/2006/main">
              <a:ext uri="{FF2B5EF4-FFF2-40B4-BE49-F238E27FC236}">
                <a16:creationId xmlns:a16="http://schemas.microsoft.com/office/drawing/2014/main" id="{EEF3677C-7734-417B-9C3B-155D60AD7A37}"/>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822">
            <a:extLst xmlns:a="http://schemas.openxmlformats.org/drawingml/2006/main">
              <a:ext uri="{FF2B5EF4-FFF2-40B4-BE49-F238E27FC236}">
                <a16:creationId xmlns:a16="http://schemas.microsoft.com/office/drawing/2014/main" id="{596E65B8-311D-479A-8F7F-16D7404CDF19}"/>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823">
            <a:extLst xmlns:a="http://schemas.openxmlformats.org/drawingml/2006/main">
              <a:ext uri="{FF2B5EF4-FFF2-40B4-BE49-F238E27FC236}">
                <a16:creationId xmlns:a16="http://schemas.microsoft.com/office/drawing/2014/main" id="{69EC19F6-FC64-464D-9592-F30CCE1C16E2}"/>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824">
            <a:extLst xmlns:a="http://schemas.openxmlformats.org/drawingml/2006/main">
              <a:ext uri="{FF2B5EF4-FFF2-40B4-BE49-F238E27FC236}">
                <a16:creationId xmlns:a16="http://schemas.microsoft.com/office/drawing/2014/main" id="{EE2611D5-05F8-46CB-AF17-E66EF7CC134F}"/>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825">
            <a:extLst xmlns:a="http://schemas.openxmlformats.org/drawingml/2006/main">
              <a:ext uri="{FF2B5EF4-FFF2-40B4-BE49-F238E27FC236}">
                <a16:creationId xmlns:a16="http://schemas.microsoft.com/office/drawing/2014/main" id="{8BE30B34-D620-410C-ABE3-3E62F0F82C48}"/>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826">
            <a:extLst xmlns:a="http://schemas.openxmlformats.org/drawingml/2006/main">
              <a:ext uri="{FF2B5EF4-FFF2-40B4-BE49-F238E27FC236}">
                <a16:creationId xmlns:a16="http://schemas.microsoft.com/office/drawing/2014/main" id="{1CEABC5B-2EBB-413A-A6EE-1A8F4A0D9831}"/>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827">
            <a:extLst xmlns:a="http://schemas.openxmlformats.org/drawingml/2006/main">
              <a:ext uri="{FF2B5EF4-FFF2-40B4-BE49-F238E27FC236}">
                <a16:creationId xmlns:a16="http://schemas.microsoft.com/office/drawing/2014/main" id="{A016CD92-0AF1-4411-9A5A-E92A1AF07CA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828">
            <a:extLst xmlns:a="http://schemas.openxmlformats.org/drawingml/2006/main">
              <a:ext uri="{FF2B5EF4-FFF2-40B4-BE49-F238E27FC236}">
                <a16:creationId xmlns:a16="http://schemas.microsoft.com/office/drawing/2014/main" id="{850C2DAD-9F5B-4FAF-86C5-D8311D6D0769}"/>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829">
            <a:extLst xmlns:a="http://schemas.openxmlformats.org/drawingml/2006/main">
              <a:ext uri="{FF2B5EF4-FFF2-40B4-BE49-F238E27FC236}">
                <a16:creationId xmlns:a16="http://schemas.microsoft.com/office/drawing/2014/main" id="{D531F8BC-EF8F-4E11-83C0-3B0193AF4854}"/>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830">
            <a:extLst xmlns:a="http://schemas.openxmlformats.org/drawingml/2006/main">
              <a:ext uri="{FF2B5EF4-FFF2-40B4-BE49-F238E27FC236}">
                <a16:creationId xmlns:a16="http://schemas.microsoft.com/office/drawing/2014/main" id="{EF2FF49C-4AB8-44E8-963A-33939289870F}"/>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831">
            <a:extLst xmlns:a="http://schemas.openxmlformats.org/drawingml/2006/main">
              <a:ext uri="{FF2B5EF4-FFF2-40B4-BE49-F238E27FC236}">
                <a16:creationId xmlns:a16="http://schemas.microsoft.com/office/drawing/2014/main" id="{F65D0401-10AC-4BD8-ABD6-C98BAE17CF4A}"/>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28</a:t>
            </a:r>
          </a:p>
        </p:txBody>
      </p:sp>
      <p:sp>
        <p:nvSpPr>
          <p:cNvPr id="14" name="profile-832">
            <a:extLst xmlns:a="http://schemas.openxmlformats.org/drawingml/2006/main">
              <a:ext uri="{FF2B5EF4-FFF2-40B4-BE49-F238E27FC236}">
                <a16:creationId xmlns:a16="http://schemas.microsoft.com/office/drawing/2014/main" id="{DB807992-0D78-4F2F-9014-0A7654CE712E}"/>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833">
            <a:extLst xmlns:a="http://schemas.openxmlformats.org/drawingml/2006/main">
              <a:ext uri="{FF2B5EF4-FFF2-40B4-BE49-F238E27FC236}">
                <a16:creationId xmlns:a16="http://schemas.microsoft.com/office/drawing/2014/main" id="{FB5481D3-E626-489A-B85D-7E908CE6548B}"/>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Zambales and Olongapo</a:t>
            </a:r>
          </a:p>
        </p:txBody>
      </p:sp>
      <p:sp>
        <p:nvSpPr>
          <p:cNvPr id="16" name="profile-834">
            <a:extLst xmlns:a="http://schemas.openxmlformats.org/drawingml/2006/main">
              <a:ext uri="{FF2B5EF4-FFF2-40B4-BE49-F238E27FC236}">
                <a16:creationId xmlns:a16="http://schemas.microsoft.com/office/drawing/2014/main" id="{35C388B3-C6FB-4BDB-B573-140CE78B83B9}"/>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835">
            <a:extLst xmlns:a="http://schemas.openxmlformats.org/drawingml/2006/main">
              <a:ext uri="{FF2B5EF4-FFF2-40B4-BE49-F238E27FC236}">
                <a16:creationId xmlns:a16="http://schemas.microsoft.com/office/drawing/2014/main" id="{1C932569-446B-41A3-9936-0B19B90F1650}"/>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Olongapo</a:t>
            </a:r>
          </a:p>
        </p:txBody>
      </p:sp>
      <p:sp>
        <p:nvSpPr>
          <p:cNvPr id="18" name="profile-836">
            <a:extLst xmlns:a="http://schemas.openxmlformats.org/drawingml/2006/main">
              <a:ext uri="{FF2B5EF4-FFF2-40B4-BE49-F238E27FC236}">
                <a16:creationId xmlns:a16="http://schemas.microsoft.com/office/drawing/2014/main" id="{43E3344B-996D-4870-980A-1AC78CA4FCA4}"/>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Botolan</a:t>
            </a:r>
          </a:p>
        </p:txBody>
      </p:sp>
      <p:sp>
        <p:nvSpPr>
          <p:cNvPr id="19" name="profile-837">
            <a:extLst xmlns:a="http://schemas.openxmlformats.org/drawingml/2006/main">
              <a:ext uri="{FF2B5EF4-FFF2-40B4-BE49-F238E27FC236}">
                <a16:creationId xmlns:a16="http://schemas.microsoft.com/office/drawing/2014/main" id="{5976B44A-3952-433D-B1BD-73E2EA49608E}"/>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Cabangan</a:t>
            </a:r>
          </a:p>
        </p:txBody>
      </p:sp>
      <p:sp>
        <p:nvSpPr>
          <p:cNvPr id="20" name="profile-838">
            <a:extLst xmlns:a="http://schemas.openxmlformats.org/drawingml/2006/main">
              <a:ext uri="{FF2B5EF4-FFF2-40B4-BE49-F238E27FC236}">
                <a16:creationId xmlns:a16="http://schemas.microsoft.com/office/drawing/2014/main" id="{5D22B5A8-4BD6-4E9C-9798-BEDD8BF2799C}"/>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Candelaria</a:t>
            </a:r>
          </a:p>
        </p:txBody>
      </p:sp>
      <p:sp>
        <p:nvSpPr>
          <p:cNvPr id="21" name="profile-839">
            <a:extLst xmlns:a="http://schemas.openxmlformats.org/drawingml/2006/main">
              <a:ext uri="{FF2B5EF4-FFF2-40B4-BE49-F238E27FC236}">
                <a16:creationId xmlns:a16="http://schemas.microsoft.com/office/drawing/2014/main" id="{D007972F-3B87-45CA-A280-EBFCF815C52F}"/>
              </a:ext>
            </a:extLst>
          </p:cNvPr>
          <p:cNvSpPr>
            <a:spLocks xmlns:a="http://schemas.openxmlformats.org/drawingml/2006/main" noGrp="1"/>
          </p:cNvSpPr>
          <p:nvPr/>
        </p:nvSpPr>
        <p:spPr>
          <a:xfrm xmlns:a="http://schemas.openxmlformats.org/drawingml/2006/main">
            <a:off x="381000"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Castillejos</a:t>
            </a:r>
          </a:p>
        </p:txBody>
      </p:sp>
      <p:sp>
        <p:nvSpPr>
          <p:cNvPr id="22" name="profile-840">
            <a:extLst xmlns:a="http://schemas.openxmlformats.org/drawingml/2006/main">
              <a:ext uri="{FF2B5EF4-FFF2-40B4-BE49-F238E27FC236}">
                <a16:creationId xmlns:a16="http://schemas.microsoft.com/office/drawing/2014/main" id="{9149A2C5-CADC-4D8F-BF02-86D0A32B3CA6}"/>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Iba</a:t>
            </a:r>
          </a:p>
        </p:txBody>
      </p:sp>
      <p:sp>
        <p:nvSpPr>
          <p:cNvPr id="23" name="profile-841">
            <a:extLst xmlns:a="http://schemas.openxmlformats.org/drawingml/2006/main">
              <a:ext uri="{FF2B5EF4-FFF2-40B4-BE49-F238E27FC236}">
                <a16:creationId xmlns:a16="http://schemas.microsoft.com/office/drawing/2014/main" id="{DEF95447-9CDC-405B-A41B-C7C12F0994D3}"/>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Masinloc</a:t>
            </a:r>
          </a:p>
        </p:txBody>
      </p:sp>
      <p:sp>
        <p:nvSpPr>
          <p:cNvPr id="24" name="profile-842">
            <a:extLst xmlns:a="http://schemas.openxmlformats.org/drawingml/2006/main">
              <a:ext uri="{FF2B5EF4-FFF2-40B4-BE49-F238E27FC236}">
                <a16:creationId xmlns:a16="http://schemas.microsoft.com/office/drawing/2014/main" id="{347550ED-D6C7-49CE-9623-165479E8833E}"/>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Palauig</a:t>
            </a:r>
          </a:p>
        </p:txBody>
      </p:sp>
      <p:sp>
        <p:nvSpPr>
          <p:cNvPr id="25" name="profile-843">
            <a:extLst xmlns:a="http://schemas.openxmlformats.org/drawingml/2006/main">
              <a:ext uri="{FF2B5EF4-FFF2-40B4-BE49-F238E27FC236}">
                <a16:creationId xmlns:a16="http://schemas.microsoft.com/office/drawing/2014/main" id="{E02F8066-AEAF-4FD3-8964-A4134340C73D}"/>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Antonio</a:t>
            </a:r>
          </a:p>
        </p:txBody>
      </p:sp>
      <p:sp>
        <p:nvSpPr>
          <p:cNvPr id="26" name="profile-844">
            <a:extLst xmlns:a="http://schemas.openxmlformats.org/drawingml/2006/main">
              <a:ext uri="{FF2B5EF4-FFF2-40B4-BE49-F238E27FC236}">
                <a16:creationId xmlns:a16="http://schemas.microsoft.com/office/drawing/2014/main" id="{289F858F-52F0-4581-984E-8A0DB5003F3D}"/>
              </a:ext>
            </a:extLst>
          </p:cNvPr>
          <p:cNvSpPr>
            <a:spLocks xmlns:a="http://schemas.openxmlformats.org/drawingml/2006/main" noGrp="1"/>
          </p:cNvSpPr>
          <p:nvPr/>
        </p:nvSpPr>
        <p:spPr>
          <a:xfrm xmlns:a="http://schemas.openxmlformats.org/drawingml/2006/main">
            <a:off x="4333875" y="39814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Felipe</a:t>
            </a:r>
          </a:p>
        </p:txBody>
      </p:sp>
      <p:sp>
        <p:nvSpPr>
          <p:cNvPr id="27" name="profile-845">
            <a:extLst xmlns:a="http://schemas.openxmlformats.org/drawingml/2006/main">
              <a:ext uri="{FF2B5EF4-FFF2-40B4-BE49-F238E27FC236}">
                <a16:creationId xmlns:a16="http://schemas.microsoft.com/office/drawing/2014/main" id="{22722C96-9601-429E-AF94-4DED7F753057}"/>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Marcelino</a:t>
            </a:r>
          </a:p>
        </p:txBody>
      </p:sp>
      <p:sp>
        <p:nvSpPr>
          <p:cNvPr id="28" name="profile-846">
            <a:extLst xmlns:a="http://schemas.openxmlformats.org/drawingml/2006/main">
              <a:ext uri="{FF2B5EF4-FFF2-40B4-BE49-F238E27FC236}">
                <a16:creationId xmlns:a16="http://schemas.microsoft.com/office/drawing/2014/main" id="{01099B3D-9842-4B91-A68E-775E63645FD2}"/>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 Narciso</a:t>
            </a:r>
          </a:p>
        </p:txBody>
      </p:sp>
      <p:sp>
        <p:nvSpPr>
          <p:cNvPr id="29" name="profile-847">
            <a:extLst xmlns:a="http://schemas.openxmlformats.org/drawingml/2006/main">
              <a:ext uri="{FF2B5EF4-FFF2-40B4-BE49-F238E27FC236}">
                <a16:creationId xmlns:a16="http://schemas.microsoft.com/office/drawing/2014/main" id="{F164E9A8-15D2-45FE-B740-C68717FBACFE}"/>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Santa Cruz</a:t>
            </a:r>
          </a:p>
        </p:txBody>
      </p:sp>
      <p:sp>
        <p:nvSpPr>
          <p:cNvPr id="30" name="profile-848">
            <a:extLst xmlns:a="http://schemas.openxmlformats.org/drawingml/2006/main">
              <a:ext uri="{FF2B5EF4-FFF2-40B4-BE49-F238E27FC236}">
                <a16:creationId xmlns:a16="http://schemas.microsoft.com/office/drawing/2014/main" id="{F1F3EB19-4FF5-4671-8C4F-88DBDB38EDA6}"/>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Subic</a:t>
            </a:r>
          </a:p>
        </p:txBody>
      </p:sp>
      <p:sp>
        <p:nvSpPr>
          <p:cNvPr id="31" name="profile-849">
            <a:extLst xmlns:a="http://schemas.openxmlformats.org/drawingml/2006/main">
              <a:ext uri="{FF2B5EF4-FFF2-40B4-BE49-F238E27FC236}">
                <a16:creationId xmlns:a16="http://schemas.microsoft.com/office/drawing/2014/main" id="{C1F7278A-C72F-474B-9949-EBC1CA06FD03}"/>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467506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850">
            <a:extLst xmlns:a="http://schemas.openxmlformats.org/drawingml/2006/main">
              <a:ext uri="{FF2B5EF4-FFF2-40B4-BE49-F238E27FC236}">
                <a16:creationId xmlns:a16="http://schemas.microsoft.com/office/drawing/2014/main" id="{3F17B791-1A7F-44D1-A464-9A58E490B03F}"/>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6DA8A1D-AF3D-43EF-963E-06E28A3F5CCE}"/>
              </a:ext>
            </a:extLst>
          </p:cNvPr>
          <p:cNvPicPr>
            <a:picLocks xmlns:a="http://schemas.openxmlformats.org/drawingml/2006/main" noChangeAspect="1"/>
          </p:cNvPicPr>
          <p:nvPr/>
        </p:nvPicPr>
        <p:blipFill>
          <a:blip xmlns:r="http://schemas.openxmlformats.org/officeDocument/2006/relationships" xmlns:a="http://schemas.openxmlformats.org/drawingml/2006/main" r:embed="R3fe95d71d19d4829"/>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851">
            <a:extLst xmlns:a="http://schemas.openxmlformats.org/drawingml/2006/main">
              <a:ext uri="{FF2B5EF4-FFF2-40B4-BE49-F238E27FC236}">
                <a16:creationId xmlns:a16="http://schemas.microsoft.com/office/drawing/2014/main" id="{8FD1D51C-D499-439C-B150-3A9940E3997C}"/>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852">
            <a:extLst xmlns:a="http://schemas.openxmlformats.org/drawingml/2006/main">
              <a:ext uri="{FF2B5EF4-FFF2-40B4-BE49-F238E27FC236}">
                <a16:creationId xmlns:a16="http://schemas.microsoft.com/office/drawing/2014/main" id="{F1A5C3CD-5BF0-41E5-80B1-6F70CD703C0D}"/>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853">
            <a:extLst xmlns:a="http://schemas.openxmlformats.org/drawingml/2006/main">
              <a:ext uri="{FF2B5EF4-FFF2-40B4-BE49-F238E27FC236}">
                <a16:creationId xmlns:a16="http://schemas.microsoft.com/office/drawing/2014/main" id="{5447B61B-8AC6-458D-8A9F-861B9823F233}"/>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854">
            <a:extLst xmlns:a="http://schemas.openxmlformats.org/drawingml/2006/main">
              <a:ext uri="{FF2B5EF4-FFF2-40B4-BE49-F238E27FC236}">
                <a16:creationId xmlns:a16="http://schemas.microsoft.com/office/drawing/2014/main" id="{B054A44F-0295-4D38-B1ED-692101026BB2}"/>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855">
            <a:extLst xmlns:a="http://schemas.openxmlformats.org/drawingml/2006/main">
              <a:ext uri="{FF2B5EF4-FFF2-40B4-BE49-F238E27FC236}">
                <a16:creationId xmlns:a16="http://schemas.microsoft.com/office/drawing/2014/main" id="{03F527F1-B043-4818-B5B8-32B094DF5BB4}"/>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856">
            <a:extLst xmlns:a="http://schemas.openxmlformats.org/drawingml/2006/main">
              <a:ext uri="{FF2B5EF4-FFF2-40B4-BE49-F238E27FC236}">
                <a16:creationId xmlns:a16="http://schemas.microsoft.com/office/drawing/2014/main" id="{1EA396EF-E4B4-426C-A054-FABE40AC0C1A}"/>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857">
            <a:extLst xmlns:a="http://schemas.openxmlformats.org/drawingml/2006/main">
              <a:ext uri="{FF2B5EF4-FFF2-40B4-BE49-F238E27FC236}">
                <a16:creationId xmlns:a16="http://schemas.microsoft.com/office/drawing/2014/main" id="{F2B3D96F-1C68-46CA-B4EC-1C3FC642EBD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858">
            <a:extLst xmlns:a="http://schemas.openxmlformats.org/drawingml/2006/main">
              <a:ext uri="{FF2B5EF4-FFF2-40B4-BE49-F238E27FC236}">
                <a16:creationId xmlns:a16="http://schemas.microsoft.com/office/drawing/2014/main" id="{E9628679-1C18-47D4-80E1-35AC37571FC7}"/>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859">
            <a:extLst xmlns:a="http://schemas.openxmlformats.org/drawingml/2006/main">
              <a:ext uri="{FF2B5EF4-FFF2-40B4-BE49-F238E27FC236}">
                <a16:creationId xmlns:a16="http://schemas.microsoft.com/office/drawing/2014/main" id="{1376CF41-6F3E-41BB-836B-7B6D302E27F8}"/>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860">
            <a:extLst xmlns:a="http://schemas.openxmlformats.org/drawingml/2006/main">
              <a:ext uri="{FF2B5EF4-FFF2-40B4-BE49-F238E27FC236}">
                <a16:creationId xmlns:a16="http://schemas.microsoft.com/office/drawing/2014/main" id="{2EB97D15-C055-41E0-BF97-67AE7D1E0068}"/>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861">
            <a:extLst xmlns:a="http://schemas.openxmlformats.org/drawingml/2006/main">
              <a:ext uri="{FF2B5EF4-FFF2-40B4-BE49-F238E27FC236}">
                <a16:creationId xmlns:a16="http://schemas.microsoft.com/office/drawing/2014/main" id="{09604C09-37F5-4B57-BEC4-B14BEB7CABD2}"/>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29</a:t>
            </a:r>
          </a:p>
        </p:txBody>
      </p:sp>
      <p:sp>
        <p:nvSpPr>
          <p:cNvPr id="14" name="profile-862">
            <a:extLst xmlns:a="http://schemas.openxmlformats.org/drawingml/2006/main">
              <a:ext uri="{FF2B5EF4-FFF2-40B4-BE49-F238E27FC236}">
                <a16:creationId xmlns:a16="http://schemas.microsoft.com/office/drawing/2014/main" id="{44A72922-05B1-404D-85D7-79C2F1EA5D44}"/>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PRIORITY SERVICE AREAS</a:t>
            </a:r>
          </a:p>
        </p:txBody>
      </p:sp>
      <p:sp>
        <p:nvSpPr>
          <p:cNvPr id="15" name="profile-863">
            <a:extLst xmlns:a="http://schemas.openxmlformats.org/drawingml/2006/main">
              <a:ext uri="{FF2B5EF4-FFF2-40B4-BE49-F238E27FC236}">
                <a16:creationId xmlns:a16="http://schemas.microsoft.com/office/drawing/2014/main" id="{404CDF23-B5C8-4DB8-AA6E-FBBC9ABE0A9B}"/>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Bataan</a:t>
            </a:r>
          </a:p>
        </p:txBody>
      </p:sp>
      <p:sp>
        <p:nvSpPr>
          <p:cNvPr id="16" name="profile-864">
            <a:extLst xmlns:a="http://schemas.openxmlformats.org/drawingml/2006/main">
              <a:ext uri="{FF2B5EF4-FFF2-40B4-BE49-F238E27FC236}">
                <a16:creationId xmlns:a16="http://schemas.microsoft.com/office/drawing/2014/main" id="{EE5349B2-4578-4956-862C-377A1C7F12CC}"/>
              </a:ext>
            </a:extLst>
          </p:cNvPr>
          <p:cNvSpPr>
            <a:spLocks xmlns:a="http://schemas.openxmlformats.org/drawingml/2006/main" noGrp="1"/>
          </p:cNvSpPr>
          <p:nvPr/>
        </p:nvSpPr>
        <p:spPr>
          <a:xfrm xmlns:a="http://schemas.openxmlformats.org/drawingml/2006/main">
            <a:off x="381000" y="25527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C63AD"/>
                </a:solidFill>
                <a:latin typeface="Segoe UI"/>
                <a:ea typeface="Segoe UI"/>
                <a:cs typeface="Segoe UI"/>
              </a:defRPr>
            </a:defPPr>
          </a:lstStyle>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Cities and municipalities covered</a:t>
            </a:r>
          </a:p>
        </p:txBody>
      </p:sp>
      <p:sp>
        <p:nvSpPr>
          <p:cNvPr id="17" name="profile-865">
            <a:extLst xmlns:a="http://schemas.openxmlformats.org/drawingml/2006/main">
              <a:ext uri="{FF2B5EF4-FFF2-40B4-BE49-F238E27FC236}">
                <a16:creationId xmlns:a16="http://schemas.microsoft.com/office/drawing/2014/main" id="{153220E4-9CBC-462F-8C01-AE38FCFEF6C7}"/>
              </a:ext>
            </a:extLst>
          </p:cNvPr>
          <p:cNvSpPr>
            <a:spLocks xmlns:a="http://schemas.openxmlformats.org/drawingml/2006/main" noGrp="1"/>
          </p:cNvSpPr>
          <p:nvPr/>
        </p:nvSpPr>
        <p:spPr>
          <a:xfrm xmlns:a="http://schemas.openxmlformats.org/drawingml/2006/main">
            <a:off x="38100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Balanga</a:t>
            </a:r>
          </a:p>
        </p:txBody>
      </p:sp>
      <p:sp>
        <p:nvSpPr>
          <p:cNvPr id="18" name="profile-866">
            <a:extLst xmlns:a="http://schemas.openxmlformats.org/drawingml/2006/main">
              <a:ext uri="{FF2B5EF4-FFF2-40B4-BE49-F238E27FC236}">
                <a16:creationId xmlns:a16="http://schemas.microsoft.com/office/drawing/2014/main" id="{494F91DE-5C27-4DD9-9A25-78C91333F97D}"/>
              </a:ext>
            </a:extLst>
          </p:cNvPr>
          <p:cNvSpPr>
            <a:spLocks xmlns:a="http://schemas.openxmlformats.org/drawingml/2006/main" noGrp="1"/>
          </p:cNvSpPr>
          <p:nvPr/>
        </p:nvSpPr>
        <p:spPr>
          <a:xfrm xmlns:a="http://schemas.openxmlformats.org/drawingml/2006/main">
            <a:off x="38100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Abucay</a:t>
            </a:r>
          </a:p>
        </p:txBody>
      </p:sp>
      <p:sp>
        <p:nvSpPr>
          <p:cNvPr id="19" name="profile-867">
            <a:extLst xmlns:a="http://schemas.openxmlformats.org/drawingml/2006/main">
              <a:ext uri="{FF2B5EF4-FFF2-40B4-BE49-F238E27FC236}">
                <a16:creationId xmlns:a16="http://schemas.microsoft.com/office/drawing/2014/main" id="{CDAACAFC-F2C0-4406-9AB2-110F01323237}"/>
              </a:ext>
            </a:extLst>
          </p:cNvPr>
          <p:cNvSpPr>
            <a:spLocks xmlns:a="http://schemas.openxmlformats.org/drawingml/2006/main" noGrp="1"/>
          </p:cNvSpPr>
          <p:nvPr/>
        </p:nvSpPr>
        <p:spPr>
          <a:xfrm xmlns:a="http://schemas.openxmlformats.org/drawingml/2006/main">
            <a:off x="38100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Bagac</a:t>
            </a:r>
          </a:p>
        </p:txBody>
      </p:sp>
      <p:sp>
        <p:nvSpPr>
          <p:cNvPr id="20" name="profile-868">
            <a:extLst xmlns:a="http://schemas.openxmlformats.org/drawingml/2006/main">
              <a:ext uri="{FF2B5EF4-FFF2-40B4-BE49-F238E27FC236}">
                <a16:creationId xmlns:a16="http://schemas.microsoft.com/office/drawing/2014/main" id="{7568D356-082B-46DE-9845-98233F5C0196}"/>
              </a:ext>
            </a:extLst>
          </p:cNvPr>
          <p:cNvSpPr>
            <a:spLocks xmlns:a="http://schemas.openxmlformats.org/drawingml/2006/main" noGrp="1"/>
          </p:cNvSpPr>
          <p:nvPr/>
        </p:nvSpPr>
        <p:spPr>
          <a:xfrm xmlns:a="http://schemas.openxmlformats.org/drawingml/2006/main">
            <a:off x="38100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Dinalupihan</a:t>
            </a:r>
          </a:p>
        </p:txBody>
      </p:sp>
      <p:sp>
        <p:nvSpPr>
          <p:cNvPr id="21" name="profile-869">
            <a:extLst xmlns:a="http://schemas.openxmlformats.org/drawingml/2006/main">
              <a:ext uri="{FF2B5EF4-FFF2-40B4-BE49-F238E27FC236}">
                <a16:creationId xmlns:a16="http://schemas.microsoft.com/office/drawing/2014/main" id="{A950DF32-F0E0-429D-BD21-F0F21E804D7B}"/>
              </a:ext>
            </a:extLst>
          </p:cNvPr>
          <p:cNvSpPr>
            <a:spLocks xmlns:a="http://schemas.openxmlformats.org/drawingml/2006/main" noGrp="1"/>
          </p:cNvSpPr>
          <p:nvPr/>
        </p:nvSpPr>
        <p:spPr>
          <a:xfrm xmlns:a="http://schemas.openxmlformats.org/drawingml/2006/main">
            <a:off x="4333875"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Hermosa</a:t>
            </a:r>
          </a:p>
        </p:txBody>
      </p:sp>
      <p:sp>
        <p:nvSpPr>
          <p:cNvPr id="22" name="profile-870">
            <a:extLst xmlns:a="http://schemas.openxmlformats.org/drawingml/2006/main">
              <a:ext uri="{FF2B5EF4-FFF2-40B4-BE49-F238E27FC236}">
                <a16:creationId xmlns:a16="http://schemas.microsoft.com/office/drawing/2014/main" id="{39DEEDD5-2C3A-492A-9BE1-C8A4E2F317A2}"/>
              </a:ext>
            </a:extLst>
          </p:cNvPr>
          <p:cNvSpPr>
            <a:spLocks xmlns:a="http://schemas.openxmlformats.org/drawingml/2006/main" noGrp="1"/>
          </p:cNvSpPr>
          <p:nvPr/>
        </p:nvSpPr>
        <p:spPr>
          <a:xfrm xmlns:a="http://schemas.openxmlformats.org/drawingml/2006/main">
            <a:off x="4333875"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Limay</a:t>
            </a:r>
          </a:p>
        </p:txBody>
      </p:sp>
      <p:sp>
        <p:nvSpPr>
          <p:cNvPr id="23" name="profile-871">
            <a:extLst xmlns:a="http://schemas.openxmlformats.org/drawingml/2006/main">
              <a:ext uri="{FF2B5EF4-FFF2-40B4-BE49-F238E27FC236}">
                <a16:creationId xmlns:a16="http://schemas.microsoft.com/office/drawing/2014/main" id="{1EB10169-625C-4865-B2F0-2B5806C642C6}"/>
              </a:ext>
            </a:extLst>
          </p:cNvPr>
          <p:cNvSpPr>
            <a:spLocks xmlns:a="http://schemas.openxmlformats.org/drawingml/2006/main" noGrp="1"/>
          </p:cNvSpPr>
          <p:nvPr/>
        </p:nvSpPr>
        <p:spPr>
          <a:xfrm xmlns:a="http://schemas.openxmlformats.org/drawingml/2006/main">
            <a:off x="4333875"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Mariveles</a:t>
            </a:r>
          </a:p>
        </p:txBody>
      </p:sp>
      <p:sp>
        <p:nvSpPr>
          <p:cNvPr id="24" name="profile-872">
            <a:extLst xmlns:a="http://schemas.openxmlformats.org/drawingml/2006/main">
              <a:ext uri="{FF2B5EF4-FFF2-40B4-BE49-F238E27FC236}">
                <a16:creationId xmlns:a16="http://schemas.microsoft.com/office/drawing/2014/main" id="{0660E222-AE61-44F1-B2B1-5080B80E4BFB}"/>
              </a:ext>
            </a:extLst>
          </p:cNvPr>
          <p:cNvSpPr>
            <a:spLocks xmlns:a="http://schemas.openxmlformats.org/drawingml/2006/main" noGrp="1"/>
          </p:cNvSpPr>
          <p:nvPr/>
        </p:nvSpPr>
        <p:spPr>
          <a:xfrm xmlns:a="http://schemas.openxmlformats.org/drawingml/2006/main">
            <a:off x="4333875"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Morong</a:t>
            </a:r>
          </a:p>
        </p:txBody>
      </p:sp>
      <p:sp>
        <p:nvSpPr>
          <p:cNvPr id="25" name="profile-873">
            <a:extLst xmlns:a="http://schemas.openxmlformats.org/drawingml/2006/main">
              <a:ext uri="{FF2B5EF4-FFF2-40B4-BE49-F238E27FC236}">
                <a16:creationId xmlns:a16="http://schemas.microsoft.com/office/drawing/2014/main" id="{33C9CA2D-648C-4BC0-92E7-AF2A6C647551}"/>
              </a:ext>
            </a:extLst>
          </p:cNvPr>
          <p:cNvSpPr>
            <a:spLocks xmlns:a="http://schemas.openxmlformats.org/drawingml/2006/main" noGrp="1"/>
          </p:cNvSpPr>
          <p:nvPr/>
        </p:nvSpPr>
        <p:spPr>
          <a:xfrm xmlns:a="http://schemas.openxmlformats.org/drawingml/2006/main">
            <a:off x="8286750" y="310515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Orani</a:t>
            </a:r>
          </a:p>
        </p:txBody>
      </p:sp>
      <p:sp>
        <p:nvSpPr>
          <p:cNvPr id="26" name="profile-874">
            <a:extLst xmlns:a="http://schemas.openxmlformats.org/drawingml/2006/main">
              <a:ext uri="{FF2B5EF4-FFF2-40B4-BE49-F238E27FC236}">
                <a16:creationId xmlns:a16="http://schemas.microsoft.com/office/drawing/2014/main" id="{2237B99C-A300-4084-BFBC-6336529F0CF8}"/>
              </a:ext>
            </a:extLst>
          </p:cNvPr>
          <p:cNvSpPr>
            <a:spLocks xmlns:a="http://schemas.openxmlformats.org/drawingml/2006/main" noGrp="1"/>
          </p:cNvSpPr>
          <p:nvPr/>
        </p:nvSpPr>
        <p:spPr>
          <a:xfrm xmlns:a="http://schemas.openxmlformats.org/drawingml/2006/main">
            <a:off x="8286750" y="33242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Orion</a:t>
            </a:r>
          </a:p>
        </p:txBody>
      </p:sp>
      <p:sp>
        <p:nvSpPr>
          <p:cNvPr id="27" name="profile-875">
            <a:extLst xmlns:a="http://schemas.openxmlformats.org/drawingml/2006/main">
              <a:ext uri="{FF2B5EF4-FFF2-40B4-BE49-F238E27FC236}">
                <a16:creationId xmlns:a16="http://schemas.microsoft.com/office/drawing/2014/main" id="{56B13A3D-47A5-4ACA-8F8D-0031F3CB3129}"/>
              </a:ext>
            </a:extLst>
          </p:cNvPr>
          <p:cNvSpPr>
            <a:spLocks xmlns:a="http://schemas.openxmlformats.org/drawingml/2006/main" noGrp="1"/>
          </p:cNvSpPr>
          <p:nvPr/>
        </p:nvSpPr>
        <p:spPr>
          <a:xfrm xmlns:a="http://schemas.openxmlformats.org/drawingml/2006/main">
            <a:off x="8286750" y="35433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Pilar</a:t>
            </a:r>
          </a:p>
        </p:txBody>
      </p:sp>
      <p:sp>
        <p:nvSpPr>
          <p:cNvPr id="28" name="profile-876">
            <a:extLst xmlns:a="http://schemas.openxmlformats.org/drawingml/2006/main">
              <a:ext uri="{FF2B5EF4-FFF2-40B4-BE49-F238E27FC236}">
                <a16:creationId xmlns:a16="http://schemas.microsoft.com/office/drawing/2014/main" id="{84E41805-04E7-4F3D-9584-8CE6EA31C5A8}"/>
              </a:ext>
            </a:extLst>
          </p:cNvPr>
          <p:cNvSpPr>
            <a:spLocks xmlns:a="http://schemas.openxmlformats.org/drawingml/2006/main" noGrp="1"/>
          </p:cNvSpPr>
          <p:nvPr/>
        </p:nvSpPr>
        <p:spPr>
          <a:xfrm xmlns:a="http://schemas.openxmlformats.org/drawingml/2006/main">
            <a:off x="8286750" y="3762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0B1B33"/>
                </a:solidFill>
                <a:latin typeface="Segoe UI"/>
                <a:ea typeface="Segoe UI"/>
                <a:cs typeface="Segoe UI"/>
              </a:defRPr>
            </a:defPPr>
          </a:lstStyle>
          <a:p xmlns:a="http://schemas.openxmlformats.org/drawingml/2006/main">
            <a:pPr algn="l">
              <a:defRPr sz="1350" b="0">
                <a:solidFill>
                  <a:srgbClr val="0B1B33"/>
                </a:solidFill>
                <a:latin typeface="Segoe UI"/>
                <a:ea typeface="Segoe UI"/>
                <a:cs typeface="Segoe UI"/>
              </a:defRPr>
            </a:pPr>
            <a:r>
              <a:rPr sz="1350" b="0">
                <a:solidFill>
                  <a:srgbClr val="0B1B33"/>
                </a:solidFill>
                <a:latin typeface="Segoe UI"/>
                <a:ea typeface="Segoe UI"/>
                <a:cs typeface="Segoe UI"/>
              </a:rPr>
              <a:t>Samal</a:t>
            </a:r>
          </a:p>
        </p:txBody>
      </p:sp>
      <p:sp>
        <p:nvSpPr>
          <p:cNvPr id="29" name="profile-877">
            <a:extLst xmlns:a="http://schemas.openxmlformats.org/drawingml/2006/main">
              <a:ext uri="{FF2B5EF4-FFF2-40B4-BE49-F238E27FC236}">
                <a16:creationId xmlns:a16="http://schemas.microsoft.com/office/drawing/2014/main" id="{7B43FF8F-2BCA-43D3-8FBA-3A9423E75339}"/>
              </a:ext>
            </a:extLst>
          </p:cNvPr>
          <p:cNvSpPr>
            <a:spLocks xmlns:a="http://schemas.openxmlformats.org/drawingml/2006/main" noGrp="1"/>
          </p:cNvSpPr>
          <p:nvPr/>
        </p:nvSpPr>
        <p:spPr>
          <a:xfrm xmlns:a="http://schemas.openxmlformats.org/drawingml/2006/main">
            <a:off x="381000" y="5886450"/>
            <a:ext cx="11334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516782"/>
                </a:solidFill>
                <a:latin typeface="Segoe UI"/>
                <a:ea typeface="Segoe UI"/>
                <a:cs typeface="Segoe UI"/>
              </a:defRPr>
            </a:defPPr>
          </a:lstStyle>
          <a:p xmlns:a="http://schemas.openxmlformats.org/drawingml/2006/main">
            <a:pPr algn="l">
              <a:defRPr sz="900" b="0">
                <a:solidFill>
                  <a:srgbClr val="516782"/>
                </a:solidFill>
                <a:latin typeface="Segoe UI"/>
                <a:ea typeface="Segoe UI"/>
                <a:cs typeface="Segoe UI"/>
              </a:defRPr>
            </a:pPr>
            <a:r>
              <a:rPr sz="900" b="0">
                <a:solidFill>
                  <a:srgbClr val="516782"/>
                </a:solidFill>
                <a:latin typeface="Segoe UI"/>
                <a:ea typeface="Segoe UI"/>
                <a:cs typeface="Segoe UI"/>
              </a:rPr>
              <a:t>Geographic names: Philippine Statistics Authority PSGC. Availability and project schedule confirmed upon inquiry.</a:t>
            </a:r>
          </a:p>
        </p:txBody>
      </p:sp>
    </p:spTree>
    <p:extLst>
      <p:ext uri="{BB962C8B-B14F-4D97-AF65-F5344CB8AC3E}">
        <p14:creationId xmlns:p14="http://schemas.microsoft.com/office/powerpoint/2010/main" val="154345370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878">
            <a:extLst xmlns:a="http://schemas.openxmlformats.org/drawingml/2006/main">
              <a:ext uri="{FF2B5EF4-FFF2-40B4-BE49-F238E27FC236}">
                <a16:creationId xmlns:a16="http://schemas.microsoft.com/office/drawing/2014/main" id="{3C9E9C37-C5B2-438A-AE21-208BB80A7BA9}"/>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85E2695-81C9-44AB-9C49-91B6710C1392}"/>
              </a:ext>
            </a:extLst>
          </p:cNvPr>
          <p:cNvPicPr>
            <a:picLocks xmlns:a="http://schemas.openxmlformats.org/drawingml/2006/main" noChangeAspect="1"/>
          </p:cNvPicPr>
          <p:nvPr/>
        </p:nvPicPr>
        <p:blipFill>
          <a:blip xmlns:r="http://schemas.openxmlformats.org/officeDocument/2006/relationships" xmlns:a="http://schemas.openxmlformats.org/drawingml/2006/main" r:embed="R924fdf5635c34305"/>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879">
            <a:extLst xmlns:a="http://schemas.openxmlformats.org/drawingml/2006/main">
              <a:ext uri="{FF2B5EF4-FFF2-40B4-BE49-F238E27FC236}">
                <a16:creationId xmlns:a16="http://schemas.microsoft.com/office/drawing/2014/main" id="{CCC38CF9-FF5B-4633-9EA4-24F448888270}"/>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880">
            <a:extLst xmlns:a="http://schemas.openxmlformats.org/drawingml/2006/main">
              <a:ext uri="{FF2B5EF4-FFF2-40B4-BE49-F238E27FC236}">
                <a16:creationId xmlns:a16="http://schemas.microsoft.com/office/drawing/2014/main" id="{D8C31F24-BE90-4CEE-8BB6-6B66B8797A55}"/>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881">
            <a:extLst xmlns:a="http://schemas.openxmlformats.org/drawingml/2006/main">
              <a:ext uri="{FF2B5EF4-FFF2-40B4-BE49-F238E27FC236}">
                <a16:creationId xmlns:a16="http://schemas.microsoft.com/office/drawing/2014/main" id="{ABF4F206-5B6D-470F-BB41-BC8FC0A6B22C}"/>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882">
            <a:extLst xmlns:a="http://schemas.openxmlformats.org/drawingml/2006/main">
              <a:ext uri="{FF2B5EF4-FFF2-40B4-BE49-F238E27FC236}">
                <a16:creationId xmlns:a16="http://schemas.microsoft.com/office/drawing/2014/main" id="{9549C788-BC19-4270-AD0C-A1F24672DF76}"/>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883">
            <a:extLst xmlns:a="http://schemas.openxmlformats.org/drawingml/2006/main">
              <a:ext uri="{FF2B5EF4-FFF2-40B4-BE49-F238E27FC236}">
                <a16:creationId xmlns:a16="http://schemas.microsoft.com/office/drawing/2014/main" id="{0D83A7EA-634F-43F7-89F3-640D797A541F}"/>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884">
            <a:extLst xmlns:a="http://schemas.openxmlformats.org/drawingml/2006/main">
              <a:ext uri="{FF2B5EF4-FFF2-40B4-BE49-F238E27FC236}">
                <a16:creationId xmlns:a16="http://schemas.microsoft.com/office/drawing/2014/main" id="{02D6E869-0BB4-434D-BC2B-84B30075D4E5}"/>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885">
            <a:extLst xmlns:a="http://schemas.openxmlformats.org/drawingml/2006/main">
              <a:ext uri="{FF2B5EF4-FFF2-40B4-BE49-F238E27FC236}">
                <a16:creationId xmlns:a16="http://schemas.microsoft.com/office/drawing/2014/main" id="{14867102-2460-452A-B088-C905CB902F9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886">
            <a:extLst xmlns:a="http://schemas.openxmlformats.org/drawingml/2006/main">
              <a:ext uri="{FF2B5EF4-FFF2-40B4-BE49-F238E27FC236}">
                <a16:creationId xmlns:a16="http://schemas.microsoft.com/office/drawing/2014/main" id="{CAA36619-41CB-4C67-B3FF-5CADEFB7721B}"/>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887">
            <a:extLst xmlns:a="http://schemas.openxmlformats.org/drawingml/2006/main">
              <a:ext uri="{FF2B5EF4-FFF2-40B4-BE49-F238E27FC236}">
                <a16:creationId xmlns:a16="http://schemas.microsoft.com/office/drawing/2014/main" id="{44B4E8ED-2B3B-45A5-8837-1FFAB0A98051}"/>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888">
            <a:extLst xmlns:a="http://schemas.openxmlformats.org/drawingml/2006/main">
              <a:ext uri="{FF2B5EF4-FFF2-40B4-BE49-F238E27FC236}">
                <a16:creationId xmlns:a16="http://schemas.microsoft.com/office/drawing/2014/main" id="{7BA85A49-8785-4960-BB49-44F89CF02411}"/>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889">
            <a:extLst xmlns:a="http://schemas.openxmlformats.org/drawingml/2006/main">
              <a:ext uri="{FF2B5EF4-FFF2-40B4-BE49-F238E27FC236}">
                <a16:creationId xmlns:a16="http://schemas.microsoft.com/office/drawing/2014/main" id="{33D2BDD4-25ED-48FC-9509-5195E65087F7}"/>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30</a:t>
            </a:r>
          </a:p>
        </p:txBody>
      </p:sp>
      <p:sp>
        <p:nvSpPr>
          <p:cNvPr id="14" name="profile-890">
            <a:extLst xmlns:a="http://schemas.openxmlformats.org/drawingml/2006/main">
              <a:ext uri="{FF2B5EF4-FFF2-40B4-BE49-F238E27FC236}">
                <a16:creationId xmlns:a16="http://schemas.microsoft.com/office/drawing/2014/main" id="{8F087D07-4953-4439-A399-3304382C7839}"/>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FROM INQUIRY TO FOLLOW-UP</a:t>
            </a:r>
          </a:p>
        </p:txBody>
      </p:sp>
      <p:sp>
        <p:nvSpPr>
          <p:cNvPr id="15" name="profile-891">
            <a:extLst xmlns:a="http://schemas.openxmlformats.org/drawingml/2006/main">
              <a:ext uri="{FF2B5EF4-FFF2-40B4-BE49-F238E27FC236}">
                <a16:creationId xmlns:a16="http://schemas.microsoft.com/office/drawing/2014/main" id="{BA82966B-463C-4FA3-B6C4-61A15A4306DF}"/>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Working with Oceanides</a:t>
            </a:r>
          </a:p>
        </p:txBody>
      </p:sp>
      <p:sp>
        <p:nvSpPr>
          <p:cNvPr id="16" name="profile-892">
            <a:extLst xmlns:a="http://schemas.openxmlformats.org/drawingml/2006/main">
              <a:ext uri="{FF2B5EF4-FFF2-40B4-BE49-F238E27FC236}">
                <a16:creationId xmlns:a16="http://schemas.microsoft.com/office/drawing/2014/main" id="{B427F93A-6381-4AB0-A8BC-62CBB399FC79}"/>
              </a:ext>
            </a:extLst>
          </p:cNvPr>
          <p:cNvSpPr>
            <a:spLocks xmlns:a="http://schemas.openxmlformats.org/drawingml/2006/main" noGrp="1"/>
          </p:cNvSpPr>
          <p:nvPr/>
        </p:nvSpPr>
        <p:spPr>
          <a:xfrm xmlns:a="http://schemas.openxmlformats.org/drawingml/2006/main">
            <a:off x="381000" y="26574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AA6E6"/>
                </a:solidFill>
                <a:latin typeface="Segoe UI"/>
                <a:ea typeface="Segoe UI"/>
                <a:cs typeface="Segoe UI"/>
              </a:defRPr>
            </a:defPPr>
          </a:lstStyle>
          <a:p xmlns:a="http://schemas.openxmlformats.org/drawingml/2006/main">
            <a:pPr algn="l">
              <a:defRPr sz="2250" b="1">
                <a:solidFill>
                  <a:srgbClr val="5AA6E6"/>
                </a:solidFill>
                <a:latin typeface="Segoe UI"/>
                <a:ea typeface="Segoe UI"/>
                <a:cs typeface="Segoe UI"/>
              </a:defRPr>
            </a:pPr>
            <a:r>
              <a:rPr sz="2250" b="1">
                <a:solidFill>
                  <a:srgbClr val="5AA6E6"/>
                </a:solidFill>
                <a:latin typeface="Segoe UI"/>
                <a:ea typeface="Segoe UI"/>
                <a:cs typeface="Segoe UI"/>
              </a:rPr>
              <a:t>01</a:t>
            </a:r>
          </a:p>
        </p:txBody>
      </p:sp>
      <p:sp>
        <p:nvSpPr>
          <p:cNvPr id="17" name="profile-893">
            <a:extLst xmlns:a="http://schemas.openxmlformats.org/drawingml/2006/main">
              <a:ext uri="{FF2B5EF4-FFF2-40B4-BE49-F238E27FC236}">
                <a16:creationId xmlns:a16="http://schemas.microsoft.com/office/drawing/2014/main" id="{80611C87-18CC-4F57-8EAA-D35D503BD935}"/>
              </a:ext>
            </a:extLst>
          </p:cNvPr>
          <p:cNvSpPr>
            <a:spLocks xmlns:a="http://schemas.openxmlformats.org/drawingml/2006/main" noGrp="1"/>
          </p:cNvSpPr>
          <p:nvPr/>
        </p:nvSpPr>
        <p:spPr>
          <a:xfrm xmlns:a="http://schemas.openxmlformats.org/drawingml/2006/main">
            <a:off x="1238250" y="26574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Tell us what you need</a:t>
            </a:r>
          </a:p>
        </p:txBody>
      </p:sp>
      <p:sp>
        <p:nvSpPr>
          <p:cNvPr id="18" name="profile-894">
            <a:extLst xmlns:a="http://schemas.openxmlformats.org/drawingml/2006/main">
              <a:ext uri="{FF2B5EF4-FFF2-40B4-BE49-F238E27FC236}">
                <a16:creationId xmlns:a16="http://schemas.microsoft.com/office/drawing/2014/main" id="{EF626FDC-F048-4EEF-BF2D-D90008896581}"/>
              </a:ext>
            </a:extLst>
          </p:cNvPr>
          <p:cNvSpPr>
            <a:spLocks xmlns:a="http://schemas.openxmlformats.org/drawingml/2006/main" noGrp="1"/>
          </p:cNvSpPr>
          <p:nvPr/>
        </p:nvSpPr>
        <p:spPr>
          <a:xfrm xmlns:a="http://schemas.openxmlformats.org/drawingml/2006/main">
            <a:off x="1238250" y="2990850"/>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Share the service, property location, concerns and preferred schedule.</a:t>
            </a:r>
          </a:p>
        </p:txBody>
      </p:sp>
      <p:sp>
        <p:nvSpPr>
          <p:cNvPr id="19" name="profile-895">
            <a:extLst xmlns:a="http://schemas.openxmlformats.org/drawingml/2006/main">
              <a:ext uri="{FF2B5EF4-FFF2-40B4-BE49-F238E27FC236}">
                <a16:creationId xmlns:a16="http://schemas.microsoft.com/office/drawing/2014/main" id="{B3C9706C-F205-45DC-924C-8A9F3EBDBF56}"/>
              </a:ext>
            </a:extLst>
          </p:cNvPr>
          <p:cNvSpPr>
            <a:spLocks xmlns:a="http://schemas.openxmlformats.org/drawingml/2006/main" noGrp="1"/>
          </p:cNvSpPr>
          <p:nvPr/>
        </p:nvSpPr>
        <p:spPr>
          <a:xfrm xmlns:a="http://schemas.openxmlformats.org/drawingml/2006/main">
            <a:off x="381000" y="34194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AA6E6"/>
                </a:solidFill>
                <a:latin typeface="Segoe UI"/>
                <a:ea typeface="Segoe UI"/>
                <a:cs typeface="Segoe UI"/>
              </a:defRPr>
            </a:defPPr>
          </a:lstStyle>
          <a:p xmlns:a="http://schemas.openxmlformats.org/drawingml/2006/main">
            <a:pPr algn="l">
              <a:defRPr sz="2250" b="1">
                <a:solidFill>
                  <a:srgbClr val="5AA6E6"/>
                </a:solidFill>
                <a:latin typeface="Segoe UI"/>
                <a:ea typeface="Segoe UI"/>
                <a:cs typeface="Segoe UI"/>
              </a:defRPr>
            </a:pPr>
            <a:r>
              <a:rPr sz="2250" b="1">
                <a:solidFill>
                  <a:srgbClr val="5AA6E6"/>
                </a:solidFill>
                <a:latin typeface="Segoe UI"/>
                <a:ea typeface="Segoe UI"/>
                <a:cs typeface="Segoe UI"/>
              </a:rPr>
              <a:t>02</a:t>
            </a:r>
          </a:p>
        </p:txBody>
      </p:sp>
      <p:sp>
        <p:nvSpPr>
          <p:cNvPr id="20" name="profile-896">
            <a:extLst xmlns:a="http://schemas.openxmlformats.org/drawingml/2006/main">
              <a:ext uri="{FF2B5EF4-FFF2-40B4-BE49-F238E27FC236}">
                <a16:creationId xmlns:a16="http://schemas.microsoft.com/office/drawing/2014/main" id="{E760E8BC-8C4A-4418-B523-619D0B562334}"/>
              </a:ext>
            </a:extLst>
          </p:cNvPr>
          <p:cNvSpPr>
            <a:spLocks xmlns:a="http://schemas.openxmlformats.org/drawingml/2006/main" noGrp="1"/>
          </p:cNvSpPr>
          <p:nvPr/>
        </p:nvSpPr>
        <p:spPr>
          <a:xfrm xmlns:a="http://schemas.openxmlformats.org/drawingml/2006/main">
            <a:off x="1238250" y="34194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Arrange a site assessment</a:t>
            </a:r>
          </a:p>
        </p:txBody>
      </p:sp>
      <p:sp>
        <p:nvSpPr>
          <p:cNvPr id="21" name="profile-897">
            <a:extLst xmlns:a="http://schemas.openxmlformats.org/drawingml/2006/main">
              <a:ext uri="{FF2B5EF4-FFF2-40B4-BE49-F238E27FC236}">
                <a16:creationId xmlns:a16="http://schemas.microsoft.com/office/drawing/2014/main" id="{3A73DB1A-2268-405C-865D-8F6B2A3A018C}"/>
              </a:ext>
            </a:extLst>
          </p:cNvPr>
          <p:cNvSpPr>
            <a:spLocks xmlns:a="http://schemas.openxmlformats.org/drawingml/2006/main" noGrp="1"/>
          </p:cNvSpPr>
          <p:nvPr/>
        </p:nvSpPr>
        <p:spPr>
          <a:xfrm xmlns:a="http://schemas.openxmlformats.org/drawingml/2006/main">
            <a:off x="1238250" y="3752850"/>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Review conditions, access and the requirements of the work.</a:t>
            </a:r>
          </a:p>
        </p:txBody>
      </p:sp>
      <p:sp>
        <p:nvSpPr>
          <p:cNvPr id="22" name="profile-898">
            <a:extLst xmlns:a="http://schemas.openxmlformats.org/drawingml/2006/main">
              <a:ext uri="{FF2B5EF4-FFF2-40B4-BE49-F238E27FC236}">
                <a16:creationId xmlns:a16="http://schemas.microsoft.com/office/drawing/2014/main" id="{3C4B4440-847F-4281-BBD8-C6630002CFC6}"/>
              </a:ext>
            </a:extLst>
          </p:cNvPr>
          <p:cNvSpPr>
            <a:spLocks xmlns:a="http://schemas.openxmlformats.org/drawingml/2006/main" noGrp="1"/>
          </p:cNvSpPr>
          <p:nvPr/>
        </p:nvSpPr>
        <p:spPr>
          <a:xfrm xmlns:a="http://schemas.openxmlformats.org/drawingml/2006/main">
            <a:off x="381000" y="41814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AA6E6"/>
                </a:solidFill>
                <a:latin typeface="Segoe UI"/>
                <a:ea typeface="Segoe UI"/>
                <a:cs typeface="Segoe UI"/>
              </a:defRPr>
            </a:defPPr>
          </a:lstStyle>
          <a:p xmlns:a="http://schemas.openxmlformats.org/drawingml/2006/main">
            <a:pPr algn="l">
              <a:defRPr sz="2250" b="1">
                <a:solidFill>
                  <a:srgbClr val="5AA6E6"/>
                </a:solidFill>
                <a:latin typeface="Segoe UI"/>
                <a:ea typeface="Segoe UI"/>
                <a:cs typeface="Segoe UI"/>
              </a:defRPr>
            </a:pPr>
            <a:r>
              <a:rPr sz="2250" b="1">
                <a:solidFill>
                  <a:srgbClr val="5AA6E6"/>
                </a:solidFill>
                <a:latin typeface="Segoe UI"/>
                <a:ea typeface="Segoe UI"/>
                <a:cs typeface="Segoe UI"/>
              </a:rPr>
              <a:t>03</a:t>
            </a:r>
          </a:p>
        </p:txBody>
      </p:sp>
      <p:sp>
        <p:nvSpPr>
          <p:cNvPr id="23" name="profile-899">
            <a:extLst xmlns:a="http://schemas.openxmlformats.org/drawingml/2006/main">
              <a:ext uri="{FF2B5EF4-FFF2-40B4-BE49-F238E27FC236}">
                <a16:creationId xmlns:a16="http://schemas.microsoft.com/office/drawing/2014/main" id="{CEED2A2C-3573-4BE6-9DD4-BE29069EA870}"/>
              </a:ext>
            </a:extLst>
          </p:cNvPr>
          <p:cNvSpPr>
            <a:spLocks xmlns:a="http://schemas.openxmlformats.org/drawingml/2006/main" noGrp="1"/>
          </p:cNvSpPr>
          <p:nvPr/>
        </p:nvSpPr>
        <p:spPr>
          <a:xfrm xmlns:a="http://schemas.openxmlformats.org/drawingml/2006/main">
            <a:off x="1238250" y="41814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Approve a written quotation</a:t>
            </a:r>
          </a:p>
        </p:txBody>
      </p:sp>
      <p:sp>
        <p:nvSpPr>
          <p:cNvPr id="24" name="profile-900">
            <a:extLst xmlns:a="http://schemas.openxmlformats.org/drawingml/2006/main">
              <a:ext uri="{FF2B5EF4-FFF2-40B4-BE49-F238E27FC236}">
                <a16:creationId xmlns:a16="http://schemas.microsoft.com/office/drawing/2014/main" id="{D5CA807E-3FEE-4C49-A3EC-7F2216EC5EAE}"/>
              </a:ext>
            </a:extLst>
          </p:cNvPr>
          <p:cNvSpPr>
            <a:spLocks xmlns:a="http://schemas.openxmlformats.org/drawingml/2006/main" noGrp="1"/>
          </p:cNvSpPr>
          <p:nvPr/>
        </p:nvSpPr>
        <p:spPr>
          <a:xfrm xmlns:a="http://schemas.openxmlformats.org/drawingml/2006/main">
            <a:off x="1238250" y="4514850"/>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Confirm the scope, cost, schedule and responsibilities.</a:t>
            </a:r>
          </a:p>
        </p:txBody>
      </p:sp>
      <p:sp>
        <p:nvSpPr>
          <p:cNvPr id="25" name="profile-901">
            <a:extLst xmlns:a="http://schemas.openxmlformats.org/drawingml/2006/main">
              <a:ext uri="{FF2B5EF4-FFF2-40B4-BE49-F238E27FC236}">
                <a16:creationId xmlns:a16="http://schemas.microsoft.com/office/drawing/2014/main" id="{9B846B8A-E6C8-41FB-82BE-3EAD109F735F}"/>
              </a:ext>
            </a:extLst>
          </p:cNvPr>
          <p:cNvSpPr>
            <a:spLocks xmlns:a="http://schemas.openxmlformats.org/drawingml/2006/main" noGrp="1"/>
          </p:cNvSpPr>
          <p:nvPr/>
        </p:nvSpPr>
        <p:spPr>
          <a:xfrm xmlns:a="http://schemas.openxmlformats.org/drawingml/2006/main">
            <a:off x="381000" y="49434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AA6E6"/>
                </a:solidFill>
                <a:latin typeface="Segoe UI"/>
                <a:ea typeface="Segoe UI"/>
                <a:cs typeface="Segoe UI"/>
              </a:defRPr>
            </a:defPPr>
          </a:lstStyle>
          <a:p xmlns:a="http://schemas.openxmlformats.org/drawingml/2006/main">
            <a:pPr algn="l">
              <a:defRPr sz="2250" b="1">
                <a:solidFill>
                  <a:srgbClr val="5AA6E6"/>
                </a:solidFill>
                <a:latin typeface="Segoe UI"/>
                <a:ea typeface="Segoe UI"/>
                <a:cs typeface="Segoe UI"/>
              </a:defRPr>
            </a:pPr>
            <a:r>
              <a:rPr sz="2250" b="1">
                <a:solidFill>
                  <a:srgbClr val="5AA6E6"/>
                </a:solidFill>
                <a:latin typeface="Segoe UI"/>
                <a:ea typeface="Segoe UI"/>
                <a:cs typeface="Segoe UI"/>
              </a:rPr>
              <a:t>04</a:t>
            </a:r>
          </a:p>
        </p:txBody>
      </p:sp>
      <p:sp>
        <p:nvSpPr>
          <p:cNvPr id="26" name="profile-902">
            <a:extLst xmlns:a="http://schemas.openxmlformats.org/drawingml/2006/main">
              <a:ext uri="{FF2B5EF4-FFF2-40B4-BE49-F238E27FC236}">
                <a16:creationId xmlns:a16="http://schemas.microsoft.com/office/drawing/2014/main" id="{FC944F57-CFB2-4A16-ABBD-643FE5FBB191}"/>
              </a:ext>
            </a:extLst>
          </p:cNvPr>
          <p:cNvSpPr>
            <a:spLocks xmlns:a="http://schemas.openxmlformats.org/drawingml/2006/main" noGrp="1"/>
          </p:cNvSpPr>
          <p:nvPr/>
        </p:nvSpPr>
        <p:spPr>
          <a:xfrm xmlns:a="http://schemas.openxmlformats.org/drawingml/2006/main">
            <a:off x="1238250" y="49434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Complete the work and review</a:t>
            </a:r>
          </a:p>
        </p:txBody>
      </p:sp>
      <p:sp>
        <p:nvSpPr>
          <p:cNvPr id="27" name="profile-903">
            <a:extLst xmlns:a="http://schemas.openxmlformats.org/drawingml/2006/main">
              <a:ext uri="{FF2B5EF4-FFF2-40B4-BE49-F238E27FC236}">
                <a16:creationId xmlns:a16="http://schemas.microsoft.com/office/drawing/2014/main" id="{58B90D0A-32A4-477E-B796-A7D396E43DB1}"/>
              </a:ext>
            </a:extLst>
          </p:cNvPr>
          <p:cNvSpPr>
            <a:spLocks xmlns:a="http://schemas.openxmlformats.org/drawingml/2006/main" noGrp="1"/>
          </p:cNvSpPr>
          <p:nvPr/>
        </p:nvSpPr>
        <p:spPr>
          <a:xfrm xmlns:a="http://schemas.openxmlformats.org/drawingml/2006/main">
            <a:off x="1238250" y="5276850"/>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B1B33"/>
                </a:solidFill>
                <a:latin typeface="Segoe UI"/>
                <a:ea typeface="Segoe UI"/>
                <a:cs typeface="Segoe UI"/>
              </a:defRPr>
            </a:defPPr>
          </a:lstStyle>
          <a:p xmlns:a="http://schemas.openxmlformats.org/drawingml/2006/main">
            <a:pPr algn="l">
              <a:defRPr sz="1500" b="0">
                <a:solidFill>
                  <a:srgbClr val="0B1B33"/>
                </a:solidFill>
                <a:latin typeface="Segoe UI"/>
                <a:ea typeface="Segoe UI"/>
                <a:cs typeface="Segoe UI"/>
              </a:defRPr>
            </a:pPr>
            <a:r>
              <a:rPr sz="1500" b="0">
                <a:solidFill>
                  <a:srgbClr val="0B1B33"/>
                </a:solidFill>
                <a:latin typeface="Segoe UI"/>
                <a:ea typeface="Segoe UI"/>
                <a:cs typeface="Segoe UI"/>
              </a:rPr>
              <a:t>Coordinate service delivery, turnover and agreed follow-up.</a:t>
            </a:r>
          </a:p>
        </p:txBody>
      </p:sp>
    </p:spTree>
    <p:extLst>
      <p:ext uri="{BB962C8B-B14F-4D97-AF65-F5344CB8AC3E}">
        <p14:creationId xmlns:p14="http://schemas.microsoft.com/office/powerpoint/2010/main" val="13602653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rofile-904">
            <a:extLst xmlns:a="http://schemas.openxmlformats.org/drawingml/2006/main">
              <a:ext uri="{FF2B5EF4-FFF2-40B4-BE49-F238E27FC236}">
                <a16:creationId xmlns:a16="http://schemas.microsoft.com/office/drawing/2014/main" id="{15495D70-5EBA-4643-9BF0-A3F8834F2FDA}"/>
              </a:ext>
            </a:extLst>
          </p:cNvPr>
          <p:cNvSpPr>
            <a:spLocks xmlns:a="http://schemas.openxmlformats.org/drawingml/2006/main" noGrp="1"/>
          </p:cNvSpPr>
          <p:nvPr/>
        </p:nvSpPr>
        <p:spPr>
          <a:xfrm xmlns:a="http://schemas.openxmlformats.org/drawingml/2006/main">
            <a:off x="0" y="0"/>
            <a:ext cx="12192000" cy="933450"/>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4803479-3B31-40F3-8AA5-4B3CBC766331}"/>
              </a:ext>
            </a:extLst>
          </p:cNvPr>
          <p:cNvPicPr>
            <a:picLocks xmlns:a="http://schemas.openxmlformats.org/drawingml/2006/main" noChangeAspect="1"/>
          </p:cNvPicPr>
          <p:nvPr/>
        </p:nvPicPr>
        <p:blipFill>
          <a:blip xmlns:r="http://schemas.openxmlformats.org/officeDocument/2006/relationships" xmlns:a="http://schemas.openxmlformats.org/drawingml/2006/main" r:embed="Rbff970c2775c4ff8"/>
          <a:srcRect xmlns:a="http://schemas.openxmlformats.org/drawingml/2006/main" l="0" t="0" r="0" b="0"/>
          <a:stretch xmlns:a="http://schemas.openxmlformats.org/drawingml/2006/main">
            <a:fillRect l="0" t="0" r="0" b="0"/>
          </a:stretch>
        </p:blipFill>
        <p:spPr>
          <a:xfrm xmlns:a="http://schemas.openxmlformats.org/drawingml/2006/main">
            <a:off x="381000" y="142875"/>
            <a:ext cx="666750" cy="666750"/>
          </a:xfrm>
          <a:prstGeom xmlns:a="http://schemas.openxmlformats.org/drawingml/2006/main" prst="rect">
            <a:avLst/>
          </a:prstGeom>
        </p:spPr>
      </p:pic>
      <p:sp>
        <p:nvSpPr>
          <p:cNvPr id="3" name="profile-905">
            <a:extLst xmlns:a="http://schemas.openxmlformats.org/drawingml/2006/main">
              <a:ext uri="{FF2B5EF4-FFF2-40B4-BE49-F238E27FC236}">
                <a16:creationId xmlns:a16="http://schemas.microsoft.com/office/drawing/2014/main" id="{8D472991-DC56-42FC-8C77-9D17ADA18181}"/>
              </a:ext>
            </a:extLst>
          </p:cNvPr>
          <p:cNvSpPr>
            <a:spLocks xmlns:a="http://schemas.openxmlformats.org/drawingml/2006/main" noGrp="1"/>
          </p:cNvSpPr>
          <p:nvPr/>
        </p:nvSpPr>
        <p:spPr>
          <a:xfrm xmlns:a="http://schemas.openxmlformats.org/drawingml/2006/main">
            <a:off x="1257300" y="18097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Segoe UI"/>
                <a:ea typeface="Segoe UI"/>
                <a:cs typeface="Segoe UI"/>
              </a:defRPr>
            </a:def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OCEANIDES</a:t>
            </a:r>
          </a:p>
        </p:txBody>
      </p:sp>
      <p:sp>
        <p:nvSpPr>
          <p:cNvPr id="4" name="profile-906">
            <a:extLst xmlns:a="http://schemas.openxmlformats.org/drawingml/2006/main">
              <a:ext uri="{FF2B5EF4-FFF2-40B4-BE49-F238E27FC236}">
                <a16:creationId xmlns:a16="http://schemas.microsoft.com/office/drawing/2014/main" id="{7CD8F820-E337-4008-9E45-0E6C92906390}"/>
              </a:ext>
            </a:extLst>
          </p:cNvPr>
          <p:cNvSpPr>
            <a:spLocks xmlns:a="http://schemas.openxmlformats.org/drawingml/2006/main" noGrp="1"/>
          </p:cNvSpPr>
          <p:nvPr/>
        </p:nvSpPr>
        <p:spPr>
          <a:xfrm xmlns:a="http://schemas.openxmlformats.org/drawingml/2006/main">
            <a:off x="1257300" y="4857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Plumbing, Siphoning, and Pest Management Services OPC</a:t>
            </a:r>
          </a:p>
        </p:txBody>
      </p:sp>
      <p:sp>
        <p:nvSpPr>
          <p:cNvPr id="5" name="profile-907">
            <a:extLst xmlns:a="http://schemas.openxmlformats.org/drawingml/2006/main">
              <a:ext uri="{FF2B5EF4-FFF2-40B4-BE49-F238E27FC236}">
                <a16:creationId xmlns:a16="http://schemas.microsoft.com/office/drawing/2014/main" id="{3912666E-D7E3-4F6D-953B-1950DE2D177A}"/>
              </a:ext>
            </a:extLst>
          </p:cNvPr>
          <p:cNvSpPr>
            <a:spLocks xmlns:a="http://schemas.openxmlformats.org/drawingml/2006/main" noGrp="1"/>
          </p:cNvSpPr>
          <p:nvPr/>
        </p:nvSpPr>
        <p:spPr>
          <a:xfrm xmlns:a="http://schemas.openxmlformats.org/drawingml/2006/main">
            <a:off x="0" y="933450"/>
            <a:ext cx="12192000" cy="466725"/>
          </a:xfrm>
          <a:prstGeom xmlns:a="http://schemas.openxmlformats.org/drawingml/2006/main" prst="rect">
            <a:avLst/>
          </a:prstGeom>
          <a:solidFill xmlns:a="http://schemas.openxmlformats.org/drawingml/2006/main">
            <a:srgbClr val="EAF3FC"/>
          </a:solidFill>
          <a:ln xmlns:a="http://schemas.openxmlformats.org/drawingml/2006/main" w="0">
            <a:noFill/>
          </a:ln>
        </p:spPr>
      </p:sp>
      <p:sp>
        <p:nvSpPr>
          <p:cNvPr id="6" name="profile-908">
            <a:extLst xmlns:a="http://schemas.openxmlformats.org/drawingml/2006/main">
              <a:ext uri="{FF2B5EF4-FFF2-40B4-BE49-F238E27FC236}">
                <a16:creationId xmlns:a16="http://schemas.microsoft.com/office/drawing/2014/main" id="{F51CAE75-DC27-403D-AB34-2D76ECBD12E2}"/>
              </a:ext>
            </a:extLst>
          </p:cNvPr>
          <p:cNvSpPr>
            <a:spLocks xmlns:a="http://schemas.openxmlformats.org/drawingml/2006/main" noGrp="1"/>
          </p:cNvSpPr>
          <p:nvPr/>
        </p:nvSpPr>
        <p:spPr>
          <a:xfrm xmlns:a="http://schemas.openxmlformats.org/drawingml/2006/main">
            <a:off x="381000" y="1000125"/>
            <a:ext cx="11144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Landline  (02) 8633 8486  /  (02) 8330 1329     Globe  0917 671 6383     Smart  0939 245 6217</a:t>
            </a:r>
          </a:p>
        </p:txBody>
      </p:sp>
      <p:sp>
        <p:nvSpPr>
          <p:cNvPr id="7" name="profile-909">
            <a:extLst xmlns:a="http://schemas.openxmlformats.org/drawingml/2006/main">
              <a:ext uri="{FF2B5EF4-FFF2-40B4-BE49-F238E27FC236}">
                <a16:creationId xmlns:a16="http://schemas.microsoft.com/office/drawing/2014/main" id="{AEB1B00F-1AC4-4CA9-AF22-1CCEA6ACA598}"/>
              </a:ext>
            </a:extLst>
          </p:cNvPr>
          <p:cNvSpPr>
            <a:spLocks xmlns:a="http://schemas.openxmlformats.org/drawingml/2006/main" noGrp="1"/>
          </p:cNvSpPr>
          <p:nvPr/>
        </p:nvSpPr>
        <p:spPr>
          <a:xfrm xmlns:a="http://schemas.openxmlformats.org/drawingml/2006/main">
            <a:off x="381000" y="1190625"/>
            <a:ext cx="11334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0E2C5E"/>
                </a:solidFill>
                <a:latin typeface="Segoe UI"/>
                <a:ea typeface="Segoe UI"/>
                <a:cs typeface="Segoe UI"/>
              </a:defRPr>
            </a:defPPr>
          </a:lstStyle>
          <a:p xmlns:a="http://schemas.openxmlformats.org/drawingml/2006/main">
            <a:pPr algn="l">
              <a:defRPr sz="975" b="0">
                <a:solidFill>
                  <a:srgbClr val="0E2C5E"/>
                </a:solidFill>
                <a:latin typeface="Segoe UI"/>
                <a:ea typeface="Segoe UI"/>
                <a:cs typeface="Segoe UI"/>
              </a:defRPr>
            </a:pPr>
            <a:r>
              <a:rPr sz="975" b="0">
                <a:solidFill>
                  <a:srgbClr val="0E2C5E"/>
                </a:solidFill>
                <a:latin typeface="Segoe UI"/>
                <a:ea typeface="Segoe UI"/>
                <a:cs typeface="Segoe UI"/>
              </a:rPr>
              <a:t>marketing@oceanidessepticandpest.com  |  corporate@oceanidessepticandpest.com     TIN  260-084-087-00000</a:t>
            </a:r>
          </a:p>
        </p:txBody>
      </p:sp>
      <p:sp>
        <p:nvSpPr>
          <p:cNvPr id="8" name="profile-910">
            <a:extLst xmlns:a="http://schemas.openxmlformats.org/drawingml/2006/main">
              <a:ext uri="{FF2B5EF4-FFF2-40B4-BE49-F238E27FC236}">
                <a16:creationId xmlns:a16="http://schemas.microsoft.com/office/drawing/2014/main" id="{E5BF4C2D-22CB-491B-B19E-187951B57DAD}"/>
              </a:ext>
            </a:extLst>
          </p:cNvPr>
          <p:cNvSpPr>
            <a:spLocks xmlns:a="http://schemas.openxmlformats.org/drawingml/2006/main" noGrp="1"/>
          </p:cNvSpPr>
          <p:nvPr/>
        </p:nvSpPr>
        <p:spPr>
          <a:xfrm xmlns:a="http://schemas.openxmlformats.org/drawingml/2006/main">
            <a:off x="7905750" y="53911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1F6FB"/>
                </a:solidFill>
                <a:latin typeface="Segoe UI"/>
                <a:ea typeface="Segoe UI"/>
                <a:cs typeface="Segoe UI"/>
              </a:defRPr>
            </a:defPPr>
          </a:lstStyle>
          <a:p xmlns:a="http://schemas.openxmlformats.org/drawingml/2006/main">
            <a:pPr algn="l">
              <a:defRPr sz="4425" b="1">
                <a:solidFill>
                  <a:srgbClr val="F1F6FB"/>
                </a:solidFill>
                <a:latin typeface="Segoe UI"/>
                <a:ea typeface="Segoe UI"/>
                <a:cs typeface="Segoe UI"/>
              </a:defRPr>
            </a:pPr>
            <a:r>
              <a:rPr sz="4425" b="1">
                <a:solidFill>
                  <a:srgbClr val="F1F6FB"/>
                </a:solidFill>
                <a:latin typeface="Segoe UI"/>
                <a:ea typeface="Segoe UI"/>
                <a:cs typeface="Segoe UI"/>
              </a:rPr>
              <a:t>OCEANIDES</a:t>
            </a:r>
          </a:p>
        </p:txBody>
      </p:sp>
      <p:sp>
        <p:nvSpPr>
          <p:cNvPr id="9" name="profile-911">
            <a:extLst xmlns:a="http://schemas.openxmlformats.org/drawingml/2006/main">
              <a:ext uri="{FF2B5EF4-FFF2-40B4-BE49-F238E27FC236}">
                <a16:creationId xmlns:a16="http://schemas.microsoft.com/office/drawing/2014/main" id="{AAA74541-768C-4611-8D26-3B7FAB34A35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0" name="profile-912">
            <a:extLst xmlns:a="http://schemas.openxmlformats.org/drawingml/2006/main">
              <a:ext uri="{FF2B5EF4-FFF2-40B4-BE49-F238E27FC236}">
                <a16:creationId xmlns:a16="http://schemas.microsoft.com/office/drawing/2014/main" id="{E800DAAD-C729-4E2D-9F83-B21F1CB10716}"/>
              </a:ext>
            </a:extLst>
          </p:cNvPr>
          <p:cNvSpPr>
            <a:spLocks xmlns:a="http://schemas.openxmlformats.org/drawingml/2006/main" noGrp="1"/>
          </p:cNvSpPr>
          <p:nvPr/>
        </p:nvSpPr>
        <p:spPr>
          <a:xfrm xmlns:a="http://schemas.openxmlformats.org/drawingml/2006/main">
            <a:off x="381000" y="6315075"/>
            <a:ext cx="952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1" name="profile-913">
            <a:extLst xmlns:a="http://schemas.openxmlformats.org/drawingml/2006/main">
              <a:ext uri="{FF2B5EF4-FFF2-40B4-BE49-F238E27FC236}">
                <a16:creationId xmlns:a16="http://schemas.microsoft.com/office/drawing/2014/main" id="{D297A01A-555A-43EE-9980-2ED31949EE19}"/>
              </a:ext>
            </a:extLst>
          </p:cNvPr>
          <p:cNvSpPr>
            <a:spLocks xmlns:a="http://schemas.openxmlformats.org/drawingml/2006/main" noGrp="1"/>
          </p:cNvSpPr>
          <p:nvPr/>
        </p:nvSpPr>
        <p:spPr>
          <a:xfrm xmlns:a="http://schemas.openxmlformats.org/drawingml/2006/main">
            <a:off x="3810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DFE8F5"/>
                </a:solidFill>
                <a:latin typeface="Segoe UI"/>
                <a:ea typeface="Segoe UI"/>
                <a:cs typeface="Segoe UI"/>
              </a:defRPr>
            </a:defPPr>
          </a:lstStyle>
          <a:p xmlns:a="http://schemas.openxmlformats.org/drawingml/2006/main">
            <a:pPr algn="l">
              <a:defRPr sz="975" b="0">
                <a:solidFill>
                  <a:srgbClr val="DFE8F5"/>
                </a:solidFill>
                <a:latin typeface="Segoe UI"/>
                <a:ea typeface="Segoe UI"/>
                <a:cs typeface="Segoe UI"/>
              </a:defRPr>
            </a:pPr>
            <a:r>
              <a:rPr sz="975" b="0">
                <a:solidFill>
                  <a:srgbClr val="DFE8F5"/>
                </a:solidFill>
                <a:latin typeface="Segoe UI"/>
                <a:ea typeface="Segoe UI"/>
                <a:cs typeface="Segoe UI"/>
              </a:rPr>
              <a:t>marketing@oceanidessepticandpest.com   |   corporate@oceanidessepticandpest.com</a:t>
            </a:r>
          </a:p>
        </p:txBody>
      </p:sp>
      <p:sp>
        <p:nvSpPr>
          <p:cNvPr id="12" name="profile-914">
            <a:extLst xmlns:a="http://schemas.openxmlformats.org/drawingml/2006/main">
              <a:ext uri="{FF2B5EF4-FFF2-40B4-BE49-F238E27FC236}">
                <a16:creationId xmlns:a16="http://schemas.microsoft.com/office/drawing/2014/main" id="{CE13E9C6-59E4-44A5-B3E7-3FA556D454DD}"/>
              </a:ext>
            </a:extLst>
          </p:cNvPr>
          <p:cNvSpPr>
            <a:spLocks xmlns:a="http://schemas.openxmlformats.org/drawingml/2006/main" noGrp="1"/>
          </p:cNvSpPr>
          <p:nvPr/>
        </p:nvSpPr>
        <p:spPr>
          <a:xfrm xmlns:a="http://schemas.openxmlformats.org/drawingml/2006/main">
            <a:off x="10668000" y="6315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DFE8F5"/>
                </a:solidFill>
                <a:latin typeface="Segoe UI"/>
                <a:ea typeface="Segoe UI"/>
                <a:cs typeface="Segoe UI"/>
              </a:defRPr>
            </a:defPPr>
          </a:lstStyle>
          <a:p xmlns:a="http://schemas.openxmlformats.org/drawingml/2006/main">
            <a:pPr algn="l">
              <a:defRPr sz="900" b="1">
                <a:solidFill>
                  <a:srgbClr val="DFE8F5"/>
                </a:solidFill>
                <a:latin typeface="Segoe UI"/>
                <a:ea typeface="Segoe UI"/>
                <a:cs typeface="Segoe UI"/>
              </a:defRPr>
            </a:pPr>
            <a:r>
              <a:rPr sz="900" b="1">
                <a:solidFill>
                  <a:srgbClr val="DFE8F5"/>
                </a:solidFill>
                <a:latin typeface="Segoe UI"/>
                <a:ea typeface="Segoe UI"/>
                <a:cs typeface="Segoe UI"/>
              </a:rPr>
              <a:t>FIRST DRAFT</a:t>
            </a:r>
          </a:p>
        </p:txBody>
      </p:sp>
      <p:sp>
        <p:nvSpPr>
          <p:cNvPr id="13" name="profile-915">
            <a:extLst xmlns:a="http://schemas.openxmlformats.org/drawingml/2006/main">
              <a:ext uri="{FF2B5EF4-FFF2-40B4-BE49-F238E27FC236}">
                <a16:creationId xmlns:a16="http://schemas.microsoft.com/office/drawing/2014/main" id="{3E7219A9-E3C6-4193-A43D-BFBA913D798D}"/>
              </a:ext>
            </a:extLst>
          </p:cNvPr>
          <p:cNvSpPr>
            <a:spLocks xmlns:a="http://schemas.openxmlformats.org/drawingml/2006/main" noGrp="1"/>
          </p:cNvSpPr>
          <p:nvPr/>
        </p:nvSpPr>
        <p:spPr>
          <a:xfrm xmlns:a="http://schemas.openxmlformats.org/drawingml/2006/main">
            <a:off x="11334750" y="65532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FFFFFF"/>
                </a:solidFill>
                <a:latin typeface="Segoe UI"/>
                <a:ea typeface="Segoe UI"/>
                <a:cs typeface="Segoe UI"/>
              </a:defRPr>
            </a:defPPr>
          </a:lstStyle>
          <a:p xmlns:a="http://schemas.openxmlformats.org/drawingml/2006/main">
            <a:pPr algn="l">
              <a:defRPr sz="1050" b="1">
                <a:solidFill>
                  <a:srgbClr val="FFFFFF"/>
                </a:solidFill>
                <a:latin typeface="Segoe UI"/>
                <a:ea typeface="Segoe UI"/>
                <a:cs typeface="Segoe UI"/>
              </a:defRPr>
            </a:pPr>
            <a:r>
              <a:rPr sz="1050" b="1">
                <a:solidFill>
                  <a:srgbClr val="FFFFFF"/>
                </a:solidFill>
                <a:latin typeface="Segoe UI"/>
                <a:ea typeface="Segoe UI"/>
                <a:cs typeface="Segoe UI"/>
              </a:rPr>
              <a:t>31</a:t>
            </a:r>
          </a:p>
        </p:txBody>
      </p:sp>
      <p:sp>
        <p:nvSpPr>
          <p:cNvPr id="14" name="profile-916">
            <a:extLst xmlns:a="http://schemas.openxmlformats.org/drawingml/2006/main">
              <a:ext uri="{FF2B5EF4-FFF2-40B4-BE49-F238E27FC236}">
                <a16:creationId xmlns:a16="http://schemas.microsoft.com/office/drawing/2014/main" id="{7143D9B5-83C1-420E-A594-6DC597BD4ADB}"/>
              </a:ext>
            </a:extLst>
          </p:cNvPr>
          <p:cNvSpPr>
            <a:spLocks xmlns:a="http://schemas.openxmlformats.org/drawingml/2006/main" noGrp="1"/>
          </p:cNvSpPr>
          <p:nvPr/>
        </p:nvSpPr>
        <p:spPr>
          <a:xfrm xmlns:a="http://schemas.openxmlformats.org/drawingml/2006/main">
            <a:off x="381000" y="1619250"/>
            <a:ext cx="1123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1">
                <a:solidFill>
                  <a:srgbClr val="1C63AD"/>
                </a:solidFill>
                <a:latin typeface="Segoe UI"/>
                <a:ea typeface="Segoe UI"/>
                <a:cs typeface="Segoe UI"/>
              </a:defRPr>
            </a:defPPr>
          </a:lstStyle>
          <a:p xmlns:a="http://schemas.openxmlformats.org/drawingml/2006/main">
            <a:pPr algn="l">
              <a:defRPr sz="1050" b="1">
                <a:solidFill>
                  <a:srgbClr val="1C63AD"/>
                </a:solidFill>
                <a:latin typeface="Segoe UI"/>
                <a:ea typeface="Segoe UI"/>
                <a:cs typeface="Segoe UI"/>
              </a:defRPr>
            </a:pPr>
            <a:r>
              <a:rPr sz="1050" b="1">
                <a:solidFill>
                  <a:srgbClr val="1C63AD"/>
                </a:solidFill>
                <a:latin typeface="Segoe UI"/>
                <a:ea typeface="Segoe UI"/>
                <a:cs typeface="Segoe UI"/>
              </a:rPr>
              <a:t>CONTACT OCEANIDES</a:t>
            </a:r>
          </a:p>
        </p:txBody>
      </p:sp>
      <p:sp>
        <p:nvSpPr>
          <p:cNvPr id="15" name="profile-917">
            <a:extLst xmlns:a="http://schemas.openxmlformats.org/drawingml/2006/main">
              <a:ext uri="{FF2B5EF4-FFF2-40B4-BE49-F238E27FC236}">
                <a16:creationId xmlns:a16="http://schemas.microsoft.com/office/drawing/2014/main" id="{26E074B7-BA16-407E-85B8-3B55E1481296}"/>
              </a:ext>
            </a:extLst>
          </p:cNvPr>
          <p:cNvSpPr>
            <a:spLocks xmlns:a="http://schemas.openxmlformats.org/drawingml/2006/main" noGrp="1"/>
          </p:cNvSpPr>
          <p:nvPr/>
        </p:nvSpPr>
        <p:spPr>
          <a:xfrm xmlns:a="http://schemas.openxmlformats.org/drawingml/2006/main">
            <a:off x="381000" y="189547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1">
                <a:solidFill>
                  <a:srgbClr val="0E2C5E"/>
                </a:solidFill>
                <a:latin typeface="Segoe UI"/>
                <a:ea typeface="Segoe UI"/>
                <a:cs typeface="Segoe UI"/>
              </a:defRPr>
            </a:defPPr>
          </a:lstStyle>
          <a:p xmlns:a="http://schemas.openxmlformats.org/drawingml/2006/main">
            <a:pPr algn="l">
              <a:defRPr sz="3075" b="1">
                <a:solidFill>
                  <a:srgbClr val="0E2C5E"/>
                </a:solidFill>
                <a:latin typeface="Segoe UI"/>
                <a:ea typeface="Segoe UI"/>
                <a:cs typeface="Segoe UI"/>
              </a:defRPr>
            </a:pPr>
            <a:r>
              <a:rPr sz="3075" b="1">
                <a:solidFill>
                  <a:srgbClr val="0E2C5E"/>
                </a:solidFill>
                <a:latin typeface="Segoe UI"/>
                <a:ea typeface="Segoe UI"/>
                <a:cs typeface="Segoe UI"/>
              </a:rPr>
              <a:t>Discuss your property service needs</a:t>
            </a:r>
          </a:p>
        </p:txBody>
      </p:sp>
      <p:sp>
        <p:nvSpPr>
          <p:cNvPr id="16" name="profile-918">
            <a:extLst xmlns:a="http://schemas.openxmlformats.org/drawingml/2006/main">
              <a:ext uri="{FF2B5EF4-FFF2-40B4-BE49-F238E27FC236}">
                <a16:creationId xmlns:a16="http://schemas.microsoft.com/office/drawing/2014/main" id="{0E92EF12-B82B-445C-8425-47557A32C698}"/>
              </a:ext>
            </a:extLst>
          </p:cNvPr>
          <p:cNvSpPr>
            <a:spLocks xmlns:a="http://schemas.openxmlformats.org/drawingml/2006/main" noGrp="1"/>
          </p:cNvSpPr>
          <p:nvPr/>
        </p:nvSpPr>
        <p:spPr>
          <a:xfrm xmlns:a="http://schemas.openxmlformats.org/drawingml/2006/main">
            <a:off x="381000" y="2667000"/>
            <a:ext cx="11144250" cy="5076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0E2C5E"/>
                </a:solidFill>
                <a:latin typeface="Segoe UI"/>
                <a:ea typeface="Segoe UI"/>
                <a:cs typeface="Segoe UI"/>
              </a:defRPr>
            </a:defPPr>
          </a:lstStyle>
          <a:p xmlns:a="http://schemas.openxmlformats.org/drawingml/2006/main">
            <a:pPr algn="l">
              <a:defRPr sz="2850" b="1">
                <a:solidFill>
                  <a:srgbClr val="0E2C5E"/>
                </a:solidFill>
                <a:latin typeface="Segoe UI"/>
                <a:ea typeface="Segoe UI"/>
                <a:cs typeface="Segoe UI"/>
              </a:defRPr>
            </a:pPr>
            <a:r>
              <a:rPr sz="2850" b="1">
                <a:solidFill>
                  <a:srgbClr val="0E2C5E"/>
                </a:solidFill>
                <a:latin typeface="Segoe UI"/>
                <a:ea typeface="Segoe UI"/>
                <a:cs typeface="Segoe UI"/>
              </a:rPr>
              <a:t>Arrange a site assessment</a:t>
            </a:r>
          </a:p>
        </p:txBody>
      </p:sp>
      <p:sp>
        <p:nvSpPr>
          <p:cNvPr id="17" name="profile-919">
            <a:extLst xmlns:a="http://schemas.openxmlformats.org/drawingml/2006/main">
              <a:ext uri="{FF2B5EF4-FFF2-40B4-BE49-F238E27FC236}">
                <a16:creationId xmlns:a16="http://schemas.microsoft.com/office/drawing/2014/main" id="{DA506015-CFAD-4055-A41B-BC37F7B6FFD7}"/>
              </a:ext>
            </a:extLst>
          </p:cNvPr>
          <p:cNvSpPr>
            <a:spLocks xmlns:a="http://schemas.openxmlformats.org/drawingml/2006/main" noGrp="1"/>
          </p:cNvSpPr>
          <p:nvPr/>
        </p:nvSpPr>
        <p:spPr>
          <a:xfrm xmlns:a="http://schemas.openxmlformats.org/drawingml/2006/main">
            <a:off x="381000" y="3295650"/>
            <a:ext cx="10858500" cy="3533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0B1B33"/>
                </a:solidFill>
                <a:latin typeface="Segoe UI"/>
                <a:ea typeface="Segoe UI"/>
                <a:cs typeface="Segoe UI"/>
              </a:defRPr>
            </a:defPPr>
          </a:lstStyle>
          <a:p xmlns:a="http://schemas.openxmlformats.org/drawingml/2006/main">
            <a:pPr algn="l">
              <a:defRPr sz="1950" b="0">
                <a:solidFill>
                  <a:srgbClr val="0B1B33"/>
                </a:solidFill>
                <a:latin typeface="Segoe UI"/>
                <a:ea typeface="Segoe UI"/>
                <a:cs typeface="Segoe UI"/>
              </a:defRPr>
            </a:pPr>
            <a:r>
              <a:rPr sz="1950" b="0">
                <a:solidFill>
                  <a:srgbClr val="0B1B33"/>
                </a:solidFill>
                <a:latin typeface="Segoe UI"/>
                <a:ea typeface="Segoe UI"/>
                <a:cs typeface="Segoe UI"/>
              </a:rPr>
              <a:t>Tell us the service you need, your site location and your preferred inspection schedule. We will</a:t>
            </a:r>
          </a:p>
        </p:txBody>
      </p:sp>
      <p:sp>
        <p:nvSpPr>
          <p:cNvPr id="18" name="profile-920">
            <a:extLst xmlns:a="http://schemas.openxmlformats.org/drawingml/2006/main">
              <a:ext uri="{FF2B5EF4-FFF2-40B4-BE49-F238E27FC236}">
                <a16:creationId xmlns:a16="http://schemas.microsoft.com/office/drawing/2014/main" id="{BACF0AA9-5741-4E45-B33F-37AF3EC7D579}"/>
              </a:ext>
            </a:extLst>
          </p:cNvPr>
          <p:cNvSpPr>
            <a:spLocks xmlns:a="http://schemas.openxmlformats.org/drawingml/2006/main" noGrp="1"/>
          </p:cNvSpPr>
          <p:nvPr/>
        </p:nvSpPr>
        <p:spPr>
          <a:xfrm xmlns:a="http://schemas.openxmlformats.org/drawingml/2006/main">
            <a:off x="381000" y="3629978"/>
            <a:ext cx="10858500" cy="3533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0B1B33"/>
                </a:solidFill>
                <a:latin typeface="Segoe UI"/>
                <a:ea typeface="Segoe UI"/>
                <a:cs typeface="Segoe UI"/>
              </a:defRPr>
            </a:defPPr>
          </a:lstStyle>
          <a:p xmlns:a="http://schemas.openxmlformats.org/drawingml/2006/main">
            <a:pPr algn="l">
              <a:defRPr sz="1950" b="0">
                <a:solidFill>
                  <a:srgbClr val="0B1B33"/>
                </a:solidFill>
                <a:latin typeface="Segoe UI"/>
                <a:ea typeface="Segoe UI"/>
                <a:cs typeface="Segoe UI"/>
              </a:defRPr>
            </a:pPr>
            <a:r>
              <a:rPr sz="1950" b="0">
                <a:solidFill>
                  <a:srgbClr val="0B1B33"/>
                </a:solidFill>
                <a:latin typeface="Segoe UI"/>
                <a:ea typeface="Segoe UI"/>
                <a:cs typeface="Segoe UI"/>
              </a:rPr>
              <a:t>coordinate the next step and prepare a proposal for the agreed scope.</a:t>
            </a:r>
          </a:p>
        </p:txBody>
      </p:sp>
      <p:sp>
        <p:nvSpPr>
          <p:cNvPr id="19" name="profile-921">
            <a:extLst xmlns:a="http://schemas.openxmlformats.org/drawingml/2006/main">
              <a:ext uri="{FF2B5EF4-FFF2-40B4-BE49-F238E27FC236}">
                <a16:creationId xmlns:a16="http://schemas.microsoft.com/office/drawing/2014/main" id="{0B952FB7-B619-4F36-A243-603FBEFAB238}"/>
              </a:ext>
            </a:extLst>
          </p:cNvPr>
          <p:cNvSpPr>
            <a:spLocks xmlns:a="http://schemas.openxmlformats.org/drawingml/2006/main" noGrp="1"/>
          </p:cNvSpPr>
          <p:nvPr/>
        </p:nvSpPr>
        <p:spPr>
          <a:xfrm xmlns:a="http://schemas.openxmlformats.org/drawingml/2006/main">
            <a:off x="381000" y="4457700"/>
            <a:ext cx="619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C63AD"/>
                </a:solidFill>
                <a:latin typeface="Segoe UI"/>
                <a:ea typeface="Segoe UI"/>
                <a:cs typeface="Segoe UI"/>
              </a:defRPr>
            </a:defPPr>
          </a:lstStyle>
          <a:p xmlns:a="http://schemas.openxmlformats.org/drawingml/2006/main">
            <a:pPr algn="l">
              <a:defRPr sz="3300" b="1">
                <a:solidFill>
                  <a:srgbClr val="1C63AD"/>
                </a:solidFill>
                <a:latin typeface="Segoe UI"/>
                <a:ea typeface="Segoe UI"/>
                <a:cs typeface="Segoe UI"/>
              </a:defRPr>
            </a:pPr>
            <a:r>
              <a:rPr sz="3300" b="1">
                <a:solidFill>
                  <a:srgbClr val="1C63AD"/>
                </a:solidFill>
                <a:latin typeface="Segoe UI"/>
                <a:ea typeface="Segoe UI"/>
                <a:cs typeface="Segoe UI"/>
              </a:rPr>
              <a:t>0917 671 6383</a:t>
            </a:r>
          </a:p>
        </p:txBody>
      </p:sp>
      <p:sp>
        <p:nvSpPr>
          <p:cNvPr id="20" name="profile-922">
            <a:extLst xmlns:a="http://schemas.openxmlformats.org/drawingml/2006/main">
              <a:ext uri="{FF2B5EF4-FFF2-40B4-BE49-F238E27FC236}">
                <a16:creationId xmlns:a16="http://schemas.microsoft.com/office/drawing/2014/main" id="{00782A86-F682-42B6-819A-0B2DDA07DAA5}"/>
              </a:ext>
            </a:extLst>
          </p:cNvPr>
          <p:cNvSpPr>
            <a:spLocks xmlns:a="http://schemas.openxmlformats.org/drawingml/2006/main" noGrp="1"/>
          </p:cNvSpPr>
          <p:nvPr/>
        </p:nvSpPr>
        <p:spPr>
          <a:xfrm xmlns:a="http://schemas.openxmlformats.org/drawingml/2006/main">
            <a:off x="6572250" y="445770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C63AD"/>
                </a:solidFill>
                <a:latin typeface="Segoe UI"/>
                <a:ea typeface="Segoe UI"/>
                <a:cs typeface="Segoe UI"/>
              </a:defRPr>
            </a:defPPr>
          </a:lstStyle>
          <a:p xmlns:a="http://schemas.openxmlformats.org/drawingml/2006/main">
            <a:pPr algn="l">
              <a:defRPr sz="3300" b="1">
                <a:solidFill>
                  <a:srgbClr val="1C63AD"/>
                </a:solidFill>
                <a:latin typeface="Segoe UI"/>
                <a:ea typeface="Segoe UI"/>
                <a:cs typeface="Segoe UI"/>
              </a:defRPr>
            </a:pPr>
            <a:r>
              <a:rPr sz="3300" b="1">
                <a:solidFill>
                  <a:srgbClr val="1C63AD"/>
                </a:solidFill>
                <a:latin typeface="Segoe UI"/>
                <a:ea typeface="Segoe UI"/>
                <a:cs typeface="Segoe UI"/>
              </a:rPr>
              <a:t>0939 245 6217</a:t>
            </a:r>
          </a:p>
        </p:txBody>
      </p:sp>
      <p:sp>
        <p:nvSpPr>
          <p:cNvPr id="21" name="profile-923">
            <a:extLst xmlns:a="http://schemas.openxmlformats.org/drawingml/2006/main">
              <a:ext uri="{FF2B5EF4-FFF2-40B4-BE49-F238E27FC236}">
                <a16:creationId xmlns:a16="http://schemas.microsoft.com/office/drawing/2014/main" id="{6EA2BABB-63E7-4F8E-BB12-088E4B0A9B39}"/>
              </a:ext>
            </a:extLst>
          </p:cNvPr>
          <p:cNvSpPr>
            <a:spLocks xmlns:a="http://schemas.openxmlformats.org/drawingml/2006/main" noGrp="1"/>
          </p:cNvSpPr>
          <p:nvPr/>
        </p:nvSpPr>
        <p:spPr>
          <a:xfrm xmlns:a="http://schemas.openxmlformats.org/drawingml/2006/main">
            <a:off x="381000" y="5162550"/>
            <a:ext cx="11144250" cy="3662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0B1B33"/>
                </a:solidFill>
                <a:latin typeface="Segoe UI"/>
                <a:ea typeface="Segoe UI"/>
                <a:cs typeface="Segoe UI"/>
              </a:defRPr>
            </a:defPPr>
          </a:lstStyle>
          <a:p xmlns:a="http://schemas.openxmlformats.org/drawingml/2006/main">
            <a:pPr algn="l">
              <a:defRPr sz="2025" b="0">
                <a:solidFill>
                  <a:srgbClr val="0B1B33"/>
                </a:solidFill>
                <a:latin typeface="Segoe UI"/>
                <a:ea typeface="Segoe UI"/>
                <a:cs typeface="Segoe UI"/>
              </a:defRPr>
            </a:pPr>
            <a:r>
              <a:rPr sz="2025" b="0">
                <a:solidFill>
                  <a:srgbClr val="0B1B33"/>
                </a:solidFill>
                <a:latin typeface="Segoe UI"/>
                <a:ea typeface="Segoe UI"/>
                <a:cs typeface="Segoe UI"/>
              </a:rPr>
              <a:t>(02) 8633 8486 / (02) 8330 1329</a:t>
            </a:r>
          </a:p>
        </p:txBody>
      </p:sp>
      <p:sp>
        <p:nvSpPr>
          <p:cNvPr id="22" name="profile-924">
            <a:extLst xmlns:a="http://schemas.openxmlformats.org/drawingml/2006/main">
              <a:ext uri="{FF2B5EF4-FFF2-40B4-BE49-F238E27FC236}">
                <a16:creationId xmlns:a16="http://schemas.microsoft.com/office/drawing/2014/main" id="{E5C20965-4F8B-43AD-937B-DFB90744D9AE}"/>
              </a:ext>
            </a:extLst>
          </p:cNvPr>
          <p:cNvSpPr>
            <a:spLocks xmlns:a="http://schemas.openxmlformats.org/drawingml/2006/main" noGrp="1"/>
          </p:cNvSpPr>
          <p:nvPr/>
        </p:nvSpPr>
        <p:spPr>
          <a:xfrm xmlns:a="http://schemas.openxmlformats.org/drawingml/2006/main">
            <a:off x="381000" y="5648325"/>
            <a:ext cx="11144250" cy="314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0E2C5E"/>
                </a:solidFill>
                <a:latin typeface="Segoe UI"/>
                <a:ea typeface="Segoe UI"/>
                <a:cs typeface="Segoe UI"/>
              </a:defRPr>
            </a:defPPr>
          </a:lstStyle>
          <a:p xmlns:a="http://schemas.openxmlformats.org/drawingml/2006/main">
            <a:pPr algn="l">
              <a:defRPr sz="1725" b="1">
                <a:solidFill>
                  <a:srgbClr val="0E2C5E"/>
                </a:solidFill>
                <a:latin typeface="Segoe UI"/>
                <a:ea typeface="Segoe UI"/>
                <a:cs typeface="Segoe UI"/>
              </a:defRPr>
            </a:pPr>
            <a:r>
              <a:rPr sz="1725" b="1">
                <a:solidFill>
                  <a:srgbClr val="0E2C5E"/>
                </a:solidFill>
                <a:latin typeface="Segoe UI"/>
                <a:ea typeface="Segoe UI"/>
                <a:cs typeface="Segoe UI"/>
              </a:rPr>
              <a:t>marketing@oceanidessepticandpest.com</a:t>
            </a:r>
          </a:p>
        </p:txBody>
      </p:sp>
    </p:spTree>
    <p:extLst>
      <p:ext uri="{BB962C8B-B14F-4D97-AF65-F5344CB8AC3E}">
        <p14:creationId xmlns:p14="http://schemas.microsoft.com/office/powerpoint/2010/main" val="2082299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2026-10-11T15:20:01.9530000Z</dcterms:created>
  <dcterms:modified xsi:type="dcterms:W3CDTF">2026-10-11T15:20:01.9530000Z</dcterms:modified>
</coreProperties>
</file>