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2fa09a30964474" /><Relationship Type="http://schemas.openxmlformats.org/officeDocument/2006/relationships/extended-properties" Target="/docProps/app.xml" Id="R0725fd274ee74513" /><Relationship Type="http://schemas.openxmlformats.org/officeDocument/2006/relationships/officeDocument" Target="/ppt/presentation.xml" Id="R3c4bd3b0e5c04b19" /></Relationships>
</file>

<file path=ppt/presentation.xml><?xml version="1.0" encoding="utf-8"?>
<p:presentation xmlns:p="http://schemas.openxmlformats.org/presentationml/2006/main">
  <p:sldMasterIdLst>
    <p:sldMasterId xmlns:r="http://schemas.openxmlformats.org/officeDocument/2006/relationships" id="2147483648" r:id="Rf917715ef31340ec"/>
  </p:sldMasterIdLst>
  <p:notesMasterIdLst>
    <p:notesMasterId xmlns:r="http://schemas.openxmlformats.org/officeDocument/2006/relationships" r:id="R9918f76b47234a1d"/>
  </p:notesMasterIdLst>
  <p:sldIdLst>
    <p:sldId xmlns:r="http://schemas.openxmlformats.org/officeDocument/2006/relationships" id="256" r:id="Re1a0170d3d47415f"/>
    <p:sldId xmlns:r="http://schemas.openxmlformats.org/officeDocument/2006/relationships" id="257" r:id="Rdf269a06fa714096"/>
    <p:sldId xmlns:r="http://schemas.openxmlformats.org/officeDocument/2006/relationships" id="258" r:id="R689a3327d6dc45fa"/>
    <p:sldId xmlns:r="http://schemas.openxmlformats.org/officeDocument/2006/relationships" id="259" r:id="R5a749c1571634708"/>
    <p:sldId xmlns:r="http://schemas.openxmlformats.org/officeDocument/2006/relationships" id="260" r:id="R6045098e580545b5"/>
    <p:sldId xmlns:r="http://schemas.openxmlformats.org/officeDocument/2006/relationships" id="261" r:id="Rf87b2dec1f714d81"/>
    <p:sldId xmlns:r="http://schemas.openxmlformats.org/officeDocument/2006/relationships" id="262" r:id="R45b00a24d7eb45fc"/>
    <p:sldId xmlns:r="http://schemas.openxmlformats.org/officeDocument/2006/relationships" id="263" r:id="Rbd8e28d3d49d4b7f"/>
    <p:sldId xmlns:r="http://schemas.openxmlformats.org/officeDocument/2006/relationships" id="264" r:id="R1338fac90e42446a"/>
    <p:sldId xmlns:r="http://schemas.openxmlformats.org/officeDocument/2006/relationships" id="265" r:id="Rdbe0d7dbdb7f4b16"/>
    <p:sldId xmlns:r="http://schemas.openxmlformats.org/officeDocument/2006/relationships" id="266" r:id="R58a84f0c2c004f95"/>
    <p:sldId xmlns:r="http://schemas.openxmlformats.org/officeDocument/2006/relationships" id="267" r:id="R2cdd75ea37ff4f37"/>
    <p:sldId xmlns:r="http://schemas.openxmlformats.org/officeDocument/2006/relationships" id="268" r:id="R3f1891b5f88849cd"/>
    <p:sldId xmlns:r="http://schemas.openxmlformats.org/officeDocument/2006/relationships" id="269" r:id="R72b33a64c4d74678"/>
    <p:sldId xmlns:r="http://schemas.openxmlformats.org/officeDocument/2006/relationships" id="270" r:id="Rdf56381c3d5b4e0b"/>
    <p:sldId xmlns:r="http://schemas.openxmlformats.org/officeDocument/2006/relationships" id="271" r:id="Rafe5aaa6ddcb42d2"/>
    <p:sldId xmlns:r="http://schemas.openxmlformats.org/officeDocument/2006/relationships" id="272" r:id="R53a6fb4d81d74075"/>
    <p:sldId xmlns:r="http://schemas.openxmlformats.org/officeDocument/2006/relationships" id="273" r:id="Rd23c9ae70c134a34"/>
    <p:sldId xmlns:r="http://schemas.openxmlformats.org/officeDocument/2006/relationships" id="274" r:id="Rf42476b6f6a74c42"/>
    <p:sldId xmlns:r="http://schemas.openxmlformats.org/officeDocument/2006/relationships" id="275" r:id="R0e976233e5ca4d43"/>
    <p:sldId xmlns:r="http://schemas.openxmlformats.org/officeDocument/2006/relationships" id="276" r:id="Rec9b10a2193d4118"/>
    <p:sldId xmlns:r="http://schemas.openxmlformats.org/officeDocument/2006/relationships" id="277" r:id="R295675e3138548b6"/>
    <p:sldId xmlns:r="http://schemas.openxmlformats.org/officeDocument/2006/relationships" id="278" r:id="R02582830260442e0"/>
    <p:sldId xmlns:r="http://schemas.openxmlformats.org/officeDocument/2006/relationships" id="279" r:id="Rb7a42e52b41e4126"/>
    <p:sldId xmlns:r="http://schemas.openxmlformats.org/officeDocument/2006/relationships" id="280" r:id="R03c013dcb3c64345"/>
    <p:sldId xmlns:r="http://schemas.openxmlformats.org/officeDocument/2006/relationships" id="281" r:id="R9c49d76fe47f4935"/>
    <p:sldId xmlns:r="http://schemas.openxmlformats.org/officeDocument/2006/relationships" id="282" r:id="R74d124d8583f4480"/>
    <p:sldId xmlns:r="http://schemas.openxmlformats.org/officeDocument/2006/relationships" id="283" r:id="R97053fb44e014757"/>
    <p:sldId xmlns:r="http://schemas.openxmlformats.org/officeDocument/2006/relationships" id="284" r:id="R08f15b67b7ae41b0"/>
    <p:sldId xmlns:r="http://schemas.openxmlformats.org/officeDocument/2006/relationships" id="285" r:id="Re313260c33314c09"/>
    <p:sldId xmlns:r="http://schemas.openxmlformats.org/officeDocument/2006/relationships" id="286" r:id="R0328a9228a414f8c"/>
    <p:sldId xmlns:r="http://schemas.openxmlformats.org/officeDocument/2006/relationships" id="287" r:id="Rdcf9dea5cda54d56"/>
    <p:sldId xmlns:r="http://schemas.openxmlformats.org/officeDocument/2006/relationships" id="288" r:id="Re73d67bb70814234"/>
    <p:sldId xmlns:r="http://schemas.openxmlformats.org/officeDocument/2006/relationships" id="289" r:id="R0585b1e5248245c6"/>
    <p:sldId xmlns:r="http://schemas.openxmlformats.org/officeDocument/2006/relationships" id="290" r:id="R4569cbc351de4cdc"/>
    <p:sldId xmlns:r="http://schemas.openxmlformats.org/officeDocument/2006/relationships" id="291" r:id="R8f2b40dfed864ee4"/>
    <p:sldId xmlns:r="http://schemas.openxmlformats.org/officeDocument/2006/relationships" id="292" r:id="Radb51da621fc4e5c"/>
    <p:sldId xmlns:r="http://schemas.openxmlformats.org/officeDocument/2006/relationships" id="293" r:id="R81cb4245aeb044fd"/>
    <p:sldId xmlns:r="http://schemas.openxmlformats.org/officeDocument/2006/relationships" id="294" r:id="Rcf313861450a41ee"/>
    <p:sldId xmlns:r="http://schemas.openxmlformats.org/officeDocument/2006/relationships" id="295" r:id="Rcee190d39eb04efe"/>
    <p:sldId xmlns:r="http://schemas.openxmlformats.org/officeDocument/2006/relationships" id="296" r:id="R546b54cd1a164592"/>
    <p:sldId xmlns:r="http://schemas.openxmlformats.org/officeDocument/2006/relationships" id="297" r:id="R35c87eb00f5e4e78"/>
    <p:sldId xmlns:r="http://schemas.openxmlformats.org/officeDocument/2006/relationships" id="298" r:id="R11462a1679384d3c"/>
    <p:sldId xmlns:r="http://schemas.openxmlformats.org/officeDocument/2006/relationships" id="299" r:id="R3245331c9e10418a"/>
    <p:sldId xmlns:r="http://schemas.openxmlformats.org/officeDocument/2006/relationships" id="300" r:id="Rfc59106863cc4a0c"/>
    <p:sldId xmlns:r="http://schemas.openxmlformats.org/officeDocument/2006/relationships" id="301" r:id="Rb9023e1d46604d63"/>
    <p:sldId xmlns:r="http://schemas.openxmlformats.org/officeDocument/2006/relationships" id="302" r:id="Rdf48aedd51654558"/>
    <p:sldId xmlns:r="http://schemas.openxmlformats.org/officeDocument/2006/relationships" id="303" r:id="Ra5513932497c4b29"/>
    <p:sldId xmlns:r="http://schemas.openxmlformats.org/officeDocument/2006/relationships" id="304" r:id="Ra5d99cef3cf94d2a"/>
    <p:sldId xmlns:r="http://schemas.openxmlformats.org/officeDocument/2006/relationships" id="305" r:id="R1a8705e800104ecf"/>
    <p:sldId xmlns:r="http://schemas.openxmlformats.org/officeDocument/2006/relationships" id="306" r:id="R26c9fba059584df0"/>
    <p:sldId xmlns:r="http://schemas.openxmlformats.org/officeDocument/2006/relationships" id="307" r:id="R6eba694a5def4352"/>
    <p:sldId xmlns:r="http://schemas.openxmlformats.org/officeDocument/2006/relationships" id="308" r:id="Rfb11b1a748d0483f"/>
    <p:sldId xmlns:r="http://schemas.openxmlformats.org/officeDocument/2006/relationships" id="309" r:id="R0f662f6653f04a2c"/>
    <p:sldId xmlns:r="http://schemas.openxmlformats.org/officeDocument/2006/relationships" id="310" r:id="R2c4fe73aed474b09"/>
    <p:sldId xmlns:r="http://schemas.openxmlformats.org/officeDocument/2006/relationships" id="311" r:id="Re92d99f7c66d4b5d"/>
    <p:sldId xmlns:r="http://schemas.openxmlformats.org/officeDocument/2006/relationships" id="312" r:id="R57c41dd613674197"/>
    <p:sldId xmlns:r="http://schemas.openxmlformats.org/officeDocument/2006/relationships" id="313" r:id="R2ec8a8ec42214863"/>
    <p:sldId xmlns:r="http://schemas.openxmlformats.org/officeDocument/2006/relationships" id="314" r:id="R5389ae4e2d2642b2"/>
    <p:sldId xmlns:r="http://schemas.openxmlformats.org/officeDocument/2006/relationships" id="315" r:id="Rc4edf673cbfc4516"/>
    <p:sldId xmlns:r="http://schemas.openxmlformats.org/officeDocument/2006/relationships" id="316" r:id="Rd671ea2ade9741be"/>
    <p:sldId xmlns:r="http://schemas.openxmlformats.org/officeDocument/2006/relationships" id="317" r:id="R31c8073c06c741cd"/>
    <p:sldId xmlns:r="http://schemas.openxmlformats.org/officeDocument/2006/relationships" id="318" r:id="Rb9438d1ef8df43fa"/>
    <p:sldId xmlns:r="http://schemas.openxmlformats.org/officeDocument/2006/relationships" id="319" r:id="R0a06ce8f9b244b23"/>
    <p:sldId xmlns:r="http://schemas.openxmlformats.org/officeDocument/2006/relationships" id="320" r:id="R1160b84fb3ac4818"/>
    <p:sldId xmlns:r="http://schemas.openxmlformats.org/officeDocument/2006/relationships" id="321" r:id="Rbc0e937a14494dc7"/>
    <p:sldId xmlns:r="http://schemas.openxmlformats.org/officeDocument/2006/relationships" id="322" r:id="R9c08b7d408854772"/>
    <p:sldId xmlns:r="http://schemas.openxmlformats.org/officeDocument/2006/relationships" id="323" r:id="R1db7767f524b48fa"/>
    <p:sldId xmlns:r="http://schemas.openxmlformats.org/officeDocument/2006/relationships" id="324" r:id="Rd33886f05e3346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970a995b484547" /><Relationship Type="http://schemas.openxmlformats.org/officeDocument/2006/relationships/slideMaster" Target="/ppt/slideMasters/slideMaster1.xml" Id="Rf917715ef31340ec" /><Relationship Type="http://schemas.openxmlformats.org/officeDocument/2006/relationships/notesMaster" Target="/ppt/notesMasters/notesMaster1.xml" Id="R9918f76b47234a1d" /><Relationship Type="http://schemas.openxmlformats.org/officeDocument/2006/relationships/presProps" Target="/ppt/presProps.xml" Id="Re24947dda246445b" /><Relationship Type="http://schemas.openxmlformats.org/officeDocument/2006/relationships/tableStyles" Target="/ppt/tableStyles.xml" Id="R2b958a7e670b4314" /><Relationship Type="http://schemas.openxmlformats.org/officeDocument/2006/relationships/slide" Target="/ppt/slides/slide1.xml" Id="Re1a0170d3d47415f" /><Relationship Type="http://schemas.openxmlformats.org/officeDocument/2006/relationships/slide" Target="/ppt/slides/slide2.xml" Id="Rdf269a06fa714096" /><Relationship Type="http://schemas.openxmlformats.org/officeDocument/2006/relationships/slide" Target="/ppt/slides/slide3.xml" Id="R689a3327d6dc45fa" /><Relationship Type="http://schemas.openxmlformats.org/officeDocument/2006/relationships/slide" Target="/ppt/slides/slide4.xml" Id="R5a749c1571634708" /><Relationship Type="http://schemas.openxmlformats.org/officeDocument/2006/relationships/slide" Target="/ppt/slides/slide5.xml" Id="R6045098e580545b5" /><Relationship Type="http://schemas.openxmlformats.org/officeDocument/2006/relationships/slide" Target="/ppt/slides/slide6.xml" Id="Rf87b2dec1f714d81" /><Relationship Type="http://schemas.openxmlformats.org/officeDocument/2006/relationships/slide" Target="/ppt/slides/slide7.xml" Id="R45b00a24d7eb45fc" /><Relationship Type="http://schemas.openxmlformats.org/officeDocument/2006/relationships/slide" Target="/ppt/slides/slide8.xml" Id="Rbd8e28d3d49d4b7f" /><Relationship Type="http://schemas.openxmlformats.org/officeDocument/2006/relationships/slide" Target="/ppt/slides/slide9.xml" Id="R1338fac90e42446a" /><Relationship Type="http://schemas.openxmlformats.org/officeDocument/2006/relationships/slide" Target="/ppt/slides/slide10.xml" Id="Rdbe0d7dbdb7f4b16" /><Relationship Type="http://schemas.openxmlformats.org/officeDocument/2006/relationships/slide" Target="/ppt/slides/slide11.xml" Id="R58a84f0c2c004f95" /><Relationship Type="http://schemas.openxmlformats.org/officeDocument/2006/relationships/slide" Target="/ppt/slides/slide12.xml" Id="R2cdd75ea37ff4f37" /><Relationship Type="http://schemas.openxmlformats.org/officeDocument/2006/relationships/slide" Target="/ppt/slides/slide13.xml" Id="R3f1891b5f88849cd" /><Relationship Type="http://schemas.openxmlformats.org/officeDocument/2006/relationships/slide" Target="/ppt/slides/slide14.xml" Id="R72b33a64c4d74678" /><Relationship Type="http://schemas.openxmlformats.org/officeDocument/2006/relationships/slide" Target="/ppt/slides/slide15.xml" Id="Rdf56381c3d5b4e0b" /><Relationship Type="http://schemas.openxmlformats.org/officeDocument/2006/relationships/slide" Target="/ppt/slides/slide16.xml" Id="Rafe5aaa6ddcb42d2" /><Relationship Type="http://schemas.openxmlformats.org/officeDocument/2006/relationships/slide" Target="/ppt/slides/slide17.xml" Id="R53a6fb4d81d74075" /><Relationship Type="http://schemas.openxmlformats.org/officeDocument/2006/relationships/slide" Target="/ppt/slides/slide18.xml" Id="Rd23c9ae70c134a34" /><Relationship Type="http://schemas.openxmlformats.org/officeDocument/2006/relationships/slide" Target="/ppt/slides/slide19.xml" Id="Rf42476b6f6a74c42" /><Relationship Type="http://schemas.openxmlformats.org/officeDocument/2006/relationships/slide" Target="/ppt/slides/slide20.xml" Id="R0e976233e5ca4d43" /><Relationship Type="http://schemas.openxmlformats.org/officeDocument/2006/relationships/slide" Target="/ppt/slides/slide21.xml" Id="Rec9b10a2193d4118" /><Relationship Type="http://schemas.openxmlformats.org/officeDocument/2006/relationships/slide" Target="/ppt/slides/slide22.xml" Id="R295675e3138548b6" /><Relationship Type="http://schemas.openxmlformats.org/officeDocument/2006/relationships/slide" Target="/ppt/slides/slide23.xml" Id="R02582830260442e0" /><Relationship Type="http://schemas.openxmlformats.org/officeDocument/2006/relationships/slide" Target="/ppt/slides/slide24.xml" Id="Rb7a42e52b41e4126" /><Relationship Type="http://schemas.openxmlformats.org/officeDocument/2006/relationships/slide" Target="/ppt/slides/slide25.xml" Id="R03c013dcb3c64345" /><Relationship Type="http://schemas.openxmlformats.org/officeDocument/2006/relationships/slide" Target="/ppt/slides/slide26.xml" Id="R9c49d76fe47f4935" /><Relationship Type="http://schemas.openxmlformats.org/officeDocument/2006/relationships/slide" Target="/ppt/slides/slide27.xml" Id="R74d124d8583f4480" /><Relationship Type="http://schemas.openxmlformats.org/officeDocument/2006/relationships/slide" Target="/ppt/slides/slide28.xml" Id="R97053fb44e014757" /><Relationship Type="http://schemas.openxmlformats.org/officeDocument/2006/relationships/slide" Target="/ppt/slides/slide29.xml" Id="R08f15b67b7ae41b0" /><Relationship Type="http://schemas.openxmlformats.org/officeDocument/2006/relationships/slide" Target="/ppt/slides/slide30.xml" Id="Re313260c33314c09" /><Relationship Type="http://schemas.openxmlformats.org/officeDocument/2006/relationships/slide" Target="/ppt/slides/slide31.xml" Id="R0328a9228a414f8c" /><Relationship Type="http://schemas.openxmlformats.org/officeDocument/2006/relationships/slide" Target="/ppt/slides/slide32.xml" Id="Rdcf9dea5cda54d56" /><Relationship Type="http://schemas.openxmlformats.org/officeDocument/2006/relationships/slide" Target="/ppt/slides/slide33.xml" Id="Re73d67bb70814234" /><Relationship Type="http://schemas.openxmlformats.org/officeDocument/2006/relationships/slide" Target="/ppt/slides/slide34.xml" Id="R0585b1e5248245c6" /><Relationship Type="http://schemas.openxmlformats.org/officeDocument/2006/relationships/slide" Target="/ppt/slides/slide35.xml" Id="R4569cbc351de4cdc" /><Relationship Type="http://schemas.openxmlformats.org/officeDocument/2006/relationships/slide" Target="/ppt/slides/slide36.xml" Id="R8f2b40dfed864ee4" /><Relationship Type="http://schemas.openxmlformats.org/officeDocument/2006/relationships/slide" Target="/ppt/slides/slide37.xml" Id="Radb51da621fc4e5c" /><Relationship Type="http://schemas.openxmlformats.org/officeDocument/2006/relationships/slide" Target="/ppt/slides/slide38.xml" Id="R81cb4245aeb044fd" /><Relationship Type="http://schemas.openxmlformats.org/officeDocument/2006/relationships/slide" Target="/ppt/slides/slide39.xml" Id="Rcf313861450a41ee" /><Relationship Type="http://schemas.openxmlformats.org/officeDocument/2006/relationships/slide" Target="/ppt/slides/slide40.xml" Id="Rcee190d39eb04efe" /><Relationship Type="http://schemas.openxmlformats.org/officeDocument/2006/relationships/slide" Target="/ppt/slides/slide41.xml" Id="R546b54cd1a164592" /><Relationship Type="http://schemas.openxmlformats.org/officeDocument/2006/relationships/slide" Target="/ppt/slides/slide42.xml" Id="R35c87eb00f5e4e78" /><Relationship Type="http://schemas.openxmlformats.org/officeDocument/2006/relationships/slide" Target="/ppt/slides/slide43.xml" Id="R11462a1679384d3c" /><Relationship Type="http://schemas.openxmlformats.org/officeDocument/2006/relationships/slide" Target="/ppt/slides/slide44.xml" Id="R3245331c9e10418a" /><Relationship Type="http://schemas.openxmlformats.org/officeDocument/2006/relationships/slide" Target="/ppt/slides/slide45.xml" Id="Rfc59106863cc4a0c" /><Relationship Type="http://schemas.openxmlformats.org/officeDocument/2006/relationships/slide" Target="/ppt/slides/slide46.xml" Id="Rb9023e1d46604d63" /><Relationship Type="http://schemas.openxmlformats.org/officeDocument/2006/relationships/slide" Target="/ppt/slides/slide47.xml" Id="Rdf48aedd51654558" /><Relationship Type="http://schemas.openxmlformats.org/officeDocument/2006/relationships/slide" Target="/ppt/slides/slide48.xml" Id="Ra5513932497c4b29" /><Relationship Type="http://schemas.openxmlformats.org/officeDocument/2006/relationships/slide" Target="/ppt/slides/slide49.xml" Id="Ra5d99cef3cf94d2a" /><Relationship Type="http://schemas.openxmlformats.org/officeDocument/2006/relationships/slide" Target="/ppt/slides/slide50.xml" Id="R1a8705e800104ecf" /><Relationship Type="http://schemas.openxmlformats.org/officeDocument/2006/relationships/slide" Target="/ppt/slides/slide51.xml" Id="R26c9fba059584df0" /><Relationship Type="http://schemas.openxmlformats.org/officeDocument/2006/relationships/slide" Target="/ppt/slides/slide52.xml" Id="R6eba694a5def4352" /><Relationship Type="http://schemas.openxmlformats.org/officeDocument/2006/relationships/slide" Target="/ppt/slides/slide53.xml" Id="Rfb11b1a748d0483f" /><Relationship Type="http://schemas.openxmlformats.org/officeDocument/2006/relationships/slide" Target="/ppt/slides/slide54.xml" Id="R0f662f6653f04a2c" /><Relationship Type="http://schemas.openxmlformats.org/officeDocument/2006/relationships/slide" Target="/ppt/slides/slide55.xml" Id="R2c4fe73aed474b09" /><Relationship Type="http://schemas.openxmlformats.org/officeDocument/2006/relationships/slide" Target="/ppt/slides/slide56.xml" Id="Re92d99f7c66d4b5d" /><Relationship Type="http://schemas.openxmlformats.org/officeDocument/2006/relationships/slide" Target="/ppt/slides/slide57.xml" Id="R57c41dd613674197" /><Relationship Type="http://schemas.openxmlformats.org/officeDocument/2006/relationships/slide" Target="/ppt/slides/slide58.xml" Id="R2ec8a8ec42214863" /><Relationship Type="http://schemas.openxmlformats.org/officeDocument/2006/relationships/slide" Target="/ppt/slides/slide59.xml" Id="R5389ae4e2d2642b2" /><Relationship Type="http://schemas.openxmlformats.org/officeDocument/2006/relationships/slide" Target="/ppt/slides/slide60.xml" Id="Rc4edf673cbfc4516" /><Relationship Type="http://schemas.openxmlformats.org/officeDocument/2006/relationships/slide" Target="/ppt/slides/slide61.xml" Id="Rd671ea2ade9741be" /><Relationship Type="http://schemas.openxmlformats.org/officeDocument/2006/relationships/slide" Target="/ppt/slides/slide62.xml" Id="R31c8073c06c741cd" /><Relationship Type="http://schemas.openxmlformats.org/officeDocument/2006/relationships/slide" Target="/ppt/slides/slide63.xml" Id="Rb9438d1ef8df43fa" /><Relationship Type="http://schemas.openxmlformats.org/officeDocument/2006/relationships/slide" Target="/ppt/slides/slide64.xml" Id="R0a06ce8f9b244b23" /><Relationship Type="http://schemas.openxmlformats.org/officeDocument/2006/relationships/slide" Target="/ppt/slides/slide65.xml" Id="R1160b84fb3ac4818" /><Relationship Type="http://schemas.openxmlformats.org/officeDocument/2006/relationships/slide" Target="/ppt/slides/slide66.xml" Id="Rbc0e937a14494dc7" /><Relationship Type="http://schemas.openxmlformats.org/officeDocument/2006/relationships/slide" Target="/ppt/slides/slide67.xml" Id="R9c08b7d408854772" /><Relationship Type="http://schemas.openxmlformats.org/officeDocument/2006/relationships/slide" Target="/ppt/slides/slide68.xml" Id="R1db7767f524b48fa" /><Relationship Type="http://schemas.openxmlformats.org/officeDocument/2006/relationships/slide" Target="/ppt/slides/slide69.xml" Id="Rd33886f05e3346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b5ef059f4b43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5279f5842b4d5f" /><Relationship Type="http://schemas.openxmlformats.org/officeDocument/2006/relationships/notesMaster" Target="/ppt/notesMasters/notesMaster1.xml" Id="R0c6d05ed64c94d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42a28c422d4e30" /><Relationship Type="http://schemas.openxmlformats.org/officeDocument/2006/relationships/notesMaster" Target="/ppt/notesMasters/notesMaster1.xml" Id="R9fe13f9f25ca4c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6ce26fd01f4f68" /><Relationship Type="http://schemas.openxmlformats.org/officeDocument/2006/relationships/notesMaster" Target="/ppt/notesMasters/notesMaster1.xml" Id="Reda32bdcde6b42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f11f4b6b15438e" /><Relationship Type="http://schemas.openxmlformats.org/officeDocument/2006/relationships/notesMaster" Target="/ppt/notesMasters/notesMaster1.xml" Id="R42b18157e3614e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2814c437b14c96" /><Relationship Type="http://schemas.openxmlformats.org/officeDocument/2006/relationships/notesMaster" Target="/ppt/notesMasters/notesMaster1.xml" Id="Rd7fbcd069a914e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9d4f876e1c4300" /><Relationship Type="http://schemas.openxmlformats.org/officeDocument/2006/relationships/notesMaster" Target="/ppt/notesMasters/notesMaster1.xml" Id="R6109f224d6f542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3d30dad95c4c85" /><Relationship Type="http://schemas.openxmlformats.org/officeDocument/2006/relationships/notesMaster" Target="/ppt/notesMasters/notesMaster1.xml" Id="R4e7bb93e8bff4b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0980fb6193423c" /><Relationship Type="http://schemas.openxmlformats.org/officeDocument/2006/relationships/notesMaster" Target="/ppt/notesMasters/notesMaster1.xml" Id="R08d18c84ac6243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ee0b012ef54bef" /><Relationship Type="http://schemas.openxmlformats.org/officeDocument/2006/relationships/notesMaster" Target="/ppt/notesMasters/notesMaster1.xml" Id="R2e49c666d4b94e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569da27765472a" /><Relationship Type="http://schemas.openxmlformats.org/officeDocument/2006/relationships/notesMaster" Target="/ppt/notesMasters/notesMaster1.xml" Id="R65bd1cd25afb49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4ee3580150487d" /><Relationship Type="http://schemas.openxmlformats.org/officeDocument/2006/relationships/notesMaster" Target="/ppt/notesMasters/notesMaster1.xml" Id="R5f08662050404a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bb5db77020400b" /><Relationship Type="http://schemas.openxmlformats.org/officeDocument/2006/relationships/notesMaster" Target="/ppt/notesMasters/notesMaster1.xml" Id="Rd0113643adf943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36405c4ae14098" /><Relationship Type="http://schemas.openxmlformats.org/officeDocument/2006/relationships/notesMaster" Target="/ppt/notesMasters/notesMaster1.xml" Id="Rfd005e2b97a94f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a845d1c58a4d64" /><Relationship Type="http://schemas.openxmlformats.org/officeDocument/2006/relationships/notesMaster" Target="/ppt/notesMasters/notesMaster1.xml" Id="R55b0eeacda214f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135bb1b6364740" /><Relationship Type="http://schemas.openxmlformats.org/officeDocument/2006/relationships/notesMaster" Target="/ppt/notesMasters/notesMaster1.xml" Id="R5102ad38e13043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e67b556a334e32" /><Relationship Type="http://schemas.openxmlformats.org/officeDocument/2006/relationships/notesMaster" Target="/ppt/notesMasters/notesMaster1.xml" Id="R422ba341856d43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8ea817595e4ad0" /><Relationship Type="http://schemas.openxmlformats.org/officeDocument/2006/relationships/notesMaster" Target="/ppt/notesMasters/notesMaster1.xml" Id="Rf8e6703dc6054c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65f7c514324ea8" /><Relationship Type="http://schemas.openxmlformats.org/officeDocument/2006/relationships/notesMaster" Target="/ppt/notesMasters/notesMaster1.xml" Id="R58e2f73bb14f4e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fe6c0ba3124eb4" /><Relationship Type="http://schemas.openxmlformats.org/officeDocument/2006/relationships/notesMaster" Target="/ppt/notesMasters/notesMaster1.xml" Id="R0184d9022b2d48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6bbc2cf35e4d52" /><Relationship Type="http://schemas.openxmlformats.org/officeDocument/2006/relationships/notesMaster" Target="/ppt/notesMasters/notesMaster1.xml" Id="Refeb16be527840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9f448355e3944e6" /><Relationship Type="http://schemas.openxmlformats.org/officeDocument/2006/relationships/notesMaster" Target="/ppt/notesMasters/notesMaster1.xml" Id="Rb6ad76e036224a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e8eba765104739" /><Relationship Type="http://schemas.openxmlformats.org/officeDocument/2006/relationships/notesMaster" Target="/ppt/notesMasters/notesMaster1.xml" Id="R439f857bbf4a48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a70147ce294340" /><Relationship Type="http://schemas.openxmlformats.org/officeDocument/2006/relationships/notesMaster" Target="/ppt/notesMasters/notesMaster1.xml" Id="R2bd26f0ec0e246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1ccc5780744081" /><Relationship Type="http://schemas.openxmlformats.org/officeDocument/2006/relationships/notesMaster" Target="/ppt/notesMasters/notesMaster1.xml" Id="Rf1e727adec7f44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c10940280b446b" /><Relationship Type="http://schemas.openxmlformats.org/officeDocument/2006/relationships/notesMaster" Target="/ppt/notesMasters/notesMaster1.xml" Id="R0d8091cf9a554b2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e69d54d7a14314" /><Relationship Type="http://schemas.openxmlformats.org/officeDocument/2006/relationships/notesMaster" Target="/ppt/notesMasters/notesMaster1.xml" Id="R621124048d3d47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ccac5ee8d04ff9" /><Relationship Type="http://schemas.openxmlformats.org/officeDocument/2006/relationships/notesMaster" Target="/ppt/notesMasters/notesMaster1.xml" Id="R8557b106e04c4dd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23d169a4f44bd2" /><Relationship Type="http://schemas.openxmlformats.org/officeDocument/2006/relationships/notesMaster" Target="/ppt/notesMasters/notesMaster1.xml" Id="R8b005dc033be45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6c70a65d6ff458d" /><Relationship Type="http://schemas.openxmlformats.org/officeDocument/2006/relationships/notesMaster" Target="/ppt/notesMasters/notesMaster1.xml" Id="R5377cb8d78f243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19a4044957f40b3" /><Relationship Type="http://schemas.openxmlformats.org/officeDocument/2006/relationships/notesMaster" Target="/ppt/notesMasters/notesMaster1.xml" Id="Raa4f365c3f014f0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45c6eb585949bf" /><Relationship Type="http://schemas.openxmlformats.org/officeDocument/2006/relationships/notesMaster" Target="/ppt/notesMasters/notesMaster1.xml" Id="R3247133a1e484e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dd09685d63f414b" /><Relationship Type="http://schemas.openxmlformats.org/officeDocument/2006/relationships/notesMaster" Target="/ppt/notesMasters/notesMaster1.xml" Id="R2407da27ac524f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7ed4f3bafa74029" /><Relationship Type="http://schemas.openxmlformats.org/officeDocument/2006/relationships/notesMaster" Target="/ppt/notesMasters/notesMaster1.xml" Id="Ra11203d558b0454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380fbfbb944d84" /><Relationship Type="http://schemas.openxmlformats.org/officeDocument/2006/relationships/notesMaster" Target="/ppt/notesMasters/notesMaster1.xml" Id="Ra580f17f92ad459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29c5abfd42b4830" /><Relationship Type="http://schemas.openxmlformats.org/officeDocument/2006/relationships/notesMaster" Target="/ppt/notesMasters/notesMaster1.xml" Id="R9d4b6a80394a4ca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b402e6b6db64f3b" /><Relationship Type="http://schemas.openxmlformats.org/officeDocument/2006/relationships/notesMaster" Target="/ppt/notesMasters/notesMaster1.xml" Id="R1ba95dfdc36e423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3cb2673721c4999" /><Relationship Type="http://schemas.openxmlformats.org/officeDocument/2006/relationships/notesMaster" Target="/ppt/notesMasters/notesMaster1.xml" Id="R3d0b2832a6134ee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ef856404fc34eb8" /><Relationship Type="http://schemas.openxmlformats.org/officeDocument/2006/relationships/notesMaster" Target="/ppt/notesMasters/notesMaster1.xml" Id="R6c8afac621c34b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3a18975ada34836" /><Relationship Type="http://schemas.openxmlformats.org/officeDocument/2006/relationships/notesMaster" Target="/ppt/notesMasters/notesMaster1.xml" Id="Rff6d962f40b045b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7ecfb90af2c4498" /><Relationship Type="http://schemas.openxmlformats.org/officeDocument/2006/relationships/notesMaster" Target="/ppt/notesMasters/notesMaster1.xml" Id="Ra48e02f2edfc437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2a31d4144a74fca" /><Relationship Type="http://schemas.openxmlformats.org/officeDocument/2006/relationships/notesMaster" Target="/ppt/notesMasters/notesMaster1.xml" Id="R4d287a660d4c406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10bd1212c464066" /><Relationship Type="http://schemas.openxmlformats.org/officeDocument/2006/relationships/notesMaster" Target="/ppt/notesMasters/notesMaster1.xml" Id="Rf84305ea2410478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e1147eea564609" /><Relationship Type="http://schemas.openxmlformats.org/officeDocument/2006/relationships/notesMaster" Target="/ppt/notesMasters/notesMaster1.xml" Id="Re50274719e5b461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a4a9da8ef5b4c5d" /><Relationship Type="http://schemas.openxmlformats.org/officeDocument/2006/relationships/notesMaster" Target="/ppt/notesMasters/notesMaster1.xml" Id="R9b096345ef42404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6696fc0c44d4e88" /><Relationship Type="http://schemas.openxmlformats.org/officeDocument/2006/relationships/notesMaster" Target="/ppt/notesMasters/notesMaster1.xml" Id="Raad8d1c65ea5405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0518164b0904f04" /><Relationship Type="http://schemas.openxmlformats.org/officeDocument/2006/relationships/notesMaster" Target="/ppt/notesMasters/notesMaster1.xml" Id="R2048ec5613cc4c6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bae591f69c74f09" /><Relationship Type="http://schemas.openxmlformats.org/officeDocument/2006/relationships/notesMaster" Target="/ppt/notesMasters/notesMaster1.xml" Id="R9ce706ecaf584f3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128ceae1a2f4459" /><Relationship Type="http://schemas.openxmlformats.org/officeDocument/2006/relationships/notesMaster" Target="/ppt/notesMasters/notesMaster1.xml" Id="Rb2c49f0869774d4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fee4c67e7d14967" /><Relationship Type="http://schemas.openxmlformats.org/officeDocument/2006/relationships/notesMaster" Target="/ppt/notesMasters/notesMaster1.xml" Id="Rad8da34f54e546b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b28477f8d44706" /><Relationship Type="http://schemas.openxmlformats.org/officeDocument/2006/relationships/notesMaster" Target="/ppt/notesMasters/notesMaster1.xml" Id="Rc8597412b27f408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056cabe20ba42b5" /><Relationship Type="http://schemas.openxmlformats.org/officeDocument/2006/relationships/notesMaster" Target="/ppt/notesMasters/notesMaster1.xml" Id="Ra43582819f2d41b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c78bd87e6034f5f" /><Relationship Type="http://schemas.openxmlformats.org/officeDocument/2006/relationships/notesMaster" Target="/ppt/notesMasters/notesMaster1.xml" Id="R6e051fec4fc54d5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1f6980519e74672" /><Relationship Type="http://schemas.openxmlformats.org/officeDocument/2006/relationships/notesMaster" Target="/ppt/notesMasters/notesMaster1.xml" Id="R8dc988b5685b4a3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10df7a5b8f54cf5" /><Relationship Type="http://schemas.openxmlformats.org/officeDocument/2006/relationships/notesMaster" Target="/ppt/notesMasters/notesMaster1.xml" Id="Ra76d160bb9a24e9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646e66afc634caf" /><Relationship Type="http://schemas.openxmlformats.org/officeDocument/2006/relationships/notesMaster" Target="/ppt/notesMasters/notesMaster1.xml" Id="Ra8a50502d46b46f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2230d6ea8464f96" /><Relationship Type="http://schemas.openxmlformats.org/officeDocument/2006/relationships/notesMaster" Target="/ppt/notesMasters/notesMaster1.xml" Id="Rbea799e7588d4a9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c0d8ce956614e5a" /><Relationship Type="http://schemas.openxmlformats.org/officeDocument/2006/relationships/notesMaster" Target="/ppt/notesMasters/notesMaster1.xml" Id="R14cae4bbe6a3424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c9ef94ebc274daa" /><Relationship Type="http://schemas.openxmlformats.org/officeDocument/2006/relationships/notesMaster" Target="/ppt/notesMasters/notesMaster1.xml" Id="Rba1a3b04f487492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08de4ae15a74f39" /><Relationship Type="http://schemas.openxmlformats.org/officeDocument/2006/relationships/notesMaster" Target="/ppt/notesMasters/notesMaster1.xml" Id="R7e287169d16448c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ede0293fb9c4922" /><Relationship Type="http://schemas.openxmlformats.org/officeDocument/2006/relationships/notesMaster" Target="/ppt/notesMasters/notesMaster1.xml" Id="R0851d9d6e82641f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c0857fcf4ea4e67" /><Relationship Type="http://schemas.openxmlformats.org/officeDocument/2006/relationships/notesMaster" Target="/ppt/notesMasters/notesMaster1.xml" Id="R5f484edd8f4f4a9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c501be2ed534e1a" /><Relationship Type="http://schemas.openxmlformats.org/officeDocument/2006/relationships/notesMaster" Target="/ppt/notesMasters/notesMaster1.xml" Id="Rad7fa40e43f540e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4a58c236642460c" /><Relationship Type="http://schemas.openxmlformats.org/officeDocument/2006/relationships/notesMaster" Target="/ppt/notesMasters/notesMaster1.xml" Id="R00fe6df2a5c644c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77db3602b41463d" /><Relationship Type="http://schemas.openxmlformats.org/officeDocument/2006/relationships/notesMaster" Target="/ppt/notesMasters/notesMaster1.xml" Id="R6cdaca34771f40c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2450ef212f24c5c" /><Relationship Type="http://schemas.openxmlformats.org/officeDocument/2006/relationships/notesMaster" Target="/ppt/notesMasters/notesMaster1.xml" Id="R05b4a2619e9c406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1d49cece4d440f0" /><Relationship Type="http://schemas.openxmlformats.org/officeDocument/2006/relationships/notesMaster" Target="/ppt/notesMasters/notesMaster1.xml" Id="R9da3f6c1915c41b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da9ce4bdd274257" /><Relationship Type="http://schemas.openxmlformats.org/officeDocument/2006/relationships/notesMaster" Target="/ppt/notesMasters/notesMaster1.xml" Id="Rbbdb28d0696f410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9ff2d4c50f945e4" /><Relationship Type="http://schemas.openxmlformats.org/officeDocument/2006/relationships/notesMaster" Target="/ppt/notesMasters/notesMaster1.xml" Id="Rf347c80be8914ae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9b4917046b64abd" /><Relationship Type="http://schemas.openxmlformats.org/officeDocument/2006/relationships/notesMaster" Target="/ppt/notesMasters/notesMaster1.xml" Id="R467c7d4b698844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a:t>
            </a:r>
          </a:p>
          <a:p xmlns:a="http://schemas.openxmlformats.org/drawingml/2006/main">
            <a:r>
              <a:t>Owner interview 2026-10-11; old profile supplied 2026-10-12. No unverified establishment date is asserted.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Oceanides</a:t>
            </a:r>
          </a:p>
          <a:p xmlns:a="http://schemas.openxmlformats.org/drawingml/2006/main">
            <a:r>
              <a:t>Earlier business milestones remain date-neutral. SEC Certificate of Incorporation supplied from owner Drive on 2026-10-13 states incorporation on 14 January 2026. See documents appendix and source manifest.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 vision and values</a:t>
            </a:r>
          </a:p>
          <a:p xmlns:a="http://schemas.openxmlformats.org/drawingml/2006/main">
            <a:r>
              <a:t>Adapted from old profile page3, expanding plumbing wording to the owner-confirmed service offer. These are statements of purpose, not measured results.</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directory</a:t>
            </a:r>
          </a:p>
          <a:p xmlns:a="http://schemas.openxmlformats.org/drawingml/2006/main">
            <a:r>
              <a:t>All eleven service categories from owner interview included. Service scope and schedule agreed per engagement.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"Ayala Land", "file": "ayala-land.svg", "source_page": "https://ayalaland.com/", "asset_url": "https://ayalaland.com/assets/images/logo.svg", "retrieved": "2026-10-12", "provenance": "Official website asset referenced by current site HTML", "service_history_source": "interview", "bytes": 3147, "status": "downloaded", "raster_file": "ayala-land.png", "raster_dimensions": [1000, 218], "visible_content_bbox": [4, 1, 999, 215]}</a:t>
            </a:r>
          </a:p>
          <a:p xmlns:a="http://schemas.openxmlformats.org/drawingml/2006/main">
            <a:r>
              <a:t>{"brand": "Avida Land (current official inline mark)", "file": "avida-inline.svg", "raster_file": "avida-inline.png", "source_page": "https://www.avidaland.com/", "asset_url": "https://www.avidaland.com/#inline-svg-16", "retrieved": "2026-10-12", "provenance": "Unmodified inline SVG from current official homepage; default currentColor rasterized black. Prior-profile burgundy mark also preserved.", "service_history_source": "old-profile", "status": "downloaded", "raster_dimensions": [1000, 390], "visible_content_bbox": [0, 2, 990, 389]}</a:t>
            </a:r>
          </a:p>
          <a:p xmlns:a="http://schemas.openxmlformats.org/drawingml/2006/main">
            <a:r>
              <a:t>{"brand": "Toyota", "file": "toyota.svg", "source_page": "https://brand.toyota.com/guidelines/visual/logos", "asset_url": "https://brand.toyota.com/content/dam/brandhub/VIS_toyota_logo_horiz_black_RGB_2021.svg", "retrieved": "2026-10-12", "provenance": "Official website asset referenced by current site HTML", "service_history_source": "old-profile", "bytes": 3230, "status": "downloaded", "raster_file": "toyota.png", "raster_dimensions": [1000, 268], "visible_content_bbox": [0, 0, 999, 268]}</a:t>
            </a:r>
          </a:p>
          <a:p xmlns:a="http://schemas.openxmlformats.org/drawingml/2006/main">
            <a:r>
              <a:t>{"brand": "Eagle Cement", "file": "eagle-cement.png", "source_page": "https://www.eaglecement.com.ph/", "asset_url": "https://www.eaglecement.com.ph/wp-content/uploads/2020/08/ECC-COLORED-LOGO-without-tm.png", "retrieved": "2026-10-12", "provenance": "Official website asset referenced by current site HTML", "service_history_source": "interview", "bytes": 15508, "status": "downloaded", "raster_dimensions": [146, 72], "visible_content_bbox": [1, 1, 146, 72]}</a:t>
            </a:r>
          </a:p>
          <a:p xmlns:a="http://schemas.openxmlformats.org/drawingml/2006/main">
            <a:r>
              <a:t>{"brand": "UNIQLO", "file": "old-profile-p09-X17.jpg", "source_document": "C:/Users/ADMIN/Downloads/Blue Modern Company Profile Presentation .pdf", "source_page": 9, "source_object": "X17.jpg", "retrieved": "2026-10-12", "provenance": "Original embedded raster extracted losslessly from user-supplied prior company profile; not independently downloaded from brand website", "service_history_source": "old-profile", "status": "user-reference-fallback", "raster_dimensions": [368, 366], "visible_content_bbox": [0, 0, 368, 366]}</a:t>
            </a:r>
          </a:p>
          <a:p xmlns:a="http://schemas.openxmlformats.org/drawingml/2006/main">
            <a:r>
              <a:t>{"brand": "Starmall", "file": "starmall.png", "source_page": "https://www.starmalls.com.ph/", "asset_url": "https://www.starmalls.com.ph/wp-content/uploads/2021/01/logo-1024x311.png", "retrieved": "2026-10-12", "provenance": "Official website asset referenced by current site HTML", "service_history_source": "old-profile", "bytes": 86662, "status": "downloaded", "raster_dimensions": [1024, 311], "visible_content_bbox": [14, 50, 982, 252]}</a:t>
            </a:r>
          </a:p>
          <a:p xmlns:a="http://schemas.openxmlformats.org/drawingml/2006/main">
            <a:r>
              <a:t>{"brand": "Hotel Sogo", "file": "hotel-sogo.jpg", "source_page": "https://www.hotelsogo.com/public/", "asset_url": "https://www.hotelsogo.com/public/images/logo.jpg", "retrieved": "2026-10-12", "provenance": "Official website asset referenced by current site HTML", "service_history_source": "interview", "bytes": 86042, "status": "downloaded", "raster_dimensions": [483, 198], "visible_content_bbox": [0, 0, 483, 198]}</a:t>
            </a:r>
          </a:p>
          <a:p xmlns:a="http://schemas.openxmlformats.org/drawingml/2006/main">
            <a:r>
              <a:t>{"brand": "San Miguel Properties", "file": "old-profile-p10-X15.png", "source_document": "C:/Users/ADMIN/Downloads/Blue Modern Company Profile Presentation .pdf", "source_page": 10, "source_object": "X15.png", "retrieved": "2026-10-12", "provenance": "Original embedded raster extracted losslessly from user-supplied prior company profile; not independently downloaded from brand website", "service_history_source": "old-profile", "status": "user-reference-fallback", "raster_dimensions": [500, 253], "visible_content_bbox": [31, 18, 467, 237]}</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"Jollibee Group / Jollibee Foods Corporation", "file": "jollibee-group.png", "source_page": "https://www.jollibeegroup.com/", "asset_url": "https://www.jollibeegroup.com/wp-content/themes/main/assets/img/jfc_2025_transparent_logo.png", "retrieved": "2026-10-12", "provenance": "Current official corporate identity asset referenced by company homepage; different from Jollibee restaurant mascot", "service_history_source": "interview", "bytes": 77283, "status": "downloaded", "raster_dimensions": [727, 266], "visible_content_bbox": [57, 15, 670, 244]}</a:t>
            </a:r>
          </a:p>
          <a:p xmlns:a="http://schemas.openxmlformats.org/drawingml/2006/main">
            <a:r>
              <a:t>{"brand": "Mang Inasal", "file": "mang-inasal.svg", "source_page": "https://www.manginasal.ph/", "asset_url": "https://www.manginasal.ph/wp-content/uploads/2024/12/mang-inasal-3.svg", "retrieved": "2026-10-12", "provenance": "Official website asset referenced by current site HTML", "service_history_source": "interview", "bytes": 33337, "status": "downloaded", "raster_file": "mang-inasal.png", "raster_dimensions": [1000, 559], "visible_content_bbox": [0, 0, 1000, 559]}</a:t>
            </a:r>
          </a:p>
          <a:p xmlns:a="http://schemas.openxmlformats.org/drawingml/2006/main">
            <a:r>
              <a:t>{"brand": "KFC", "file": "kfc.svg", "source_page": "https://www.kfc.com.ph/", "asset_url": "https://cdn.tictuk.com/04d917c0-7bcd-6ced-acad-3e4db2bcbfd5/assets/logoDesktopHeader.svg", "retrieved": "2026-10-12", "provenance": "Official website asset referenced by current site HTML", "service_history_source": "interview", "bytes": 3407, "status": "downloaded", "raster_file": "kfc.png", "raster_dimensions": [1000, 315], "visible_content_bbox": [0, 0, 1000, 315]}</a:t>
            </a:r>
          </a:p>
          <a:p xmlns:a="http://schemas.openxmlformats.org/drawingml/2006/main">
            <a:r>
              <a:t>{"brand": "Kenny Rogers Roasters", "file": "kenny-rogers.png", "source_page": "https://kennyrogersdelivery.com.ph/home_-2/", "asset_url": "https://kennyrogersdelivery.com.ph/wp-content/uploads/2025/03/KRRLogo.png", "retrieved": "2026-10-12", "provenance": "Official website asset referenced by current site HTML", "service_history_source": "interview", "bytes": 80535, "status": "downloaded", "raster_dimensions": [350, 181], "visible_content_bbox": [24, 9, 324, 171]}</a:t>
            </a:r>
          </a:p>
          <a:p xmlns:a="http://schemas.openxmlformats.org/drawingml/2006/main">
            <a:r>
              <a:t>{"brand": "Papa Johns", "file": "old-profile-p09-X12.png", "source_document": "C:/Users/ADMIN/Downloads/Blue Modern Company Profile Presentation .pdf", "source_page": 9, "source_object": "X12.png", "retrieved": "2026-10-12", "provenance": "Original embedded raster extracted losslessly from user-supplied prior company profile; not independently downloaded from brand website", "service_history_source": "old-profile", "status": "user-reference-fallback", "raster_dimensions": [640, 640], "visible_content_bbox": [28, 204, 613, 437]}</a:t>
            </a:r>
          </a:p>
          <a:p xmlns:a="http://schemas.openxmlformats.org/drawingml/2006/main">
            <a:r>
              <a:t>{"brand": "Yellow Cab Pizza Co.", "file": "yellow-cab.png", "source_page": "https://delivery.yellowcabpizza.com/", "asset_url": "https://mgi-deliveryportal.s3.amazonaws.com/assets/YellowCab_Logo.png", "retrieved": "2026-10-12", "provenance": "Official website asset referenced by current site HTML", "service_history_source": "old-profile", "bytes": 31729, "status": "downloaded", "raster_dimensions": [500, 239], "visible_content_bbox": [20, 11, 474, 229]}</a:t>
            </a:r>
          </a:p>
          <a:p xmlns:a="http://schemas.openxmlformats.org/drawingml/2006/main">
            <a:r>
              <a:t>{"brand": "Siomai King", "file": "old-profile-p10-X11.jpg", "source_document": "C:/Users/ADMIN/Downloads/Blue Modern Company Profile Presentation .pdf", "source_page": 10, "source_object": "X11.jpg",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"GH Greenhills", "file": "old-profile-p10-X12.png", "source_document": "C:/Users/ADMIN/Downloads/Blue Modern Company Profile Presentation .pdf", "source_page": 10, "source_object": "X12.png",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"BVMIC - Brenton International Venture Manufacturing Corporation", "file": "old-profile-p10-X17.png", "source_document": "C:/Users/ADMIN/Downloads/Blue Modern Company Profile Presentation .pdf", "source_page": 10, "source_object": "X17.png", "retrieved": "2026-10-12", "provenance": "Original embedded raster extracted losslessly from user-supplied prior company profile; not independently downloaded from brand website", "service_history_source": "old-profile", "status": "user-reference-fallback", "raster_dimensions": [480, 480], "visible_content_bbox": [24, 130, 457, 351]}</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 photographs</a:t>
            </a:r>
          </a:p>
          <a:p xmlns:a="http://schemas.openxmlformats.org/drawingml/2006/main">
            <a:r>
              <a:t>Existing before-1.jpg and after-1.jpg; provenance clients/oceanides/kuya-marvin/organic/VALUE-WEEK-01.md. Site/date/client not supplied. No client logo associated with these images.</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Septic Tank Siphoning</a:t>
            </a:r>
          </a:p>
          <a:p xmlns:a="http://schemas.openxmlformats.org/drawingml/2006/main">
            <a:r>
              <a:t>Scope based on owner interview. Final method, personnel requirements and price follow site review. A planned service schedule helps your team address tank buildup and reduce the risk of avoidable disruption.</a:t>
            </a:r>
          </a:p>
          <a:p xmlns:a="http://schemas.openxmlformats.org/drawingml/2006/main">
            <a:r>
              <a:t>AI-generated service illustration; source image: clients/oceanides/assets/tb2-hero-manhole.png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Septic Tank Cleaning</a:t>
            </a:r>
          </a:p>
          <a:p xmlns:a="http://schemas.openxmlformats.org/drawingml/2006/main">
            <a:r>
              <a:t>Scope based on owner interview. Final method, personnel requirements and price follow site review. A site-specific cleaning plan helps resolve buildup while making the work requirements clear before service begins.</a:t>
            </a:r>
          </a:p>
          <a:p xmlns:a="http://schemas.openxmlformats.org/drawingml/2006/main">
            <a:r>
              <a:t>AI-generated service illustration; source image: clients/oceanides/assets/tb2-hero-tank.png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Plumbing Services</a:t>
            </a:r>
          </a:p>
          <a:p xmlns:a="http://schemas.openxmlformats.org/drawingml/2006/main">
            <a:r>
              <a:t>Scope based on owner interview. Final method, personnel requirements and price follow site review. One point of contact for plumbing concerns helps your team coordinate repairs and planned improvements.</a:t>
            </a:r>
          </a:p>
          <a:p xmlns:a="http://schemas.openxmlformats.org/drawingml/2006/main">
            <a:r>
              <a:t>AI-generated service illustration; source image: clients/oceanides/company-profile/assets-interview/plumbing-service.png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Excavation Services</a:t>
            </a:r>
          </a:p>
          <a:p xmlns:a="http://schemas.openxmlformats.org/drawingml/2006/main">
            <a:r>
              <a:t>Scope based on owner interview. Final method, personnel requirements and price follow site review. Coordinating excavation with the main repair helps your team plan access, work areas, and reinstatement together.</a:t>
            </a:r>
          </a:p>
          <a:p xmlns:a="http://schemas.openxmlformats.org/drawingml/2006/main">
            <a:r>
              <a:t>Stock: IntangibleArts / Wikimedia Commons, CC BY 2.0; cropped; source image: clients/oceanides/company-profile/assets-refresh/service-stock/excavation-water-main-wikimedia.jpg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Drain and Pipe Declogging</a:t>
            </a:r>
          </a:p>
          <a:p xmlns:a="http://schemas.openxmlformats.org/drawingml/2006/main">
            <a:r>
              <a:t>Scope based on owner interview. Final method, personnel requirements and price follow site review. Clear findings help you decide whether a drain needs cleaning, repair, or a planned maintenance schedule.</a:t>
            </a:r>
          </a:p>
          <a:p xmlns:a="http://schemas.openxmlformats.org/drawingml/2006/main">
            <a:r>
              <a:t>AI-generated drainage illustration; source image: clients/oceanides/assets/tb2-hero-banyo.png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Grease Tank and Trap Cleaning</a:t>
            </a:r>
          </a:p>
          <a:p xmlns:a="http://schemas.openxmlformats.org/drawingml/2006/main">
            <a:r>
              <a:t>Scope based on owner interview. Final method, personnel requirements and price follow site review. Routine servicing helps your team manage grease buildup and maintain kitchen drainage.</a:t>
            </a:r>
          </a:p>
          <a:p xmlns:a="http://schemas.openxmlformats.org/drawingml/2006/main">
            <a:r>
              <a:t>Oceanides asset-library photograph; client/site not specified; source image: clients/oceanides/assets/after-1.jpg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Pest Management Services</a:t>
            </a:r>
          </a:p>
          <a:p xmlns:a="http://schemas.openxmlformats.org/drawingml/2006/main">
            <a:r>
              <a:t>Scope based on owner interview. Final method, personnel requirements and price follow site review. A planned program combines treatment with practical prevention advice and clearer follow-up responsibilities.</a:t>
            </a:r>
          </a:p>
          <a:p xmlns:a="http://schemas.openxmlformats.org/drawingml/2006/main">
            <a:r>
              <a:t>AI-generated service illustration; source image: clients/oceanides/company-profile/assets-interview/pest-control-service.png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Cleaning Services</a:t>
            </a:r>
          </a:p>
          <a:p xmlns:a="http://schemas.openxmlformats.org/drawingml/2006/main">
            <a:r>
              <a:t>Scope based on owner interview. Final method, personnel requirements and price follow site review. A clear checklist makes it easier to coordinate cleaning work and review the result.</a:t>
            </a:r>
          </a:p>
          <a:p xmlns:a="http://schemas.openxmlformats.org/drawingml/2006/main">
            <a:r>
              <a:t>Representative stock photograph; not an Oceanides project; source image: clients/oceanides/company-profile/assets-refresh/service-stock/general-cleaning-pexels-6195278.jpg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Renovation, Restoration and Leak Repairs</a:t>
            </a:r>
          </a:p>
          <a:p xmlns:a="http://schemas.openxmlformats.org/drawingml/2006/main">
            <a:r>
              <a:t>Scope based on owner interview. Final method, personnel requirements and price follow site review. Combining related repair work under one coordinated scope helps your team manage access, schedules, and turnover.</a:t>
            </a:r>
          </a:p>
          <a:p xmlns:a="http://schemas.openxmlformats.org/drawingml/2006/main">
            <a:r>
              <a:t>AI-generated service illustration; source image: clients/oceanides/company-profile/assets-interview/renovation-service.png</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Air-Conditioning Cleaning</a:t>
            </a:r>
          </a:p>
          <a:p xmlns:a="http://schemas.openxmlformats.org/drawingml/2006/main">
            <a:r>
              <a:t>Scope based on owner interview. Final method, personnel requirements and price follow site review. Planned cleaning helps you manage unit upkeep and identify concerns that need further attention.</a:t>
            </a:r>
          </a:p>
          <a:p xmlns:a="http://schemas.openxmlformats.org/drawingml/2006/main">
            <a:r>
              <a:t>Stock air-conditioning maintenance photo; not an Oceanides project; source image: clients/oceanides/company-profile/assets-refresh/service-stock/aircon-service-pexels-5463576.jpg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Onsite treatment system offer</a:t>
            </a:r>
          </a:p>
          <a:p xmlns:a="http://schemas.openxmlformats.org/drawingml/2006/main">
            <a:r>
              <a:t>Owner-confirmed offer is an on-site Sewage Treatment Plant (STP) for building wastewater, also referred to as treatment facility in the interview. Wastewater source/volume, technology, supplier, design capacity and discharge requirements are site-specific. Diagram below concerns project scoping, not equipment design.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STP process</a:t>
            </a:r>
          </a:p>
          <a:p xmlns:a="http://schemas.openxmlformats.org/drawingml/2006/main">
            <a:r>
              <a:t>General domestic-wastewater flow consistent with the previously accepted STP film. Source: https://www.epa.gov/npdes/peak-flows-sewage-treatment-plants . Not an exact supplier design. Numerical effluent targets are not copied from the supplied Malera reference; applicable requirements and system specifications must be assessed for the site.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planning</a:t>
            </a:r>
          </a:p>
          <a:p xmlns:a="http://schemas.openxmlformats.org/drawingml/2006/main">
            <a:r>
              <a:t>Decision framework only; no fixed saving, zero-siphoning, automatic self-treatment or maintenance-free guarantee. Economics and service intervals depend on the chosen system and site.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project and after-sales support</a:t>
            </a:r>
          </a:p>
          <a:p xmlns:a="http://schemas.openxmlformats.org/drawingml/2006/main">
            <a:r>
              <a:t>Proposed sequence. Support duration, fees, warranty, response arrangements and client operating duties to be agreed. Permit-document assistance is not guaranteed regulatory approval.</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Organizational structure</a:t>
            </a:r>
          </a:p>
          <a:p xmlns:a="http://schemas.openxmlformats.org/drawingml/2006/main">
            <a:r>
              <a:t>Names and existing roles confirmed current by user2026-10-12. Reporting lines are proposed for management confirmation. Operations supervisor is a role, not an invented named manager. No headcount or new specialist license asserted.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and management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Marketing and client support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Supplier documentation</a:t>
            </a:r>
          </a:p>
          <a:p xmlns:a="http://schemas.openxmlformats.org/drawingml/2006/main">
            <a:r>
              <a:t>Current OPC SEC records, 2026 Manila business permit, BIR Form 2303, posted receipt/invoice notice and PhilGEPS Red-registration printout supplied from owner Drive. BIR corporate TIN 693-974-075-00000. Globaltec supplied discharge permit validity ended 24 July 2026. See separately attributed appendix.</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coordination</a:t>
            </a:r>
          </a:p>
          <a:p xmlns:a="http://schemas.openxmlformats.org/drawingml/2006/main">
            <a:r>
              <a:t>Proposed client engagement workflow. All scope, cost, timing and responsibilities documented in the service agreement.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coverage overview</a:t>
            </a:r>
          </a:p>
          <a:p xmlns:a="http://schemas.openxmlformats.org/drawingml/2006/main">
            <a:r>
              <a:t>Owner-confirmed priority service areas. Availability depends on service/site/schedule. Detailed190LGUs in appendix; nationwidebyarrangement. No instantarrivalpromise.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Oceanides</a:t>
            </a:r>
          </a:p>
          <a:p xmlns:a="http://schemas.openxmlformats.org/drawingml/2006/main">
            <a:r>
              <a:t>Mobiles and primary landline agree across supplied records. Second landline 8330 1329 appears in new letterhead and current PhilGEPS printout. Full Pasay office address and corporate TIN verified against newly supplied BIR Form 2303; website/Facebook from client configuration.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Metro Manila</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Cavite</a:t>
            </a:r>
          </a:p>
          <a:p xmlns:a="http://schemas.openxmlformats.org/drawingml/2006/main">
            <a:r>
              <a:t>Owner service coverage. Geographic names verified against PSA PSGC: https://psa.gov.ph/classification/psgc/citimuni/0402100000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Laguna</a:t>
            </a:r>
          </a:p>
          <a:p xmlns:a="http://schemas.openxmlformats.org/drawingml/2006/main">
            <a:r>
              <a:t>Owner service coverage. Geographic names verified against PSA PSGC: https://psa.gov.ph/classification/psgc/citimuni/0403400000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Batangas</a:t>
            </a:r>
          </a:p>
          <a:p xmlns:a="http://schemas.openxmlformats.org/drawingml/2006/main">
            <a:r>
              <a:t>Owner service coverage. Geographic names verified against PSA PSGC: https://psa.gov.ph/classification/psgc/citimuni/0401000000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Rizal</a:t>
            </a:r>
          </a:p>
          <a:p xmlns:a="http://schemas.openxmlformats.org/drawingml/2006/main">
            <a:r>
              <a:t>Owner service coverage. Geographic names verified against PSA PSGC: https://psa.gov.ph/classification/psgc/citimuni/0405800000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Bulacan</a:t>
            </a:r>
          </a:p>
          <a:p xmlns:a="http://schemas.openxmlformats.org/drawingml/2006/main">
            <a:r>
              <a:t>Owner service coverage. Geographic names verified against PSA PSGC: https://psa.gov.ph/classification/psgc/citimuni/0301400000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Pampanga and Angeles</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Zambales and Olongapo</a:t>
            </a:r>
          </a:p>
          <a:p xmlns:a="http://schemas.openxmlformats.org/drawingml/2006/main">
            <a:r>
              <a:t>Owner service coverage. Geographic names verified against PSA PSGC: https://psa.gov.ph/classification/psgc/summary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Bataan</a:t>
            </a:r>
          </a:p>
          <a:p xmlns:a="http://schemas.openxmlformats.org/drawingml/2006/main">
            <a:r>
              <a:t>Owner service coverage. Geographic names verified against PSA PSGC: https://psa.gov.ph/classification/psgc/citimuni/0300800000</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documents appendix</a:t>
            </a:r>
          </a:p>
          <a:p xmlns:a="http://schemas.openxmlformats.org/drawingml/2006/main">
            <a:r>
              <a:t>Owner-supplied Drive records retrieved 2026-10-13. https://drive.google.com/drive/folders/1g_jhHirxXozF7SS0rb1ABylGCOIyoLv1</a:t>
            </a:r>
          </a:p>
          <a:p xmlns:a="http://schemas.openxmlformats.org/drawingml/2006/main">
            <a:r>
              <a:t>Owner confirmed Globaltec Waste Management, Inc. is the current treatment/disposal provider on 2026-10-13.</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SEC Certificate of Incorporation</a:t>
            </a:r>
          </a:p>
          <a:p xmlns:a="http://schemas.openxmlformats.org/drawingml/2006/main">
            <a:r>
              <a:t>https://drive.google.com/file/d/10V-abIEL0OKopo9KM4icja6rCXiu6Agz/view</a:t>
            </a:r>
          </a:p>
          <a:p xmlns:a="http://schemas.openxmlformats.org/drawingml/2006/main">
            <a:r>
              <a:t>Source page 1 of 3. Corporate registration record; attached reportorial requirements apply.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SEC Certificate of Incorporation</a:t>
            </a:r>
          </a:p>
          <a:p xmlns:a="http://schemas.openxmlformats.org/drawingml/2006/main">
            <a:r>
              <a:t>https://drive.google.com/file/d/10V-abIEL0OKopo9KM4icja6rCXiu6Agz/view</a:t>
            </a:r>
          </a:p>
          <a:p xmlns:a="http://schemas.openxmlformats.org/drawingml/2006/main">
            <a:r>
              <a:t>Source page 2 of 3. Corporate registration record; attached reportorial requirements apply.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1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2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3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Articles of Incorporation</a:t>
            </a:r>
          </a:p>
          <a:p xmlns:a="http://schemas.openxmlformats.org/drawingml/2006/main">
            <a:r>
              <a:t>https://drive.google.com/file/d/1vlEe_L6MlJZYsvqtAA6f8in0bvJDpxw5/view</a:t>
            </a:r>
          </a:p>
          <a:p xmlns:a="http://schemas.openxmlformats.org/drawingml/2006/main">
            <a:r>
              <a:t>Source page 4 of 5. The incorporator's personal TIN is not the OPC tax registration.</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Certificate of Authentication</a:t>
            </a:r>
          </a:p>
          <a:p xmlns:a="http://schemas.openxmlformats.org/drawingml/2006/main">
            <a:r>
              <a:t>https://drive.google.com/file/d/1qwmPxxQSCgztAPkEgsgToYMNYS8TCJeA/view</a:t>
            </a:r>
          </a:p>
          <a:p xmlns:a="http://schemas.openxmlformats.org/drawingml/2006/main">
            <a:r>
              <a:t>Source page 1 of 3. Registration declaration;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Certificate of Authentication</a:t>
            </a:r>
          </a:p>
          <a:p xmlns:a="http://schemas.openxmlformats.org/drawingml/2006/main">
            <a:r>
              <a:t>https://drive.google.com/file/d/1qwmPxxQSCgztAPkEgsgToYMNYS8TCJeA/view</a:t>
            </a:r>
          </a:p>
          <a:p xmlns:a="http://schemas.openxmlformats.org/drawingml/2006/main">
            <a:r>
              <a:t>Source page 2 of 3. Registration declaration;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1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2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- 2026 Manila Business Permit</a:t>
            </a:r>
          </a:p>
          <a:p xmlns:a="http://schemas.openxmlformats.org/drawingml/2006/main">
            <a:r>
              <a:t>https://drive.google.com/file/d/1vnxHtto0mSVyu2lZrU296Tf3P1O7Wyk8/view</a:t>
            </a:r>
          </a:p>
          <a:p xmlns:a="http://schemas.openxmlformats.org/drawingml/2006/main">
            <a:r>
              <a:t>Source page 3 of 3. Plumbing and pest control listed. Ancillary clearance status follows the supplied record.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Certificate of Registration</a:t>
            </a:r>
          </a:p>
          <a:p xmlns:a="http://schemas.openxmlformats.org/drawingml/2006/main">
            <a:r>
              <a:t>https://drive.google.com/file/d/1sHyPESD2P2uHaE0vQuJl_lORCtgqy8sO/view</a:t>
            </a:r>
          </a:p>
          <a:p xmlns:a="http://schemas.openxmlformats.org/drawingml/2006/main">
            <a:r>
              <a:t>Source page 1 of 2. BIR Form 2303 identifies the taxpayer as Oceanides OPC, Head Office.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Certificate of Registration</a:t>
            </a:r>
          </a:p>
          <a:p xmlns:a="http://schemas.openxmlformats.org/drawingml/2006/main">
            <a:r>
              <a:t>https://drive.google.com/file/d/1sHyPESD2P2uHaE0vQuJl_lORCtgqy8sO/view</a:t>
            </a:r>
          </a:p>
          <a:p xmlns:a="http://schemas.openxmlformats.org/drawingml/2006/main">
            <a:r>
              <a:t>Source page 2 of 2. BIR Form 2303 identifies the taxpayer as Oceanides OPC, Head Office.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BIR Receipt and Invoice Notice</a:t>
            </a:r>
          </a:p>
          <a:p xmlns:a="http://schemas.openxmlformats.org/drawingml/2006/main">
            <a:r>
              <a:t>https://drive.google.com/file/d/1q8c03oMsjlrkI3WsMA60nXpk6hQW2AhK/view</a:t>
            </a:r>
          </a:p>
          <a:p xmlns:a="http://schemas.openxmlformats.org/drawingml/2006/main">
            <a:r>
              <a:t>Source page 1 of 1. Posted BIR receipt / invoice notice displaying the company TIN and branch code.</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PhilGEPS Red Registration</a:t>
            </a:r>
          </a:p>
          <a:p xmlns:a="http://schemas.openxmlformats.org/drawingml/2006/main">
            <a:r>
              <a:t>https://drive.google.com/file/d/15KhaQGk1DNDeudmDMalQx-fF14uH790Y/view</a:t>
            </a:r>
          </a:p>
          <a:p xmlns:a="http://schemas.openxmlformats.org/drawingml/2006/main">
            <a:r>
              <a:t>Source page 1 of 2. Owner-supplied PhilGEPS Red registration printout; status is shown as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PhilGEPS Red Registration</a:t>
            </a:r>
          </a:p>
          <a:p xmlns:a="http://schemas.openxmlformats.org/drawingml/2006/main">
            <a:r>
              <a:t>https://drive.google.com/file/d/15KhaQGk1DNDeudmDMalQx-fF14uH790Y/view</a:t>
            </a:r>
          </a:p>
          <a:p xmlns:a="http://schemas.openxmlformats.org/drawingml/2006/main">
            <a:r>
              <a:t>Source page 2 of 2. Owner-supplied PhilGEPS Red registration printout; status is shown as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DOH Sanitation Clearance</a:t>
            </a:r>
          </a:p>
          <a:p xmlns:a="http://schemas.openxmlformats.org/drawingml/2006/main">
            <a:r>
              <a:t>https://drive.google.com/file/d/1wPEivf5A-y7mw4b3CLhBPpMA6ir1Rwa5/view</a:t>
            </a:r>
          </a:p>
          <a:p xmlns:a="http://schemas.openxmlformats.org/drawingml/2006/main">
            <a:r>
              <a:t>Source page 1 of 1. Provider-held clearance. Stated geographic scope applies; no expiry is printed.</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2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3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4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5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6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7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8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9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10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11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Amended Environmental Compliance Certificate</a:t>
            </a:r>
          </a:p>
          <a:p xmlns:a="http://schemas.openxmlformats.org/drawingml/2006/main">
            <a:r>
              <a:t>https://drive.google.com/file/d/1tWbBysMTgqZSvKDue0xEjLLZf_nsdQsp/view</a:t>
            </a:r>
          </a:p>
          <a:p xmlns:a="http://schemas.openxmlformats.org/drawingml/2006/main">
            <a:r>
              <a:t>Source page 12 of 12. Provider facility record, subject to attached conditions. An ECC is not an operating permit.</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Historical Discharge Permit</a:t>
            </a:r>
          </a:p>
          <a:p xmlns:a="http://schemas.openxmlformats.org/drawingml/2006/main">
            <a:r>
              <a:t>https://drive.google.com/file/d/1sbAPMwfBQXPqwOy1as9cG__MUoYUjboV/view</a:t>
            </a:r>
          </a:p>
          <a:p xmlns:a="http://schemas.openxmlformats.org/drawingml/2006/main">
            <a:r>
              <a:t>Source page 1 of 2. Historical supplied copy. Updated renewal copy required; current status is not established by this copy.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appendix - Historical Discharge Permit</a:t>
            </a:r>
          </a:p>
          <a:p xmlns:a="http://schemas.openxmlformats.org/drawingml/2006/main">
            <a:r>
              <a:t>https://drive.google.com/file/d/1sbAPMwfBQXPqwOy1as9cG__MUoYUjboV/view</a:t>
            </a:r>
          </a:p>
          <a:p xmlns:a="http://schemas.openxmlformats.org/drawingml/2006/main">
            <a:r>
              <a:t>Source page 2 of 2. Historical supplied copy. Updated renewal copy required; current status is not established by this copy.</a:t>
            </a:r>
          </a:p>
          <a:p xmlns:a="http://schemas.openxmlformats.org/drawingml/2006/main">
            <a:r>
              <a:t>Sources: owner interview 2026-10-11, supplied prior profile and role/client/address confirmations 2026-10-12; company/provider Drive records supplied 2026-10-13, including BIR Form 2303 and PhilGEPS Red-registration printout. Corporate TIN and branch code: 693-974-075-00000. Reference imagery is labeled. Client logos do not imply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fa7d2df00141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29e13e423349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135f5e09234b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77ef71f53442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ff54626ce94f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4a1d56ddb543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175C1-0633-47F4-AE02-917341DE70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A1D7AE-AF81-459A-BBE4-364058F302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A23720-AFC0-4763-A5C3-EC0C79F5346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6CF2A6-BE3F-4B62-81A6-519A0115D0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024ECB-B54C-4206-A67E-6985758C8E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BAFBBA-C402-4968-A3E7-09E6C7CD07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4E416D-AF36-426A-824E-3919BFA1B0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D16A07-8013-47EE-803E-D36190B94B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9B1D41-18BF-4141-9CB9-733DD217A8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4CB430-38FE-4018-9B30-F6EB2BB6D2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74d7f2712646c6" /><Relationship Type="http://schemas.openxmlformats.org/officeDocument/2006/relationships/slideLayout" Target="/ppt/slideLayouts/slideLayout1.xml" Id="R8fd2387aeb404314" /><Relationship Type="http://schemas.openxmlformats.org/officeDocument/2006/relationships/slideLayout" Target="/ppt/slideLayouts/slideLayout2.xml" Id="R962fa9eed97240f7" /><Relationship Type="http://schemas.openxmlformats.org/officeDocument/2006/relationships/slideLayout" Target="/ppt/slideLayouts/slideLayout3.xml" Id="R0619f7fa8a2344f4" /><Relationship Type="http://schemas.openxmlformats.org/officeDocument/2006/relationships/slideLayout" Target="/ppt/slideLayouts/slideLayout4.xml" Id="Rcdd08e5e581f4f96" /><Relationship Type="http://schemas.openxmlformats.org/officeDocument/2006/relationships/slideLayout" Target="/ppt/slideLayouts/slideLayout5.xml" Id="R88eb8d5d68f74fa6" /><Relationship Type="http://schemas.openxmlformats.org/officeDocument/2006/relationships/slideLayout" Target="/ppt/slideLayouts/slideLayout6.xml" Id="Ra1b3e6fd650e44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d2387aeb404314"/>
    <p:sldLayoutId xmlns:r="http://schemas.openxmlformats.org/officeDocument/2006/relationships" id="2147483650" r:id="R962fa9eed97240f7"/>
    <p:sldLayoutId xmlns:r="http://schemas.openxmlformats.org/officeDocument/2006/relationships" id="2147483651" r:id="R0619f7fa8a2344f4"/>
    <p:sldLayoutId xmlns:r="http://schemas.openxmlformats.org/officeDocument/2006/relationships" id="2147483652" r:id="Rcdd08e5e581f4f96"/>
    <p:sldLayoutId xmlns:r="http://schemas.openxmlformats.org/officeDocument/2006/relationships" id="2147483653" r:id="R88eb8d5d68f74fa6"/>
    <p:sldLayoutId xmlns:r="http://schemas.openxmlformats.org/officeDocument/2006/relationships" id="2147483654" r:id="Ra1b3e6fd650e44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f78ef1dab04308" /><Relationship Type="http://schemas.openxmlformats.org/officeDocument/2006/relationships/image" Target="/ppt/media/image.jpeg" Id="R4c57e8ef9bc34cc6" /><Relationship Type="http://schemas.openxmlformats.org/officeDocument/2006/relationships/image" Target="/ppt/media/image2.jpeg" Id="Re8ca158b62104f64" /><Relationship Type="http://schemas.openxmlformats.org/officeDocument/2006/relationships/notesSlide" Target="/ppt/notesSlides/notesSlide1.xml" Id="R9023695db1e847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ca847bba694128" /><Relationship Type="http://schemas.openxmlformats.org/officeDocument/2006/relationships/image" Target="/ppt/media/image3.jpeg" Id="R4f7c896537794282" /><Relationship Type="http://schemas.openxmlformats.org/officeDocument/2006/relationships/image" Target="/ppt/media/image4.jpeg" Id="Rea08cb5b15c74ff2" /><Relationship Type="http://schemas.openxmlformats.org/officeDocument/2006/relationships/notesSlide" Target="/ppt/notesSlides/notesSlide2.xml" Id="R395d033602fa47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278a2f66484bf0" /><Relationship Type="http://schemas.openxmlformats.org/officeDocument/2006/relationships/image" Target="/ppt/media/image5.jpeg" Id="Rc827ec0ef9134c74" /><Relationship Type="http://schemas.openxmlformats.org/officeDocument/2006/relationships/notesSlide" Target="/ppt/notesSlides/notesSlide3.xml" Id="R82c91a10a9eb48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712d6b9c424eb6" /><Relationship Type="http://schemas.openxmlformats.org/officeDocument/2006/relationships/image" Target="/ppt/media/image6.jpeg" Id="R37c51d5bf184472c" /><Relationship Type="http://schemas.openxmlformats.org/officeDocument/2006/relationships/notesSlide" Target="/ppt/notesSlides/notesSlide4.xml" Id="Ref6f0bfa705149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2fc5b5c7784ef7" /><Relationship Type="http://schemas.openxmlformats.org/officeDocument/2006/relationships/image" Target="/ppt/media/image7.jpeg" Id="R5f1476885fca44a8" /><Relationship Type="http://schemas.openxmlformats.org/officeDocument/2006/relationships/image" Target="/ppt/media/image8.jpeg" Id="R0ef3c279bc3749ce" /><Relationship Type="http://schemas.openxmlformats.org/officeDocument/2006/relationships/image" Target="/ppt/media/image9.jpeg" Id="R63c99b7b6b1c498e" /><Relationship Type="http://schemas.openxmlformats.org/officeDocument/2006/relationships/image" Target="/ppt/media/image10.jpeg" Id="Rb29dd991397e472e" /><Relationship Type="http://schemas.openxmlformats.org/officeDocument/2006/relationships/image" Target="/ppt/media/image11.jpeg" Id="Re6822e5b18f1458a" /><Relationship Type="http://schemas.openxmlformats.org/officeDocument/2006/relationships/image" Target="/ppt/media/image12.jpeg" Id="Rd00cf7a430a74ade" /><Relationship Type="http://schemas.openxmlformats.org/officeDocument/2006/relationships/image" Target="/ppt/media/image13.jpeg" Id="Ra045957769c04168" /><Relationship Type="http://schemas.openxmlformats.org/officeDocument/2006/relationships/image" Target="/ppt/media/image14.jpeg" Id="Rc13f07be2f794a0e" /><Relationship Type="http://schemas.openxmlformats.org/officeDocument/2006/relationships/image" Target="/ppt/media/image15.jpeg" Id="R8ba1f056beec443c" /><Relationship Type="http://schemas.openxmlformats.org/officeDocument/2006/relationships/notesSlide" Target="/ppt/notesSlides/notesSlide5.xml" Id="R16857b4ef94b40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26de7e8f2141a8" /><Relationship Type="http://schemas.openxmlformats.org/officeDocument/2006/relationships/image" Target="/ppt/media/image16.jpeg" Id="R9e956aba4dc74ce6" /><Relationship Type="http://schemas.openxmlformats.org/officeDocument/2006/relationships/image" Target="/ppt/media/image17.jpeg" Id="Rc1b79a9b3520441b" /><Relationship Type="http://schemas.openxmlformats.org/officeDocument/2006/relationships/image" Target="/ppt/media/image18.jpeg" Id="R84d73cd0dace4641" /><Relationship Type="http://schemas.openxmlformats.org/officeDocument/2006/relationships/image" Target="/ppt/media/image19.jpeg" Id="Rfcf37977a87e492c" /><Relationship Type="http://schemas.openxmlformats.org/officeDocument/2006/relationships/image" Target="/ppt/media/image20.jpeg" Id="R97763e2ad0234dcf" /><Relationship Type="http://schemas.openxmlformats.org/officeDocument/2006/relationships/image" Target="/ppt/media/image21.jpeg" Id="Rd1ed02248950449a" /><Relationship Type="http://schemas.openxmlformats.org/officeDocument/2006/relationships/image" Target="/ppt/media/image22.jpeg" Id="R00668659c68540fe" /><Relationship Type="http://schemas.openxmlformats.org/officeDocument/2006/relationships/image" Target="/ppt/media/image23.jpeg" Id="R242a016d36ba405c" /><Relationship Type="http://schemas.openxmlformats.org/officeDocument/2006/relationships/image" Target="/ppt/media/image24.jpeg" Id="R64b18d7b532f4181" /><Relationship Type="http://schemas.openxmlformats.org/officeDocument/2006/relationships/image" Target="/ppt/media/image25.jpeg" Id="Rc2455fdd2f044fa7" /><Relationship Type="http://schemas.openxmlformats.org/officeDocument/2006/relationships/notesSlide" Target="/ppt/notesSlides/notesSlide6.xml" Id="R880e536220bd49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7066f6e5244c5b" /><Relationship Type="http://schemas.openxmlformats.org/officeDocument/2006/relationships/image" Target="/ppt/media/image26.jpeg" Id="R80f712497fca4c43" /><Relationship Type="http://schemas.openxmlformats.org/officeDocument/2006/relationships/image" Target="/ppt/media/image27.jpeg" Id="Rce4aff94270447a4" /><Relationship Type="http://schemas.openxmlformats.org/officeDocument/2006/relationships/image" Target="/ppt/media/image28.jpeg" Id="Rebd56948535f4d42" /><Relationship Type="http://schemas.openxmlformats.org/officeDocument/2006/relationships/notesSlide" Target="/ppt/notesSlides/notesSlide7.xml" Id="R96e30e1708234c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485a0d1b124256" /><Relationship Type="http://schemas.openxmlformats.org/officeDocument/2006/relationships/image" Target="/ppt/media/image29.jpeg" Id="R0f783143ab9d4d22" /><Relationship Type="http://schemas.openxmlformats.org/officeDocument/2006/relationships/image" Target="/ppt/media/image30.jpeg" Id="R8fb5e8f5312841a8" /><Relationship Type="http://schemas.openxmlformats.org/officeDocument/2006/relationships/notesSlide" Target="/ppt/notesSlides/notesSlide8.xml" Id="Rcbab0051a14f4e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21f00a99cf4917" /><Relationship Type="http://schemas.openxmlformats.org/officeDocument/2006/relationships/image" Target="/ppt/media/image31.jpeg" Id="R732560465ece43c7" /><Relationship Type="http://schemas.openxmlformats.org/officeDocument/2006/relationships/image" Target="/ppt/media/image32.jpeg" Id="R87c472fc98144fe9" /><Relationship Type="http://schemas.openxmlformats.org/officeDocument/2006/relationships/notesSlide" Target="/ppt/notesSlides/notesSlide9.xml" Id="R08c1c2ddaaeb43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72f8e16be64239" /><Relationship Type="http://schemas.openxmlformats.org/officeDocument/2006/relationships/image" Target="/ppt/media/image33.jpeg" Id="R016b9cb21e3746fa" /><Relationship Type="http://schemas.openxmlformats.org/officeDocument/2006/relationships/image" Target="/ppt/media/image34.jpeg" Id="R9b4e830fe262475b" /><Relationship Type="http://schemas.openxmlformats.org/officeDocument/2006/relationships/notesSlide" Target="/ppt/notesSlides/notesSlide10.xml" Id="R401fede4815346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d9dc2a59a1a4478" /><Relationship Type="http://schemas.openxmlformats.org/officeDocument/2006/relationships/image" Target="/ppt/media/image35.jpeg" Id="R09e35bc1ac824a30" /><Relationship Type="http://schemas.openxmlformats.org/officeDocument/2006/relationships/image" Target="/ppt/media/image36.jpeg" Id="R0ac3f25c08f74176" /><Relationship Type="http://schemas.openxmlformats.org/officeDocument/2006/relationships/notesSlide" Target="/ppt/notesSlides/notesSlide11.xml" Id="Raf6dd891b14f40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60e8d2e8cb4750" /><Relationship Type="http://schemas.openxmlformats.org/officeDocument/2006/relationships/image" Target="/ppt/media/image37.jpeg" Id="R7a3d3cce0de849f0" /><Relationship Type="http://schemas.openxmlformats.org/officeDocument/2006/relationships/image" Target="/ppt/media/image38.jpeg" Id="R5a82c1c42e06402b" /><Relationship Type="http://schemas.openxmlformats.org/officeDocument/2006/relationships/notesSlide" Target="/ppt/notesSlides/notesSlide12.xml" Id="Rf1da01b689694d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041228ad924b15" /><Relationship Type="http://schemas.openxmlformats.org/officeDocument/2006/relationships/image" Target="/ppt/media/image39.jpeg" Id="Rd1578755345341be" /><Relationship Type="http://schemas.openxmlformats.org/officeDocument/2006/relationships/image" Target="/ppt/media/image40.jpeg" Id="R472e4a0dc7994551" /><Relationship Type="http://schemas.openxmlformats.org/officeDocument/2006/relationships/notesSlide" Target="/ppt/notesSlides/notesSlide13.xml" Id="R79c86be651174c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da4d4b75a84060" /><Relationship Type="http://schemas.openxmlformats.org/officeDocument/2006/relationships/image" Target="/ppt/media/image41.jpeg" Id="R8658b2a98cca4b04" /><Relationship Type="http://schemas.openxmlformats.org/officeDocument/2006/relationships/image" Target="/ppt/media/image42.jpeg" Id="Rc378a899b79f4f70" /><Relationship Type="http://schemas.openxmlformats.org/officeDocument/2006/relationships/notesSlide" Target="/ppt/notesSlides/notesSlide14.xml" Id="Rc3c8d6c7e29148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02e051d31bb450f" /><Relationship Type="http://schemas.openxmlformats.org/officeDocument/2006/relationships/image" Target="/ppt/media/image43.jpeg" Id="R05dae1cc62fb4a19" /><Relationship Type="http://schemas.openxmlformats.org/officeDocument/2006/relationships/image" Target="/ppt/media/image44.jpeg" Id="R282925e365004ab1" /><Relationship Type="http://schemas.openxmlformats.org/officeDocument/2006/relationships/notesSlide" Target="/ppt/notesSlides/notesSlide15.xml" Id="R590969a691914e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f152e6fd5f491a" /><Relationship Type="http://schemas.openxmlformats.org/officeDocument/2006/relationships/image" Target="/ppt/media/image45.jpeg" Id="Rd1a522acb60a4a56" /><Relationship Type="http://schemas.openxmlformats.org/officeDocument/2006/relationships/image" Target="/ppt/media/image46.jpeg" Id="Ree35b711e29746db" /><Relationship Type="http://schemas.openxmlformats.org/officeDocument/2006/relationships/notesSlide" Target="/ppt/notesSlides/notesSlide16.xml" Id="R884cfb7b837945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39581881434104" /><Relationship Type="http://schemas.openxmlformats.org/officeDocument/2006/relationships/image" Target="/ppt/media/image47.jpeg" Id="R465d98fcb04a471e" /><Relationship Type="http://schemas.openxmlformats.org/officeDocument/2006/relationships/image" Target="/ppt/media/image48.jpeg" Id="Rb896959c8ea147e9" /><Relationship Type="http://schemas.openxmlformats.org/officeDocument/2006/relationships/notesSlide" Target="/ppt/notesSlides/notesSlide17.xml" Id="Rea59e07f0f8f47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aa1fba0560a436b" /><Relationship Type="http://schemas.openxmlformats.org/officeDocument/2006/relationships/image" Target="/ppt/media/image49.jpeg" Id="R76bc18c7fa9e4879" /><Relationship Type="http://schemas.openxmlformats.org/officeDocument/2006/relationships/notesSlide" Target="/ppt/notesSlides/notesSlide18.xml" Id="R90fddd3e343743a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215082c5b714e57" /><Relationship Type="http://schemas.openxmlformats.org/officeDocument/2006/relationships/image" Target="/ppt/media/image50.jpeg" Id="Rc01973467de849ff" /><Relationship Type="http://schemas.openxmlformats.org/officeDocument/2006/relationships/notesSlide" Target="/ppt/notesSlides/notesSlide19.xml" Id="R416db5cc4d1641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f01093ce94c4a18" /><Relationship Type="http://schemas.openxmlformats.org/officeDocument/2006/relationships/image" Target="/ppt/media/image51.jpeg" Id="R76cab433aac845e2" /><Relationship Type="http://schemas.openxmlformats.org/officeDocument/2006/relationships/notesSlide" Target="/ppt/notesSlides/notesSlide20.xml" Id="R36fc647cbcb148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5d4ec12e7a4dbf" /><Relationship Type="http://schemas.openxmlformats.org/officeDocument/2006/relationships/image" Target="/ppt/media/image52.jpeg" Id="Rb3af3a1e47b840d1" /><Relationship Type="http://schemas.openxmlformats.org/officeDocument/2006/relationships/notesSlide" Target="/ppt/notesSlides/notesSlide21.xml" Id="Re46cfd61c7114e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a84e7163de41f7" /><Relationship Type="http://schemas.openxmlformats.org/officeDocument/2006/relationships/image" Target="/ppt/media/image53.jpeg" Id="R3aa369628c0e4f27" /><Relationship Type="http://schemas.openxmlformats.org/officeDocument/2006/relationships/notesSlide" Target="/ppt/notesSlides/notesSlide22.xml" Id="R3e13797a5f7545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bf430f9615490f" /><Relationship Type="http://schemas.openxmlformats.org/officeDocument/2006/relationships/image" Target="/ppt/media/image54.jpeg" Id="R6cfb65c855e9499e" /><Relationship Type="http://schemas.openxmlformats.org/officeDocument/2006/relationships/image" Target="/ppt/media/image55.jpeg" Id="Rba0cc922098748d6" /><Relationship Type="http://schemas.openxmlformats.org/officeDocument/2006/relationships/image" Target="/ppt/media/image56.jpeg" Id="Rbd686209cdc4427a" /><Relationship Type="http://schemas.openxmlformats.org/officeDocument/2006/relationships/image" Target="/ppt/media/image57.jpeg" Id="R494adac57d6e4014" /><Relationship Type="http://schemas.openxmlformats.org/officeDocument/2006/relationships/notesSlide" Target="/ppt/notesSlides/notesSlide23.xml" Id="Rbfdf00fac24b468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5e6db3cdb47490c" /><Relationship Type="http://schemas.openxmlformats.org/officeDocument/2006/relationships/image" Target="/ppt/media/image58.jpeg" Id="R7a763904164a4bb3" /><Relationship Type="http://schemas.openxmlformats.org/officeDocument/2006/relationships/image" Target="/ppt/media/image59.jpeg" Id="R51f3b507afff445e" /><Relationship Type="http://schemas.openxmlformats.org/officeDocument/2006/relationships/image" Target="/ppt/media/image60.jpeg" Id="R48f49b87886540eb" /><Relationship Type="http://schemas.openxmlformats.org/officeDocument/2006/relationships/image" Target="/ppt/media/image61.jpeg" Id="R688416841fa444fd" /><Relationship Type="http://schemas.openxmlformats.org/officeDocument/2006/relationships/notesSlide" Target="/ppt/notesSlides/notesSlide24.xml" Id="R8ed28af71dcd41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431ed3b9c504789" /><Relationship Type="http://schemas.openxmlformats.org/officeDocument/2006/relationships/image" Target="/ppt/media/image62.jpeg" Id="R134ba8b8f214460a" /><Relationship Type="http://schemas.openxmlformats.org/officeDocument/2006/relationships/notesSlide" Target="/ppt/notesSlides/notesSlide25.xml" Id="R970b4c102157432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0b7e6aa99d94ba0" /><Relationship Type="http://schemas.openxmlformats.org/officeDocument/2006/relationships/image" Target="/ppt/media/image63.jpeg" Id="R8169cf001e664ce4" /><Relationship Type="http://schemas.openxmlformats.org/officeDocument/2006/relationships/notesSlide" Target="/ppt/notesSlides/notesSlide26.xml" Id="R7996a6a13c314c3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e2bca43ed174da3" /><Relationship Type="http://schemas.openxmlformats.org/officeDocument/2006/relationships/image" Target="/ppt/media/image64.jpeg" Id="Rd3614eb92bcc466c" /><Relationship Type="http://schemas.openxmlformats.org/officeDocument/2006/relationships/notesSlide" Target="/ppt/notesSlides/notesSlide27.xml" Id="Rfe90e2b664ee43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358949896ab4e47" /><Relationship Type="http://schemas.openxmlformats.org/officeDocument/2006/relationships/image" Target="/ppt/media/image65.jpeg" Id="R348c06a3ccc74650" /><Relationship Type="http://schemas.openxmlformats.org/officeDocument/2006/relationships/notesSlide" Target="/ppt/notesSlides/notesSlide28.xml" Id="Rddf64671afb142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c255e79233140ae" /><Relationship Type="http://schemas.openxmlformats.org/officeDocument/2006/relationships/image" Target="/ppt/media/image66.jpeg" Id="R4e58198ce352460d" /><Relationship Type="http://schemas.openxmlformats.org/officeDocument/2006/relationships/notesSlide" Target="/ppt/notesSlides/notesSlide29.xml" Id="R353b715988a54e5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fe38b936a4c47ab" /><Relationship Type="http://schemas.openxmlformats.org/officeDocument/2006/relationships/image" Target="/ppt/media/image67.jpeg" Id="Rff81a622417f4d27" /><Relationship Type="http://schemas.openxmlformats.org/officeDocument/2006/relationships/notesSlide" Target="/ppt/notesSlides/notesSlide30.xml" Id="Rf253ed67e1594aa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7655af569d34bb3" /><Relationship Type="http://schemas.openxmlformats.org/officeDocument/2006/relationships/image" Target="/ppt/media/image68.jpeg" Id="R5d75eb521b224e32" /><Relationship Type="http://schemas.openxmlformats.org/officeDocument/2006/relationships/notesSlide" Target="/ppt/notesSlides/notesSlide31.xml" Id="R45f8aaa7982c417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e0dc41bf084078" /><Relationship Type="http://schemas.openxmlformats.org/officeDocument/2006/relationships/image" Target="/ppt/media/image69.jpeg" Id="Rb9061a88ea8b4178" /><Relationship Type="http://schemas.openxmlformats.org/officeDocument/2006/relationships/notesSlide" Target="/ppt/notesSlides/notesSlide32.xml" Id="Rd19bcabf723444b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33c417bf01448e7" /><Relationship Type="http://schemas.openxmlformats.org/officeDocument/2006/relationships/image" Target="/ppt/media/image70.jpeg" Id="R4eecd583d86d4362" /><Relationship Type="http://schemas.openxmlformats.org/officeDocument/2006/relationships/notesSlide" Target="/ppt/notesSlides/notesSlide33.xml" Id="R35a88c19c7ff48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04a4f7494ef4e0d" /><Relationship Type="http://schemas.openxmlformats.org/officeDocument/2006/relationships/image" Target="/ppt/media/image71.jpeg" Id="R164d5aa7b871447b" /><Relationship Type="http://schemas.openxmlformats.org/officeDocument/2006/relationships/notesSlide" Target="/ppt/notesSlides/notesSlide34.xml" Id="Ree3edf88dd9e47f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51bbaed81b4481c" /><Relationship Type="http://schemas.openxmlformats.org/officeDocument/2006/relationships/image" Target="/ppt/media/image72.jpeg" Id="R8d289d4ca85f491b" /><Relationship Type="http://schemas.openxmlformats.org/officeDocument/2006/relationships/notesSlide" Target="/ppt/notesSlides/notesSlide35.xml" Id="Ra9318e0b2ad242a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edba4938b434a34" /><Relationship Type="http://schemas.openxmlformats.org/officeDocument/2006/relationships/image" Target="/ppt/media/image73.jpeg" Id="R11e5894cb07249c3" /><Relationship Type="http://schemas.openxmlformats.org/officeDocument/2006/relationships/notesSlide" Target="/ppt/notesSlides/notesSlide36.xml" Id="Re4d55161b63548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4bc0a0f70024030" /><Relationship Type="http://schemas.openxmlformats.org/officeDocument/2006/relationships/image" Target="/ppt/media/image74.jpeg" Id="R14c6ed756e3a4fd2" /><Relationship Type="http://schemas.openxmlformats.org/officeDocument/2006/relationships/notesSlide" Target="/ppt/notesSlides/notesSlide37.xml" Id="Rad329318ec1547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7ea643ba80542e3" /><Relationship Type="http://schemas.openxmlformats.org/officeDocument/2006/relationships/image" Target="/ppt/media/image75.jpeg" Id="R69e70613d03e41aa" /><Relationship Type="http://schemas.openxmlformats.org/officeDocument/2006/relationships/notesSlide" Target="/ppt/notesSlides/notesSlide38.xml" Id="Rd9d7281471b9470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4c32b3b2cf94ff2" /><Relationship Type="http://schemas.openxmlformats.org/officeDocument/2006/relationships/image" Target="/ppt/media/image76.jpeg" Id="R774441d0f3bc469d" /><Relationship Type="http://schemas.openxmlformats.org/officeDocument/2006/relationships/image" Target="/ppt/media/image77.jpeg" Id="Re87ab3bd97f24d49" /><Relationship Type="http://schemas.openxmlformats.org/officeDocument/2006/relationships/notesSlide" Target="/ppt/notesSlides/notesSlide39.xml" Id="Ra3e8fa576ba54fb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e678703e5f74637" /><Relationship Type="http://schemas.openxmlformats.org/officeDocument/2006/relationships/image" Target="/ppt/media/image78.jpeg" Id="R6b34e243c57a4550" /><Relationship Type="http://schemas.openxmlformats.org/officeDocument/2006/relationships/image" Target="/ppt/media/image79.jpeg" Id="Rc53743f3c3ad434e" /><Relationship Type="http://schemas.openxmlformats.org/officeDocument/2006/relationships/notesSlide" Target="/ppt/notesSlides/notesSlide40.xml" Id="R63cf31c5f505489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04a2868df85437b" /><Relationship Type="http://schemas.openxmlformats.org/officeDocument/2006/relationships/image" Target="/ppt/media/image80.jpeg" Id="R888f11ab9af340e4" /><Relationship Type="http://schemas.openxmlformats.org/officeDocument/2006/relationships/image" Target="/ppt/media/image81.jpeg" Id="R669d7cd5111f4eb3" /><Relationship Type="http://schemas.openxmlformats.org/officeDocument/2006/relationships/notesSlide" Target="/ppt/notesSlides/notesSlide41.xml" Id="R39352b7bc88f4b5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dc43858673440f7" /><Relationship Type="http://schemas.openxmlformats.org/officeDocument/2006/relationships/image" Target="/ppt/media/image82.jpeg" Id="R76ffde87c20045b3" /><Relationship Type="http://schemas.openxmlformats.org/officeDocument/2006/relationships/image" Target="/ppt/media/image83.jpeg" Id="R28f899b95c904c6f" /><Relationship Type="http://schemas.openxmlformats.org/officeDocument/2006/relationships/notesSlide" Target="/ppt/notesSlides/notesSlide42.xml" Id="R6220a54ea87246c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6cdc1a992274547" /><Relationship Type="http://schemas.openxmlformats.org/officeDocument/2006/relationships/image" Target="/ppt/media/image84.jpeg" Id="R5d914380201c4d58" /><Relationship Type="http://schemas.openxmlformats.org/officeDocument/2006/relationships/image" Target="/ppt/media/image85.jpeg" Id="R2b68c5ed01f74e1e" /><Relationship Type="http://schemas.openxmlformats.org/officeDocument/2006/relationships/notesSlide" Target="/ppt/notesSlides/notesSlide43.xml" Id="R16bc37124b45446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0346a816d584e23" /><Relationship Type="http://schemas.openxmlformats.org/officeDocument/2006/relationships/image" Target="/ppt/media/image86.jpeg" Id="R872455430d0e4ad1" /><Relationship Type="http://schemas.openxmlformats.org/officeDocument/2006/relationships/image" Target="/ppt/media/image87.jpeg" Id="R29aa6d9d696847e2" /><Relationship Type="http://schemas.openxmlformats.org/officeDocument/2006/relationships/notesSlide" Target="/ppt/notesSlides/notesSlide44.xml" Id="R66f47263ee3e46e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8745cca9a4b4ca6" /><Relationship Type="http://schemas.openxmlformats.org/officeDocument/2006/relationships/image" Target="/ppt/media/image88.jpeg" Id="R815e0f3cd15346ed" /><Relationship Type="http://schemas.openxmlformats.org/officeDocument/2006/relationships/image" Target="/ppt/media/image89.jpeg" Id="Rc51b178bbd204710" /><Relationship Type="http://schemas.openxmlformats.org/officeDocument/2006/relationships/notesSlide" Target="/ppt/notesSlides/notesSlide45.xml" Id="Rf7265f0638a8416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6261e9b4e5a406c" /><Relationship Type="http://schemas.openxmlformats.org/officeDocument/2006/relationships/image" Target="/ppt/media/image90.jpeg" Id="Ra8b7264a91b6410d" /><Relationship Type="http://schemas.openxmlformats.org/officeDocument/2006/relationships/image" Target="/ppt/media/image91.jpeg" Id="R7a4094aff9154589" /><Relationship Type="http://schemas.openxmlformats.org/officeDocument/2006/relationships/notesSlide" Target="/ppt/notesSlides/notesSlide46.xml" Id="R4e752b65e0b6404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c74e46477a642fd" /><Relationship Type="http://schemas.openxmlformats.org/officeDocument/2006/relationships/image" Target="/ppt/media/image92.jpeg" Id="Rf5d94a035e2f4593" /><Relationship Type="http://schemas.openxmlformats.org/officeDocument/2006/relationships/image" Target="/ppt/media/image93.jpeg" Id="Rc445d477ea414c0a" /><Relationship Type="http://schemas.openxmlformats.org/officeDocument/2006/relationships/notesSlide" Target="/ppt/notesSlides/notesSlide47.xml" Id="R2cf7c586d9a444e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18ecb9bfdd14116" /><Relationship Type="http://schemas.openxmlformats.org/officeDocument/2006/relationships/image" Target="/ppt/media/image94.jpeg" Id="R9dac77afb3f54fbe" /><Relationship Type="http://schemas.openxmlformats.org/officeDocument/2006/relationships/image" Target="/ppt/media/image95.jpeg" Id="R5ffcbab1ac49433f" /><Relationship Type="http://schemas.openxmlformats.org/officeDocument/2006/relationships/notesSlide" Target="/ppt/notesSlides/notesSlide48.xml" Id="R408193081a21449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670bfbfb90944b1" /><Relationship Type="http://schemas.openxmlformats.org/officeDocument/2006/relationships/image" Target="/ppt/media/image96.jpeg" Id="R166acd6ce2a04991" /><Relationship Type="http://schemas.openxmlformats.org/officeDocument/2006/relationships/image" Target="/ppt/media/image97.jpeg" Id="R25eaa68b5d1b4061" /><Relationship Type="http://schemas.openxmlformats.org/officeDocument/2006/relationships/notesSlide" Target="/ppt/notesSlides/notesSlide49.xml" Id="R8b98b23b81f7405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fb449a0393f409d" /><Relationship Type="http://schemas.openxmlformats.org/officeDocument/2006/relationships/image" Target="/ppt/media/image98.jpeg" Id="R77f87e29ca474b32" /><Relationship Type="http://schemas.openxmlformats.org/officeDocument/2006/relationships/image" Target="/ppt/media/image99.jpeg" Id="R1d65433b6bd943f3" /><Relationship Type="http://schemas.openxmlformats.org/officeDocument/2006/relationships/notesSlide" Target="/ppt/notesSlides/notesSlide50.xml" Id="Rc31bf760ea2b44b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548950c5df741ac" /><Relationship Type="http://schemas.openxmlformats.org/officeDocument/2006/relationships/image" Target="/ppt/media/image100.jpeg" Id="R2d96a6d327924744" /><Relationship Type="http://schemas.openxmlformats.org/officeDocument/2006/relationships/image" Target="/ppt/media/image101.jpeg" Id="R43b16c16d4f14c7e" /><Relationship Type="http://schemas.openxmlformats.org/officeDocument/2006/relationships/notesSlide" Target="/ppt/notesSlides/notesSlide51.xml" Id="R85dae59938f048e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fcb952cedab4e87" /><Relationship Type="http://schemas.openxmlformats.org/officeDocument/2006/relationships/image" Target="/ppt/media/image102.jpeg" Id="Rb2b8832b8c484008" /><Relationship Type="http://schemas.openxmlformats.org/officeDocument/2006/relationships/image" Target="/ppt/media/image103.jpeg" Id="R41762045a6b54856" /><Relationship Type="http://schemas.openxmlformats.org/officeDocument/2006/relationships/notesSlide" Target="/ppt/notesSlides/notesSlide52.xml" Id="Rc7a02208d3b84d6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bebeebdd6be43dd" /><Relationship Type="http://schemas.openxmlformats.org/officeDocument/2006/relationships/image" Target="/ppt/media/image104.jpeg" Id="R393aff4146404491" /><Relationship Type="http://schemas.openxmlformats.org/officeDocument/2006/relationships/image" Target="/ppt/media/image105.jpeg" Id="R4fcf422549d345f1" /><Relationship Type="http://schemas.openxmlformats.org/officeDocument/2006/relationships/notesSlide" Target="/ppt/notesSlides/notesSlide53.xml" Id="R47e52818efed4b0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44c59fc82d64560" /><Relationship Type="http://schemas.openxmlformats.org/officeDocument/2006/relationships/image" Target="/ppt/media/image106.jpeg" Id="Rb288e7da93df406f" /><Relationship Type="http://schemas.openxmlformats.org/officeDocument/2006/relationships/image" Target="/ppt/media/image107.jpeg" Id="R237cdf36f35e4c08" /><Relationship Type="http://schemas.openxmlformats.org/officeDocument/2006/relationships/notesSlide" Target="/ppt/notesSlides/notesSlide54.xml" Id="R7b3850157d91483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e015555c8e748d5" /><Relationship Type="http://schemas.openxmlformats.org/officeDocument/2006/relationships/image" Target="/ppt/media/image108.jpeg" Id="Rf4f413029d7b4742" /><Relationship Type="http://schemas.openxmlformats.org/officeDocument/2006/relationships/image" Target="/ppt/media/image109.jpeg" Id="Rfb2264b6c9da49d9" /><Relationship Type="http://schemas.openxmlformats.org/officeDocument/2006/relationships/notesSlide" Target="/ppt/notesSlides/notesSlide55.xml" Id="Rdd4f22cddd40412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3a2b4059af0b472e" /><Relationship Type="http://schemas.openxmlformats.org/officeDocument/2006/relationships/image" Target="/ppt/media/image110.jpeg" Id="Rb952d9e8ab1a44e3" /><Relationship Type="http://schemas.openxmlformats.org/officeDocument/2006/relationships/image" Target="/ppt/media/image111.jpeg" Id="R7bf54c299862420c" /><Relationship Type="http://schemas.openxmlformats.org/officeDocument/2006/relationships/notesSlide" Target="/ppt/notesSlides/notesSlide56.xml" Id="R101b010ffe99470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fb73d48d9d74e5c" /><Relationship Type="http://schemas.openxmlformats.org/officeDocument/2006/relationships/image" Target="/ppt/media/image112.jpeg" Id="Rf6e82a961d58406b" /><Relationship Type="http://schemas.openxmlformats.org/officeDocument/2006/relationships/image" Target="/ppt/media/image113.jpeg" Id="R36e5a85556be4dc7" /><Relationship Type="http://schemas.openxmlformats.org/officeDocument/2006/relationships/notesSlide" Target="/ppt/notesSlides/notesSlide57.xml" Id="R22956fcc3fb6438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9d3ee8682024ee4" /><Relationship Type="http://schemas.openxmlformats.org/officeDocument/2006/relationships/image" Target="/ppt/media/image114.jpeg" Id="Rc84f1b43ac584990" /><Relationship Type="http://schemas.openxmlformats.org/officeDocument/2006/relationships/image" Target="/ppt/media/image115.jpeg" Id="Raeb11d94027e4fb2" /><Relationship Type="http://schemas.openxmlformats.org/officeDocument/2006/relationships/notesSlide" Target="/ppt/notesSlides/notesSlide58.xml" Id="Rc890e88d9e6d403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79a088b7e4e84040" /><Relationship Type="http://schemas.openxmlformats.org/officeDocument/2006/relationships/image" Target="/ppt/media/image116.jpeg" Id="Rb04e64b83cad47a8" /><Relationship Type="http://schemas.openxmlformats.org/officeDocument/2006/relationships/image" Target="/ppt/media/image117.jpeg" Id="Re1d27ebd6e6f4871" /><Relationship Type="http://schemas.openxmlformats.org/officeDocument/2006/relationships/notesSlide" Target="/ppt/notesSlides/notesSlide59.xml" Id="R85aaaa060e0f432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1267435b59b340cb" /><Relationship Type="http://schemas.openxmlformats.org/officeDocument/2006/relationships/image" Target="/ppt/media/image118.jpeg" Id="Rc5a63b54a0d8438e" /><Relationship Type="http://schemas.openxmlformats.org/officeDocument/2006/relationships/image" Target="/ppt/media/image119.jpeg" Id="R15228bac973c4076" /><Relationship Type="http://schemas.openxmlformats.org/officeDocument/2006/relationships/notesSlide" Target="/ppt/notesSlides/notesSlide60.xml" Id="R68e89c210060414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7c07dfe7c8e44e03" /><Relationship Type="http://schemas.openxmlformats.org/officeDocument/2006/relationships/image" Target="/ppt/media/image120.jpeg" Id="R429500b355394274" /><Relationship Type="http://schemas.openxmlformats.org/officeDocument/2006/relationships/image" Target="/ppt/media/image121.jpeg" Id="R4738b9aa32444f5a" /><Relationship Type="http://schemas.openxmlformats.org/officeDocument/2006/relationships/notesSlide" Target="/ppt/notesSlides/notesSlide61.xml" Id="R04a5bc5341f34c2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fefe77c3fc154fc8" /><Relationship Type="http://schemas.openxmlformats.org/officeDocument/2006/relationships/image" Target="/ppt/media/image122.jpeg" Id="R419dcfd7721741b3" /><Relationship Type="http://schemas.openxmlformats.org/officeDocument/2006/relationships/image" Target="/ppt/media/image123.jpeg" Id="R5fdbb2f9bec6461e" /><Relationship Type="http://schemas.openxmlformats.org/officeDocument/2006/relationships/notesSlide" Target="/ppt/notesSlides/notesSlide62.xml" Id="R66feb9427210437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942523a730043af" /><Relationship Type="http://schemas.openxmlformats.org/officeDocument/2006/relationships/image" Target="/ppt/media/image124.jpeg" Id="R2246d3d611ff41c9" /><Relationship Type="http://schemas.openxmlformats.org/officeDocument/2006/relationships/image" Target="/ppt/media/image125.jpeg" Id="R91467e317d1049c4" /><Relationship Type="http://schemas.openxmlformats.org/officeDocument/2006/relationships/notesSlide" Target="/ppt/notesSlides/notesSlide63.xml" Id="R66f6bdc86352422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5180904d4c549ea" /><Relationship Type="http://schemas.openxmlformats.org/officeDocument/2006/relationships/image" Target="/ppt/media/image126.jpeg" Id="Rdbb3ed5c0e3e480d" /><Relationship Type="http://schemas.openxmlformats.org/officeDocument/2006/relationships/image" Target="/ppt/media/image127.jpeg" Id="Rd381f7abec514d09" /><Relationship Type="http://schemas.openxmlformats.org/officeDocument/2006/relationships/notesSlide" Target="/ppt/notesSlides/notesSlide64.xml" Id="R8350fd40e28247a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699539d5eab4609" /><Relationship Type="http://schemas.openxmlformats.org/officeDocument/2006/relationships/image" Target="/ppt/media/image128.jpeg" Id="Rd11be26d5fa744bb" /><Relationship Type="http://schemas.openxmlformats.org/officeDocument/2006/relationships/image" Target="/ppt/media/image129.jpeg" Id="R16de6f02039a43f1" /><Relationship Type="http://schemas.openxmlformats.org/officeDocument/2006/relationships/notesSlide" Target="/ppt/notesSlides/notesSlide65.xml" Id="R54bc51a9956a493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ad766ccd08f45d5" /><Relationship Type="http://schemas.openxmlformats.org/officeDocument/2006/relationships/image" Target="/ppt/media/image130.jpeg" Id="R7cb7283055694821" /><Relationship Type="http://schemas.openxmlformats.org/officeDocument/2006/relationships/image" Target="/ppt/media/image131.jpeg" Id="R5cd83d9e6f1b43e2" /><Relationship Type="http://schemas.openxmlformats.org/officeDocument/2006/relationships/notesSlide" Target="/ppt/notesSlides/notesSlide66.xml" Id="Rabc7cd32aa344a6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f60699ef12da454e" /><Relationship Type="http://schemas.openxmlformats.org/officeDocument/2006/relationships/image" Target="/ppt/media/image132.jpeg" Id="R0ddf7afb209d4a26" /><Relationship Type="http://schemas.openxmlformats.org/officeDocument/2006/relationships/image" Target="/ppt/media/image133.jpeg" Id="R3e2874da389c4630" /><Relationship Type="http://schemas.openxmlformats.org/officeDocument/2006/relationships/notesSlide" Target="/ppt/notesSlides/notesSlide67.xml" Id="R88a972f632d341d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c945b30fd1a94365" /><Relationship Type="http://schemas.openxmlformats.org/officeDocument/2006/relationships/image" Target="/ppt/media/image134.jpeg" Id="R2da4977ce9c94cf4" /><Relationship Type="http://schemas.openxmlformats.org/officeDocument/2006/relationships/image" Target="/ppt/media/image135.jpeg" Id="Raed67fd416b348c5" /><Relationship Type="http://schemas.openxmlformats.org/officeDocument/2006/relationships/notesSlide" Target="/ppt/notesSlides/notesSlide68.xml" Id="R0d18966d72384b5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6d53c41057cc4579" /><Relationship Type="http://schemas.openxmlformats.org/officeDocument/2006/relationships/image" Target="/ppt/media/image136.jpeg" Id="Rec549f7d0cfa4a59" /><Relationship Type="http://schemas.openxmlformats.org/officeDocument/2006/relationships/image" Target="/ppt/media/image137.jpeg" Id="R4399ed0831324603" /><Relationship Type="http://schemas.openxmlformats.org/officeDocument/2006/relationships/notesSlide" Target="/ppt/notesSlides/notesSlide69.xml" Id="Ra2c57efc934249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1">
            <a:extLst xmlns:a="http://schemas.openxmlformats.org/drawingml/2006/main">
              <a:ext uri="{FF2B5EF4-FFF2-40B4-BE49-F238E27FC236}">
                <a16:creationId xmlns:a16="http://schemas.microsoft.com/office/drawing/2014/main" id="{17552715-A388-4FC1-B4FA-FB07F1BBDCD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D5F47A93-3987-461F-BE41-C93C888469C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52E1E70-CEBB-41FA-BB27-8D279814E4E9}"/>
              </a:ext>
            </a:extLst>
          </p:cNvPr>
          <p:cNvPicPr>
            <a:picLocks xmlns:a="http://schemas.openxmlformats.org/drawingml/2006/main" noChangeAspect="1"/>
          </p:cNvPicPr>
          <p:nvPr/>
        </p:nvPicPr>
        <p:blipFill>
          <a:blip xmlns:r="http://schemas.openxmlformats.org/officeDocument/2006/relationships" xmlns:a="http://schemas.openxmlformats.org/drawingml/2006/main" r:embed="R4c57e8ef9bc34cc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
            <a:extLst xmlns:a="http://schemas.openxmlformats.org/drawingml/2006/main">
              <a:ext uri="{FF2B5EF4-FFF2-40B4-BE49-F238E27FC236}">
                <a16:creationId xmlns:a16="http://schemas.microsoft.com/office/drawing/2014/main" id="{283D94A0-4F62-4AE8-82DA-AE27D0C8B84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
            <a:extLst xmlns:a="http://schemas.openxmlformats.org/drawingml/2006/main">
              <a:ext uri="{FF2B5EF4-FFF2-40B4-BE49-F238E27FC236}">
                <a16:creationId xmlns:a16="http://schemas.microsoft.com/office/drawing/2014/main" id="{2064D6AD-0B15-4611-B2D1-2E836E72B65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
            <a:extLst xmlns:a="http://schemas.openxmlformats.org/drawingml/2006/main">
              <a:ext uri="{FF2B5EF4-FFF2-40B4-BE49-F238E27FC236}">
                <a16:creationId xmlns:a16="http://schemas.microsoft.com/office/drawing/2014/main" id="{9B165614-6086-4E9A-9576-87FE834A8E2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
            <a:extLst xmlns:a="http://schemas.openxmlformats.org/drawingml/2006/main">
              <a:ext uri="{FF2B5EF4-FFF2-40B4-BE49-F238E27FC236}">
                <a16:creationId xmlns:a16="http://schemas.microsoft.com/office/drawing/2014/main" id="{7A86543D-702E-4621-82F9-EC24945E0E5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
            <a:extLst xmlns:a="http://schemas.openxmlformats.org/drawingml/2006/main">
              <a:ext uri="{FF2B5EF4-FFF2-40B4-BE49-F238E27FC236}">
                <a16:creationId xmlns:a16="http://schemas.microsoft.com/office/drawing/2014/main" id="{506DECEB-1816-4F66-8FDE-96ABBBBD139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
            <a:extLst xmlns:a="http://schemas.openxmlformats.org/drawingml/2006/main">
              <a:ext uri="{FF2B5EF4-FFF2-40B4-BE49-F238E27FC236}">
                <a16:creationId xmlns:a16="http://schemas.microsoft.com/office/drawing/2014/main" id="{0F0B6F8D-84EE-4D36-B904-71DE51F30B0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
            <a:extLst xmlns:a="http://schemas.openxmlformats.org/drawingml/2006/main">
              <a:ext uri="{FF2B5EF4-FFF2-40B4-BE49-F238E27FC236}">
                <a16:creationId xmlns:a16="http://schemas.microsoft.com/office/drawing/2014/main" id="{5817036D-CA3D-4DF2-99F3-548DA3EA6B9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
            <a:extLst xmlns:a="http://schemas.openxmlformats.org/drawingml/2006/main">
              <a:ext uri="{FF2B5EF4-FFF2-40B4-BE49-F238E27FC236}">
                <a16:creationId xmlns:a16="http://schemas.microsoft.com/office/drawing/2014/main" id="{AF308C75-5881-4435-BB63-8BAAF6DBAD5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
            <a:extLst xmlns:a="http://schemas.openxmlformats.org/drawingml/2006/main">
              <a:ext uri="{FF2B5EF4-FFF2-40B4-BE49-F238E27FC236}">
                <a16:creationId xmlns:a16="http://schemas.microsoft.com/office/drawing/2014/main" id="{7A9C8D18-66F7-4D6F-A3B6-35DDF291412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
            <a:extLst xmlns:a="http://schemas.openxmlformats.org/drawingml/2006/main">
              <a:ext uri="{FF2B5EF4-FFF2-40B4-BE49-F238E27FC236}">
                <a16:creationId xmlns:a16="http://schemas.microsoft.com/office/drawing/2014/main" id="{EA843940-6F6B-4D78-A67C-F575D6E388E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
            <a:extLst xmlns:a="http://schemas.openxmlformats.org/drawingml/2006/main">
              <a:ext uri="{FF2B5EF4-FFF2-40B4-BE49-F238E27FC236}">
                <a16:creationId xmlns:a16="http://schemas.microsoft.com/office/drawing/2014/main" id="{8EA411CB-34E2-44FC-8C7B-5DA9F673E44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
            <a:extLst xmlns:a="http://schemas.openxmlformats.org/drawingml/2006/main">
              <a:ext uri="{FF2B5EF4-FFF2-40B4-BE49-F238E27FC236}">
                <a16:creationId xmlns:a16="http://schemas.microsoft.com/office/drawing/2014/main" id="{0469EE80-EC2B-4ACC-A02C-3B183B06FA9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01</a:t>
            </a:r>
          </a:p>
        </p:txBody>
      </p:sp>
      <p:sp>
        <p:nvSpPr>
          <p:cNvPr id="16" name="profile-15">
            <a:extLst xmlns:a="http://schemas.openxmlformats.org/drawingml/2006/main">
              <a:ext uri="{FF2B5EF4-FFF2-40B4-BE49-F238E27FC236}">
                <a16:creationId xmlns:a16="http://schemas.microsoft.com/office/drawing/2014/main" id="{17CD2664-AF5C-4383-BB27-8904C8AFA412}"/>
              </a:ext>
            </a:extLst>
          </p:cNvPr>
          <p:cNvSpPr>
            <a:spLocks xmlns:a="http://schemas.openxmlformats.org/drawingml/2006/main" noGrp="1"/>
          </p:cNvSpPr>
          <p:nvPr/>
        </p:nvSpPr>
        <p:spPr>
          <a:xfrm xmlns:a="http://schemas.openxmlformats.org/drawingml/2006/main">
            <a:off x="6048375" y="1133475"/>
            <a:ext cx="6143625" cy="5133975"/>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6564191A-3B07-481D-A534-6F1E6EAB3772}"/>
              </a:ext>
            </a:extLst>
          </p:cNvPr>
          <p:cNvPicPr>
            <a:picLocks xmlns:a="http://schemas.openxmlformats.org/drawingml/2006/main" noChangeAspect="1"/>
          </p:cNvPicPr>
          <p:nvPr/>
        </p:nvPicPr>
        <p:blipFill>
          <a:blip xmlns:r="http://schemas.openxmlformats.org/officeDocument/2006/relationships" xmlns:a="http://schemas.openxmlformats.org/drawingml/2006/main" r:embed="Re8ca158b62104f64"/>
          <a:srcRect xmlns:a="http://schemas.openxmlformats.org/drawingml/2006/main" l="0" t="0" r="0" b="0"/>
          <a:stretch xmlns:a="http://schemas.openxmlformats.org/drawingml/2006/main">
            <a:fillRect l="0" t="0" r="0" b="0"/>
          </a:stretch>
        </p:blipFill>
        <p:spPr>
          <a:xfrm xmlns:a="http://schemas.openxmlformats.org/drawingml/2006/main">
            <a:off x="6048375" y="1714500"/>
            <a:ext cx="6143625" cy="4048125"/>
          </a:xfrm>
          <a:prstGeom xmlns:a="http://schemas.openxmlformats.org/drawingml/2006/main" prst="rect">
            <a:avLst/>
          </a:prstGeom>
        </p:spPr>
      </p:pic>
      <p:sp>
        <p:nvSpPr>
          <p:cNvPr id="18" name="profile-16">
            <a:extLst xmlns:a="http://schemas.openxmlformats.org/drawingml/2006/main">
              <a:ext uri="{FF2B5EF4-FFF2-40B4-BE49-F238E27FC236}">
                <a16:creationId xmlns:a16="http://schemas.microsoft.com/office/drawing/2014/main" id="{1E53744F-2BB7-453F-A7D0-4FB2CC9CEC1A}"/>
              </a:ext>
            </a:extLst>
          </p:cNvPr>
          <p:cNvSpPr>
            <a:spLocks xmlns:a="http://schemas.openxmlformats.org/drawingml/2006/main" noGrp="1"/>
          </p:cNvSpPr>
          <p:nvPr/>
        </p:nvSpPr>
        <p:spPr>
          <a:xfrm xmlns:a="http://schemas.openxmlformats.org/drawingml/2006/main">
            <a:off x="400050" y="15335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COMPANY PROFILE</a:t>
            </a:r>
          </a:p>
        </p:txBody>
      </p:sp>
      <p:sp>
        <p:nvSpPr>
          <p:cNvPr id="19" name="profile-17">
            <a:extLst xmlns:a="http://schemas.openxmlformats.org/drawingml/2006/main">
              <a:ext uri="{FF2B5EF4-FFF2-40B4-BE49-F238E27FC236}">
                <a16:creationId xmlns:a16="http://schemas.microsoft.com/office/drawing/2014/main" id="{9C3A7A3B-5574-4761-BA6B-06330599F500}"/>
              </a:ext>
            </a:extLst>
          </p:cNvPr>
          <p:cNvSpPr>
            <a:spLocks xmlns:a="http://schemas.openxmlformats.org/drawingml/2006/main" noGrp="1"/>
          </p:cNvSpPr>
          <p:nvPr/>
        </p:nvSpPr>
        <p:spPr>
          <a:xfrm xmlns:a="http://schemas.openxmlformats.org/drawingml/2006/main">
            <a:off x="400050" y="213360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One partner for</a:t>
            </a:r>
          </a:p>
        </p:txBody>
      </p:sp>
      <p:sp>
        <p:nvSpPr>
          <p:cNvPr id="20" name="profile-18">
            <a:extLst xmlns:a="http://schemas.openxmlformats.org/drawingml/2006/main">
              <a:ext uri="{FF2B5EF4-FFF2-40B4-BE49-F238E27FC236}">
                <a16:creationId xmlns:a16="http://schemas.microsoft.com/office/drawing/2014/main" id="{FC4DA7C4-6ADB-4073-98EC-6DBA0D1387A3}"/>
              </a:ext>
            </a:extLst>
          </p:cNvPr>
          <p:cNvSpPr>
            <a:spLocks xmlns:a="http://schemas.openxmlformats.org/drawingml/2006/main" noGrp="1"/>
          </p:cNvSpPr>
          <p:nvPr/>
        </p:nvSpPr>
        <p:spPr>
          <a:xfrm xmlns:a="http://schemas.openxmlformats.org/drawingml/2006/main">
            <a:off x="400050" y="2752725"/>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your property</a:t>
            </a:r>
          </a:p>
        </p:txBody>
      </p:sp>
      <p:sp>
        <p:nvSpPr>
          <p:cNvPr id="21" name="profile-19">
            <a:extLst xmlns:a="http://schemas.openxmlformats.org/drawingml/2006/main">
              <a:ext uri="{FF2B5EF4-FFF2-40B4-BE49-F238E27FC236}">
                <a16:creationId xmlns:a16="http://schemas.microsoft.com/office/drawing/2014/main" id="{DCF61DD3-943A-4238-8DB5-212815CD01DD}"/>
              </a:ext>
            </a:extLst>
          </p:cNvPr>
          <p:cNvSpPr>
            <a:spLocks xmlns:a="http://schemas.openxmlformats.org/drawingml/2006/main" noGrp="1"/>
          </p:cNvSpPr>
          <p:nvPr/>
        </p:nvSpPr>
        <p:spPr>
          <a:xfrm xmlns:a="http://schemas.openxmlformats.org/drawingml/2006/main">
            <a:off x="400050" y="33718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service needs</a:t>
            </a:r>
          </a:p>
        </p:txBody>
      </p:sp>
      <p:sp>
        <p:nvSpPr>
          <p:cNvPr id="22" name="profile-20">
            <a:extLst xmlns:a="http://schemas.openxmlformats.org/drawingml/2006/main">
              <a:ext uri="{FF2B5EF4-FFF2-40B4-BE49-F238E27FC236}">
                <a16:creationId xmlns:a16="http://schemas.microsoft.com/office/drawing/2014/main" id="{125B44C5-0BF4-4F43-8FB1-3DE7DDA43140}"/>
              </a:ext>
            </a:extLst>
          </p:cNvPr>
          <p:cNvSpPr>
            <a:spLocks xmlns:a="http://schemas.openxmlformats.org/drawingml/2006/main" noGrp="1"/>
          </p:cNvSpPr>
          <p:nvPr/>
        </p:nvSpPr>
        <p:spPr>
          <a:xfrm xmlns:a="http://schemas.openxmlformats.org/drawingml/2006/main">
            <a:off x="400050" y="433387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 Septic services. Pest management.</a:t>
            </a:r>
          </a:p>
        </p:txBody>
      </p:sp>
      <p:sp>
        <p:nvSpPr>
          <p:cNvPr id="23" name="profile-21">
            <a:extLst xmlns:a="http://schemas.openxmlformats.org/drawingml/2006/main">
              <a:ext uri="{FF2B5EF4-FFF2-40B4-BE49-F238E27FC236}">
                <a16:creationId xmlns:a16="http://schemas.microsoft.com/office/drawing/2014/main" id="{51685B6D-699F-484F-A9A8-8237645E17E2}"/>
              </a:ext>
            </a:extLst>
          </p:cNvPr>
          <p:cNvSpPr>
            <a:spLocks xmlns:a="http://schemas.openxmlformats.org/drawingml/2006/main" noGrp="1"/>
          </p:cNvSpPr>
          <p:nvPr/>
        </p:nvSpPr>
        <p:spPr>
          <a:xfrm xmlns:a="http://schemas.openxmlformats.org/drawingml/2006/main">
            <a:off x="400050" y="465772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Cleaning. Renovation. Treatment systems.</a:t>
            </a:r>
          </a:p>
        </p:txBody>
      </p:sp>
      <p:sp>
        <p:nvSpPr>
          <p:cNvPr id="24" name="profile-22">
            <a:extLst xmlns:a="http://schemas.openxmlformats.org/drawingml/2006/main">
              <a:ext uri="{FF2B5EF4-FFF2-40B4-BE49-F238E27FC236}">
                <a16:creationId xmlns:a16="http://schemas.microsoft.com/office/drawing/2014/main" id="{769E6766-DE59-4A1F-8A51-353F291E2A3F}"/>
              </a:ext>
            </a:extLst>
          </p:cNvPr>
          <p:cNvSpPr>
            <a:spLocks xmlns:a="http://schemas.openxmlformats.org/drawingml/2006/main" noGrp="1"/>
          </p:cNvSpPr>
          <p:nvPr/>
        </p:nvSpPr>
        <p:spPr>
          <a:xfrm xmlns:a="http://schemas.openxmlformats.org/drawingml/2006/main">
            <a:off x="400050" y="55054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267A5"/>
                </a:solidFill>
                <a:latin typeface="Segoe UI"/>
                <a:ea typeface="Segoe UI"/>
                <a:cs typeface="Segoe UI"/>
              </a:defRPr>
            </a:defPPr>
          </a:lstStyle>
          <a:p xmlns:a="http://schemas.openxmlformats.org/drawingml/2006/main">
            <a:pPr algn="l">
              <a:defRPr sz="1575" b="1">
                <a:solidFill>
                  <a:srgbClr val="1267A5"/>
                </a:solidFill>
                <a:latin typeface="Segoe UI"/>
                <a:ea typeface="Segoe UI"/>
                <a:cs typeface="Segoe UI"/>
              </a:defRPr>
            </a:pPr>
            <a:r>
              <a:rPr sz="1575" b="1">
                <a:solidFill>
                  <a:srgbClr val="1267A5"/>
                </a:solidFill>
                <a:latin typeface="Segoe UI"/>
                <a:ea typeface="Segoe UI"/>
                <a:cs typeface="Segoe UI"/>
              </a:rPr>
              <a:t>Commercial  /  Industrial  /  Residential</a:t>
            </a:r>
          </a:p>
        </p:txBody>
      </p:sp>
      <p:sp>
        <p:nvSpPr>
          <p:cNvPr id="25" name="profile-23">
            <a:extLst xmlns:a="http://schemas.openxmlformats.org/drawingml/2006/main">
              <a:ext uri="{FF2B5EF4-FFF2-40B4-BE49-F238E27FC236}">
                <a16:creationId xmlns:a16="http://schemas.microsoft.com/office/drawing/2014/main" id="{3318A719-6096-490D-87A4-BC70E0AFF376}"/>
              </a:ext>
            </a:extLst>
          </p:cNvPr>
          <p:cNvSpPr>
            <a:spLocks xmlns:a="http://schemas.openxmlformats.org/drawingml/2006/main" noGrp="1"/>
          </p:cNvSpPr>
          <p:nvPr/>
        </p:nvSpPr>
        <p:spPr>
          <a:xfrm xmlns:a="http://schemas.openxmlformats.org/drawingml/2006/main">
            <a:off x="6286500" y="5905500"/>
            <a:ext cx="5429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FFFFFF"/>
                </a:solidFill>
                <a:latin typeface="Segoe UI"/>
                <a:ea typeface="Segoe UI"/>
                <a:cs typeface="Segoe UI"/>
              </a:defRPr>
            </a:defPPr>
          </a:lstStyle>
          <a:p xmlns:a="http://schemas.openxmlformats.org/drawingml/2006/main">
            <a:pPr algn="l">
              <a:defRPr sz="900" b="0">
                <a:solidFill>
                  <a:srgbClr val="FFFFFF"/>
                </a:solidFill>
                <a:latin typeface="Segoe UI"/>
                <a:ea typeface="Segoe UI"/>
                <a:cs typeface="Segoe UI"/>
              </a:defRPr>
            </a:pPr>
            <a:r>
              <a:rPr sz="900" b="0">
                <a:solidFill>
                  <a:srgbClr val="FFFFFF"/>
                </a:solidFill>
                <a:latin typeface="Segoe UI"/>
                <a:ea typeface="Segoe UI"/>
                <a:cs typeface="Segoe UI"/>
              </a:rPr>
              <a:t>AI conceptual illustration; not a project or engineering design.</a:t>
            </a:r>
          </a:p>
        </p:txBody>
      </p:sp>
    </p:spTree>
    <p:extLst>
      <p:ext uri="{BB962C8B-B14F-4D97-AF65-F5344CB8AC3E}">
        <p14:creationId xmlns:p14="http://schemas.microsoft.com/office/powerpoint/2010/main" val="1083233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4">
            <a:extLst xmlns:a="http://schemas.openxmlformats.org/drawingml/2006/main">
              <a:ext uri="{FF2B5EF4-FFF2-40B4-BE49-F238E27FC236}">
                <a16:creationId xmlns:a16="http://schemas.microsoft.com/office/drawing/2014/main" id="{06F99031-B4BB-4A29-A3C4-0E75B09446E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5">
            <a:extLst xmlns:a="http://schemas.openxmlformats.org/drawingml/2006/main">
              <a:ext uri="{FF2B5EF4-FFF2-40B4-BE49-F238E27FC236}">
                <a16:creationId xmlns:a16="http://schemas.microsoft.com/office/drawing/2014/main" id="{1DABE2E7-7FC0-4F59-ABC6-6088796EE8D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72B9033-B582-4703-B2C0-FA796A26F676}"/>
              </a:ext>
            </a:extLst>
          </p:cNvPr>
          <p:cNvPicPr>
            <a:picLocks xmlns:a="http://schemas.openxmlformats.org/drawingml/2006/main" noChangeAspect="1"/>
          </p:cNvPicPr>
          <p:nvPr/>
        </p:nvPicPr>
        <p:blipFill>
          <a:blip xmlns:r="http://schemas.openxmlformats.org/officeDocument/2006/relationships" xmlns:a="http://schemas.openxmlformats.org/drawingml/2006/main" r:embed="R4f7c89653779428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6">
            <a:extLst xmlns:a="http://schemas.openxmlformats.org/drawingml/2006/main">
              <a:ext uri="{FF2B5EF4-FFF2-40B4-BE49-F238E27FC236}">
                <a16:creationId xmlns:a16="http://schemas.microsoft.com/office/drawing/2014/main" id="{8F5339D1-48C0-4333-9CC8-E171B3E4192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7">
            <a:extLst xmlns:a="http://schemas.openxmlformats.org/drawingml/2006/main">
              <a:ext uri="{FF2B5EF4-FFF2-40B4-BE49-F238E27FC236}">
                <a16:creationId xmlns:a16="http://schemas.microsoft.com/office/drawing/2014/main" id="{08506322-65B2-4E7D-B076-AD44571A13D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8">
            <a:extLst xmlns:a="http://schemas.openxmlformats.org/drawingml/2006/main">
              <a:ext uri="{FF2B5EF4-FFF2-40B4-BE49-F238E27FC236}">
                <a16:creationId xmlns:a16="http://schemas.microsoft.com/office/drawing/2014/main" id="{50E90ED2-4F15-441E-8B12-9C2110FF3FB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9">
            <a:extLst xmlns:a="http://schemas.openxmlformats.org/drawingml/2006/main">
              <a:ext uri="{FF2B5EF4-FFF2-40B4-BE49-F238E27FC236}">
                <a16:creationId xmlns:a16="http://schemas.microsoft.com/office/drawing/2014/main" id="{C35C7188-B75C-4653-94A7-59A977F411B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0">
            <a:extLst xmlns:a="http://schemas.openxmlformats.org/drawingml/2006/main">
              <a:ext uri="{FF2B5EF4-FFF2-40B4-BE49-F238E27FC236}">
                <a16:creationId xmlns:a16="http://schemas.microsoft.com/office/drawing/2014/main" id="{F1EA496B-14E8-4E8C-8191-7CB202085AB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1">
            <a:extLst xmlns:a="http://schemas.openxmlformats.org/drawingml/2006/main">
              <a:ext uri="{FF2B5EF4-FFF2-40B4-BE49-F238E27FC236}">
                <a16:creationId xmlns:a16="http://schemas.microsoft.com/office/drawing/2014/main" id="{3F6A662F-1761-4ECD-BCA2-A44C5BB6CF8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2">
            <a:extLst xmlns:a="http://schemas.openxmlformats.org/drawingml/2006/main">
              <a:ext uri="{FF2B5EF4-FFF2-40B4-BE49-F238E27FC236}">
                <a16:creationId xmlns:a16="http://schemas.microsoft.com/office/drawing/2014/main" id="{39E06BB2-86CE-44D9-96FB-820D5D9EBB6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3">
            <a:extLst xmlns:a="http://schemas.openxmlformats.org/drawingml/2006/main">
              <a:ext uri="{FF2B5EF4-FFF2-40B4-BE49-F238E27FC236}">
                <a16:creationId xmlns:a16="http://schemas.microsoft.com/office/drawing/2014/main" id="{DD70A9FB-EFB9-48FC-B11A-93BD33221D8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4">
            <a:extLst xmlns:a="http://schemas.openxmlformats.org/drawingml/2006/main">
              <a:ext uri="{FF2B5EF4-FFF2-40B4-BE49-F238E27FC236}">
                <a16:creationId xmlns:a16="http://schemas.microsoft.com/office/drawing/2014/main" id="{FE63EBAD-D85D-430B-9841-922EFC60B3C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
            <a:extLst xmlns:a="http://schemas.openxmlformats.org/drawingml/2006/main">
              <a:ext uri="{FF2B5EF4-FFF2-40B4-BE49-F238E27FC236}">
                <a16:creationId xmlns:a16="http://schemas.microsoft.com/office/drawing/2014/main" id="{1FE9932B-D858-4EFF-92D7-D411D1A6A70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6">
            <a:extLst xmlns:a="http://schemas.openxmlformats.org/drawingml/2006/main">
              <a:ext uri="{FF2B5EF4-FFF2-40B4-BE49-F238E27FC236}">
                <a16:creationId xmlns:a16="http://schemas.microsoft.com/office/drawing/2014/main" id="{9DDA1E9E-07C6-4209-8899-F97F6C9833A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7">
            <a:extLst xmlns:a="http://schemas.openxmlformats.org/drawingml/2006/main">
              <a:ext uri="{FF2B5EF4-FFF2-40B4-BE49-F238E27FC236}">
                <a16:creationId xmlns:a16="http://schemas.microsoft.com/office/drawing/2014/main" id="{4019DF12-2907-4B64-B19A-6B3C27C497F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02</a:t>
            </a:r>
          </a:p>
        </p:txBody>
      </p:sp>
      <p:sp>
        <p:nvSpPr>
          <p:cNvPr id="16" name="profile-38">
            <a:extLst xmlns:a="http://schemas.openxmlformats.org/drawingml/2006/main">
              <a:ext uri="{FF2B5EF4-FFF2-40B4-BE49-F238E27FC236}">
                <a16:creationId xmlns:a16="http://schemas.microsoft.com/office/drawing/2014/main" id="{75557F61-6E96-43D4-B291-538D10AF937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Essential services, one point of contact</a:t>
            </a:r>
          </a:p>
        </p:txBody>
      </p:sp>
      <p:sp>
        <p:nvSpPr>
          <p:cNvPr id="17" name="profile-39">
            <a:extLst xmlns:a="http://schemas.openxmlformats.org/drawingml/2006/main">
              <a:ext uri="{FF2B5EF4-FFF2-40B4-BE49-F238E27FC236}">
                <a16:creationId xmlns:a16="http://schemas.microsoft.com/office/drawing/2014/main" id="{50A1974C-A0A8-4C87-AB91-DB9C61BD789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0">
            <a:extLst xmlns:a="http://schemas.openxmlformats.org/drawingml/2006/main">
              <a:ext uri="{FF2B5EF4-FFF2-40B4-BE49-F238E27FC236}">
                <a16:creationId xmlns:a16="http://schemas.microsoft.com/office/drawing/2014/main" id="{AD5D13D8-DB30-4DFC-9F51-41BBD3B7F25A}"/>
              </a:ext>
            </a:extLst>
          </p:cNvPr>
          <p:cNvSpPr>
            <a:spLocks xmlns:a="http://schemas.openxmlformats.org/drawingml/2006/main" noGrp="1"/>
          </p:cNvSpPr>
          <p:nvPr/>
        </p:nvSpPr>
        <p:spPr>
          <a:xfrm xmlns:a="http://schemas.openxmlformats.org/drawingml/2006/main">
            <a:off x="400050" y="22383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Oceanides brings plumbing, septic tank services, pest</a:t>
            </a:r>
          </a:p>
        </p:txBody>
      </p:sp>
      <p:sp>
        <p:nvSpPr>
          <p:cNvPr id="19" name="profile-41">
            <a:extLst xmlns:a="http://schemas.openxmlformats.org/drawingml/2006/main">
              <a:ext uri="{FF2B5EF4-FFF2-40B4-BE49-F238E27FC236}">
                <a16:creationId xmlns:a16="http://schemas.microsoft.com/office/drawing/2014/main" id="{1635BAFE-D38A-4E75-AA23-F627851BDDBB}"/>
              </a:ext>
            </a:extLst>
          </p:cNvPr>
          <p:cNvSpPr>
            <a:spLocks xmlns:a="http://schemas.openxmlformats.org/drawingml/2006/main" noGrp="1"/>
          </p:cNvSpPr>
          <p:nvPr/>
        </p:nvSpPr>
        <p:spPr>
          <a:xfrm xmlns:a="http://schemas.openxmlformats.org/drawingml/2006/main">
            <a:off x="400050" y="25812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management, cleaning and property improvement</a:t>
            </a:r>
          </a:p>
        </p:txBody>
      </p:sp>
      <p:sp>
        <p:nvSpPr>
          <p:cNvPr id="20" name="profile-42">
            <a:extLst xmlns:a="http://schemas.openxmlformats.org/drawingml/2006/main">
              <a:ext uri="{FF2B5EF4-FFF2-40B4-BE49-F238E27FC236}">
                <a16:creationId xmlns:a16="http://schemas.microsoft.com/office/drawing/2014/main" id="{F12ED7BE-F6F9-46A7-A34E-B8C834742FF8}"/>
              </a:ext>
            </a:extLst>
          </p:cNvPr>
          <p:cNvSpPr>
            <a:spLocks xmlns:a="http://schemas.openxmlformats.org/drawingml/2006/main" noGrp="1"/>
          </p:cNvSpPr>
          <p:nvPr/>
        </p:nvSpPr>
        <p:spPr>
          <a:xfrm xmlns:a="http://schemas.openxmlformats.org/drawingml/2006/main">
            <a:off x="400050" y="29241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together for commercial, industrial and residential</a:t>
            </a:r>
          </a:p>
        </p:txBody>
      </p:sp>
      <p:sp>
        <p:nvSpPr>
          <p:cNvPr id="21" name="profile-43">
            <a:extLst xmlns:a="http://schemas.openxmlformats.org/drawingml/2006/main">
              <a:ext uri="{FF2B5EF4-FFF2-40B4-BE49-F238E27FC236}">
                <a16:creationId xmlns:a16="http://schemas.microsoft.com/office/drawing/2014/main" id="{D4904431-26B1-4410-AB50-76603C26622B}"/>
              </a:ext>
            </a:extLst>
          </p:cNvPr>
          <p:cNvSpPr>
            <a:spLocks xmlns:a="http://schemas.openxmlformats.org/drawingml/2006/main" noGrp="1"/>
          </p:cNvSpPr>
          <p:nvPr/>
        </p:nvSpPr>
        <p:spPr>
          <a:xfrm xmlns:a="http://schemas.openxmlformats.org/drawingml/2006/main">
            <a:off x="400050" y="32670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clients.</a:t>
            </a:r>
          </a:p>
        </p:txBody>
      </p:sp>
      <p:sp>
        <p:nvSpPr>
          <p:cNvPr id="22" name="profile-44">
            <a:extLst xmlns:a="http://schemas.openxmlformats.org/drawingml/2006/main">
              <a:ext uri="{FF2B5EF4-FFF2-40B4-BE49-F238E27FC236}">
                <a16:creationId xmlns:a16="http://schemas.microsoft.com/office/drawing/2014/main" id="{973257F5-3E86-45A6-BD45-8EF1D354F23A}"/>
              </a:ext>
            </a:extLst>
          </p:cNvPr>
          <p:cNvSpPr>
            <a:spLocks xmlns:a="http://schemas.openxmlformats.org/drawingml/2006/main" noGrp="1"/>
          </p:cNvSpPr>
          <p:nvPr/>
        </p:nvSpPr>
        <p:spPr>
          <a:xfrm xmlns:a="http://schemas.openxmlformats.org/drawingml/2006/main">
            <a:off x="400050" y="3790950"/>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Our service relationships grew through recurring plumbing, septic</a:t>
            </a:r>
          </a:p>
        </p:txBody>
      </p:sp>
      <p:sp>
        <p:nvSpPr>
          <p:cNvPr id="23" name="profile-45">
            <a:extLst xmlns:a="http://schemas.openxmlformats.org/drawingml/2006/main">
              <a:ext uri="{FF2B5EF4-FFF2-40B4-BE49-F238E27FC236}">
                <a16:creationId xmlns:a16="http://schemas.microsoft.com/office/drawing/2014/main" id="{E1C82A19-D932-499E-AC2A-0E8B39375E6C}"/>
              </a:ext>
            </a:extLst>
          </p:cNvPr>
          <p:cNvSpPr>
            <a:spLocks xmlns:a="http://schemas.openxmlformats.org/drawingml/2006/main" noGrp="1"/>
          </p:cNvSpPr>
          <p:nvPr/>
        </p:nvSpPr>
        <p:spPr>
          <a:xfrm xmlns:a="http://schemas.openxmlformats.org/drawingml/2006/main">
            <a:off x="400050" y="4080129"/>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and grease tank work. We have expanded our offer under</a:t>
            </a:r>
          </a:p>
        </p:txBody>
      </p:sp>
      <p:sp>
        <p:nvSpPr>
          <p:cNvPr id="24" name="profile-46">
            <a:extLst xmlns:a="http://schemas.openxmlformats.org/drawingml/2006/main">
              <a:ext uri="{FF2B5EF4-FFF2-40B4-BE49-F238E27FC236}">
                <a16:creationId xmlns:a16="http://schemas.microsoft.com/office/drawing/2014/main" id="{231B147B-716B-4E98-9226-78A518295456}"/>
              </a:ext>
            </a:extLst>
          </p:cNvPr>
          <p:cNvSpPr>
            <a:spLocks xmlns:a="http://schemas.openxmlformats.org/drawingml/2006/main" noGrp="1"/>
          </p:cNvSpPr>
          <p:nvPr/>
        </p:nvSpPr>
        <p:spPr>
          <a:xfrm xmlns:a="http://schemas.openxmlformats.org/drawingml/2006/main">
            <a:off x="400050" y="4369308"/>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Oceanides Plumbing Siphoning &amp; Pest Management Services OPC.</a:t>
            </a:r>
          </a:p>
        </p:txBody>
      </p:sp>
      <p:pic>
        <p:nvPicPr>
          <p:cNvPr id="25" name="">
            <a:extLst xmlns:a="http://schemas.openxmlformats.org/drawingml/2006/main">
              <a:ext uri="{FF2B5EF4-FFF2-40B4-BE49-F238E27FC236}">
                <a16:creationId xmlns:a16="http://schemas.microsoft.com/office/drawing/2014/main" id="{4CC68B5B-6A5E-474A-BC2E-1EAA5C897020}"/>
              </a:ext>
            </a:extLst>
          </p:cNvPr>
          <p:cNvPicPr>
            <a:picLocks xmlns:a="http://schemas.openxmlformats.org/drawingml/2006/main" noChangeAspect="1"/>
          </p:cNvPicPr>
          <p:nvPr/>
        </p:nvPicPr>
        <p:blipFill>
          <a:blip xmlns:r="http://schemas.openxmlformats.org/officeDocument/2006/relationships" xmlns:a="http://schemas.openxmlformats.org/drawingml/2006/main" r:embed="Rea08cb5b15c74ff2"/>
          <a:srcRect xmlns:a="http://schemas.openxmlformats.org/drawingml/2006/main" l="0" t="60" r="0" b="60"/>
          <a:stretch xmlns:a="http://schemas.openxmlformats.org/drawingml/2006/main">
            <a:fillRect l="0" t="0" r="0" b="0"/>
          </a:stretch>
        </p:blipFill>
        <p:spPr>
          <a:xfrm xmlns:a="http://schemas.openxmlformats.org/drawingml/2006/main">
            <a:off x="7715250" y="2228850"/>
            <a:ext cx="4076700" cy="3067050"/>
          </a:xfrm>
          <a:prstGeom xmlns:a="http://schemas.openxmlformats.org/drawingml/2006/main" prst="rect">
            <a:avLst/>
          </a:prstGeom>
        </p:spPr>
      </p:pic>
      <p:sp>
        <p:nvSpPr>
          <p:cNvPr id="26" name="profile-47">
            <a:extLst xmlns:a="http://schemas.openxmlformats.org/drawingml/2006/main">
              <a:ext uri="{FF2B5EF4-FFF2-40B4-BE49-F238E27FC236}">
                <a16:creationId xmlns:a16="http://schemas.microsoft.com/office/drawing/2014/main" id="{2DBB2022-1959-4ECE-B814-21FD33F8C61A}"/>
              </a:ext>
            </a:extLst>
          </p:cNvPr>
          <p:cNvSpPr>
            <a:spLocks xmlns:a="http://schemas.openxmlformats.org/drawingml/2006/main" noGrp="1"/>
          </p:cNvSpPr>
          <p:nvPr/>
        </p:nvSpPr>
        <p:spPr>
          <a:xfrm xmlns:a="http://schemas.openxmlformats.org/drawingml/2006/main">
            <a:off x="7715250" y="5410200"/>
            <a:ext cx="400050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Oceanides asset-library photograph</a:t>
            </a:r>
          </a:p>
        </p:txBody>
      </p:sp>
      <p:sp>
        <p:nvSpPr>
          <p:cNvPr id="27" name="profile-48">
            <a:extLst xmlns:a="http://schemas.openxmlformats.org/drawingml/2006/main">
              <a:ext uri="{FF2B5EF4-FFF2-40B4-BE49-F238E27FC236}">
                <a16:creationId xmlns:a16="http://schemas.microsoft.com/office/drawing/2014/main" id="{8E8FD410-B0CC-4625-92AD-5E28201C1F62}"/>
              </a:ext>
            </a:extLst>
          </p:cNvPr>
          <p:cNvSpPr>
            <a:spLocks xmlns:a="http://schemas.openxmlformats.org/drawingml/2006/main" noGrp="1"/>
          </p:cNvSpPr>
          <p:nvPr/>
        </p:nvSpPr>
        <p:spPr>
          <a:xfrm xmlns:a="http://schemas.openxmlformats.org/drawingml/2006/main">
            <a:off x="400050" y="536257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Priority service in Metro Manila and nearby provinces.</a:t>
            </a:r>
          </a:p>
        </p:txBody>
      </p:sp>
      <p:sp>
        <p:nvSpPr>
          <p:cNvPr id="28" name="profile-49">
            <a:extLst xmlns:a="http://schemas.openxmlformats.org/drawingml/2006/main">
              <a:ext uri="{FF2B5EF4-FFF2-40B4-BE49-F238E27FC236}">
                <a16:creationId xmlns:a16="http://schemas.microsoft.com/office/drawing/2014/main" id="{3775E122-8C2D-4441-AB78-A7428F8ACE39}"/>
              </a:ext>
            </a:extLst>
          </p:cNvPr>
          <p:cNvSpPr>
            <a:spLocks xmlns:a="http://schemas.openxmlformats.org/drawingml/2006/main" noGrp="1"/>
          </p:cNvSpPr>
          <p:nvPr/>
        </p:nvSpPr>
        <p:spPr>
          <a:xfrm xmlns:a="http://schemas.openxmlformats.org/drawingml/2006/main">
            <a:off x="400050" y="564832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Nationwide work by arrangement.</a:t>
            </a:r>
          </a:p>
        </p:txBody>
      </p:sp>
    </p:spTree>
    <p:extLst>
      <p:ext uri="{BB962C8B-B14F-4D97-AF65-F5344CB8AC3E}">
        <p14:creationId xmlns:p14="http://schemas.microsoft.com/office/powerpoint/2010/main" val="11459198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50">
            <a:extLst xmlns:a="http://schemas.openxmlformats.org/drawingml/2006/main">
              <a:ext uri="{FF2B5EF4-FFF2-40B4-BE49-F238E27FC236}">
                <a16:creationId xmlns:a16="http://schemas.microsoft.com/office/drawing/2014/main" id="{6CF59E8D-C886-46BA-86A5-26BC95A97A3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1">
            <a:extLst xmlns:a="http://schemas.openxmlformats.org/drawingml/2006/main">
              <a:ext uri="{FF2B5EF4-FFF2-40B4-BE49-F238E27FC236}">
                <a16:creationId xmlns:a16="http://schemas.microsoft.com/office/drawing/2014/main" id="{A87BD7D7-DCB0-49F0-84E9-CCBBC4D38DE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8F008A7-C480-4993-A800-E99DE06DA34A}"/>
              </a:ext>
            </a:extLst>
          </p:cNvPr>
          <p:cNvPicPr>
            <a:picLocks xmlns:a="http://schemas.openxmlformats.org/drawingml/2006/main" noChangeAspect="1"/>
          </p:cNvPicPr>
          <p:nvPr/>
        </p:nvPicPr>
        <p:blipFill>
          <a:blip xmlns:r="http://schemas.openxmlformats.org/officeDocument/2006/relationships" xmlns:a="http://schemas.openxmlformats.org/drawingml/2006/main" r:embed="Rc827ec0ef9134c7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2">
            <a:extLst xmlns:a="http://schemas.openxmlformats.org/drawingml/2006/main">
              <a:ext uri="{FF2B5EF4-FFF2-40B4-BE49-F238E27FC236}">
                <a16:creationId xmlns:a16="http://schemas.microsoft.com/office/drawing/2014/main" id="{69D2D11C-E24E-4E4A-B0B3-C1102001EEA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3">
            <a:extLst xmlns:a="http://schemas.openxmlformats.org/drawingml/2006/main">
              <a:ext uri="{FF2B5EF4-FFF2-40B4-BE49-F238E27FC236}">
                <a16:creationId xmlns:a16="http://schemas.microsoft.com/office/drawing/2014/main" id="{FE887676-FBD3-4248-8FDC-25497BADC04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4">
            <a:extLst xmlns:a="http://schemas.openxmlformats.org/drawingml/2006/main">
              <a:ext uri="{FF2B5EF4-FFF2-40B4-BE49-F238E27FC236}">
                <a16:creationId xmlns:a16="http://schemas.microsoft.com/office/drawing/2014/main" id="{38921CC0-01A0-4B79-8A09-C4BE804B0B7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5">
            <a:extLst xmlns:a="http://schemas.openxmlformats.org/drawingml/2006/main">
              <a:ext uri="{FF2B5EF4-FFF2-40B4-BE49-F238E27FC236}">
                <a16:creationId xmlns:a16="http://schemas.microsoft.com/office/drawing/2014/main" id="{E40C641B-E030-4179-AFC4-D0D0375526D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6">
            <a:extLst xmlns:a="http://schemas.openxmlformats.org/drawingml/2006/main">
              <a:ext uri="{FF2B5EF4-FFF2-40B4-BE49-F238E27FC236}">
                <a16:creationId xmlns:a16="http://schemas.microsoft.com/office/drawing/2014/main" id="{58BFA321-9020-4F1D-AAF2-C0A2886ACA9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7">
            <a:extLst xmlns:a="http://schemas.openxmlformats.org/drawingml/2006/main">
              <a:ext uri="{FF2B5EF4-FFF2-40B4-BE49-F238E27FC236}">
                <a16:creationId xmlns:a16="http://schemas.microsoft.com/office/drawing/2014/main" id="{B3DD0C54-7F0A-44D3-B56A-67DA216F73C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8">
            <a:extLst xmlns:a="http://schemas.openxmlformats.org/drawingml/2006/main">
              <a:ext uri="{FF2B5EF4-FFF2-40B4-BE49-F238E27FC236}">
                <a16:creationId xmlns:a16="http://schemas.microsoft.com/office/drawing/2014/main" id="{3B3B37F8-5F85-4A7A-9248-B4ADA8C0763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9">
            <a:extLst xmlns:a="http://schemas.openxmlformats.org/drawingml/2006/main">
              <a:ext uri="{FF2B5EF4-FFF2-40B4-BE49-F238E27FC236}">
                <a16:creationId xmlns:a16="http://schemas.microsoft.com/office/drawing/2014/main" id="{65E8FEE7-2A1E-4F94-82C4-B990C09C580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0">
            <a:extLst xmlns:a="http://schemas.openxmlformats.org/drawingml/2006/main">
              <a:ext uri="{FF2B5EF4-FFF2-40B4-BE49-F238E27FC236}">
                <a16:creationId xmlns:a16="http://schemas.microsoft.com/office/drawing/2014/main" id="{DD2BCB97-D156-48E7-99B3-9ABCB737B1C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1">
            <a:extLst xmlns:a="http://schemas.openxmlformats.org/drawingml/2006/main">
              <a:ext uri="{FF2B5EF4-FFF2-40B4-BE49-F238E27FC236}">
                <a16:creationId xmlns:a16="http://schemas.microsoft.com/office/drawing/2014/main" id="{006EA754-CFDF-4991-9736-6F005C64680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2">
            <a:extLst xmlns:a="http://schemas.openxmlformats.org/drawingml/2006/main">
              <a:ext uri="{FF2B5EF4-FFF2-40B4-BE49-F238E27FC236}">
                <a16:creationId xmlns:a16="http://schemas.microsoft.com/office/drawing/2014/main" id="{292A1079-FB22-426E-8842-A5278C094E3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3">
            <a:extLst xmlns:a="http://schemas.openxmlformats.org/drawingml/2006/main">
              <a:ext uri="{FF2B5EF4-FFF2-40B4-BE49-F238E27FC236}">
                <a16:creationId xmlns:a16="http://schemas.microsoft.com/office/drawing/2014/main" id="{CAB0CA03-BB51-46A7-82C1-6F62470DAE9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03</a:t>
            </a:r>
          </a:p>
        </p:txBody>
      </p:sp>
      <p:sp>
        <p:nvSpPr>
          <p:cNvPr id="16" name="profile-64">
            <a:extLst xmlns:a="http://schemas.openxmlformats.org/drawingml/2006/main">
              <a:ext uri="{FF2B5EF4-FFF2-40B4-BE49-F238E27FC236}">
                <a16:creationId xmlns:a16="http://schemas.microsoft.com/office/drawing/2014/main" id="{C3B8E8DF-527F-4E61-8D2C-1E0CF248F7E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Our purpose and service values</a:t>
            </a:r>
          </a:p>
        </p:txBody>
      </p:sp>
      <p:sp>
        <p:nvSpPr>
          <p:cNvPr id="17" name="profile-65">
            <a:extLst xmlns:a="http://schemas.openxmlformats.org/drawingml/2006/main">
              <a:ext uri="{FF2B5EF4-FFF2-40B4-BE49-F238E27FC236}">
                <a16:creationId xmlns:a16="http://schemas.microsoft.com/office/drawing/2014/main" id="{269AFF14-64D0-41EB-9717-04748A41D0B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6">
            <a:extLst xmlns:a="http://schemas.openxmlformats.org/drawingml/2006/main">
              <a:ext uri="{FF2B5EF4-FFF2-40B4-BE49-F238E27FC236}">
                <a16:creationId xmlns:a16="http://schemas.microsoft.com/office/drawing/2014/main" id="{3C80EA58-54D1-4550-9B3C-5A5233D9352B}"/>
              </a:ext>
            </a:extLst>
          </p:cNvPr>
          <p:cNvSpPr>
            <a:spLocks xmlns:a="http://schemas.openxmlformats.org/drawingml/2006/main" noGrp="1"/>
          </p:cNvSpPr>
          <p:nvPr/>
        </p:nvSpPr>
        <p:spPr>
          <a:xfrm xmlns:a="http://schemas.openxmlformats.org/drawingml/2006/main">
            <a:off x="400050" y="2238375"/>
            <a:ext cx="5067300" cy="31432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67">
            <a:extLst xmlns:a="http://schemas.openxmlformats.org/drawingml/2006/main">
              <a:ext uri="{FF2B5EF4-FFF2-40B4-BE49-F238E27FC236}">
                <a16:creationId xmlns:a16="http://schemas.microsoft.com/office/drawing/2014/main" id="{5503FD4C-5E5B-4380-B262-382D7FF92D93}"/>
              </a:ext>
            </a:extLst>
          </p:cNvPr>
          <p:cNvSpPr>
            <a:spLocks xmlns:a="http://schemas.openxmlformats.org/drawingml/2006/main" noGrp="1"/>
          </p:cNvSpPr>
          <p:nvPr/>
        </p:nvSpPr>
        <p:spPr>
          <a:xfrm xmlns:a="http://schemas.openxmlformats.org/drawingml/2006/main">
            <a:off x="666750" y="254317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OUR MISSION</a:t>
            </a:r>
          </a:p>
        </p:txBody>
      </p:sp>
      <p:sp>
        <p:nvSpPr>
          <p:cNvPr id="20" name="profile-68">
            <a:extLst xmlns:a="http://schemas.openxmlformats.org/drawingml/2006/main">
              <a:ext uri="{FF2B5EF4-FFF2-40B4-BE49-F238E27FC236}">
                <a16:creationId xmlns:a16="http://schemas.microsoft.com/office/drawing/2014/main" id="{E77D0196-706A-478F-B551-3791A0E61308}"/>
              </a:ext>
            </a:extLst>
          </p:cNvPr>
          <p:cNvSpPr>
            <a:spLocks xmlns:a="http://schemas.openxmlformats.org/drawingml/2006/main" noGrp="1"/>
          </p:cNvSpPr>
          <p:nvPr/>
        </p:nvSpPr>
        <p:spPr>
          <a:xfrm xmlns:a="http://schemas.openxmlformats.org/drawingml/2006/main">
            <a:off x="666750" y="306705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Provide professional, reliable</a:t>
            </a:r>
          </a:p>
        </p:txBody>
      </p:sp>
      <p:sp>
        <p:nvSpPr>
          <p:cNvPr id="21" name="profile-69">
            <a:extLst xmlns:a="http://schemas.openxmlformats.org/drawingml/2006/main">
              <a:ext uri="{FF2B5EF4-FFF2-40B4-BE49-F238E27FC236}">
                <a16:creationId xmlns:a16="http://schemas.microsoft.com/office/drawing/2014/main" id="{51E3BF28-FED5-4A68-8F19-0C21B6DBBDE5}"/>
              </a:ext>
            </a:extLst>
          </p:cNvPr>
          <p:cNvSpPr>
            <a:spLocks xmlns:a="http://schemas.openxmlformats.org/drawingml/2006/main" noGrp="1"/>
          </p:cNvSpPr>
          <p:nvPr/>
        </p:nvSpPr>
        <p:spPr>
          <a:xfrm xmlns:a="http://schemas.openxmlformats.org/drawingml/2006/main">
            <a:off x="666750" y="343852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property services with clear</a:t>
            </a:r>
          </a:p>
        </p:txBody>
      </p:sp>
      <p:sp>
        <p:nvSpPr>
          <p:cNvPr id="22" name="profile-70">
            <a:extLst xmlns:a="http://schemas.openxmlformats.org/drawingml/2006/main">
              <a:ext uri="{FF2B5EF4-FFF2-40B4-BE49-F238E27FC236}">
                <a16:creationId xmlns:a16="http://schemas.microsoft.com/office/drawing/2014/main" id="{0FED1CBA-595A-44DC-B2C7-5D62C178F5EA}"/>
              </a:ext>
            </a:extLst>
          </p:cNvPr>
          <p:cNvSpPr>
            <a:spLocks xmlns:a="http://schemas.openxmlformats.org/drawingml/2006/main" noGrp="1"/>
          </p:cNvSpPr>
          <p:nvPr/>
        </p:nvSpPr>
        <p:spPr>
          <a:xfrm xmlns:a="http://schemas.openxmlformats.org/drawingml/2006/main">
            <a:off x="666750" y="381000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scope, responsive coordination</a:t>
            </a:r>
          </a:p>
        </p:txBody>
      </p:sp>
      <p:sp>
        <p:nvSpPr>
          <p:cNvPr id="23" name="profile-71">
            <a:extLst xmlns:a="http://schemas.openxmlformats.org/drawingml/2006/main">
              <a:ext uri="{FF2B5EF4-FFF2-40B4-BE49-F238E27FC236}">
                <a16:creationId xmlns:a16="http://schemas.microsoft.com/office/drawing/2014/main" id="{39C35FB2-DB47-4C1E-9F9C-14603755F480}"/>
              </a:ext>
            </a:extLst>
          </p:cNvPr>
          <p:cNvSpPr>
            <a:spLocks xmlns:a="http://schemas.openxmlformats.org/drawingml/2006/main" noGrp="1"/>
          </p:cNvSpPr>
          <p:nvPr/>
        </p:nvSpPr>
        <p:spPr>
          <a:xfrm xmlns:a="http://schemas.openxmlformats.org/drawingml/2006/main">
            <a:off x="666750" y="418147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and care for the client's site.</a:t>
            </a:r>
          </a:p>
        </p:txBody>
      </p:sp>
      <p:sp>
        <p:nvSpPr>
          <p:cNvPr id="24" name="profile-72">
            <a:extLst xmlns:a="http://schemas.openxmlformats.org/drawingml/2006/main">
              <a:ext uri="{FF2B5EF4-FFF2-40B4-BE49-F238E27FC236}">
                <a16:creationId xmlns:a16="http://schemas.microsoft.com/office/drawing/2014/main" id="{6FA20607-87CA-45AB-996C-14B5020DE151}"/>
              </a:ext>
            </a:extLst>
          </p:cNvPr>
          <p:cNvSpPr>
            <a:spLocks xmlns:a="http://schemas.openxmlformats.org/drawingml/2006/main" noGrp="1"/>
          </p:cNvSpPr>
          <p:nvPr/>
        </p:nvSpPr>
        <p:spPr>
          <a:xfrm xmlns:a="http://schemas.openxmlformats.org/drawingml/2006/main">
            <a:off x="5962650" y="228600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VISION</a:t>
            </a:r>
          </a:p>
        </p:txBody>
      </p:sp>
      <p:sp>
        <p:nvSpPr>
          <p:cNvPr id="25" name="profile-73">
            <a:extLst xmlns:a="http://schemas.openxmlformats.org/drawingml/2006/main">
              <a:ext uri="{FF2B5EF4-FFF2-40B4-BE49-F238E27FC236}">
                <a16:creationId xmlns:a16="http://schemas.microsoft.com/office/drawing/2014/main" id="{07F13C93-8B96-43AA-B1AB-EEC46047F1B3}"/>
              </a:ext>
            </a:extLst>
          </p:cNvPr>
          <p:cNvSpPr>
            <a:spLocks xmlns:a="http://schemas.openxmlformats.org/drawingml/2006/main" noGrp="1"/>
          </p:cNvSpPr>
          <p:nvPr/>
        </p:nvSpPr>
        <p:spPr>
          <a:xfrm xmlns:a="http://schemas.openxmlformats.org/drawingml/2006/main">
            <a:off x="5962650" y="2724150"/>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Be a long-term service partner that clients trust with</a:t>
            </a:r>
          </a:p>
        </p:txBody>
      </p:sp>
      <p:sp>
        <p:nvSpPr>
          <p:cNvPr id="26" name="profile-74">
            <a:extLst xmlns:a="http://schemas.openxmlformats.org/drawingml/2006/main">
              <a:ext uri="{FF2B5EF4-FFF2-40B4-BE49-F238E27FC236}">
                <a16:creationId xmlns:a16="http://schemas.microsoft.com/office/drawing/2014/main" id="{610280AC-7E72-45A6-812D-74C3EC336B49}"/>
              </a:ext>
            </a:extLst>
          </p:cNvPr>
          <p:cNvSpPr>
            <a:spLocks xmlns:a="http://schemas.openxmlformats.org/drawingml/2006/main" noGrp="1"/>
          </p:cNvSpPr>
          <p:nvPr/>
        </p:nvSpPr>
        <p:spPr>
          <a:xfrm xmlns:a="http://schemas.openxmlformats.org/drawingml/2006/main">
            <a:off x="5962650" y="3051048"/>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their property maintenance and improvement</a:t>
            </a:r>
          </a:p>
        </p:txBody>
      </p:sp>
      <p:sp>
        <p:nvSpPr>
          <p:cNvPr id="27" name="profile-75">
            <a:extLst xmlns:a="http://schemas.openxmlformats.org/drawingml/2006/main">
              <a:ext uri="{FF2B5EF4-FFF2-40B4-BE49-F238E27FC236}">
                <a16:creationId xmlns:a16="http://schemas.microsoft.com/office/drawing/2014/main" id="{6686DB63-3CE4-4F22-9E8B-8E54CCB81498}"/>
              </a:ext>
            </a:extLst>
          </p:cNvPr>
          <p:cNvSpPr>
            <a:spLocks xmlns:a="http://schemas.openxmlformats.org/drawingml/2006/main" noGrp="1"/>
          </p:cNvSpPr>
          <p:nvPr/>
        </p:nvSpPr>
        <p:spPr>
          <a:xfrm xmlns:a="http://schemas.openxmlformats.org/drawingml/2006/main">
            <a:off x="5962650" y="3377946"/>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needs.</a:t>
            </a:r>
          </a:p>
        </p:txBody>
      </p:sp>
      <p:sp>
        <p:nvSpPr>
          <p:cNvPr id="28" name="profile-76">
            <a:extLst xmlns:a="http://schemas.openxmlformats.org/drawingml/2006/main">
              <a:ext uri="{FF2B5EF4-FFF2-40B4-BE49-F238E27FC236}">
                <a16:creationId xmlns:a16="http://schemas.microsoft.com/office/drawing/2014/main" id="{78A096D6-D0D4-4312-921B-16E6E22789F8}"/>
              </a:ext>
            </a:extLst>
          </p:cNvPr>
          <p:cNvSpPr>
            <a:spLocks xmlns:a="http://schemas.openxmlformats.org/drawingml/2006/main" noGrp="1"/>
          </p:cNvSpPr>
          <p:nvPr/>
        </p:nvSpPr>
        <p:spPr>
          <a:xfrm xmlns:a="http://schemas.openxmlformats.org/drawingml/2006/main">
            <a:off x="5962650" y="41433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VALUES</a:t>
            </a:r>
          </a:p>
        </p:txBody>
      </p:sp>
      <p:sp>
        <p:nvSpPr>
          <p:cNvPr id="29" name="profile-77">
            <a:extLst xmlns:a="http://schemas.openxmlformats.org/drawingml/2006/main">
              <a:ext uri="{FF2B5EF4-FFF2-40B4-BE49-F238E27FC236}">
                <a16:creationId xmlns:a16="http://schemas.microsoft.com/office/drawing/2014/main" id="{E7EF598F-56AB-45E9-8D31-BB03CE0E1EEE}"/>
              </a:ext>
            </a:extLst>
          </p:cNvPr>
          <p:cNvSpPr>
            <a:spLocks xmlns:a="http://schemas.openxmlformats.org/drawingml/2006/main" noGrp="1"/>
          </p:cNvSpPr>
          <p:nvPr/>
        </p:nvSpPr>
        <p:spPr>
          <a:xfrm xmlns:a="http://schemas.openxmlformats.org/drawingml/2006/main">
            <a:off x="5962650" y="45720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Quality. Integrity. Respect.</a:t>
            </a:r>
          </a:p>
        </p:txBody>
      </p:sp>
      <p:sp>
        <p:nvSpPr>
          <p:cNvPr id="30" name="profile-78">
            <a:extLst xmlns:a="http://schemas.openxmlformats.org/drawingml/2006/main">
              <a:ext uri="{FF2B5EF4-FFF2-40B4-BE49-F238E27FC236}">
                <a16:creationId xmlns:a16="http://schemas.microsoft.com/office/drawing/2014/main" id="{849D47F1-D18A-4785-BF6F-A87D982C47A4}"/>
              </a:ext>
            </a:extLst>
          </p:cNvPr>
          <p:cNvSpPr>
            <a:spLocks xmlns:a="http://schemas.openxmlformats.org/drawingml/2006/main" noGrp="1"/>
          </p:cNvSpPr>
          <p:nvPr/>
        </p:nvSpPr>
        <p:spPr>
          <a:xfrm xmlns:a="http://schemas.openxmlformats.org/drawingml/2006/main">
            <a:off x="5962650" y="494347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Teamwork. Customer satisfaction.</a:t>
            </a:r>
          </a:p>
        </p:txBody>
      </p:sp>
    </p:spTree>
    <p:extLst>
      <p:ext uri="{BB962C8B-B14F-4D97-AF65-F5344CB8AC3E}">
        <p14:creationId xmlns:p14="http://schemas.microsoft.com/office/powerpoint/2010/main" val="8099858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79">
            <a:extLst xmlns:a="http://schemas.openxmlformats.org/drawingml/2006/main">
              <a:ext uri="{FF2B5EF4-FFF2-40B4-BE49-F238E27FC236}">
                <a16:creationId xmlns:a16="http://schemas.microsoft.com/office/drawing/2014/main" id="{AD23D20B-E7A5-4C92-A8BF-2C8D9DAC3C3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0">
            <a:extLst xmlns:a="http://schemas.openxmlformats.org/drawingml/2006/main">
              <a:ext uri="{FF2B5EF4-FFF2-40B4-BE49-F238E27FC236}">
                <a16:creationId xmlns:a16="http://schemas.microsoft.com/office/drawing/2014/main" id="{F1291424-7E27-45B1-962D-887B92DE6D2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1492AB1-696A-4D0E-8CC6-DE94BBB23B37}"/>
              </a:ext>
            </a:extLst>
          </p:cNvPr>
          <p:cNvPicPr>
            <a:picLocks xmlns:a="http://schemas.openxmlformats.org/drawingml/2006/main" noChangeAspect="1"/>
          </p:cNvPicPr>
          <p:nvPr/>
        </p:nvPicPr>
        <p:blipFill>
          <a:blip xmlns:r="http://schemas.openxmlformats.org/officeDocument/2006/relationships" xmlns:a="http://schemas.openxmlformats.org/drawingml/2006/main" r:embed="R37c51d5bf184472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1">
            <a:extLst xmlns:a="http://schemas.openxmlformats.org/drawingml/2006/main">
              <a:ext uri="{FF2B5EF4-FFF2-40B4-BE49-F238E27FC236}">
                <a16:creationId xmlns:a16="http://schemas.microsoft.com/office/drawing/2014/main" id="{B0A35CAD-D579-4098-B868-A46A3C2D3C5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2">
            <a:extLst xmlns:a="http://schemas.openxmlformats.org/drawingml/2006/main">
              <a:ext uri="{FF2B5EF4-FFF2-40B4-BE49-F238E27FC236}">
                <a16:creationId xmlns:a16="http://schemas.microsoft.com/office/drawing/2014/main" id="{370DB1A5-DAF2-4C76-9672-18A6C4D2787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3">
            <a:extLst xmlns:a="http://schemas.openxmlformats.org/drawingml/2006/main">
              <a:ext uri="{FF2B5EF4-FFF2-40B4-BE49-F238E27FC236}">
                <a16:creationId xmlns:a16="http://schemas.microsoft.com/office/drawing/2014/main" id="{B62A4A05-D1AA-4BD9-AFA9-0B5EDEFFC8DB}"/>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4">
            <a:extLst xmlns:a="http://schemas.openxmlformats.org/drawingml/2006/main">
              <a:ext uri="{FF2B5EF4-FFF2-40B4-BE49-F238E27FC236}">
                <a16:creationId xmlns:a16="http://schemas.microsoft.com/office/drawing/2014/main" id="{F17E4C86-92AB-462D-9E36-34625ECB8E3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5">
            <a:extLst xmlns:a="http://schemas.openxmlformats.org/drawingml/2006/main">
              <a:ext uri="{FF2B5EF4-FFF2-40B4-BE49-F238E27FC236}">
                <a16:creationId xmlns:a16="http://schemas.microsoft.com/office/drawing/2014/main" id="{8534E174-CBF9-4EA1-ACD2-DA3C887E04A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6">
            <a:extLst xmlns:a="http://schemas.openxmlformats.org/drawingml/2006/main">
              <a:ext uri="{FF2B5EF4-FFF2-40B4-BE49-F238E27FC236}">
                <a16:creationId xmlns:a16="http://schemas.microsoft.com/office/drawing/2014/main" id="{8752A2DB-79A6-40D0-BF00-8A0EA74CCBB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7">
            <a:extLst xmlns:a="http://schemas.openxmlformats.org/drawingml/2006/main">
              <a:ext uri="{FF2B5EF4-FFF2-40B4-BE49-F238E27FC236}">
                <a16:creationId xmlns:a16="http://schemas.microsoft.com/office/drawing/2014/main" id="{AEC09E1E-36EC-443F-B50E-FA72DA64BA1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8">
            <a:extLst xmlns:a="http://schemas.openxmlformats.org/drawingml/2006/main">
              <a:ext uri="{FF2B5EF4-FFF2-40B4-BE49-F238E27FC236}">
                <a16:creationId xmlns:a16="http://schemas.microsoft.com/office/drawing/2014/main" id="{B6E4EDCD-85A3-47EB-91A5-32A1C31EAAD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9">
            <a:extLst xmlns:a="http://schemas.openxmlformats.org/drawingml/2006/main">
              <a:ext uri="{FF2B5EF4-FFF2-40B4-BE49-F238E27FC236}">
                <a16:creationId xmlns:a16="http://schemas.microsoft.com/office/drawing/2014/main" id="{B6348426-DA1D-4AE3-BED9-8A0E1284B8C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0">
            <a:extLst xmlns:a="http://schemas.openxmlformats.org/drawingml/2006/main">
              <a:ext uri="{FF2B5EF4-FFF2-40B4-BE49-F238E27FC236}">
                <a16:creationId xmlns:a16="http://schemas.microsoft.com/office/drawing/2014/main" id="{334256A8-F641-4FEA-A353-39F50C4D7F0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1">
            <a:extLst xmlns:a="http://schemas.openxmlformats.org/drawingml/2006/main">
              <a:ext uri="{FF2B5EF4-FFF2-40B4-BE49-F238E27FC236}">
                <a16:creationId xmlns:a16="http://schemas.microsoft.com/office/drawing/2014/main" id="{C820D637-F02C-4F37-AA9F-FBDE6A33327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2">
            <a:extLst xmlns:a="http://schemas.openxmlformats.org/drawingml/2006/main">
              <a:ext uri="{FF2B5EF4-FFF2-40B4-BE49-F238E27FC236}">
                <a16:creationId xmlns:a16="http://schemas.microsoft.com/office/drawing/2014/main" id="{FEB0267D-C04A-45DA-A4AA-7FA7E1E5A8A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04</a:t>
            </a:r>
          </a:p>
        </p:txBody>
      </p:sp>
      <p:sp>
        <p:nvSpPr>
          <p:cNvPr id="16" name="profile-93">
            <a:extLst xmlns:a="http://schemas.openxmlformats.org/drawingml/2006/main">
              <a:ext uri="{FF2B5EF4-FFF2-40B4-BE49-F238E27FC236}">
                <a16:creationId xmlns:a16="http://schemas.microsoft.com/office/drawing/2014/main" id="{D644CED7-D880-4B28-9B8D-F261C5DE098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broader range of property services</a:t>
            </a:r>
          </a:p>
        </p:txBody>
      </p:sp>
      <p:sp>
        <p:nvSpPr>
          <p:cNvPr id="17" name="profile-94">
            <a:extLst xmlns:a="http://schemas.openxmlformats.org/drawingml/2006/main">
              <a:ext uri="{FF2B5EF4-FFF2-40B4-BE49-F238E27FC236}">
                <a16:creationId xmlns:a16="http://schemas.microsoft.com/office/drawing/2014/main" id="{04AB3755-7319-4BDB-B56B-9F60A071AF1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5">
            <a:extLst xmlns:a="http://schemas.openxmlformats.org/drawingml/2006/main">
              <a:ext uri="{FF2B5EF4-FFF2-40B4-BE49-F238E27FC236}">
                <a16:creationId xmlns:a16="http://schemas.microsoft.com/office/drawing/2014/main" id="{473B1CBB-1D59-4BDB-B86D-1256518F4595}"/>
              </a:ext>
            </a:extLst>
          </p:cNvPr>
          <p:cNvSpPr>
            <a:spLocks xmlns:a="http://schemas.openxmlformats.org/drawingml/2006/main" noGrp="1"/>
          </p:cNvSpPr>
          <p:nvPr/>
        </p:nvSpPr>
        <p:spPr>
          <a:xfrm xmlns:a="http://schemas.openxmlformats.org/drawingml/2006/main">
            <a:off x="40005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9" name="profile-96">
            <a:extLst xmlns:a="http://schemas.openxmlformats.org/drawingml/2006/main">
              <a:ext uri="{FF2B5EF4-FFF2-40B4-BE49-F238E27FC236}">
                <a16:creationId xmlns:a16="http://schemas.microsoft.com/office/drawing/2014/main" id="{39F206DA-1F36-4244-9B59-BBAF0488B774}"/>
              </a:ext>
            </a:extLst>
          </p:cNvPr>
          <p:cNvSpPr>
            <a:spLocks xmlns:a="http://schemas.openxmlformats.org/drawingml/2006/main" noGrp="1"/>
          </p:cNvSpPr>
          <p:nvPr/>
        </p:nvSpPr>
        <p:spPr>
          <a:xfrm xmlns:a="http://schemas.openxmlformats.org/drawingml/2006/main">
            <a:off x="40005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SEPTIC AND DRAINAGE</a:t>
            </a:r>
          </a:p>
        </p:txBody>
      </p:sp>
      <p:sp>
        <p:nvSpPr>
          <p:cNvPr id="20" name="profile-97">
            <a:extLst xmlns:a="http://schemas.openxmlformats.org/drawingml/2006/main">
              <a:ext uri="{FF2B5EF4-FFF2-40B4-BE49-F238E27FC236}">
                <a16:creationId xmlns:a16="http://schemas.microsoft.com/office/drawing/2014/main" id="{9307CD47-FCE1-4C00-8F5E-CB28472FD5B6}"/>
              </a:ext>
            </a:extLst>
          </p:cNvPr>
          <p:cNvSpPr>
            <a:spLocks xmlns:a="http://schemas.openxmlformats.org/drawingml/2006/main" noGrp="1"/>
          </p:cNvSpPr>
          <p:nvPr/>
        </p:nvSpPr>
        <p:spPr>
          <a:xfrm xmlns:a="http://schemas.openxmlformats.org/drawingml/2006/main">
            <a:off x="40005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98">
            <a:extLst xmlns:a="http://schemas.openxmlformats.org/drawingml/2006/main">
              <a:ext uri="{FF2B5EF4-FFF2-40B4-BE49-F238E27FC236}">
                <a16:creationId xmlns:a16="http://schemas.microsoft.com/office/drawing/2014/main" id="{2F594D13-5C59-4D07-97FB-D0E0F5326D19}"/>
              </a:ext>
            </a:extLst>
          </p:cNvPr>
          <p:cNvSpPr>
            <a:spLocks xmlns:a="http://schemas.openxmlformats.org/drawingml/2006/main" noGrp="1"/>
          </p:cNvSpPr>
          <p:nvPr/>
        </p:nvSpPr>
        <p:spPr>
          <a:xfrm xmlns:a="http://schemas.openxmlformats.org/drawingml/2006/main">
            <a:off x="60007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Septic tank siphoning</a:t>
            </a:r>
          </a:p>
        </p:txBody>
      </p:sp>
      <p:sp>
        <p:nvSpPr>
          <p:cNvPr id="22" name="profile-99">
            <a:extLst xmlns:a="http://schemas.openxmlformats.org/drawingml/2006/main">
              <a:ext uri="{FF2B5EF4-FFF2-40B4-BE49-F238E27FC236}">
                <a16:creationId xmlns:a16="http://schemas.microsoft.com/office/drawing/2014/main" id="{F5B2B2E7-E72F-4320-81E1-EC0E7B67EA27}"/>
              </a:ext>
            </a:extLst>
          </p:cNvPr>
          <p:cNvSpPr>
            <a:spLocks xmlns:a="http://schemas.openxmlformats.org/drawingml/2006/main" noGrp="1"/>
          </p:cNvSpPr>
          <p:nvPr/>
        </p:nvSpPr>
        <p:spPr>
          <a:xfrm xmlns:a="http://schemas.openxmlformats.org/drawingml/2006/main">
            <a:off x="40005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100">
            <a:extLst xmlns:a="http://schemas.openxmlformats.org/drawingml/2006/main">
              <a:ext uri="{FF2B5EF4-FFF2-40B4-BE49-F238E27FC236}">
                <a16:creationId xmlns:a16="http://schemas.microsoft.com/office/drawing/2014/main" id="{45337F82-EE5B-4812-B5D4-5F539E5C78A4}"/>
              </a:ext>
            </a:extLst>
          </p:cNvPr>
          <p:cNvSpPr>
            <a:spLocks xmlns:a="http://schemas.openxmlformats.org/drawingml/2006/main" noGrp="1"/>
          </p:cNvSpPr>
          <p:nvPr/>
        </p:nvSpPr>
        <p:spPr>
          <a:xfrm xmlns:a="http://schemas.openxmlformats.org/drawingml/2006/main">
            <a:off x="60007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Manual septic tank cleaning</a:t>
            </a:r>
          </a:p>
        </p:txBody>
      </p:sp>
      <p:sp>
        <p:nvSpPr>
          <p:cNvPr id="24" name="profile-101">
            <a:extLst xmlns:a="http://schemas.openxmlformats.org/drawingml/2006/main">
              <a:ext uri="{FF2B5EF4-FFF2-40B4-BE49-F238E27FC236}">
                <a16:creationId xmlns:a16="http://schemas.microsoft.com/office/drawing/2014/main" id="{3ACC4200-F3EC-4BF7-A603-947DF70F82F2}"/>
              </a:ext>
            </a:extLst>
          </p:cNvPr>
          <p:cNvSpPr>
            <a:spLocks xmlns:a="http://schemas.openxmlformats.org/drawingml/2006/main" noGrp="1"/>
          </p:cNvSpPr>
          <p:nvPr/>
        </p:nvSpPr>
        <p:spPr>
          <a:xfrm xmlns:a="http://schemas.openxmlformats.org/drawingml/2006/main">
            <a:off x="400050"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102">
            <a:extLst xmlns:a="http://schemas.openxmlformats.org/drawingml/2006/main">
              <a:ext uri="{FF2B5EF4-FFF2-40B4-BE49-F238E27FC236}">
                <a16:creationId xmlns:a16="http://schemas.microsoft.com/office/drawing/2014/main" id="{9FA0A532-7785-4A9F-8308-9D45CB85CE4C}"/>
              </a:ext>
            </a:extLst>
          </p:cNvPr>
          <p:cNvSpPr>
            <a:spLocks xmlns:a="http://schemas.openxmlformats.org/drawingml/2006/main" noGrp="1"/>
          </p:cNvSpPr>
          <p:nvPr/>
        </p:nvSpPr>
        <p:spPr>
          <a:xfrm xmlns:a="http://schemas.openxmlformats.org/drawingml/2006/main">
            <a:off x="600075"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Drain and pipe declogging</a:t>
            </a:r>
          </a:p>
        </p:txBody>
      </p:sp>
      <p:sp>
        <p:nvSpPr>
          <p:cNvPr id="26" name="profile-103">
            <a:extLst xmlns:a="http://schemas.openxmlformats.org/drawingml/2006/main">
              <a:ext uri="{FF2B5EF4-FFF2-40B4-BE49-F238E27FC236}">
                <a16:creationId xmlns:a16="http://schemas.microsoft.com/office/drawing/2014/main" id="{A8E49C5A-CAEA-49E2-9D2A-AF244A71C5AF}"/>
              </a:ext>
            </a:extLst>
          </p:cNvPr>
          <p:cNvSpPr>
            <a:spLocks xmlns:a="http://schemas.openxmlformats.org/drawingml/2006/main" noGrp="1"/>
          </p:cNvSpPr>
          <p:nvPr/>
        </p:nvSpPr>
        <p:spPr>
          <a:xfrm xmlns:a="http://schemas.openxmlformats.org/drawingml/2006/main">
            <a:off x="400050"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104">
            <a:extLst xmlns:a="http://schemas.openxmlformats.org/drawingml/2006/main">
              <a:ext uri="{FF2B5EF4-FFF2-40B4-BE49-F238E27FC236}">
                <a16:creationId xmlns:a16="http://schemas.microsoft.com/office/drawing/2014/main" id="{D2ACC740-4805-4444-8626-E430FC7C09B3}"/>
              </a:ext>
            </a:extLst>
          </p:cNvPr>
          <p:cNvSpPr>
            <a:spLocks xmlns:a="http://schemas.openxmlformats.org/drawingml/2006/main" noGrp="1"/>
          </p:cNvSpPr>
          <p:nvPr/>
        </p:nvSpPr>
        <p:spPr>
          <a:xfrm xmlns:a="http://schemas.openxmlformats.org/drawingml/2006/main">
            <a:off x="600075"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Grease tank and trap cleaning</a:t>
            </a:r>
          </a:p>
        </p:txBody>
      </p:sp>
      <p:sp>
        <p:nvSpPr>
          <p:cNvPr id="28" name="profile-105">
            <a:extLst xmlns:a="http://schemas.openxmlformats.org/drawingml/2006/main">
              <a:ext uri="{FF2B5EF4-FFF2-40B4-BE49-F238E27FC236}">
                <a16:creationId xmlns:a16="http://schemas.microsoft.com/office/drawing/2014/main" id="{259456C0-7634-4891-AB3B-33E893CBD265}"/>
              </a:ext>
            </a:extLst>
          </p:cNvPr>
          <p:cNvSpPr>
            <a:spLocks xmlns:a="http://schemas.openxmlformats.org/drawingml/2006/main" noGrp="1"/>
          </p:cNvSpPr>
          <p:nvPr/>
        </p:nvSpPr>
        <p:spPr>
          <a:xfrm xmlns:a="http://schemas.openxmlformats.org/drawingml/2006/main">
            <a:off x="4276725"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106">
            <a:extLst xmlns:a="http://schemas.openxmlformats.org/drawingml/2006/main">
              <a:ext uri="{FF2B5EF4-FFF2-40B4-BE49-F238E27FC236}">
                <a16:creationId xmlns:a16="http://schemas.microsoft.com/office/drawing/2014/main" id="{1B44B8FA-DE3B-4E0D-986E-96A0F0FDCAB6}"/>
              </a:ext>
            </a:extLst>
          </p:cNvPr>
          <p:cNvSpPr>
            <a:spLocks xmlns:a="http://schemas.openxmlformats.org/drawingml/2006/main" noGrp="1"/>
          </p:cNvSpPr>
          <p:nvPr/>
        </p:nvSpPr>
        <p:spPr>
          <a:xfrm xmlns:a="http://schemas.openxmlformats.org/drawingml/2006/main">
            <a:off x="4276725"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REPAIRS AND PROPERTY CARE</a:t>
            </a:r>
          </a:p>
        </p:txBody>
      </p:sp>
      <p:sp>
        <p:nvSpPr>
          <p:cNvPr id="30" name="profile-107">
            <a:extLst xmlns:a="http://schemas.openxmlformats.org/drawingml/2006/main">
              <a:ext uri="{FF2B5EF4-FFF2-40B4-BE49-F238E27FC236}">
                <a16:creationId xmlns:a16="http://schemas.microsoft.com/office/drawing/2014/main" id="{8F7F0208-9E59-46DD-931C-A19CB9CDCF73}"/>
              </a:ext>
            </a:extLst>
          </p:cNvPr>
          <p:cNvSpPr>
            <a:spLocks xmlns:a="http://schemas.openxmlformats.org/drawingml/2006/main" noGrp="1"/>
          </p:cNvSpPr>
          <p:nvPr/>
        </p:nvSpPr>
        <p:spPr>
          <a:xfrm xmlns:a="http://schemas.openxmlformats.org/drawingml/2006/main">
            <a:off x="4276725"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108">
            <a:extLst xmlns:a="http://schemas.openxmlformats.org/drawingml/2006/main">
              <a:ext uri="{FF2B5EF4-FFF2-40B4-BE49-F238E27FC236}">
                <a16:creationId xmlns:a16="http://schemas.microsoft.com/office/drawing/2014/main" id="{5ECB0C27-5212-4632-94D0-16D18056AA93}"/>
              </a:ext>
            </a:extLst>
          </p:cNvPr>
          <p:cNvSpPr>
            <a:spLocks xmlns:a="http://schemas.openxmlformats.org/drawingml/2006/main" noGrp="1"/>
          </p:cNvSpPr>
          <p:nvPr/>
        </p:nvSpPr>
        <p:spPr>
          <a:xfrm xmlns:a="http://schemas.openxmlformats.org/drawingml/2006/main">
            <a:off x="4476750"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a:t>
            </a:r>
          </a:p>
        </p:txBody>
      </p:sp>
      <p:sp>
        <p:nvSpPr>
          <p:cNvPr id="32" name="profile-109">
            <a:extLst xmlns:a="http://schemas.openxmlformats.org/drawingml/2006/main">
              <a:ext uri="{FF2B5EF4-FFF2-40B4-BE49-F238E27FC236}">
                <a16:creationId xmlns:a16="http://schemas.microsoft.com/office/drawing/2014/main" id="{5507FDC0-41DE-4ABF-B9CF-AD30FE0765A1}"/>
              </a:ext>
            </a:extLst>
          </p:cNvPr>
          <p:cNvSpPr>
            <a:spLocks xmlns:a="http://schemas.openxmlformats.org/drawingml/2006/main" noGrp="1"/>
          </p:cNvSpPr>
          <p:nvPr/>
        </p:nvSpPr>
        <p:spPr>
          <a:xfrm xmlns:a="http://schemas.openxmlformats.org/drawingml/2006/main">
            <a:off x="4276725"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110">
            <a:extLst xmlns:a="http://schemas.openxmlformats.org/drawingml/2006/main">
              <a:ext uri="{FF2B5EF4-FFF2-40B4-BE49-F238E27FC236}">
                <a16:creationId xmlns:a16="http://schemas.microsoft.com/office/drawing/2014/main" id="{A0B1AC36-6A19-4DC1-8D9A-B506D3379014}"/>
              </a:ext>
            </a:extLst>
          </p:cNvPr>
          <p:cNvSpPr>
            <a:spLocks xmlns:a="http://schemas.openxmlformats.org/drawingml/2006/main" noGrp="1"/>
          </p:cNvSpPr>
          <p:nvPr/>
        </p:nvSpPr>
        <p:spPr>
          <a:xfrm xmlns:a="http://schemas.openxmlformats.org/drawingml/2006/main">
            <a:off x="4476750"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Excavation</a:t>
            </a:r>
          </a:p>
        </p:txBody>
      </p:sp>
      <p:sp>
        <p:nvSpPr>
          <p:cNvPr id="34" name="profile-111">
            <a:extLst xmlns:a="http://schemas.openxmlformats.org/drawingml/2006/main">
              <a:ext uri="{FF2B5EF4-FFF2-40B4-BE49-F238E27FC236}">
                <a16:creationId xmlns:a16="http://schemas.microsoft.com/office/drawing/2014/main" id="{5F93215B-9432-4AA0-9F97-F4774802673B}"/>
              </a:ext>
            </a:extLst>
          </p:cNvPr>
          <p:cNvSpPr>
            <a:spLocks xmlns:a="http://schemas.openxmlformats.org/drawingml/2006/main" noGrp="1"/>
          </p:cNvSpPr>
          <p:nvPr/>
        </p:nvSpPr>
        <p:spPr>
          <a:xfrm xmlns:a="http://schemas.openxmlformats.org/drawingml/2006/main">
            <a:off x="4276725"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112">
            <a:extLst xmlns:a="http://schemas.openxmlformats.org/drawingml/2006/main">
              <a:ext uri="{FF2B5EF4-FFF2-40B4-BE49-F238E27FC236}">
                <a16:creationId xmlns:a16="http://schemas.microsoft.com/office/drawing/2014/main" id="{CC58ADC4-EB36-4947-B9B4-1C0C27B74612}"/>
              </a:ext>
            </a:extLst>
          </p:cNvPr>
          <p:cNvSpPr>
            <a:spLocks xmlns:a="http://schemas.openxmlformats.org/drawingml/2006/main" noGrp="1"/>
          </p:cNvSpPr>
          <p:nvPr/>
        </p:nvSpPr>
        <p:spPr>
          <a:xfrm xmlns:a="http://schemas.openxmlformats.org/drawingml/2006/main">
            <a:off x="4476750"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General cleaning</a:t>
            </a:r>
          </a:p>
        </p:txBody>
      </p:sp>
      <p:sp>
        <p:nvSpPr>
          <p:cNvPr id="36" name="profile-113">
            <a:extLst xmlns:a="http://schemas.openxmlformats.org/drawingml/2006/main">
              <a:ext uri="{FF2B5EF4-FFF2-40B4-BE49-F238E27FC236}">
                <a16:creationId xmlns:a16="http://schemas.microsoft.com/office/drawing/2014/main" id="{B7E9F5FD-E99E-4787-9C7A-7C31D2A093B0}"/>
              </a:ext>
            </a:extLst>
          </p:cNvPr>
          <p:cNvSpPr>
            <a:spLocks xmlns:a="http://schemas.openxmlformats.org/drawingml/2006/main" noGrp="1"/>
          </p:cNvSpPr>
          <p:nvPr/>
        </p:nvSpPr>
        <p:spPr>
          <a:xfrm xmlns:a="http://schemas.openxmlformats.org/drawingml/2006/main">
            <a:off x="4276725"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7" name="profile-114">
            <a:extLst xmlns:a="http://schemas.openxmlformats.org/drawingml/2006/main">
              <a:ext uri="{FF2B5EF4-FFF2-40B4-BE49-F238E27FC236}">
                <a16:creationId xmlns:a16="http://schemas.microsoft.com/office/drawing/2014/main" id="{11F094F8-D42E-49D0-B12B-7D146C56D8AF}"/>
              </a:ext>
            </a:extLst>
          </p:cNvPr>
          <p:cNvSpPr>
            <a:spLocks xmlns:a="http://schemas.openxmlformats.org/drawingml/2006/main" noGrp="1"/>
          </p:cNvSpPr>
          <p:nvPr/>
        </p:nvSpPr>
        <p:spPr>
          <a:xfrm xmlns:a="http://schemas.openxmlformats.org/drawingml/2006/main">
            <a:off x="4476750"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Renovation, restoration and leak</a:t>
            </a:r>
          </a:p>
        </p:txBody>
      </p:sp>
      <p:sp>
        <p:nvSpPr>
          <p:cNvPr id="38" name="profile-115">
            <a:extLst xmlns:a="http://schemas.openxmlformats.org/drawingml/2006/main">
              <a:ext uri="{FF2B5EF4-FFF2-40B4-BE49-F238E27FC236}">
                <a16:creationId xmlns:a16="http://schemas.microsoft.com/office/drawing/2014/main" id="{0C852B89-DDEB-477F-8DAC-0F03964EB0ED}"/>
              </a:ext>
            </a:extLst>
          </p:cNvPr>
          <p:cNvSpPr>
            <a:spLocks xmlns:a="http://schemas.openxmlformats.org/drawingml/2006/main" noGrp="1"/>
          </p:cNvSpPr>
          <p:nvPr/>
        </p:nvSpPr>
        <p:spPr>
          <a:xfrm xmlns:a="http://schemas.openxmlformats.org/drawingml/2006/main">
            <a:off x="4476750" y="4680966"/>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repairs</a:t>
            </a:r>
          </a:p>
        </p:txBody>
      </p:sp>
      <p:sp>
        <p:nvSpPr>
          <p:cNvPr id="39" name="profile-116">
            <a:extLst xmlns:a="http://schemas.openxmlformats.org/drawingml/2006/main">
              <a:ext uri="{FF2B5EF4-FFF2-40B4-BE49-F238E27FC236}">
                <a16:creationId xmlns:a16="http://schemas.microsoft.com/office/drawing/2014/main" id="{33B9076F-A357-4072-B491-7A6B6BFD85E3}"/>
              </a:ext>
            </a:extLst>
          </p:cNvPr>
          <p:cNvSpPr>
            <a:spLocks xmlns:a="http://schemas.openxmlformats.org/drawingml/2006/main" noGrp="1"/>
          </p:cNvSpPr>
          <p:nvPr/>
        </p:nvSpPr>
        <p:spPr>
          <a:xfrm xmlns:a="http://schemas.openxmlformats.org/drawingml/2006/main">
            <a:off x="4276725" y="516064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7">
            <a:extLst xmlns:a="http://schemas.openxmlformats.org/drawingml/2006/main">
              <a:ext uri="{FF2B5EF4-FFF2-40B4-BE49-F238E27FC236}">
                <a16:creationId xmlns:a16="http://schemas.microsoft.com/office/drawing/2014/main" id="{852E68F7-1553-44F0-A427-0C43231EDA7A}"/>
              </a:ext>
            </a:extLst>
          </p:cNvPr>
          <p:cNvSpPr>
            <a:spLocks xmlns:a="http://schemas.openxmlformats.org/drawingml/2006/main" noGrp="1"/>
          </p:cNvSpPr>
          <p:nvPr/>
        </p:nvSpPr>
        <p:spPr>
          <a:xfrm xmlns:a="http://schemas.openxmlformats.org/drawingml/2006/main">
            <a:off x="4476750" y="5065395"/>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Air-conditioning cleaning</a:t>
            </a:r>
          </a:p>
        </p:txBody>
      </p:sp>
      <p:sp>
        <p:nvSpPr>
          <p:cNvPr id="41" name="profile-118">
            <a:extLst xmlns:a="http://schemas.openxmlformats.org/drawingml/2006/main">
              <a:ext uri="{FF2B5EF4-FFF2-40B4-BE49-F238E27FC236}">
                <a16:creationId xmlns:a16="http://schemas.microsoft.com/office/drawing/2014/main" id="{28531BE0-3BF2-49D1-8409-57E78B10DA4D}"/>
              </a:ext>
            </a:extLst>
          </p:cNvPr>
          <p:cNvSpPr>
            <a:spLocks xmlns:a="http://schemas.openxmlformats.org/drawingml/2006/main" noGrp="1"/>
          </p:cNvSpPr>
          <p:nvPr/>
        </p:nvSpPr>
        <p:spPr>
          <a:xfrm xmlns:a="http://schemas.openxmlformats.org/drawingml/2006/main">
            <a:off x="815340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19">
            <a:extLst xmlns:a="http://schemas.openxmlformats.org/drawingml/2006/main">
              <a:ext uri="{FF2B5EF4-FFF2-40B4-BE49-F238E27FC236}">
                <a16:creationId xmlns:a16="http://schemas.microsoft.com/office/drawing/2014/main" id="{EDEFD57E-B22F-4BE8-B039-437D7515C689}"/>
              </a:ext>
            </a:extLst>
          </p:cNvPr>
          <p:cNvSpPr>
            <a:spLocks xmlns:a="http://schemas.openxmlformats.org/drawingml/2006/main" noGrp="1"/>
          </p:cNvSpPr>
          <p:nvPr/>
        </p:nvSpPr>
        <p:spPr>
          <a:xfrm xmlns:a="http://schemas.openxmlformats.org/drawingml/2006/main">
            <a:off x="815340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PEST AND TREATMENT SYSTEMS</a:t>
            </a:r>
          </a:p>
        </p:txBody>
      </p:sp>
      <p:sp>
        <p:nvSpPr>
          <p:cNvPr id="43" name="profile-120">
            <a:extLst xmlns:a="http://schemas.openxmlformats.org/drawingml/2006/main">
              <a:ext uri="{FF2B5EF4-FFF2-40B4-BE49-F238E27FC236}">
                <a16:creationId xmlns:a16="http://schemas.microsoft.com/office/drawing/2014/main" id="{50597C24-2424-4CD8-8473-5FDC78FAFF03}"/>
              </a:ext>
            </a:extLst>
          </p:cNvPr>
          <p:cNvSpPr>
            <a:spLocks xmlns:a="http://schemas.openxmlformats.org/drawingml/2006/main" noGrp="1"/>
          </p:cNvSpPr>
          <p:nvPr/>
        </p:nvSpPr>
        <p:spPr>
          <a:xfrm xmlns:a="http://schemas.openxmlformats.org/drawingml/2006/main">
            <a:off x="815340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1">
            <a:extLst xmlns:a="http://schemas.openxmlformats.org/drawingml/2006/main">
              <a:ext uri="{FF2B5EF4-FFF2-40B4-BE49-F238E27FC236}">
                <a16:creationId xmlns:a16="http://schemas.microsoft.com/office/drawing/2014/main" id="{EF1ED289-D3C1-4434-B1AA-D7A8F7C84F0D}"/>
              </a:ext>
            </a:extLst>
          </p:cNvPr>
          <p:cNvSpPr>
            <a:spLocks xmlns:a="http://schemas.openxmlformats.org/drawingml/2006/main" noGrp="1"/>
          </p:cNvSpPr>
          <p:nvPr/>
        </p:nvSpPr>
        <p:spPr>
          <a:xfrm xmlns:a="http://schemas.openxmlformats.org/drawingml/2006/main">
            <a:off x="835342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Pest management</a:t>
            </a:r>
          </a:p>
        </p:txBody>
      </p:sp>
      <p:sp>
        <p:nvSpPr>
          <p:cNvPr id="45" name="profile-122">
            <a:extLst xmlns:a="http://schemas.openxmlformats.org/drawingml/2006/main">
              <a:ext uri="{FF2B5EF4-FFF2-40B4-BE49-F238E27FC236}">
                <a16:creationId xmlns:a16="http://schemas.microsoft.com/office/drawing/2014/main" id="{97B87E4E-49CD-4578-8FDB-53A729EDAEA5}"/>
              </a:ext>
            </a:extLst>
          </p:cNvPr>
          <p:cNvSpPr>
            <a:spLocks xmlns:a="http://schemas.openxmlformats.org/drawingml/2006/main" noGrp="1"/>
          </p:cNvSpPr>
          <p:nvPr/>
        </p:nvSpPr>
        <p:spPr>
          <a:xfrm xmlns:a="http://schemas.openxmlformats.org/drawingml/2006/main">
            <a:off x="815340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3">
            <a:extLst xmlns:a="http://schemas.openxmlformats.org/drawingml/2006/main">
              <a:ext uri="{FF2B5EF4-FFF2-40B4-BE49-F238E27FC236}">
                <a16:creationId xmlns:a16="http://schemas.microsoft.com/office/drawing/2014/main" id="{936E6BCE-91BA-4D70-A9F0-6D6518595016}"/>
              </a:ext>
            </a:extLst>
          </p:cNvPr>
          <p:cNvSpPr>
            <a:spLocks xmlns:a="http://schemas.openxmlformats.org/drawingml/2006/main" noGrp="1"/>
          </p:cNvSpPr>
          <p:nvPr/>
        </p:nvSpPr>
        <p:spPr>
          <a:xfrm xmlns:a="http://schemas.openxmlformats.org/drawingml/2006/main">
            <a:off x="835342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Onsite wastewater treatment</a:t>
            </a:r>
          </a:p>
        </p:txBody>
      </p:sp>
      <p:sp>
        <p:nvSpPr>
          <p:cNvPr id="47" name="profile-124">
            <a:extLst xmlns:a="http://schemas.openxmlformats.org/drawingml/2006/main">
              <a:ext uri="{FF2B5EF4-FFF2-40B4-BE49-F238E27FC236}">
                <a16:creationId xmlns:a16="http://schemas.microsoft.com/office/drawing/2014/main" id="{9B6E5D28-5C78-460C-AD2B-3BFD82E0DE64}"/>
              </a:ext>
            </a:extLst>
          </p:cNvPr>
          <p:cNvSpPr>
            <a:spLocks xmlns:a="http://schemas.openxmlformats.org/drawingml/2006/main" noGrp="1"/>
          </p:cNvSpPr>
          <p:nvPr/>
        </p:nvSpPr>
        <p:spPr>
          <a:xfrm xmlns:a="http://schemas.openxmlformats.org/drawingml/2006/main">
            <a:off x="8353425" y="391210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systems</a:t>
            </a:r>
          </a:p>
        </p:txBody>
      </p:sp>
    </p:spTree>
    <p:extLst>
      <p:ext uri="{BB962C8B-B14F-4D97-AF65-F5344CB8AC3E}">
        <p14:creationId xmlns:p14="http://schemas.microsoft.com/office/powerpoint/2010/main" val="17041057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125">
            <a:extLst xmlns:a="http://schemas.openxmlformats.org/drawingml/2006/main">
              <a:ext uri="{FF2B5EF4-FFF2-40B4-BE49-F238E27FC236}">
                <a16:creationId xmlns:a16="http://schemas.microsoft.com/office/drawing/2014/main" id="{4C1D0396-3966-4FD0-A5D0-B975D3BA3BA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6">
            <a:extLst xmlns:a="http://schemas.openxmlformats.org/drawingml/2006/main">
              <a:ext uri="{FF2B5EF4-FFF2-40B4-BE49-F238E27FC236}">
                <a16:creationId xmlns:a16="http://schemas.microsoft.com/office/drawing/2014/main" id="{51772E67-5197-4DB7-B109-89D2AE35BB9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42BFC5F-BD9B-41BB-93E1-1EDF40BD7C2F}"/>
              </a:ext>
            </a:extLst>
          </p:cNvPr>
          <p:cNvPicPr>
            <a:picLocks xmlns:a="http://schemas.openxmlformats.org/drawingml/2006/main" noChangeAspect="1"/>
          </p:cNvPicPr>
          <p:nvPr/>
        </p:nvPicPr>
        <p:blipFill>
          <a:blip xmlns:r="http://schemas.openxmlformats.org/officeDocument/2006/relationships" xmlns:a="http://schemas.openxmlformats.org/drawingml/2006/main" r:embed="R5f1476885fca44a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7">
            <a:extLst xmlns:a="http://schemas.openxmlformats.org/drawingml/2006/main">
              <a:ext uri="{FF2B5EF4-FFF2-40B4-BE49-F238E27FC236}">
                <a16:creationId xmlns:a16="http://schemas.microsoft.com/office/drawing/2014/main" id="{1ABC7A7D-CFF4-432E-8AE8-BB2D6CE5CFA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8">
            <a:extLst xmlns:a="http://schemas.openxmlformats.org/drawingml/2006/main">
              <a:ext uri="{FF2B5EF4-FFF2-40B4-BE49-F238E27FC236}">
                <a16:creationId xmlns:a16="http://schemas.microsoft.com/office/drawing/2014/main" id="{8D739E80-05F8-450F-B299-FBB213F1328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29">
            <a:extLst xmlns:a="http://schemas.openxmlformats.org/drawingml/2006/main">
              <a:ext uri="{FF2B5EF4-FFF2-40B4-BE49-F238E27FC236}">
                <a16:creationId xmlns:a16="http://schemas.microsoft.com/office/drawing/2014/main" id="{0E25FBA8-9434-46AE-8A17-73388D85542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0">
            <a:extLst xmlns:a="http://schemas.openxmlformats.org/drawingml/2006/main">
              <a:ext uri="{FF2B5EF4-FFF2-40B4-BE49-F238E27FC236}">
                <a16:creationId xmlns:a16="http://schemas.microsoft.com/office/drawing/2014/main" id="{31E7E266-75A5-4F59-A7D7-E83AB30DCFA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1">
            <a:extLst xmlns:a="http://schemas.openxmlformats.org/drawingml/2006/main">
              <a:ext uri="{FF2B5EF4-FFF2-40B4-BE49-F238E27FC236}">
                <a16:creationId xmlns:a16="http://schemas.microsoft.com/office/drawing/2014/main" id="{A09893B0-CD56-4C8F-B1D2-D626C857FF5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2">
            <a:extLst xmlns:a="http://schemas.openxmlformats.org/drawingml/2006/main">
              <a:ext uri="{FF2B5EF4-FFF2-40B4-BE49-F238E27FC236}">
                <a16:creationId xmlns:a16="http://schemas.microsoft.com/office/drawing/2014/main" id="{26DA069A-A189-40F2-91E2-33396A567F4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3">
            <a:extLst xmlns:a="http://schemas.openxmlformats.org/drawingml/2006/main">
              <a:ext uri="{FF2B5EF4-FFF2-40B4-BE49-F238E27FC236}">
                <a16:creationId xmlns:a16="http://schemas.microsoft.com/office/drawing/2014/main" id="{0C974B1C-52A6-4EA1-8A5C-0F6EDAA9C13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4">
            <a:extLst xmlns:a="http://schemas.openxmlformats.org/drawingml/2006/main">
              <a:ext uri="{FF2B5EF4-FFF2-40B4-BE49-F238E27FC236}">
                <a16:creationId xmlns:a16="http://schemas.microsoft.com/office/drawing/2014/main" id="{16813F94-0E17-45FC-A1BD-96C2F8F1D8D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5">
            <a:extLst xmlns:a="http://schemas.openxmlformats.org/drawingml/2006/main">
              <a:ext uri="{FF2B5EF4-FFF2-40B4-BE49-F238E27FC236}">
                <a16:creationId xmlns:a16="http://schemas.microsoft.com/office/drawing/2014/main" id="{A0D60854-22B8-4E25-83BC-A62E5DF980F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6">
            <a:extLst xmlns:a="http://schemas.openxmlformats.org/drawingml/2006/main">
              <a:ext uri="{FF2B5EF4-FFF2-40B4-BE49-F238E27FC236}">
                <a16:creationId xmlns:a16="http://schemas.microsoft.com/office/drawing/2014/main" id="{69F3AE6A-4D27-4792-A1C7-D06792BA96E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7">
            <a:extLst xmlns:a="http://schemas.openxmlformats.org/drawingml/2006/main">
              <a:ext uri="{FF2B5EF4-FFF2-40B4-BE49-F238E27FC236}">
                <a16:creationId xmlns:a16="http://schemas.microsoft.com/office/drawing/2014/main" id="{A24328FE-7931-4ADC-A1F2-12E5EBC730B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8">
            <a:extLst xmlns:a="http://schemas.openxmlformats.org/drawingml/2006/main">
              <a:ext uri="{FF2B5EF4-FFF2-40B4-BE49-F238E27FC236}">
                <a16:creationId xmlns:a16="http://schemas.microsoft.com/office/drawing/2014/main" id="{52E1C8EE-3353-47FC-ACED-9E5D7E23D41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05</a:t>
            </a:r>
          </a:p>
        </p:txBody>
      </p:sp>
      <p:sp>
        <p:nvSpPr>
          <p:cNvPr id="16" name="profile-139">
            <a:extLst xmlns:a="http://schemas.openxmlformats.org/drawingml/2006/main">
              <a:ext uri="{FF2B5EF4-FFF2-40B4-BE49-F238E27FC236}">
                <a16:creationId xmlns:a16="http://schemas.microsoft.com/office/drawing/2014/main" id="{539C8CDE-B4C0-4F9E-BBA9-E80491D4536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40">
            <a:extLst xmlns:a="http://schemas.openxmlformats.org/drawingml/2006/main">
              <a:ext uri="{FF2B5EF4-FFF2-40B4-BE49-F238E27FC236}">
                <a16:creationId xmlns:a16="http://schemas.microsoft.com/office/drawing/2014/main" id="{5CAC438A-0481-418E-A2F6-DA7101CF7B8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1">
            <a:extLst xmlns:a="http://schemas.openxmlformats.org/drawingml/2006/main">
              <a:ext uri="{FF2B5EF4-FFF2-40B4-BE49-F238E27FC236}">
                <a16:creationId xmlns:a16="http://schemas.microsoft.com/office/drawing/2014/main" id="{F3241BFF-8662-4C43-9B8F-1F5318A289F5}"/>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Property, industrial and business clients</a:t>
            </a:r>
          </a:p>
        </p:txBody>
      </p:sp>
      <p:pic>
        <p:nvPicPr>
          <p:cNvPr id="19" name="">
            <a:extLst xmlns:a="http://schemas.openxmlformats.org/drawingml/2006/main">
              <a:ext uri="{FF2B5EF4-FFF2-40B4-BE49-F238E27FC236}">
                <a16:creationId xmlns:a16="http://schemas.microsoft.com/office/drawing/2014/main" id="{5A3C77E4-5524-4052-B610-CB3F0CE913CD}"/>
              </a:ext>
            </a:extLst>
          </p:cNvPr>
          <p:cNvPicPr>
            <a:picLocks xmlns:a="http://schemas.openxmlformats.org/drawingml/2006/main" noChangeAspect="1"/>
          </p:cNvPicPr>
          <p:nvPr/>
        </p:nvPicPr>
        <p:blipFill>
          <a:blip xmlns:r="http://schemas.openxmlformats.org/officeDocument/2006/relationships" xmlns:a="http://schemas.openxmlformats.org/drawingml/2006/main" r:embed="R0ef3c279bc3749ce"/>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42">
            <a:extLst xmlns:a="http://schemas.openxmlformats.org/drawingml/2006/main">
              <a:ext uri="{FF2B5EF4-FFF2-40B4-BE49-F238E27FC236}">
                <a16:creationId xmlns:a16="http://schemas.microsoft.com/office/drawing/2014/main" id="{8877E82A-0660-49E5-98E5-1E1FA01E81A0}"/>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Ayala Land</a:t>
            </a:r>
          </a:p>
        </p:txBody>
      </p:sp>
      <p:pic>
        <p:nvPicPr>
          <p:cNvPr id="21" name="">
            <a:extLst xmlns:a="http://schemas.openxmlformats.org/drawingml/2006/main">
              <a:ext uri="{FF2B5EF4-FFF2-40B4-BE49-F238E27FC236}">
                <a16:creationId xmlns:a16="http://schemas.microsoft.com/office/drawing/2014/main" id="{6F3E7364-4AC9-40D2-9601-841C15BBD544}"/>
              </a:ext>
            </a:extLst>
          </p:cNvPr>
          <p:cNvPicPr>
            <a:picLocks xmlns:a="http://schemas.openxmlformats.org/drawingml/2006/main" noChangeAspect="1"/>
          </p:cNvPicPr>
          <p:nvPr/>
        </p:nvPicPr>
        <p:blipFill>
          <a:blip xmlns:r="http://schemas.openxmlformats.org/officeDocument/2006/relationships" xmlns:a="http://schemas.openxmlformats.org/drawingml/2006/main" r:embed="R63c99b7b6b1c498e"/>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43">
            <a:extLst xmlns:a="http://schemas.openxmlformats.org/drawingml/2006/main">
              <a:ext uri="{FF2B5EF4-FFF2-40B4-BE49-F238E27FC236}">
                <a16:creationId xmlns:a16="http://schemas.microsoft.com/office/drawing/2014/main" id="{FD546DC7-72B4-466D-AFBF-34E2A2CB5943}"/>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Avida Land</a:t>
            </a:r>
          </a:p>
        </p:txBody>
      </p:sp>
      <p:pic>
        <p:nvPicPr>
          <p:cNvPr id="23" name="">
            <a:extLst xmlns:a="http://schemas.openxmlformats.org/drawingml/2006/main">
              <a:ext uri="{FF2B5EF4-FFF2-40B4-BE49-F238E27FC236}">
                <a16:creationId xmlns:a16="http://schemas.microsoft.com/office/drawing/2014/main" id="{14E34751-D4A6-477A-8A6D-90091CE3085B}"/>
              </a:ext>
            </a:extLst>
          </p:cNvPr>
          <p:cNvPicPr>
            <a:picLocks xmlns:a="http://schemas.openxmlformats.org/drawingml/2006/main" noChangeAspect="1"/>
          </p:cNvPicPr>
          <p:nvPr/>
        </p:nvPicPr>
        <p:blipFill>
          <a:blip xmlns:r="http://schemas.openxmlformats.org/officeDocument/2006/relationships" xmlns:a="http://schemas.openxmlformats.org/drawingml/2006/main" r:embed="Rb29dd991397e472e"/>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44">
            <a:extLst xmlns:a="http://schemas.openxmlformats.org/drawingml/2006/main">
              <a:ext uri="{FF2B5EF4-FFF2-40B4-BE49-F238E27FC236}">
                <a16:creationId xmlns:a16="http://schemas.microsoft.com/office/drawing/2014/main" id="{5FC4301D-4BE3-4192-B101-9CF7C96472C2}"/>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Toyota</a:t>
            </a:r>
          </a:p>
        </p:txBody>
      </p:sp>
      <p:sp>
        <p:nvSpPr>
          <p:cNvPr id="25" name="profile-145">
            <a:extLst xmlns:a="http://schemas.openxmlformats.org/drawingml/2006/main">
              <a:ext uri="{FF2B5EF4-FFF2-40B4-BE49-F238E27FC236}">
                <a16:creationId xmlns:a16="http://schemas.microsoft.com/office/drawing/2014/main" id="{07A136A1-1F45-41C7-A55E-87B2C0BA3D07}"/>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D90ADECA-F458-46F1-B461-0A1CC61240E5}"/>
              </a:ext>
            </a:extLst>
          </p:cNvPr>
          <p:cNvPicPr>
            <a:picLocks xmlns:a="http://schemas.openxmlformats.org/drawingml/2006/main" noChangeAspect="1"/>
          </p:cNvPicPr>
          <p:nvPr/>
        </p:nvPicPr>
        <p:blipFill>
          <a:blip xmlns:r="http://schemas.openxmlformats.org/officeDocument/2006/relationships" xmlns:a="http://schemas.openxmlformats.org/drawingml/2006/main" r:embed="Re6822e5b18f1458a"/>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46">
            <a:extLst xmlns:a="http://schemas.openxmlformats.org/drawingml/2006/main">
              <a:ext uri="{FF2B5EF4-FFF2-40B4-BE49-F238E27FC236}">
                <a16:creationId xmlns:a16="http://schemas.microsoft.com/office/drawing/2014/main" id="{E1F90192-2B31-4D35-BFAB-5AE91CFAC998}"/>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Eagle Cement</a:t>
            </a:r>
          </a:p>
        </p:txBody>
      </p:sp>
      <p:sp>
        <p:nvSpPr>
          <p:cNvPr id="28" name="profile-147">
            <a:extLst xmlns:a="http://schemas.openxmlformats.org/drawingml/2006/main">
              <a:ext uri="{FF2B5EF4-FFF2-40B4-BE49-F238E27FC236}">
                <a16:creationId xmlns:a16="http://schemas.microsoft.com/office/drawing/2014/main" id="{9909B33C-BCD6-4A0E-9A81-AB4F9AB6857D}"/>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0E060B8E-6FF4-4A61-B574-A6B4B18944FF}"/>
              </a:ext>
            </a:extLst>
          </p:cNvPr>
          <p:cNvPicPr>
            <a:picLocks xmlns:a="http://schemas.openxmlformats.org/drawingml/2006/main" noChangeAspect="1"/>
          </p:cNvPicPr>
          <p:nvPr/>
        </p:nvPicPr>
        <p:blipFill>
          <a:blip xmlns:r="http://schemas.openxmlformats.org/officeDocument/2006/relationships" xmlns:a="http://schemas.openxmlformats.org/drawingml/2006/main" r:embed="Rd00cf7a430a74ade"/>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48">
            <a:extLst xmlns:a="http://schemas.openxmlformats.org/drawingml/2006/main">
              <a:ext uri="{FF2B5EF4-FFF2-40B4-BE49-F238E27FC236}">
                <a16:creationId xmlns:a16="http://schemas.microsoft.com/office/drawing/2014/main" id="{13FC932A-78B5-4ABF-92D1-BD440EE2A641}"/>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UNIQLO</a:t>
            </a:r>
          </a:p>
        </p:txBody>
      </p:sp>
      <p:sp>
        <p:nvSpPr>
          <p:cNvPr id="31" name="profile-149">
            <a:extLst xmlns:a="http://schemas.openxmlformats.org/drawingml/2006/main">
              <a:ext uri="{FF2B5EF4-FFF2-40B4-BE49-F238E27FC236}">
                <a16:creationId xmlns:a16="http://schemas.microsoft.com/office/drawing/2014/main" id="{3786E42B-A5E0-45BA-B861-1EFFAABDC17E}"/>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F05C5A92-123B-4795-B96A-83BA7FCE675D}"/>
              </a:ext>
            </a:extLst>
          </p:cNvPr>
          <p:cNvPicPr>
            <a:picLocks xmlns:a="http://schemas.openxmlformats.org/drawingml/2006/main" noChangeAspect="1"/>
          </p:cNvPicPr>
          <p:nvPr/>
        </p:nvPicPr>
        <p:blipFill>
          <a:blip xmlns:r="http://schemas.openxmlformats.org/officeDocument/2006/relationships" xmlns:a="http://schemas.openxmlformats.org/drawingml/2006/main" r:embed="Ra045957769c04168"/>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50">
            <a:extLst xmlns:a="http://schemas.openxmlformats.org/drawingml/2006/main">
              <a:ext uri="{FF2B5EF4-FFF2-40B4-BE49-F238E27FC236}">
                <a16:creationId xmlns:a16="http://schemas.microsoft.com/office/drawing/2014/main" id="{206AA1C6-CE02-433C-A2FF-0C2751227404}"/>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Starmall</a:t>
            </a:r>
          </a:p>
        </p:txBody>
      </p:sp>
      <p:sp>
        <p:nvSpPr>
          <p:cNvPr id="34" name="profile-151">
            <a:extLst xmlns:a="http://schemas.openxmlformats.org/drawingml/2006/main">
              <a:ext uri="{FF2B5EF4-FFF2-40B4-BE49-F238E27FC236}">
                <a16:creationId xmlns:a16="http://schemas.microsoft.com/office/drawing/2014/main" id="{1E5D4DC1-17D6-4BFE-86FB-9C1F1FB3122D}"/>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24FAF4B5-9CC3-4156-A7C4-B4B8CF050610}"/>
              </a:ext>
            </a:extLst>
          </p:cNvPr>
          <p:cNvPicPr>
            <a:picLocks xmlns:a="http://schemas.openxmlformats.org/drawingml/2006/main" noChangeAspect="1"/>
          </p:cNvPicPr>
          <p:nvPr/>
        </p:nvPicPr>
        <p:blipFill>
          <a:blip xmlns:r="http://schemas.openxmlformats.org/officeDocument/2006/relationships" xmlns:a="http://schemas.openxmlformats.org/drawingml/2006/main" r:embed="Rc13f07be2f794a0e"/>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52">
            <a:extLst xmlns:a="http://schemas.openxmlformats.org/drawingml/2006/main">
              <a:ext uri="{FF2B5EF4-FFF2-40B4-BE49-F238E27FC236}">
                <a16:creationId xmlns:a16="http://schemas.microsoft.com/office/drawing/2014/main" id="{921F6D71-6CAB-4B75-8055-BDEE72BA9AD7}"/>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Hotel Sogo</a:t>
            </a:r>
          </a:p>
        </p:txBody>
      </p:sp>
      <p:sp>
        <p:nvSpPr>
          <p:cNvPr id="37" name="profile-153">
            <a:extLst xmlns:a="http://schemas.openxmlformats.org/drawingml/2006/main">
              <a:ext uri="{FF2B5EF4-FFF2-40B4-BE49-F238E27FC236}">
                <a16:creationId xmlns:a16="http://schemas.microsoft.com/office/drawing/2014/main" id="{36ADF5F7-BF97-4610-A613-FA2DB717C2AA}"/>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8" name="profile-154">
            <a:extLst xmlns:a="http://schemas.openxmlformats.org/drawingml/2006/main">
              <a:ext uri="{FF2B5EF4-FFF2-40B4-BE49-F238E27FC236}">
                <a16:creationId xmlns:a16="http://schemas.microsoft.com/office/drawing/2014/main" id="{68B697E2-C5C7-45DE-A06F-4189FF4A69E9}"/>
              </a:ext>
            </a:extLst>
          </p:cNvPr>
          <p:cNvSpPr>
            <a:spLocks xmlns:a="http://schemas.openxmlformats.org/drawingml/2006/main" noGrp="1"/>
          </p:cNvSpPr>
          <p:nvPr/>
        </p:nvSpPr>
        <p:spPr>
          <a:xfrm xmlns:a="http://schemas.openxmlformats.org/drawingml/2006/main">
            <a:off x="4419600" y="5048250"/>
            <a:ext cx="3105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San Miguel Beer</a:t>
            </a:r>
          </a:p>
        </p:txBody>
      </p:sp>
      <p:sp>
        <p:nvSpPr>
          <p:cNvPr id="39" name="profile-155">
            <a:extLst xmlns:a="http://schemas.openxmlformats.org/drawingml/2006/main">
              <a:ext uri="{FF2B5EF4-FFF2-40B4-BE49-F238E27FC236}">
                <a16:creationId xmlns:a16="http://schemas.microsoft.com/office/drawing/2014/main" id="{87FD4495-481B-449D-88BC-5D441742A97F}"/>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0" name="">
            <a:extLst xmlns:a="http://schemas.openxmlformats.org/drawingml/2006/main">
              <a:ext uri="{FF2B5EF4-FFF2-40B4-BE49-F238E27FC236}">
                <a16:creationId xmlns:a16="http://schemas.microsoft.com/office/drawing/2014/main" id="{E01FB56E-1773-438C-8D6C-F0D5B67E7CB7}"/>
              </a:ext>
            </a:extLst>
          </p:cNvPr>
          <p:cNvPicPr>
            <a:picLocks xmlns:a="http://schemas.openxmlformats.org/drawingml/2006/main" noChangeAspect="1"/>
          </p:cNvPicPr>
          <p:nvPr/>
        </p:nvPicPr>
        <p:blipFill>
          <a:blip xmlns:r="http://schemas.openxmlformats.org/officeDocument/2006/relationships" xmlns:a="http://schemas.openxmlformats.org/drawingml/2006/main" r:embed="R8ba1f056beec443c"/>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1" name="profile-156">
            <a:extLst xmlns:a="http://schemas.openxmlformats.org/drawingml/2006/main">
              <a:ext uri="{FF2B5EF4-FFF2-40B4-BE49-F238E27FC236}">
                <a16:creationId xmlns:a16="http://schemas.microsoft.com/office/drawing/2014/main" id="{AC5C3BDF-9D8B-4B0B-AB20-2EF103FF76E5}"/>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San Miguel Properties</a:t>
            </a:r>
          </a:p>
        </p:txBody>
      </p:sp>
      <p:sp>
        <p:nvSpPr>
          <p:cNvPr id="42" name="profile-157">
            <a:extLst xmlns:a="http://schemas.openxmlformats.org/drawingml/2006/main">
              <a:ext uri="{FF2B5EF4-FFF2-40B4-BE49-F238E27FC236}">
                <a16:creationId xmlns:a16="http://schemas.microsoft.com/office/drawing/2014/main" id="{A3F07CD7-9A29-468D-BED2-1393E5AE268F}"/>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15875684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58">
            <a:extLst xmlns:a="http://schemas.openxmlformats.org/drawingml/2006/main">
              <a:ext uri="{FF2B5EF4-FFF2-40B4-BE49-F238E27FC236}">
                <a16:creationId xmlns:a16="http://schemas.microsoft.com/office/drawing/2014/main" id="{5960F5BD-3296-43EA-A045-6A29A668BF3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9">
            <a:extLst xmlns:a="http://schemas.openxmlformats.org/drawingml/2006/main">
              <a:ext uri="{FF2B5EF4-FFF2-40B4-BE49-F238E27FC236}">
                <a16:creationId xmlns:a16="http://schemas.microsoft.com/office/drawing/2014/main" id="{4F65D822-CD55-4FE2-8B4F-B8F9D0A6D33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6D5788A-60A8-465F-8200-BAE8E4C24BCC}"/>
              </a:ext>
            </a:extLst>
          </p:cNvPr>
          <p:cNvPicPr>
            <a:picLocks xmlns:a="http://schemas.openxmlformats.org/drawingml/2006/main" noChangeAspect="1"/>
          </p:cNvPicPr>
          <p:nvPr/>
        </p:nvPicPr>
        <p:blipFill>
          <a:blip xmlns:r="http://schemas.openxmlformats.org/officeDocument/2006/relationships" xmlns:a="http://schemas.openxmlformats.org/drawingml/2006/main" r:embed="R9e956aba4dc74ce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0">
            <a:extLst xmlns:a="http://schemas.openxmlformats.org/drawingml/2006/main">
              <a:ext uri="{FF2B5EF4-FFF2-40B4-BE49-F238E27FC236}">
                <a16:creationId xmlns:a16="http://schemas.microsoft.com/office/drawing/2014/main" id="{B969EC8C-B132-436E-913D-6107DBAA3FE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1">
            <a:extLst xmlns:a="http://schemas.openxmlformats.org/drawingml/2006/main">
              <a:ext uri="{FF2B5EF4-FFF2-40B4-BE49-F238E27FC236}">
                <a16:creationId xmlns:a16="http://schemas.microsoft.com/office/drawing/2014/main" id="{73763F83-607C-4ADC-B964-CDC8796C8BC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2">
            <a:extLst xmlns:a="http://schemas.openxmlformats.org/drawingml/2006/main">
              <a:ext uri="{FF2B5EF4-FFF2-40B4-BE49-F238E27FC236}">
                <a16:creationId xmlns:a16="http://schemas.microsoft.com/office/drawing/2014/main" id="{8DAD228B-75E7-48B7-BAAD-801AD2F1255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3">
            <a:extLst xmlns:a="http://schemas.openxmlformats.org/drawingml/2006/main">
              <a:ext uri="{FF2B5EF4-FFF2-40B4-BE49-F238E27FC236}">
                <a16:creationId xmlns:a16="http://schemas.microsoft.com/office/drawing/2014/main" id="{7BE71CB1-2EB9-4DEE-B13F-849A80E7833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4">
            <a:extLst xmlns:a="http://schemas.openxmlformats.org/drawingml/2006/main">
              <a:ext uri="{FF2B5EF4-FFF2-40B4-BE49-F238E27FC236}">
                <a16:creationId xmlns:a16="http://schemas.microsoft.com/office/drawing/2014/main" id="{87EA1900-3976-4D55-9B6D-B6CE79A3EDD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5">
            <a:extLst xmlns:a="http://schemas.openxmlformats.org/drawingml/2006/main">
              <a:ext uri="{FF2B5EF4-FFF2-40B4-BE49-F238E27FC236}">
                <a16:creationId xmlns:a16="http://schemas.microsoft.com/office/drawing/2014/main" id="{269CD74C-1C7E-463E-B1DC-B9E0FD641E0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6">
            <a:extLst xmlns:a="http://schemas.openxmlformats.org/drawingml/2006/main">
              <a:ext uri="{FF2B5EF4-FFF2-40B4-BE49-F238E27FC236}">
                <a16:creationId xmlns:a16="http://schemas.microsoft.com/office/drawing/2014/main" id="{16AC8C8D-3537-4B31-BED9-76FB888C474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7">
            <a:extLst xmlns:a="http://schemas.openxmlformats.org/drawingml/2006/main">
              <a:ext uri="{FF2B5EF4-FFF2-40B4-BE49-F238E27FC236}">
                <a16:creationId xmlns:a16="http://schemas.microsoft.com/office/drawing/2014/main" id="{8668DB26-39E9-4047-AB21-AE68DA3B8BD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8">
            <a:extLst xmlns:a="http://schemas.openxmlformats.org/drawingml/2006/main">
              <a:ext uri="{FF2B5EF4-FFF2-40B4-BE49-F238E27FC236}">
                <a16:creationId xmlns:a16="http://schemas.microsoft.com/office/drawing/2014/main" id="{5A2F36D7-2157-4946-90D6-9597A7501E9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9">
            <a:extLst xmlns:a="http://schemas.openxmlformats.org/drawingml/2006/main">
              <a:ext uri="{FF2B5EF4-FFF2-40B4-BE49-F238E27FC236}">
                <a16:creationId xmlns:a16="http://schemas.microsoft.com/office/drawing/2014/main" id="{F6CB7047-2A5B-4D95-821D-992527B290F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0">
            <a:extLst xmlns:a="http://schemas.openxmlformats.org/drawingml/2006/main">
              <a:ext uri="{FF2B5EF4-FFF2-40B4-BE49-F238E27FC236}">
                <a16:creationId xmlns:a16="http://schemas.microsoft.com/office/drawing/2014/main" id="{7DD1613F-DDAB-4822-83C7-53F18589577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1">
            <a:extLst xmlns:a="http://schemas.openxmlformats.org/drawingml/2006/main">
              <a:ext uri="{FF2B5EF4-FFF2-40B4-BE49-F238E27FC236}">
                <a16:creationId xmlns:a16="http://schemas.microsoft.com/office/drawing/2014/main" id="{FBE076B1-2E9F-48D7-A60C-C340B54F88A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06</a:t>
            </a:r>
          </a:p>
        </p:txBody>
      </p:sp>
      <p:sp>
        <p:nvSpPr>
          <p:cNvPr id="16" name="profile-172">
            <a:extLst xmlns:a="http://schemas.openxmlformats.org/drawingml/2006/main">
              <a:ext uri="{FF2B5EF4-FFF2-40B4-BE49-F238E27FC236}">
                <a16:creationId xmlns:a16="http://schemas.microsoft.com/office/drawing/2014/main" id="{E5B9A200-5043-4B24-91AD-92E55FD54AF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73">
            <a:extLst xmlns:a="http://schemas.openxmlformats.org/drawingml/2006/main">
              <a:ext uri="{FF2B5EF4-FFF2-40B4-BE49-F238E27FC236}">
                <a16:creationId xmlns:a16="http://schemas.microsoft.com/office/drawing/2014/main" id="{35F890D3-0C7F-4A18-BFAE-4B128F5253B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4">
            <a:extLst xmlns:a="http://schemas.openxmlformats.org/drawingml/2006/main">
              <a:ext uri="{FF2B5EF4-FFF2-40B4-BE49-F238E27FC236}">
                <a16:creationId xmlns:a16="http://schemas.microsoft.com/office/drawing/2014/main" id="{2EA2A108-E11A-4224-94EF-FD8B7D784042}"/>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Food-service and other client experience</a:t>
            </a:r>
          </a:p>
        </p:txBody>
      </p:sp>
      <p:pic>
        <p:nvPicPr>
          <p:cNvPr id="19" name="">
            <a:extLst xmlns:a="http://schemas.openxmlformats.org/drawingml/2006/main">
              <a:ext uri="{FF2B5EF4-FFF2-40B4-BE49-F238E27FC236}">
                <a16:creationId xmlns:a16="http://schemas.microsoft.com/office/drawing/2014/main" id="{FEB55258-BB5F-456F-9989-D7FEBE9E0A9A}"/>
              </a:ext>
            </a:extLst>
          </p:cNvPr>
          <p:cNvPicPr>
            <a:picLocks xmlns:a="http://schemas.openxmlformats.org/drawingml/2006/main" noChangeAspect="1"/>
          </p:cNvPicPr>
          <p:nvPr/>
        </p:nvPicPr>
        <p:blipFill>
          <a:blip xmlns:r="http://schemas.openxmlformats.org/officeDocument/2006/relationships" xmlns:a="http://schemas.openxmlformats.org/drawingml/2006/main" r:embed="Rc1b79a9b3520441b"/>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75">
            <a:extLst xmlns:a="http://schemas.openxmlformats.org/drawingml/2006/main">
              <a:ext uri="{FF2B5EF4-FFF2-40B4-BE49-F238E27FC236}">
                <a16:creationId xmlns:a16="http://schemas.microsoft.com/office/drawing/2014/main" id="{40F10526-BF00-4A5E-94F2-1E41260AE79C}"/>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Jollibee Foods Corporation</a:t>
            </a:r>
          </a:p>
        </p:txBody>
      </p:sp>
      <p:pic>
        <p:nvPicPr>
          <p:cNvPr id="21" name="">
            <a:extLst xmlns:a="http://schemas.openxmlformats.org/drawingml/2006/main">
              <a:ext uri="{FF2B5EF4-FFF2-40B4-BE49-F238E27FC236}">
                <a16:creationId xmlns:a16="http://schemas.microsoft.com/office/drawing/2014/main" id="{D1766CF0-F864-42EC-89CC-8D48090D2C0F}"/>
              </a:ext>
            </a:extLst>
          </p:cNvPr>
          <p:cNvPicPr>
            <a:picLocks xmlns:a="http://schemas.openxmlformats.org/drawingml/2006/main" noChangeAspect="1"/>
          </p:cNvPicPr>
          <p:nvPr/>
        </p:nvPicPr>
        <p:blipFill>
          <a:blip xmlns:r="http://schemas.openxmlformats.org/officeDocument/2006/relationships" xmlns:a="http://schemas.openxmlformats.org/drawingml/2006/main" r:embed="R84d73cd0dace4641"/>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76">
            <a:extLst xmlns:a="http://schemas.openxmlformats.org/drawingml/2006/main">
              <a:ext uri="{FF2B5EF4-FFF2-40B4-BE49-F238E27FC236}">
                <a16:creationId xmlns:a16="http://schemas.microsoft.com/office/drawing/2014/main" id="{0CD11E60-6A09-403A-B470-0B267FA35C1E}"/>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Mang Inasal</a:t>
            </a:r>
          </a:p>
        </p:txBody>
      </p:sp>
      <p:pic>
        <p:nvPicPr>
          <p:cNvPr id="23" name="">
            <a:extLst xmlns:a="http://schemas.openxmlformats.org/drawingml/2006/main">
              <a:ext uri="{FF2B5EF4-FFF2-40B4-BE49-F238E27FC236}">
                <a16:creationId xmlns:a16="http://schemas.microsoft.com/office/drawing/2014/main" id="{BE4184E4-140A-4127-97A2-E3AEDECAF825}"/>
              </a:ext>
            </a:extLst>
          </p:cNvPr>
          <p:cNvPicPr>
            <a:picLocks xmlns:a="http://schemas.openxmlformats.org/drawingml/2006/main" noChangeAspect="1"/>
          </p:cNvPicPr>
          <p:nvPr/>
        </p:nvPicPr>
        <p:blipFill>
          <a:blip xmlns:r="http://schemas.openxmlformats.org/officeDocument/2006/relationships" xmlns:a="http://schemas.openxmlformats.org/drawingml/2006/main" r:embed="Rfcf37977a87e492c"/>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77">
            <a:extLst xmlns:a="http://schemas.openxmlformats.org/drawingml/2006/main">
              <a:ext uri="{FF2B5EF4-FFF2-40B4-BE49-F238E27FC236}">
                <a16:creationId xmlns:a16="http://schemas.microsoft.com/office/drawing/2014/main" id="{634BB5C4-9AF8-4AD5-8345-18B69FA35265}"/>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KFC</a:t>
            </a:r>
          </a:p>
        </p:txBody>
      </p:sp>
      <p:sp>
        <p:nvSpPr>
          <p:cNvPr id="25" name="profile-178">
            <a:extLst xmlns:a="http://schemas.openxmlformats.org/drawingml/2006/main">
              <a:ext uri="{FF2B5EF4-FFF2-40B4-BE49-F238E27FC236}">
                <a16:creationId xmlns:a16="http://schemas.microsoft.com/office/drawing/2014/main" id="{C721865C-E0CB-4C8E-A3B7-32E37B888E1D}"/>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F7AE1496-D0D7-44E0-87F3-14A34345E4E1}"/>
              </a:ext>
            </a:extLst>
          </p:cNvPr>
          <p:cNvPicPr>
            <a:picLocks xmlns:a="http://schemas.openxmlformats.org/drawingml/2006/main" noChangeAspect="1"/>
          </p:cNvPicPr>
          <p:nvPr/>
        </p:nvPicPr>
        <p:blipFill>
          <a:blip xmlns:r="http://schemas.openxmlformats.org/officeDocument/2006/relationships" xmlns:a="http://schemas.openxmlformats.org/drawingml/2006/main" r:embed="R97763e2ad0234dcf"/>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79">
            <a:extLst xmlns:a="http://schemas.openxmlformats.org/drawingml/2006/main">
              <a:ext uri="{FF2B5EF4-FFF2-40B4-BE49-F238E27FC236}">
                <a16:creationId xmlns:a16="http://schemas.microsoft.com/office/drawing/2014/main" id="{6BCA6602-F651-44DD-B6D8-AA819AB2897B}"/>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Kenny Rogers Roasters</a:t>
            </a:r>
          </a:p>
        </p:txBody>
      </p:sp>
      <p:sp>
        <p:nvSpPr>
          <p:cNvPr id="28" name="profile-180">
            <a:extLst xmlns:a="http://schemas.openxmlformats.org/drawingml/2006/main">
              <a:ext uri="{FF2B5EF4-FFF2-40B4-BE49-F238E27FC236}">
                <a16:creationId xmlns:a16="http://schemas.microsoft.com/office/drawing/2014/main" id="{6C103A33-3325-4623-90E3-05673DB28D1C}"/>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F7923E88-5A8A-4429-AF77-A1146B098777}"/>
              </a:ext>
            </a:extLst>
          </p:cNvPr>
          <p:cNvPicPr>
            <a:picLocks xmlns:a="http://schemas.openxmlformats.org/drawingml/2006/main" noChangeAspect="1"/>
          </p:cNvPicPr>
          <p:nvPr/>
        </p:nvPicPr>
        <p:blipFill>
          <a:blip xmlns:r="http://schemas.openxmlformats.org/officeDocument/2006/relationships" xmlns:a="http://schemas.openxmlformats.org/drawingml/2006/main" r:embed="Rd1ed02248950449a"/>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81">
            <a:extLst xmlns:a="http://schemas.openxmlformats.org/drawingml/2006/main">
              <a:ext uri="{FF2B5EF4-FFF2-40B4-BE49-F238E27FC236}">
                <a16:creationId xmlns:a16="http://schemas.microsoft.com/office/drawing/2014/main" id="{D6EEC39E-746D-471C-9DAB-F3BDDCA5D052}"/>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Papa Johns</a:t>
            </a:r>
          </a:p>
        </p:txBody>
      </p:sp>
      <p:sp>
        <p:nvSpPr>
          <p:cNvPr id="31" name="profile-182">
            <a:extLst xmlns:a="http://schemas.openxmlformats.org/drawingml/2006/main">
              <a:ext uri="{FF2B5EF4-FFF2-40B4-BE49-F238E27FC236}">
                <a16:creationId xmlns:a16="http://schemas.microsoft.com/office/drawing/2014/main" id="{0F18D1B0-361F-4D38-B6EA-41C5C1D5B56D}"/>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E1DC1AE2-C4C0-46CC-B9D6-324E871A7D6D}"/>
              </a:ext>
            </a:extLst>
          </p:cNvPr>
          <p:cNvPicPr>
            <a:picLocks xmlns:a="http://schemas.openxmlformats.org/drawingml/2006/main" noChangeAspect="1"/>
          </p:cNvPicPr>
          <p:nvPr/>
        </p:nvPicPr>
        <p:blipFill>
          <a:blip xmlns:r="http://schemas.openxmlformats.org/officeDocument/2006/relationships" xmlns:a="http://schemas.openxmlformats.org/drawingml/2006/main" r:embed="R00668659c68540fe"/>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83">
            <a:extLst xmlns:a="http://schemas.openxmlformats.org/drawingml/2006/main">
              <a:ext uri="{FF2B5EF4-FFF2-40B4-BE49-F238E27FC236}">
                <a16:creationId xmlns:a16="http://schemas.microsoft.com/office/drawing/2014/main" id="{5FC67985-EB13-4AB7-A6AF-BA57F958DD82}"/>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Yellow Cab Pizza Co.</a:t>
            </a:r>
          </a:p>
        </p:txBody>
      </p:sp>
      <p:sp>
        <p:nvSpPr>
          <p:cNvPr id="34" name="profile-184">
            <a:extLst xmlns:a="http://schemas.openxmlformats.org/drawingml/2006/main">
              <a:ext uri="{FF2B5EF4-FFF2-40B4-BE49-F238E27FC236}">
                <a16:creationId xmlns:a16="http://schemas.microsoft.com/office/drawing/2014/main" id="{7CCA7B2C-9E35-45E1-AA30-1A5D32409C1B}"/>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AD35CFC9-3EC9-4CF2-B44B-3B97D668C24E}"/>
              </a:ext>
            </a:extLst>
          </p:cNvPr>
          <p:cNvPicPr>
            <a:picLocks xmlns:a="http://schemas.openxmlformats.org/drawingml/2006/main" noChangeAspect="1"/>
          </p:cNvPicPr>
          <p:nvPr/>
        </p:nvPicPr>
        <p:blipFill>
          <a:blip xmlns:r="http://schemas.openxmlformats.org/officeDocument/2006/relationships" xmlns:a="http://schemas.openxmlformats.org/drawingml/2006/main" r:embed="R242a016d36ba405c"/>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85">
            <a:extLst xmlns:a="http://schemas.openxmlformats.org/drawingml/2006/main">
              <a:ext uri="{FF2B5EF4-FFF2-40B4-BE49-F238E27FC236}">
                <a16:creationId xmlns:a16="http://schemas.microsoft.com/office/drawing/2014/main" id="{630C61EF-DD2A-4020-8C5E-733761EBBEE9}"/>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Siomai King</a:t>
            </a:r>
          </a:p>
        </p:txBody>
      </p:sp>
      <p:sp>
        <p:nvSpPr>
          <p:cNvPr id="37" name="profile-186">
            <a:extLst xmlns:a="http://schemas.openxmlformats.org/drawingml/2006/main">
              <a:ext uri="{FF2B5EF4-FFF2-40B4-BE49-F238E27FC236}">
                <a16:creationId xmlns:a16="http://schemas.microsoft.com/office/drawing/2014/main" id="{C605A005-02AC-4952-9753-2EDC29F04F5B}"/>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1E2B4614-D9FC-4246-9079-A863A338DD69}"/>
              </a:ext>
            </a:extLst>
          </p:cNvPr>
          <p:cNvPicPr>
            <a:picLocks xmlns:a="http://schemas.openxmlformats.org/drawingml/2006/main" noChangeAspect="1"/>
          </p:cNvPicPr>
          <p:nvPr/>
        </p:nvPicPr>
        <p:blipFill>
          <a:blip xmlns:r="http://schemas.openxmlformats.org/officeDocument/2006/relationships" xmlns:a="http://schemas.openxmlformats.org/drawingml/2006/main" r:embed="R64b18d7b532f4181"/>
          <a:srcRect xmlns:a="http://schemas.openxmlformats.org/drawingml/2006/main" l="0" t="148" r="0" b="148"/>
          <a:stretch xmlns:a="http://schemas.openxmlformats.org/drawingml/2006/main">
            <a:fillRect l="0" t="0" r="0" b="0"/>
          </a:stretch>
        </p:blipFill>
        <p:spPr>
          <a:xfrm xmlns:a="http://schemas.openxmlformats.org/drawingml/2006/main">
            <a:off x="4419600" y="4762500"/>
            <a:ext cx="3105150" cy="638175"/>
          </a:xfrm>
          <a:prstGeom xmlns:a="http://schemas.openxmlformats.org/drawingml/2006/main" prst="rect">
            <a:avLst/>
          </a:prstGeom>
        </p:spPr>
      </p:pic>
      <p:sp>
        <p:nvSpPr>
          <p:cNvPr id="39" name="profile-187">
            <a:extLst xmlns:a="http://schemas.openxmlformats.org/drawingml/2006/main">
              <a:ext uri="{FF2B5EF4-FFF2-40B4-BE49-F238E27FC236}">
                <a16:creationId xmlns:a16="http://schemas.microsoft.com/office/drawing/2014/main" id="{1D278A1E-0F49-47F1-9013-C017955E20DF}"/>
              </a:ext>
            </a:extLst>
          </p:cNvPr>
          <p:cNvSpPr>
            <a:spLocks xmlns:a="http://schemas.openxmlformats.org/drawingml/2006/main" noGrp="1"/>
          </p:cNvSpPr>
          <p:nvPr/>
        </p:nvSpPr>
        <p:spPr>
          <a:xfrm xmlns:a="http://schemas.openxmlformats.org/drawingml/2006/main">
            <a:off x="441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GH Greenhills</a:t>
            </a:r>
          </a:p>
        </p:txBody>
      </p:sp>
      <p:sp>
        <p:nvSpPr>
          <p:cNvPr id="40" name="profile-188">
            <a:extLst xmlns:a="http://schemas.openxmlformats.org/drawingml/2006/main">
              <a:ext uri="{FF2B5EF4-FFF2-40B4-BE49-F238E27FC236}">
                <a16:creationId xmlns:a16="http://schemas.microsoft.com/office/drawing/2014/main" id="{18825BBE-E33C-4066-A8FE-1BD6699601B9}"/>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1" name="">
            <a:extLst xmlns:a="http://schemas.openxmlformats.org/drawingml/2006/main">
              <a:ext uri="{FF2B5EF4-FFF2-40B4-BE49-F238E27FC236}">
                <a16:creationId xmlns:a16="http://schemas.microsoft.com/office/drawing/2014/main" id="{529127F7-0EFC-4BD2-AFCA-7678086C9BC5}"/>
              </a:ext>
            </a:extLst>
          </p:cNvPr>
          <p:cNvPicPr>
            <a:picLocks xmlns:a="http://schemas.openxmlformats.org/drawingml/2006/main" noChangeAspect="1"/>
          </p:cNvPicPr>
          <p:nvPr/>
        </p:nvPicPr>
        <p:blipFill>
          <a:blip xmlns:r="http://schemas.openxmlformats.org/officeDocument/2006/relationships" xmlns:a="http://schemas.openxmlformats.org/drawingml/2006/main" r:embed="Rc2455fdd2f044fa7"/>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2" name="profile-189">
            <a:extLst xmlns:a="http://schemas.openxmlformats.org/drawingml/2006/main">
              <a:ext uri="{FF2B5EF4-FFF2-40B4-BE49-F238E27FC236}">
                <a16:creationId xmlns:a16="http://schemas.microsoft.com/office/drawing/2014/main" id="{0CCF1C71-CD4E-47FA-A0B5-D98B9339BC93}"/>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Brenton (BVMIC)</a:t>
            </a:r>
          </a:p>
        </p:txBody>
      </p:sp>
      <p:sp>
        <p:nvSpPr>
          <p:cNvPr id="43" name="profile-190">
            <a:extLst xmlns:a="http://schemas.openxmlformats.org/drawingml/2006/main">
              <a:ext uri="{FF2B5EF4-FFF2-40B4-BE49-F238E27FC236}">
                <a16:creationId xmlns:a16="http://schemas.microsoft.com/office/drawing/2014/main" id="{23BE995A-26A3-4EF3-9672-6E80DF62D7D8}"/>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6813629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rofile-191">
            <a:extLst xmlns:a="http://schemas.openxmlformats.org/drawingml/2006/main">
              <a:ext uri="{FF2B5EF4-FFF2-40B4-BE49-F238E27FC236}">
                <a16:creationId xmlns:a16="http://schemas.microsoft.com/office/drawing/2014/main" id="{D6D66654-1051-4071-978D-70B215E1997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2">
            <a:extLst xmlns:a="http://schemas.openxmlformats.org/drawingml/2006/main">
              <a:ext uri="{FF2B5EF4-FFF2-40B4-BE49-F238E27FC236}">
                <a16:creationId xmlns:a16="http://schemas.microsoft.com/office/drawing/2014/main" id="{58819E61-7347-4F4E-852D-BAFD50590AC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AF56671-2509-4720-A7EE-DC39E333C8C2}"/>
              </a:ext>
            </a:extLst>
          </p:cNvPr>
          <p:cNvPicPr>
            <a:picLocks xmlns:a="http://schemas.openxmlformats.org/drawingml/2006/main" noChangeAspect="1"/>
          </p:cNvPicPr>
          <p:nvPr/>
        </p:nvPicPr>
        <p:blipFill>
          <a:blip xmlns:r="http://schemas.openxmlformats.org/officeDocument/2006/relationships" xmlns:a="http://schemas.openxmlformats.org/drawingml/2006/main" r:embed="R80f712497fca4c4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3">
            <a:extLst xmlns:a="http://schemas.openxmlformats.org/drawingml/2006/main">
              <a:ext uri="{FF2B5EF4-FFF2-40B4-BE49-F238E27FC236}">
                <a16:creationId xmlns:a16="http://schemas.microsoft.com/office/drawing/2014/main" id="{80DBFEE5-9336-4121-A817-94E29AF3669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4">
            <a:extLst xmlns:a="http://schemas.openxmlformats.org/drawingml/2006/main">
              <a:ext uri="{FF2B5EF4-FFF2-40B4-BE49-F238E27FC236}">
                <a16:creationId xmlns:a16="http://schemas.microsoft.com/office/drawing/2014/main" id="{D68CB853-EDD3-4C75-9171-E5459C5B120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5">
            <a:extLst xmlns:a="http://schemas.openxmlformats.org/drawingml/2006/main">
              <a:ext uri="{FF2B5EF4-FFF2-40B4-BE49-F238E27FC236}">
                <a16:creationId xmlns:a16="http://schemas.microsoft.com/office/drawing/2014/main" id="{EED2AFF1-3B17-434E-9DB3-472FDD17ADF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6">
            <a:extLst xmlns:a="http://schemas.openxmlformats.org/drawingml/2006/main">
              <a:ext uri="{FF2B5EF4-FFF2-40B4-BE49-F238E27FC236}">
                <a16:creationId xmlns:a16="http://schemas.microsoft.com/office/drawing/2014/main" id="{9D22CAE7-0CED-4BDF-8A82-B0CB61AAE37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7">
            <a:extLst xmlns:a="http://schemas.openxmlformats.org/drawingml/2006/main">
              <a:ext uri="{FF2B5EF4-FFF2-40B4-BE49-F238E27FC236}">
                <a16:creationId xmlns:a16="http://schemas.microsoft.com/office/drawing/2014/main" id="{E6512D8A-1273-4398-BC28-5749289953F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8">
            <a:extLst xmlns:a="http://schemas.openxmlformats.org/drawingml/2006/main">
              <a:ext uri="{FF2B5EF4-FFF2-40B4-BE49-F238E27FC236}">
                <a16:creationId xmlns:a16="http://schemas.microsoft.com/office/drawing/2014/main" id="{48931131-E8E6-4A4E-9638-A830472BB72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9">
            <a:extLst xmlns:a="http://schemas.openxmlformats.org/drawingml/2006/main">
              <a:ext uri="{FF2B5EF4-FFF2-40B4-BE49-F238E27FC236}">
                <a16:creationId xmlns:a16="http://schemas.microsoft.com/office/drawing/2014/main" id="{B6AE2CDD-79E8-4C44-B99E-28AD577406B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0">
            <a:extLst xmlns:a="http://schemas.openxmlformats.org/drawingml/2006/main">
              <a:ext uri="{FF2B5EF4-FFF2-40B4-BE49-F238E27FC236}">
                <a16:creationId xmlns:a16="http://schemas.microsoft.com/office/drawing/2014/main" id="{1C71C002-FAE7-4D3F-B9D4-1A7C3443A15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1">
            <a:extLst xmlns:a="http://schemas.openxmlformats.org/drawingml/2006/main">
              <a:ext uri="{FF2B5EF4-FFF2-40B4-BE49-F238E27FC236}">
                <a16:creationId xmlns:a16="http://schemas.microsoft.com/office/drawing/2014/main" id="{3B9B00F7-51CD-4AE4-9FA8-8F460CA8A0D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2">
            <a:extLst xmlns:a="http://schemas.openxmlformats.org/drawingml/2006/main">
              <a:ext uri="{FF2B5EF4-FFF2-40B4-BE49-F238E27FC236}">
                <a16:creationId xmlns:a16="http://schemas.microsoft.com/office/drawing/2014/main" id="{095CBE71-FCFE-494C-A8E5-FAF3A0A8551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3">
            <a:extLst xmlns:a="http://schemas.openxmlformats.org/drawingml/2006/main">
              <a:ext uri="{FF2B5EF4-FFF2-40B4-BE49-F238E27FC236}">
                <a16:creationId xmlns:a16="http://schemas.microsoft.com/office/drawing/2014/main" id="{082170E3-8A81-4700-AB7D-EAA95F714FA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4">
            <a:extLst xmlns:a="http://schemas.openxmlformats.org/drawingml/2006/main">
              <a:ext uri="{FF2B5EF4-FFF2-40B4-BE49-F238E27FC236}">
                <a16:creationId xmlns:a16="http://schemas.microsoft.com/office/drawing/2014/main" id="{9CB95846-CC08-4AC3-B6F0-C25EB2A524F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07</a:t>
            </a:r>
          </a:p>
        </p:txBody>
      </p:sp>
      <p:sp>
        <p:nvSpPr>
          <p:cNvPr id="16" name="profile-205">
            <a:extLst xmlns:a="http://schemas.openxmlformats.org/drawingml/2006/main">
              <a:ext uri="{FF2B5EF4-FFF2-40B4-BE49-F238E27FC236}">
                <a16:creationId xmlns:a16="http://schemas.microsoft.com/office/drawing/2014/main" id="{43C56877-D641-4903-9144-2D109A4522F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Cleaning work: before and after</a:t>
            </a:r>
          </a:p>
        </p:txBody>
      </p:sp>
      <p:sp>
        <p:nvSpPr>
          <p:cNvPr id="17" name="profile-206">
            <a:extLst xmlns:a="http://schemas.openxmlformats.org/drawingml/2006/main">
              <a:ext uri="{FF2B5EF4-FFF2-40B4-BE49-F238E27FC236}">
                <a16:creationId xmlns:a16="http://schemas.microsoft.com/office/drawing/2014/main" id="{2FFCF464-26A6-431E-B177-38A32FBB1C7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33D51054-A936-4902-ABA9-5F15242980B6}"/>
              </a:ext>
            </a:extLst>
          </p:cNvPr>
          <p:cNvPicPr>
            <a:picLocks xmlns:a="http://schemas.openxmlformats.org/drawingml/2006/main" noChangeAspect="1"/>
          </p:cNvPicPr>
          <p:nvPr/>
        </p:nvPicPr>
        <p:blipFill>
          <a:blip xmlns:r="http://schemas.openxmlformats.org/officeDocument/2006/relationships" xmlns:a="http://schemas.openxmlformats.org/drawingml/2006/main" r:embed="Rce4aff94270447a4"/>
          <a:srcRect xmlns:a="http://schemas.openxmlformats.org/drawingml/2006/main" l="28" t="0" r="28" b="0"/>
          <a:stretch xmlns:a="http://schemas.openxmlformats.org/drawingml/2006/main">
            <a:fillRect l="0" t="0" r="0" b="0"/>
          </a:stretch>
        </p:blipFill>
        <p:spPr>
          <a:xfrm xmlns:a="http://schemas.openxmlformats.org/drawingml/2006/main">
            <a:off x="400050" y="2266950"/>
            <a:ext cx="5562600" cy="2838450"/>
          </a:xfrm>
          <a:prstGeom xmlns:a="http://schemas.openxmlformats.org/drawingml/2006/main" prst="rect">
            <a:avLst/>
          </a:prstGeom>
        </p:spPr>
      </p:pic>
      <p:sp>
        <p:nvSpPr>
          <p:cNvPr id="19" name="profile-207">
            <a:extLst xmlns:a="http://schemas.openxmlformats.org/drawingml/2006/main">
              <a:ext uri="{FF2B5EF4-FFF2-40B4-BE49-F238E27FC236}">
                <a16:creationId xmlns:a16="http://schemas.microsoft.com/office/drawing/2014/main" id="{3BE3FFB5-47FC-4464-917B-B2B580FA001A}"/>
              </a:ext>
            </a:extLst>
          </p:cNvPr>
          <p:cNvSpPr>
            <a:spLocks xmlns:a="http://schemas.openxmlformats.org/drawingml/2006/main" noGrp="1"/>
          </p:cNvSpPr>
          <p:nvPr/>
        </p:nvSpPr>
        <p:spPr>
          <a:xfrm xmlns:a="http://schemas.openxmlformats.org/drawingml/2006/main">
            <a:off x="4000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BEFORE CLEANING</a:t>
            </a:r>
          </a:p>
        </p:txBody>
      </p:sp>
      <p:pic>
        <p:nvPicPr>
          <p:cNvPr id="20" name="">
            <a:extLst xmlns:a="http://schemas.openxmlformats.org/drawingml/2006/main">
              <a:ext uri="{FF2B5EF4-FFF2-40B4-BE49-F238E27FC236}">
                <a16:creationId xmlns:a16="http://schemas.microsoft.com/office/drawing/2014/main" id="{A7437ED9-A2BF-482C-B622-8C95E4CE2558}"/>
              </a:ext>
            </a:extLst>
          </p:cNvPr>
          <p:cNvPicPr>
            <a:picLocks xmlns:a="http://schemas.openxmlformats.org/drawingml/2006/main" noChangeAspect="1"/>
          </p:cNvPicPr>
          <p:nvPr/>
        </p:nvPicPr>
        <p:blipFill>
          <a:blip xmlns:r="http://schemas.openxmlformats.org/officeDocument/2006/relationships" xmlns:a="http://schemas.openxmlformats.org/drawingml/2006/main" r:embed="Rebd56948535f4d42"/>
          <a:srcRect xmlns:a="http://schemas.openxmlformats.org/drawingml/2006/main" l="28" t="0" r="28" b="0"/>
          <a:stretch xmlns:a="http://schemas.openxmlformats.org/drawingml/2006/main">
            <a:fillRect l="0" t="0" r="0" b="0"/>
          </a:stretch>
        </p:blipFill>
        <p:spPr>
          <a:xfrm xmlns:a="http://schemas.openxmlformats.org/drawingml/2006/main">
            <a:off x="6229350" y="2266950"/>
            <a:ext cx="5562600" cy="2838450"/>
          </a:xfrm>
          <a:prstGeom xmlns:a="http://schemas.openxmlformats.org/drawingml/2006/main" prst="rect">
            <a:avLst/>
          </a:prstGeom>
        </p:spPr>
      </p:pic>
      <p:sp>
        <p:nvSpPr>
          <p:cNvPr id="21" name="profile-208">
            <a:extLst xmlns:a="http://schemas.openxmlformats.org/drawingml/2006/main">
              <a:ext uri="{FF2B5EF4-FFF2-40B4-BE49-F238E27FC236}">
                <a16:creationId xmlns:a16="http://schemas.microsoft.com/office/drawing/2014/main" id="{47B9E711-6308-47A1-B15E-16178D103726}"/>
              </a:ext>
            </a:extLst>
          </p:cNvPr>
          <p:cNvSpPr>
            <a:spLocks xmlns:a="http://schemas.openxmlformats.org/drawingml/2006/main" noGrp="1"/>
          </p:cNvSpPr>
          <p:nvPr/>
        </p:nvSpPr>
        <p:spPr>
          <a:xfrm xmlns:a="http://schemas.openxmlformats.org/drawingml/2006/main">
            <a:off x="62293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AFTER CLEANING</a:t>
            </a:r>
          </a:p>
        </p:txBody>
      </p:sp>
      <p:sp>
        <p:nvSpPr>
          <p:cNvPr id="22" name="profile-209">
            <a:extLst xmlns:a="http://schemas.openxmlformats.org/drawingml/2006/main">
              <a:ext uri="{FF2B5EF4-FFF2-40B4-BE49-F238E27FC236}">
                <a16:creationId xmlns:a16="http://schemas.microsoft.com/office/drawing/2014/main" id="{DAB43585-FE96-4BC9-83BA-8B3CA8DB8FA0}"/>
              </a:ext>
            </a:extLst>
          </p:cNvPr>
          <p:cNvSpPr>
            <a:spLocks xmlns:a="http://schemas.openxmlformats.org/drawingml/2006/main" noGrp="1"/>
          </p:cNvSpPr>
          <p:nvPr/>
        </p:nvSpPr>
        <p:spPr>
          <a:xfrm xmlns:a="http://schemas.openxmlformats.org/drawingml/2006/main">
            <a:off x="400050" y="5695950"/>
            <a:ext cx="1123950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Actual Oceanides photographs show the chamber condition before and after cleaning.</a:t>
            </a:r>
          </a:p>
        </p:txBody>
      </p:sp>
      <p:sp>
        <p:nvSpPr>
          <p:cNvPr id="23" name="profile-210">
            <a:extLst xmlns:a="http://schemas.openxmlformats.org/drawingml/2006/main">
              <a:ext uri="{FF2B5EF4-FFF2-40B4-BE49-F238E27FC236}">
                <a16:creationId xmlns:a16="http://schemas.microsoft.com/office/drawing/2014/main" id="{C16E031E-AA38-4752-846F-FF15D64888B5}"/>
              </a:ext>
            </a:extLst>
          </p:cNvPr>
          <p:cNvSpPr>
            <a:spLocks xmlns:a="http://schemas.openxmlformats.org/drawingml/2006/main" noGrp="1"/>
          </p:cNvSpPr>
          <p:nvPr/>
        </p:nvSpPr>
        <p:spPr>
          <a:xfrm xmlns:a="http://schemas.openxmlformats.org/drawingml/2006/main">
            <a:off x="400050" y="6000750"/>
            <a:ext cx="11191875"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The specific project site, service date and approved case-study details are still to be added.</a:t>
            </a:r>
          </a:p>
        </p:txBody>
      </p:sp>
    </p:spTree>
    <p:extLst>
      <p:ext uri="{BB962C8B-B14F-4D97-AF65-F5344CB8AC3E}">
        <p14:creationId xmlns:p14="http://schemas.microsoft.com/office/powerpoint/2010/main" val="6559758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211">
            <a:extLst xmlns:a="http://schemas.openxmlformats.org/drawingml/2006/main">
              <a:ext uri="{FF2B5EF4-FFF2-40B4-BE49-F238E27FC236}">
                <a16:creationId xmlns:a16="http://schemas.microsoft.com/office/drawing/2014/main" id="{208D0F35-57F1-4632-9BFC-E5F4E0974CA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2">
            <a:extLst xmlns:a="http://schemas.openxmlformats.org/drawingml/2006/main">
              <a:ext uri="{FF2B5EF4-FFF2-40B4-BE49-F238E27FC236}">
                <a16:creationId xmlns:a16="http://schemas.microsoft.com/office/drawing/2014/main" id="{0392C57E-8715-47CE-8CFC-6D70444981D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DC11469-D335-42CF-90ED-2E5875EE86F0}"/>
              </a:ext>
            </a:extLst>
          </p:cNvPr>
          <p:cNvPicPr>
            <a:picLocks xmlns:a="http://schemas.openxmlformats.org/drawingml/2006/main" noChangeAspect="1"/>
          </p:cNvPicPr>
          <p:nvPr/>
        </p:nvPicPr>
        <p:blipFill>
          <a:blip xmlns:r="http://schemas.openxmlformats.org/officeDocument/2006/relationships" xmlns:a="http://schemas.openxmlformats.org/drawingml/2006/main" r:embed="R0f783143ab9d4d2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3">
            <a:extLst xmlns:a="http://schemas.openxmlformats.org/drawingml/2006/main">
              <a:ext uri="{FF2B5EF4-FFF2-40B4-BE49-F238E27FC236}">
                <a16:creationId xmlns:a16="http://schemas.microsoft.com/office/drawing/2014/main" id="{3B065D47-5019-43CC-BCEA-A2095BE8EBA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4">
            <a:extLst xmlns:a="http://schemas.openxmlformats.org/drawingml/2006/main">
              <a:ext uri="{FF2B5EF4-FFF2-40B4-BE49-F238E27FC236}">
                <a16:creationId xmlns:a16="http://schemas.microsoft.com/office/drawing/2014/main" id="{65D67C10-C19A-4CF7-AC9F-83CB9E7E5A0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5">
            <a:extLst xmlns:a="http://schemas.openxmlformats.org/drawingml/2006/main">
              <a:ext uri="{FF2B5EF4-FFF2-40B4-BE49-F238E27FC236}">
                <a16:creationId xmlns:a16="http://schemas.microsoft.com/office/drawing/2014/main" id="{189DAA76-D481-4538-9769-DEF1672D75B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6">
            <a:extLst xmlns:a="http://schemas.openxmlformats.org/drawingml/2006/main">
              <a:ext uri="{FF2B5EF4-FFF2-40B4-BE49-F238E27FC236}">
                <a16:creationId xmlns:a16="http://schemas.microsoft.com/office/drawing/2014/main" id="{ECF40E4B-93ED-4673-9B4A-07BDD6DEA37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7">
            <a:extLst xmlns:a="http://schemas.openxmlformats.org/drawingml/2006/main">
              <a:ext uri="{FF2B5EF4-FFF2-40B4-BE49-F238E27FC236}">
                <a16:creationId xmlns:a16="http://schemas.microsoft.com/office/drawing/2014/main" id="{1D529802-4CF3-48AE-B054-68AE123AD96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8">
            <a:extLst xmlns:a="http://schemas.openxmlformats.org/drawingml/2006/main">
              <a:ext uri="{FF2B5EF4-FFF2-40B4-BE49-F238E27FC236}">
                <a16:creationId xmlns:a16="http://schemas.microsoft.com/office/drawing/2014/main" id="{15EE6C0C-C184-4E4E-9BB2-4299DE09F43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9">
            <a:extLst xmlns:a="http://schemas.openxmlformats.org/drawingml/2006/main">
              <a:ext uri="{FF2B5EF4-FFF2-40B4-BE49-F238E27FC236}">
                <a16:creationId xmlns:a16="http://schemas.microsoft.com/office/drawing/2014/main" id="{4BAFC06D-B2C7-4BE5-816B-E841DBBDA14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0">
            <a:extLst xmlns:a="http://schemas.openxmlformats.org/drawingml/2006/main">
              <a:ext uri="{FF2B5EF4-FFF2-40B4-BE49-F238E27FC236}">
                <a16:creationId xmlns:a16="http://schemas.microsoft.com/office/drawing/2014/main" id="{3C706562-2F5F-460F-AA25-622CA0B7134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1">
            <a:extLst xmlns:a="http://schemas.openxmlformats.org/drawingml/2006/main">
              <a:ext uri="{FF2B5EF4-FFF2-40B4-BE49-F238E27FC236}">
                <a16:creationId xmlns:a16="http://schemas.microsoft.com/office/drawing/2014/main" id="{803346A2-B1C4-491B-8EDC-DB4B9F5A489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2">
            <a:extLst xmlns:a="http://schemas.openxmlformats.org/drawingml/2006/main">
              <a:ext uri="{FF2B5EF4-FFF2-40B4-BE49-F238E27FC236}">
                <a16:creationId xmlns:a16="http://schemas.microsoft.com/office/drawing/2014/main" id="{8555F0DA-18EA-4FC2-9E5D-A6964EB240C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3">
            <a:extLst xmlns:a="http://schemas.openxmlformats.org/drawingml/2006/main">
              <a:ext uri="{FF2B5EF4-FFF2-40B4-BE49-F238E27FC236}">
                <a16:creationId xmlns:a16="http://schemas.microsoft.com/office/drawing/2014/main" id="{D287A3BC-77D3-4575-B7AC-01A4A1FC8B5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4">
            <a:extLst xmlns:a="http://schemas.openxmlformats.org/drawingml/2006/main">
              <a:ext uri="{FF2B5EF4-FFF2-40B4-BE49-F238E27FC236}">
                <a16:creationId xmlns:a16="http://schemas.microsoft.com/office/drawing/2014/main" id="{6843E385-E44A-4AA2-B29B-33ED5801B05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08</a:t>
            </a:r>
          </a:p>
        </p:txBody>
      </p:sp>
      <p:sp>
        <p:nvSpPr>
          <p:cNvPr id="16" name="profile-225">
            <a:extLst xmlns:a="http://schemas.openxmlformats.org/drawingml/2006/main">
              <a:ext uri="{FF2B5EF4-FFF2-40B4-BE49-F238E27FC236}">
                <a16:creationId xmlns:a16="http://schemas.microsoft.com/office/drawing/2014/main" id="{C409CE63-4DD3-43D5-AA9F-A0495F7717F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Septic Tank Siphoning</a:t>
            </a:r>
          </a:p>
        </p:txBody>
      </p:sp>
      <p:sp>
        <p:nvSpPr>
          <p:cNvPr id="17" name="profile-226">
            <a:extLst xmlns:a="http://schemas.openxmlformats.org/drawingml/2006/main">
              <a:ext uri="{FF2B5EF4-FFF2-40B4-BE49-F238E27FC236}">
                <a16:creationId xmlns:a16="http://schemas.microsoft.com/office/drawing/2014/main" id="{93E8B13B-AB90-4532-B9FC-B9F01E54A51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7">
            <a:extLst xmlns:a="http://schemas.openxmlformats.org/drawingml/2006/main">
              <a:ext uri="{FF2B5EF4-FFF2-40B4-BE49-F238E27FC236}">
                <a16:creationId xmlns:a16="http://schemas.microsoft.com/office/drawing/2014/main" id="{51178A7F-9B86-4472-B146-7B9C6612D4F3}"/>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Plan septic tank servicing before an overflow</a:t>
            </a:r>
          </a:p>
        </p:txBody>
      </p:sp>
      <p:sp>
        <p:nvSpPr>
          <p:cNvPr id="19" name="profile-228">
            <a:extLst xmlns:a="http://schemas.openxmlformats.org/drawingml/2006/main">
              <a:ext uri="{FF2B5EF4-FFF2-40B4-BE49-F238E27FC236}">
                <a16:creationId xmlns:a16="http://schemas.microsoft.com/office/drawing/2014/main" id="{D0477C91-71FC-4B38-8002-1EC7C185BCB2}"/>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disrupts your property.</a:t>
            </a:r>
          </a:p>
        </p:txBody>
      </p:sp>
      <p:sp>
        <p:nvSpPr>
          <p:cNvPr id="20" name="profile-229">
            <a:extLst xmlns:a="http://schemas.openxmlformats.org/drawingml/2006/main">
              <a:ext uri="{FF2B5EF4-FFF2-40B4-BE49-F238E27FC236}">
                <a16:creationId xmlns:a16="http://schemas.microsoft.com/office/drawing/2014/main" id="{08E5A409-F135-460F-A620-D7051D0CA83B}"/>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septic tank siphoning for commercial, industrial,</a:t>
            </a:r>
          </a:p>
        </p:txBody>
      </p:sp>
      <p:sp>
        <p:nvSpPr>
          <p:cNvPr id="21" name="profile-230">
            <a:extLst xmlns:a="http://schemas.openxmlformats.org/drawingml/2006/main">
              <a:ext uri="{FF2B5EF4-FFF2-40B4-BE49-F238E27FC236}">
                <a16:creationId xmlns:a16="http://schemas.microsoft.com/office/drawing/2014/main" id="{D6A3FC49-7211-4239-AF8E-2C51A553A631}"/>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and residential properties. We coordinate access, the work area, and the</a:t>
            </a:r>
          </a:p>
        </p:txBody>
      </p:sp>
      <p:sp>
        <p:nvSpPr>
          <p:cNvPr id="22" name="profile-231">
            <a:extLst xmlns:a="http://schemas.openxmlformats.org/drawingml/2006/main">
              <a:ext uri="{FF2B5EF4-FFF2-40B4-BE49-F238E27FC236}">
                <a16:creationId xmlns:a16="http://schemas.microsoft.com/office/drawing/2014/main" id="{5DEF313E-7A43-4CB8-8EC5-CC2C2B495FEE}"/>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agreed service schedule with your site representative.</a:t>
            </a:r>
          </a:p>
        </p:txBody>
      </p:sp>
      <p:sp>
        <p:nvSpPr>
          <p:cNvPr id="23" name="profile-232">
            <a:extLst xmlns:a="http://schemas.openxmlformats.org/drawingml/2006/main">
              <a:ext uri="{FF2B5EF4-FFF2-40B4-BE49-F238E27FC236}">
                <a16:creationId xmlns:a16="http://schemas.microsoft.com/office/drawing/2014/main" id="{45DEC7CE-4D63-4F8C-A7AA-0DD294876FD6}"/>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233">
            <a:extLst xmlns:a="http://schemas.openxmlformats.org/drawingml/2006/main">
              <a:ext uri="{FF2B5EF4-FFF2-40B4-BE49-F238E27FC236}">
                <a16:creationId xmlns:a16="http://schemas.microsoft.com/office/drawing/2014/main" id="{E24D8940-51AB-448D-9138-B56303E0832E}"/>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tank access and service requirements</a:t>
            </a:r>
          </a:p>
        </p:txBody>
      </p:sp>
      <p:sp>
        <p:nvSpPr>
          <p:cNvPr id="25" name="profile-234">
            <a:extLst xmlns:a="http://schemas.openxmlformats.org/drawingml/2006/main">
              <a:ext uri="{FF2B5EF4-FFF2-40B4-BE49-F238E27FC236}">
                <a16:creationId xmlns:a16="http://schemas.microsoft.com/office/drawing/2014/main" id="{E45A2B15-0B3F-4938-BECF-C2480DFCBB6F}"/>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235">
            <a:extLst xmlns:a="http://schemas.openxmlformats.org/drawingml/2006/main">
              <a:ext uri="{FF2B5EF4-FFF2-40B4-BE49-F238E27FC236}">
                <a16:creationId xmlns:a16="http://schemas.microsoft.com/office/drawing/2014/main" id="{19AECE1D-A7D6-4F15-9624-2F0397D8E93A}"/>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of accumulated septic contents within the agreed scope</a:t>
            </a:r>
          </a:p>
        </p:txBody>
      </p:sp>
      <p:sp>
        <p:nvSpPr>
          <p:cNvPr id="27" name="profile-236">
            <a:extLst xmlns:a="http://schemas.openxmlformats.org/drawingml/2006/main">
              <a:ext uri="{FF2B5EF4-FFF2-40B4-BE49-F238E27FC236}">
                <a16:creationId xmlns:a16="http://schemas.microsoft.com/office/drawing/2014/main" id="{9D1F2D27-8AFC-48B2-8E0F-7DA2B44E5368}"/>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237">
            <a:extLst xmlns:a="http://schemas.openxmlformats.org/drawingml/2006/main">
              <a:ext uri="{FF2B5EF4-FFF2-40B4-BE49-F238E27FC236}">
                <a16:creationId xmlns:a16="http://schemas.microsoft.com/office/drawing/2014/main" id="{A4A717EB-95F7-4614-8426-59559B90517D}"/>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with site personnel during the work</a:t>
            </a:r>
          </a:p>
        </p:txBody>
      </p:sp>
      <p:sp>
        <p:nvSpPr>
          <p:cNvPr id="29" name="profile-238">
            <a:extLst xmlns:a="http://schemas.openxmlformats.org/drawingml/2006/main">
              <a:ext uri="{FF2B5EF4-FFF2-40B4-BE49-F238E27FC236}">
                <a16:creationId xmlns:a16="http://schemas.microsoft.com/office/drawing/2014/main" id="{09969D39-6352-4C63-80E6-A478123FE98B}"/>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239">
            <a:extLst xmlns:a="http://schemas.openxmlformats.org/drawingml/2006/main">
              <a:ext uri="{FF2B5EF4-FFF2-40B4-BE49-F238E27FC236}">
                <a16:creationId xmlns:a16="http://schemas.microsoft.com/office/drawing/2014/main" id="{9097CA9A-09D3-4CE8-8629-0B3A3F7C4C97}"/>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Recommendations for the next service based on site conditions</a:t>
            </a:r>
          </a:p>
        </p:txBody>
      </p:sp>
      <p:pic>
        <p:nvPicPr>
          <p:cNvPr id="31" name="">
            <a:extLst xmlns:a="http://schemas.openxmlformats.org/drawingml/2006/main">
              <a:ext uri="{FF2B5EF4-FFF2-40B4-BE49-F238E27FC236}">
                <a16:creationId xmlns:a16="http://schemas.microsoft.com/office/drawing/2014/main" id="{910261C9-178C-4901-A385-0C690F783DD5}"/>
              </a:ext>
            </a:extLst>
          </p:cNvPr>
          <p:cNvPicPr>
            <a:picLocks xmlns:a="http://schemas.openxmlformats.org/drawingml/2006/main" noChangeAspect="1"/>
          </p:cNvPicPr>
          <p:nvPr/>
        </p:nvPicPr>
        <p:blipFill>
          <a:blip xmlns:r="http://schemas.openxmlformats.org/officeDocument/2006/relationships" xmlns:a="http://schemas.openxmlformats.org/drawingml/2006/main" r:embed="R8fb5e8f5312841a8"/>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240">
            <a:extLst xmlns:a="http://schemas.openxmlformats.org/drawingml/2006/main">
              <a:ext uri="{FF2B5EF4-FFF2-40B4-BE49-F238E27FC236}">
                <a16:creationId xmlns:a16="http://schemas.microsoft.com/office/drawing/2014/main" id="{80ED1EB4-F7F2-415D-8CF6-E0716404DB3B}"/>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3" name="profile-241">
            <a:extLst xmlns:a="http://schemas.openxmlformats.org/drawingml/2006/main">
              <a:ext uri="{FF2B5EF4-FFF2-40B4-BE49-F238E27FC236}">
                <a16:creationId xmlns:a16="http://schemas.microsoft.com/office/drawing/2014/main" id="{88347C05-57CD-4707-A77E-D36BB770D383}"/>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242">
            <a:extLst xmlns:a="http://schemas.openxmlformats.org/drawingml/2006/main">
              <a:ext uri="{FF2B5EF4-FFF2-40B4-BE49-F238E27FC236}">
                <a16:creationId xmlns:a16="http://schemas.microsoft.com/office/drawing/2014/main" id="{8EB92B01-F620-4664-BB87-5191A37E0264}"/>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servicing around your operations and reduce</a:t>
            </a:r>
          </a:p>
        </p:txBody>
      </p:sp>
      <p:sp>
        <p:nvSpPr>
          <p:cNvPr id="35" name="profile-243">
            <a:extLst xmlns:a="http://schemas.openxmlformats.org/drawingml/2006/main">
              <a:ext uri="{FF2B5EF4-FFF2-40B4-BE49-F238E27FC236}">
                <a16:creationId xmlns:a16="http://schemas.microsoft.com/office/drawing/2014/main" id="{D0BC7FE1-8235-46EE-9068-A7E839AE545A}"/>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avoidable tank-related disruption.</a:t>
            </a:r>
          </a:p>
        </p:txBody>
      </p:sp>
    </p:spTree>
    <p:extLst>
      <p:ext uri="{BB962C8B-B14F-4D97-AF65-F5344CB8AC3E}">
        <p14:creationId xmlns:p14="http://schemas.microsoft.com/office/powerpoint/2010/main" val="10609662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244">
            <a:extLst xmlns:a="http://schemas.openxmlformats.org/drawingml/2006/main">
              <a:ext uri="{FF2B5EF4-FFF2-40B4-BE49-F238E27FC236}">
                <a16:creationId xmlns:a16="http://schemas.microsoft.com/office/drawing/2014/main" id="{A8AB0480-3FA9-47D9-85BC-217D42F7613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45">
            <a:extLst xmlns:a="http://schemas.openxmlformats.org/drawingml/2006/main">
              <a:ext uri="{FF2B5EF4-FFF2-40B4-BE49-F238E27FC236}">
                <a16:creationId xmlns:a16="http://schemas.microsoft.com/office/drawing/2014/main" id="{8EA1856F-8EB1-4CB5-8802-27E16C6AC5F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F0C320E-C157-44F9-AF32-5D1DE2D2661A}"/>
              </a:ext>
            </a:extLst>
          </p:cNvPr>
          <p:cNvPicPr>
            <a:picLocks xmlns:a="http://schemas.openxmlformats.org/drawingml/2006/main" noChangeAspect="1"/>
          </p:cNvPicPr>
          <p:nvPr/>
        </p:nvPicPr>
        <p:blipFill>
          <a:blip xmlns:r="http://schemas.openxmlformats.org/officeDocument/2006/relationships" xmlns:a="http://schemas.openxmlformats.org/drawingml/2006/main" r:embed="R732560465ece43c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46">
            <a:extLst xmlns:a="http://schemas.openxmlformats.org/drawingml/2006/main">
              <a:ext uri="{FF2B5EF4-FFF2-40B4-BE49-F238E27FC236}">
                <a16:creationId xmlns:a16="http://schemas.microsoft.com/office/drawing/2014/main" id="{F86EB28C-D95D-4326-96B0-BDD2C40FC4D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47">
            <a:extLst xmlns:a="http://schemas.openxmlformats.org/drawingml/2006/main">
              <a:ext uri="{FF2B5EF4-FFF2-40B4-BE49-F238E27FC236}">
                <a16:creationId xmlns:a16="http://schemas.microsoft.com/office/drawing/2014/main" id="{6B18AE58-1EAA-41DE-9E27-139D4485B9A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48">
            <a:extLst xmlns:a="http://schemas.openxmlformats.org/drawingml/2006/main">
              <a:ext uri="{FF2B5EF4-FFF2-40B4-BE49-F238E27FC236}">
                <a16:creationId xmlns:a16="http://schemas.microsoft.com/office/drawing/2014/main" id="{302F1E60-7EE8-43AC-A6E9-D3AC6A1801B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49">
            <a:extLst xmlns:a="http://schemas.openxmlformats.org/drawingml/2006/main">
              <a:ext uri="{FF2B5EF4-FFF2-40B4-BE49-F238E27FC236}">
                <a16:creationId xmlns:a16="http://schemas.microsoft.com/office/drawing/2014/main" id="{FAA75C87-942C-4F92-94CB-D031E578A56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50">
            <a:extLst xmlns:a="http://schemas.openxmlformats.org/drawingml/2006/main">
              <a:ext uri="{FF2B5EF4-FFF2-40B4-BE49-F238E27FC236}">
                <a16:creationId xmlns:a16="http://schemas.microsoft.com/office/drawing/2014/main" id="{1501EC96-A631-405F-8E31-43097C93A71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51">
            <a:extLst xmlns:a="http://schemas.openxmlformats.org/drawingml/2006/main">
              <a:ext uri="{FF2B5EF4-FFF2-40B4-BE49-F238E27FC236}">
                <a16:creationId xmlns:a16="http://schemas.microsoft.com/office/drawing/2014/main" id="{07D9C090-3A81-4046-9775-11A22DFE460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52">
            <a:extLst xmlns:a="http://schemas.openxmlformats.org/drawingml/2006/main">
              <a:ext uri="{FF2B5EF4-FFF2-40B4-BE49-F238E27FC236}">
                <a16:creationId xmlns:a16="http://schemas.microsoft.com/office/drawing/2014/main" id="{46A400BC-5FA5-402D-809C-0D2B4FE0748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53">
            <a:extLst xmlns:a="http://schemas.openxmlformats.org/drawingml/2006/main">
              <a:ext uri="{FF2B5EF4-FFF2-40B4-BE49-F238E27FC236}">
                <a16:creationId xmlns:a16="http://schemas.microsoft.com/office/drawing/2014/main" id="{30B40C6A-86FD-41DF-AA20-71D8A24E24D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54">
            <a:extLst xmlns:a="http://schemas.openxmlformats.org/drawingml/2006/main">
              <a:ext uri="{FF2B5EF4-FFF2-40B4-BE49-F238E27FC236}">
                <a16:creationId xmlns:a16="http://schemas.microsoft.com/office/drawing/2014/main" id="{FEBCF928-5C35-484A-AD93-D947F8715D2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55">
            <a:extLst xmlns:a="http://schemas.openxmlformats.org/drawingml/2006/main">
              <a:ext uri="{FF2B5EF4-FFF2-40B4-BE49-F238E27FC236}">
                <a16:creationId xmlns:a16="http://schemas.microsoft.com/office/drawing/2014/main" id="{DCDFA34E-16F3-493D-B590-1EE721E0C3F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56">
            <a:extLst xmlns:a="http://schemas.openxmlformats.org/drawingml/2006/main">
              <a:ext uri="{FF2B5EF4-FFF2-40B4-BE49-F238E27FC236}">
                <a16:creationId xmlns:a16="http://schemas.microsoft.com/office/drawing/2014/main" id="{39804CA0-E46E-47E7-B364-58045BB0C3B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57">
            <a:extLst xmlns:a="http://schemas.openxmlformats.org/drawingml/2006/main">
              <a:ext uri="{FF2B5EF4-FFF2-40B4-BE49-F238E27FC236}">
                <a16:creationId xmlns:a16="http://schemas.microsoft.com/office/drawing/2014/main" id="{A02D4AA4-5D85-43C4-8686-A5E14A08A1C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09</a:t>
            </a:r>
          </a:p>
        </p:txBody>
      </p:sp>
      <p:sp>
        <p:nvSpPr>
          <p:cNvPr id="16" name="profile-258">
            <a:extLst xmlns:a="http://schemas.openxmlformats.org/drawingml/2006/main">
              <a:ext uri="{FF2B5EF4-FFF2-40B4-BE49-F238E27FC236}">
                <a16:creationId xmlns:a16="http://schemas.microsoft.com/office/drawing/2014/main" id="{0C405695-40E6-40A0-9E83-14D7C0BDC74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Manual Septic Tank Cleaning</a:t>
            </a:r>
          </a:p>
        </p:txBody>
      </p:sp>
      <p:sp>
        <p:nvSpPr>
          <p:cNvPr id="17" name="profile-259">
            <a:extLst xmlns:a="http://schemas.openxmlformats.org/drawingml/2006/main">
              <a:ext uri="{FF2B5EF4-FFF2-40B4-BE49-F238E27FC236}">
                <a16:creationId xmlns:a16="http://schemas.microsoft.com/office/drawing/2014/main" id="{3C215589-8F79-4B1B-89B6-1AEE4E0A394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60">
            <a:extLst xmlns:a="http://schemas.openxmlformats.org/drawingml/2006/main">
              <a:ext uri="{FF2B5EF4-FFF2-40B4-BE49-F238E27FC236}">
                <a16:creationId xmlns:a16="http://schemas.microsoft.com/office/drawing/2014/main" id="{42DF8A2A-DCF4-40BA-896C-84B9BB0448D9}"/>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deposits and buildup that require more</a:t>
            </a:r>
          </a:p>
        </p:txBody>
      </p:sp>
      <p:sp>
        <p:nvSpPr>
          <p:cNvPr id="19" name="profile-261">
            <a:extLst xmlns:a="http://schemas.openxmlformats.org/drawingml/2006/main">
              <a:ext uri="{FF2B5EF4-FFF2-40B4-BE49-F238E27FC236}">
                <a16:creationId xmlns:a16="http://schemas.microsoft.com/office/drawing/2014/main" id="{CD352570-B543-4F3D-A766-7C134A18D2AB}"/>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detailed cleaning.</a:t>
            </a:r>
          </a:p>
        </p:txBody>
      </p:sp>
      <p:sp>
        <p:nvSpPr>
          <p:cNvPr id="20" name="profile-262">
            <a:extLst xmlns:a="http://schemas.openxmlformats.org/drawingml/2006/main">
              <a:ext uri="{FF2B5EF4-FFF2-40B4-BE49-F238E27FC236}">
                <a16:creationId xmlns:a16="http://schemas.microsoft.com/office/drawing/2014/main" id="{A239B72B-3E30-4170-830F-386705F96B9F}"/>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deposits that need detailed cleaning beyond</a:t>
            </a:r>
          </a:p>
        </p:txBody>
      </p:sp>
      <p:sp>
        <p:nvSpPr>
          <p:cNvPr id="21" name="profile-263">
            <a:extLst xmlns:a="http://schemas.openxmlformats.org/drawingml/2006/main">
              <a:ext uri="{FF2B5EF4-FFF2-40B4-BE49-F238E27FC236}">
                <a16:creationId xmlns:a16="http://schemas.microsoft.com/office/drawing/2014/main" id="{2C113602-BE80-46B1-9698-EE4ECDDBC7F2}"/>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siphoning. The method follows tank condition and access. Any</a:t>
            </a:r>
          </a:p>
        </p:txBody>
      </p:sp>
      <p:sp>
        <p:nvSpPr>
          <p:cNvPr id="22" name="profile-264">
            <a:extLst xmlns:a="http://schemas.openxmlformats.org/drawingml/2006/main">
              <a:ext uri="{FF2B5EF4-FFF2-40B4-BE49-F238E27FC236}">
                <a16:creationId xmlns:a16="http://schemas.microsoft.com/office/drawing/2014/main" id="{2BACD7F5-DB08-448D-A632-C608A020F1D7}"/>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confined-space entry requires qualified personnel, suitable</a:t>
            </a:r>
          </a:p>
        </p:txBody>
      </p:sp>
      <p:sp>
        <p:nvSpPr>
          <p:cNvPr id="23" name="profile-265">
            <a:extLst xmlns:a="http://schemas.openxmlformats.org/drawingml/2006/main">
              <a:ext uri="{FF2B5EF4-FFF2-40B4-BE49-F238E27FC236}">
                <a16:creationId xmlns:a16="http://schemas.microsoft.com/office/drawing/2014/main" id="{E306F436-AA9D-43EB-8D7B-D8CD6C530CEF}"/>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equipment, and applicable safety procedures.</a:t>
            </a:r>
          </a:p>
        </p:txBody>
      </p:sp>
      <p:sp>
        <p:nvSpPr>
          <p:cNvPr id="24" name="profile-266">
            <a:extLst xmlns:a="http://schemas.openxmlformats.org/drawingml/2006/main">
              <a:ext uri="{FF2B5EF4-FFF2-40B4-BE49-F238E27FC236}">
                <a16:creationId xmlns:a16="http://schemas.microsoft.com/office/drawing/2014/main" id="{9EF2C1EB-8A3B-45A0-941E-C488E9889CB3}"/>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267">
            <a:extLst xmlns:a="http://schemas.openxmlformats.org/drawingml/2006/main">
              <a:ext uri="{FF2B5EF4-FFF2-40B4-BE49-F238E27FC236}">
                <a16:creationId xmlns:a16="http://schemas.microsoft.com/office/drawing/2014/main" id="{AAAD875A-E63B-46A4-B400-8DD6888A4057}"/>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Assessment of remaining sludge and solid deposits</a:t>
            </a:r>
          </a:p>
        </p:txBody>
      </p:sp>
      <p:sp>
        <p:nvSpPr>
          <p:cNvPr id="26" name="profile-268">
            <a:extLst xmlns:a="http://schemas.openxmlformats.org/drawingml/2006/main">
              <a:ext uri="{FF2B5EF4-FFF2-40B4-BE49-F238E27FC236}">
                <a16:creationId xmlns:a16="http://schemas.microsoft.com/office/drawing/2014/main" id="{C43A0328-E0FE-493A-BD64-82FB081F2CF2}"/>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269">
            <a:extLst xmlns:a="http://schemas.openxmlformats.org/drawingml/2006/main">
              <a:ext uri="{FF2B5EF4-FFF2-40B4-BE49-F238E27FC236}">
                <a16:creationId xmlns:a16="http://schemas.microsoft.com/office/drawing/2014/main" id="{B8FD6CD5-CF27-4FA9-8A51-E15957EBA6F3}"/>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Selection of a suitable cleaning method</a:t>
            </a:r>
          </a:p>
        </p:txBody>
      </p:sp>
      <p:sp>
        <p:nvSpPr>
          <p:cNvPr id="28" name="profile-270">
            <a:extLst xmlns:a="http://schemas.openxmlformats.org/drawingml/2006/main">
              <a:ext uri="{FF2B5EF4-FFF2-40B4-BE49-F238E27FC236}">
                <a16:creationId xmlns:a16="http://schemas.microsoft.com/office/drawing/2014/main" id="{9472A4F7-6490-4884-9181-1BB4B4E78C7B}"/>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271">
            <a:extLst xmlns:a="http://schemas.openxmlformats.org/drawingml/2006/main">
              <a:ext uri="{FF2B5EF4-FFF2-40B4-BE49-F238E27FC236}">
                <a16:creationId xmlns:a16="http://schemas.microsoft.com/office/drawing/2014/main" id="{E11F8430-4900-4061-9BC3-46BEC25E8243}"/>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Detailed cleaning within the agreed work area</a:t>
            </a:r>
          </a:p>
        </p:txBody>
      </p:sp>
      <p:sp>
        <p:nvSpPr>
          <p:cNvPr id="30" name="profile-272">
            <a:extLst xmlns:a="http://schemas.openxmlformats.org/drawingml/2006/main">
              <a:ext uri="{FF2B5EF4-FFF2-40B4-BE49-F238E27FC236}">
                <a16:creationId xmlns:a16="http://schemas.microsoft.com/office/drawing/2014/main" id="{E18C0A5F-C1D2-469D-9DA6-197BC5E8566F}"/>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273">
            <a:extLst xmlns:a="http://schemas.openxmlformats.org/drawingml/2006/main">
              <a:ext uri="{FF2B5EF4-FFF2-40B4-BE49-F238E27FC236}">
                <a16:creationId xmlns:a16="http://schemas.microsoft.com/office/drawing/2014/main" id="{6D4151BB-DFA4-4762-B7F2-BC4982E92623}"/>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turnover and maintenance observations</a:t>
            </a:r>
          </a:p>
        </p:txBody>
      </p:sp>
      <p:pic>
        <p:nvPicPr>
          <p:cNvPr id="32" name="">
            <a:extLst xmlns:a="http://schemas.openxmlformats.org/drawingml/2006/main">
              <a:ext uri="{FF2B5EF4-FFF2-40B4-BE49-F238E27FC236}">
                <a16:creationId xmlns:a16="http://schemas.microsoft.com/office/drawing/2014/main" id="{A76F0DAE-84CB-4AEA-9DB6-ED658ED354F4}"/>
              </a:ext>
            </a:extLst>
          </p:cNvPr>
          <p:cNvPicPr>
            <a:picLocks xmlns:a="http://schemas.openxmlformats.org/drawingml/2006/main" noChangeAspect="1"/>
          </p:cNvPicPr>
          <p:nvPr/>
        </p:nvPicPr>
        <p:blipFill>
          <a:blip xmlns:r="http://schemas.openxmlformats.org/officeDocument/2006/relationships" xmlns:a="http://schemas.openxmlformats.org/drawingml/2006/main" r:embed="R87c472fc98144fe9"/>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274">
            <a:extLst xmlns:a="http://schemas.openxmlformats.org/drawingml/2006/main">
              <a:ext uri="{FF2B5EF4-FFF2-40B4-BE49-F238E27FC236}">
                <a16:creationId xmlns:a16="http://schemas.microsoft.com/office/drawing/2014/main" id="{CED04DA6-7A6C-460A-9D10-985397EDA41C}"/>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275">
            <a:extLst xmlns:a="http://schemas.openxmlformats.org/drawingml/2006/main">
              <a:ext uri="{FF2B5EF4-FFF2-40B4-BE49-F238E27FC236}">
                <a16:creationId xmlns:a16="http://schemas.microsoft.com/office/drawing/2014/main" id="{10488459-36E4-4D14-9943-AD4DB5C04C66}"/>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276">
            <a:extLst xmlns:a="http://schemas.openxmlformats.org/drawingml/2006/main">
              <a:ext uri="{FF2B5EF4-FFF2-40B4-BE49-F238E27FC236}">
                <a16:creationId xmlns:a16="http://schemas.microsoft.com/office/drawing/2014/main" id="{7AFD1DE4-4F50-42E6-BA5A-324C00FE6E33}"/>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Choose a cleaning plan that matches tank conditions, access</a:t>
            </a:r>
          </a:p>
        </p:txBody>
      </p:sp>
      <p:sp>
        <p:nvSpPr>
          <p:cNvPr id="36" name="profile-277">
            <a:extLst xmlns:a="http://schemas.openxmlformats.org/drawingml/2006/main">
              <a:ext uri="{FF2B5EF4-FFF2-40B4-BE49-F238E27FC236}">
                <a16:creationId xmlns:a16="http://schemas.microsoft.com/office/drawing/2014/main" id="{822FF2FA-7975-4821-A6EA-277E2A464868}"/>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and safety requirements.</a:t>
            </a:r>
          </a:p>
        </p:txBody>
      </p:sp>
    </p:spTree>
    <p:extLst>
      <p:ext uri="{BB962C8B-B14F-4D97-AF65-F5344CB8AC3E}">
        <p14:creationId xmlns:p14="http://schemas.microsoft.com/office/powerpoint/2010/main" val="234011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278">
            <a:extLst xmlns:a="http://schemas.openxmlformats.org/drawingml/2006/main">
              <a:ext uri="{FF2B5EF4-FFF2-40B4-BE49-F238E27FC236}">
                <a16:creationId xmlns:a16="http://schemas.microsoft.com/office/drawing/2014/main" id="{3021E181-0F52-4A77-A0A6-3C17E058CB5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79">
            <a:extLst xmlns:a="http://schemas.openxmlformats.org/drawingml/2006/main">
              <a:ext uri="{FF2B5EF4-FFF2-40B4-BE49-F238E27FC236}">
                <a16:creationId xmlns:a16="http://schemas.microsoft.com/office/drawing/2014/main" id="{34E0DD75-9F41-43FB-95D9-02758FCC4F4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2B62605-F359-4F74-B683-2D36055ABD16}"/>
              </a:ext>
            </a:extLst>
          </p:cNvPr>
          <p:cNvPicPr>
            <a:picLocks xmlns:a="http://schemas.openxmlformats.org/drawingml/2006/main" noChangeAspect="1"/>
          </p:cNvPicPr>
          <p:nvPr/>
        </p:nvPicPr>
        <p:blipFill>
          <a:blip xmlns:r="http://schemas.openxmlformats.org/officeDocument/2006/relationships" xmlns:a="http://schemas.openxmlformats.org/drawingml/2006/main" r:embed="R016b9cb21e3746f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80">
            <a:extLst xmlns:a="http://schemas.openxmlformats.org/drawingml/2006/main">
              <a:ext uri="{FF2B5EF4-FFF2-40B4-BE49-F238E27FC236}">
                <a16:creationId xmlns:a16="http://schemas.microsoft.com/office/drawing/2014/main" id="{4CEAC71E-C2BD-4DDF-B57A-7852FE644B4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81">
            <a:extLst xmlns:a="http://schemas.openxmlformats.org/drawingml/2006/main">
              <a:ext uri="{FF2B5EF4-FFF2-40B4-BE49-F238E27FC236}">
                <a16:creationId xmlns:a16="http://schemas.microsoft.com/office/drawing/2014/main" id="{D8CC4EEC-D495-41A1-AF01-56E2FF9BC6B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82">
            <a:extLst xmlns:a="http://schemas.openxmlformats.org/drawingml/2006/main">
              <a:ext uri="{FF2B5EF4-FFF2-40B4-BE49-F238E27FC236}">
                <a16:creationId xmlns:a16="http://schemas.microsoft.com/office/drawing/2014/main" id="{BD4F6751-4FCE-4945-AAE3-2BE8623D179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83">
            <a:extLst xmlns:a="http://schemas.openxmlformats.org/drawingml/2006/main">
              <a:ext uri="{FF2B5EF4-FFF2-40B4-BE49-F238E27FC236}">
                <a16:creationId xmlns:a16="http://schemas.microsoft.com/office/drawing/2014/main" id="{54E7B480-1526-4348-8914-71676F849FD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84">
            <a:extLst xmlns:a="http://schemas.openxmlformats.org/drawingml/2006/main">
              <a:ext uri="{FF2B5EF4-FFF2-40B4-BE49-F238E27FC236}">
                <a16:creationId xmlns:a16="http://schemas.microsoft.com/office/drawing/2014/main" id="{95CD6870-F18B-4A2F-9681-C044DC02D6E0}"/>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85">
            <a:extLst xmlns:a="http://schemas.openxmlformats.org/drawingml/2006/main">
              <a:ext uri="{FF2B5EF4-FFF2-40B4-BE49-F238E27FC236}">
                <a16:creationId xmlns:a16="http://schemas.microsoft.com/office/drawing/2014/main" id="{27B9E6CD-9BD0-4204-B661-49F2C04E44D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86">
            <a:extLst xmlns:a="http://schemas.openxmlformats.org/drawingml/2006/main">
              <a:ext uri="{FF2B5EF4-FFF2-40B4-BE49-F238E27FC236}">
                <a16:creationId xmlns:a16="http://schemas.microsoft.com/office/drawing/2014/main" id="{ABBA6DAF-BE77-446C-A560-C05AB29E6F0F}"/>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87">
            <a:extLst xmlns:a="http://schemas.openxmlformats.org/drawingml/2006/main">
              <a:ext uri="{FF2B5EF4-FFF2-40B4-BE49-F238E27FC236}">
                <a16:creationId xmlns:a16="http://schemas.microsoft.com/office/drawing/2014/main" id="{074FBCB5-F9DA-408E-9760-F03B2513A9C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88">
            <a:extLst xmlns:a="http://schemas.openxmlformats.org/drawingml/2006/main">
              <a:ext uri="{FF2B5EF4-FFF2-40B4-BE49-F238E27FC236}">
                <a16:creationId xmlns:a16="http://schemas.microsoft.com/office/drawing/2014/main" id="{75BFF662-FC87-4045-930A-467FD863193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89">
            <a:extLst xmlns:a="http://schemas.openxmlformats.org/drawingml/2006/main">
              <a:ext uri="{FF2B5EF4-FFF2-40B4-BE49-F238E27FC236}">
                <a16:creationId xmlns:a16="http://schemas.microsoft.com/office/drawing/2014/main" id="{520B502B-4360-43B5-81C3-AC386E17E03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90">
            <a:extLst xmlns:a="http://schemas.openxmlformats.org/drawingml/2006/main">
              <a:ext uri="{FF2B5EF4-FFF2-40B4-BE49-F238E27FC236}">
                <a16:creationId xmlns:a16="http://schemas.microsoft.com/office/drawing/2014/main" id="{78BC82F1-0B31-44F3-86CC-F5090440B0A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91">
            <a:extLst xmlns:a="http://schemas.openxmlformats.org/drawingml/2006/main">
              <a:ext uri="{FF2B5EF4-FFF2-40B4-BE49-F238E27FC236}">
                <a16:creationId xmlns:a16="http://schemas.microsoft.com/office/drawing/2014/main" id="{B71BF442-327C-4A4B-A890-0A8A885C881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10</a:t>
            </a:r>
          </a:p>
        </p:txBody>
      </p:sp>
      <p:sp>
        <p:nvSpPr>
          <p:cNvPr id="16" name="profile-292">
            <a:extLst xmlns:a="http://schemas.openxmlformats.org/drawingml/2006/main">
              <a:ext uri="{FF2B5EF4-FFF2-40B4-BE49-F238E27FC236}">
                <a16:creationId xmlns:a16="http://schemas.microsoft.com/office/drawing/2014/main" id="{5B7447C0-DBAE-4414-8C4E-B40749E09AE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Plumbing Services</a:t>
            </a:r>
          </a:p>
        </p:txBody>
      </p:sp>
      <p:sp>
        <p:nvSpPr>
          <p:cNvPr id="17" name="profile-293">
            <a:extLst xmlns:a="http://schemas.openxmlformats.org/drawingml/2006/main">
              <a:ext uri="{FF2B5EF4-FFF2-40B4-BE49-F238E27FC236}">
                <a16:creationId xmlns:a16="http://schemas.microsoft.com/office/drawing/2014/main" id="{6A5A6557-F35B-4774-82AB-7E0EA1172C0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57A2C4D9-BE20-420C-8D11-DE7171E47E4C}"/>
              </a:ext>
            </a:extLst>
          </p:cNvPr>
          <p:cNvPicPr>
            <a:picLocks xmlns:a="http://schemas.openxmlformats.org/drawingml/2006/main" noChangeAspect="1"/>
          </p:cNvPicPr>
          <p:nvPr/>
        </p:nvPicPr>
        <p:blipFill>
          <a:blip xmlns:r="http://schemas.openxmlformats.org/officeDocument/2006/relationships" xmlns:a="http://schemas.openxmlformats.org/drawingml/2006/main" r:embed="R9b4e830fe262475b"/>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294">
            <a:extLst xmlns:a="http://schemas.openxmlformats.org/drawingml/2006/main">
              <a:ext uri="{FF2B5EF4-FFF2-40B4-BE49-F238E27FC236}">
                <a16:creationId xmlns:a16="http://schemas.microsoft.com/office/drawing/2014/main" id="{68F0E301-D793-459A-A309-09F3067F505A}"/>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295">
            <a:extLst xmlns:a="http://schemas.openxmlformats.org/drawingml/2006/main">
              <a:ext uri="{FF2B5EF4-FFF2-40B4-BE49-F238E27FC236}">
                <a16:creationId xmlns:a16="http://schemas.microsoft.com/office/drawing/2014/main" id="{4AA3483B-8E9B-4DD2-905B-3866E2E23DF6}"/>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your property's water supply and drainage</a:t>
            </a:r>
          </a:p>
        </p:txBody>
      </p:sp>
      <p:sp>
        <p:nvSpPr>
          <p:cNvPr id="21" name="profile-296">
            <a:extLst xmlns:a="http://schemas.openxmlformats.org/drawingml/2006/main">
              <a:ext uri="{FF2B5EF4-FFF2-40B4-BE49-F238E27FC236}">
                <a16:creationId xmlns:a16="http://schemas.microsoft.com/office/drawing/2014/main" id="{6002042C-AEAD-42A4-97A2-B8FA3A2ED72E}"/>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working.</a:t>
            </a:r>
          </a:p>
        </p:txBody>
      </p:sp>
      <p:sp>
        <p:nvSpPr>
          <p:cNvPr id="22" name="profile-297">
            <a:extLst xmlns:a="http://schemas.openxmlformats.org/drawingml/2006/main">
              <a:ext uri="{FF2B5EF4-FFF2-40B4-BE49-F238E27FC236}">
                <a16:creationId xmlns:a16="http://schemas.microsoft.com/office/drawing/2014/main" id="{F9FE8162-3D0A-483E-AD24-97DDFBABEE4E}"/>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handles plumbing assessment, repairs, and installation work for</a:t>
            </a:r>
          </a:p>
        </p:txBody>
      </p:sp>
      <p:sp>
        <p:nvSpPr>
          <p:cNvPr id="23" name="profile-298">
            <a:extLst xmlns:a="http://schemas.openxmlformats.org/drawingml/2006/main">
              <a:ext uri="{FF2B5EF4-FFF2-40B4-BE49-F238E27FC236}">
                <a16:creationId xmlns:a16="http://schemas.microsoft.com/office/drawing/2014/main" id="{95B284BC-129E-4060-9B47-9B2EF9BDB156}"/>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existing properties and renovation projects. We identify the affected area</a:t>
            </a:r>
          </a:p>
        </p:txBody>
      </p:sp>
      <p:sp>
        <p:nvSpPr>
          <p:cNvPr id="24" name="profile-299">
            <a:extLst xmlns:a="http://schemas.openxmlformats.org/drawingml/2006/main">
              <a:ext uri="{FF2B5EF4-FFF2-40B4-BE49-F238E27FC236}">
                <a16:creationId xmlns:a16="http://schemas.microsoft.com/office/drawing/2014/main" id="{297F1593-5971-4B6B-89A4-3D90EE79A0EE}"/>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and explain the proposed work before implementation.</a:t>
            </a:r>
          </a:p>
        </p:txBody>
      </p:sp>
      <p:sp>
        <p:nvSpPr>
          <p:cNvPr id="25" name="profile-300">
            <a:extLst xmlns:a="http://schemas.openxmlformats.org/drawingml/2006/main">
              <a:ext uri="{FF2B5EF4-FFF2-40B4-BE49-F238E27FC236}">
                <a16:creationId xmlns:a16="http://schemas.microsoft.com/office/drawing/2014/main" id="{A0621019-C536-4C01-BB30-E6238D9BC3AD}"/>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01">
            <a:extLst xmlns:a="http://schemas.openxmlformats.org/drawingml/2006/main">
              <a:ext uri="{FF2B5EF4-FFF2-40B4-BE49-F238E27FC236}">
                <a16:creationId xmlns:a16="http://schemas.microsoft.com/office/drawing/2014/main" id="{B8D1EE6F-1E25-45A4-B793-F03F8202EA84}"/>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 supply and drainage assessment</a:t>
            </a:r>
          </a:p>
        </p:txBody>
      </p:sp>
      <p:sp>
        <p:nvSpPr>
          <p:cNvPr id="27" name="profile-302">
            <a:extLst xmlns:a="http://schemas.openxmlformats.org/drawingml/2006/main">
              <a:ext uri="{FF2B5EF4-FFF2-40B4-BE49-F238E27FC236}">
                <a16:creationId xmlns:a16="http://schemas.microsoft.com/office/drawing/2014/main" id="{068773B6-214A-4C82-81AA-37B07E98E01D}"/>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03">
            <a:extLst xmlns:a="http://schemas.openxmlformats.org/drawingml/2006/main">
              <a:ext uri="{FF2B5EF4-FFF2-40B4-BE49-F238E27FC236}">
                <a16:creationId xmlns:a16="http://schemas.microsoft.com/office/drawing/2014/main" id="{E2B4430A-D9FA-459A-BEEE-35FB3D6B9D07}"/>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Pipe and fixture repair or replacement</a:t>
            </a:r>
          </a:p>
        </p:txBody>
      </p:sp>
      <p:sp>
        <p:nvSpPr>
          <p:cNvPr id="29" name="profile-304">
            <a:extLst xmlns:a="http://schemas.openxmlformats.org/drawingml/2006/main">
              <a:ext uri="{FF2B5EF4-FFF2-40B4-BE49-F238E27FC236}">
                <a16:creationId xmlns:a16="http://schemas.microsoft.com/office/drawing/2014/main" id="{EF34EC5E-8874-41A3-9451-6829D3620147}"/>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05">
            <a:extLst xmlns:a="http://schemas.openxmlformats.org/drawingml/2006/main">
              <a:ext uri="{FF2B5EF4-FFF2-40B4-BE49-F238E27FC236}">
                <a16:creationId xmlns:a16="http://schemas.microsoft.com/office/drawing/2014/main" id="{12A48A94-0B42-4F24-AE5C-31529BAD785B}"/>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Installation and alteration within the approved scope</a:t>
            </a:r>
          </a:p>
        </p:txBody>
      </p:sp>
      <p:sp>
        <p:nvSpPr>
          <p:cNvPr id="31" name="profile-306">
            <a:extLst xmlns:a="http://schemas.openxmlformats.org/drawingml/2006/main">
              <a:ext uri="{FF2B5EF4-FFF2-40B4-BE49-F238E27FC236}">
                <a16:creationId xmlns:a16="http://schemas.microsoft.com/office/drawing/2014/main" id="{BA073F3D-CB89-452A-BB5E-F773F3D1B275}"/>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307">
            <a:extLst xmlns:a="http://schemas.openxmlformats.org/drawingml/2006/main">
              <a:ext uri="{FF2B5EF4-FFF2-40B4-BE49-F238E27FC236}">
                <a16:creationId xmlns:a16="http://schemas.microsoft.com/office/drawing/2014/main" id="{44B61EFA-8023-4820-BC73-6CABA77911E0}"/>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Functional checks and site turnover</a:t>
            </a:r>
          </a:p>
        </p:txBody>
      </p:sp>
      <p:sp>
        <p:nvSpPr>
          <p:cNvPr id="33" name="profile-308">
            <a:extLst xmlns:a="http://schemas.openxmlformats.org/drawingml/2006/main">
              <a:ext uri="{FF2B5EF4-FFF2-40B4-BE49-F238E27FC236}">
                <a16:creationId xmlns:a16="http://schemas.microsoft.com/office/drawing/2014/main" id="{14712E78-14A2-4F3D-9C60-A191C0D0866C}"/>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09">
            <a:extLst xmlns:a="http://schemas.openxmlformats.org/drawingml/2006/main">
              <a:ext uri="{FF2B5EF4-FFF2-40B4-BE49-F238E27FC236}">
                <a16:creationId xmlns:a16="http://schemas.microsoft.com/office/drawing/2014/main" id="{A553DC2F-66BB-4A11-83D2-1BC8F9AD4FDF}"/>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repair and maintenance concerns through one point of contact.</a:t>
            </a:r>
          </a:p>
        </p:txBody>
      </p:sp>
    </p:spTree>
    <p:extLst>
      <p:ext uri="{BB962C8B-B14F-4D97-AF65-F5344CB8AC3E}">
        <p14:creationId xmlns:p14="http://schemas.microsoft.com/office/powerpoint/2010/main" val="11560734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310">
            <a:extLst xmlns:a="http://schemas.openxmlformats.org/drawingml/2006/main">
              <a:ext uri="{FF2B5EF4-FFF2-40B4-BE49-F238E27FC236}">
                <a16:creationId xmlns:a16="http://schemas.microsoft.com/office/drawing/2014/main" id="{116E14A0-9902-4E38-9146-CDEFFCB5544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11">
            <a:extLst xmlns:a="http://schemas.openxmlformats.org/drawingml/2006/main">
              <a:ext uri="{FF2B5EF4-FFF2-40B4-BE49-F238E27FC236}">
                <a16:creationId xmlns:a16="http://schemas.microsoft.com/office/drawing/2014/main" id="{55EF0B60-2200-45CF-A545-A35ABD113BC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E599053-BBC3-40E7-8DAC-5A839DB6FD53}"/>
              </a:ext>
            </a:extLst>
          </p:cNvPr>
          <p:cNvPicPr>
            <a:picLocks xmlns:a="http://schemas.openxmlformats.org/drawingml/2006/main" noChangeAspect="1"/>
          </p:cNvPicPr>
          <p:nvPr/>
        </p:nvPicPr>
        <p:blipFill>
          <a:blip xmlns:r="http://schemas.openxmlformats.org/officeDocument/2006/relationships" xmlns:a="http://schemas.openxmlformats.org/drawingml/2006/main" r:embed="R09e35bc1ac824a3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12">
            <a:extLst xmlns:a="http://schemas.openxmlformats.org/drawingml/2006/main">
              <a:ext uri="{FF2B5EF4-FFF2-40B4-BE49-F238E27FC236}">
                <a16:creationId xmlns:a16="http://schemas.microsoft.com/office/drawing/2014/main" id="{05CFD1B7-2623-4E13-BAA8-E798009FB97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13">
            <a:extLst xmlns:a="http://schemas.openxmlformats.org/drawingml/2006/main">
              <a:ext uri="{FF2B5EF4-FFF2-40B4-BE49-F238E27FC236}">
                <a16:creationId xmlns:a16="http://schemas.microsoft.com/office/drawing/2014/main" id="{6F767A05-DEB5-4238-AE25-9B29B3D805D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14">
            <a:extLst xmlns:a="http://schemas.openxmlformats.org/drawingml/2006/main">
              <a:ext uri="{FF2B5EF4-FFF2-40B4-BE49-F238E27FC236}">
                <a16:creationId xmlns:a16="http://schemas.microsoft.com/office/drawing/2014/main" id="{48DC43F1-D5B8-4FF4-9AC4-B7A5C17973F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15">
            <a:extLst xmlns:a="http://schemas.openxmlformats.org/drawingml/2006/main">
              <a:ext uri="{FF2B5EF4-FFF2-40B4-BE49-F238E27FC236}">
                <a16:creationId xmlns:a16="http://schemas.microsoft.com/office/drawing/2014/main" id="{294C5903-B0DC-4490-A9AA-AE55FB7FC12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16">
            <a:extLst xmlns:a="http://schemas.openxmlformats.org/drawingml/2006/main">
              <a:ext uri="{FF2B5EF4-FFF2-40B4-BE49-F238E27FC236}">
                <a16:creationId xmlns:a16="http://schemas.microsoft.com/office/drawing/2014/main" id="{85BBFE6A-B00A-4F29-9450-1ECEDDC05BA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17">
            <a:extLst xmlns:a="http://schemas.openxmlformats.org/drawingml/2006/main">
              <a:ext uri="{FF2B5EF4-FFF2-40B4-BE49-F238E27FC236}">
                <a16:creationId xmlns:a16="http://schemas.microsoft.com/office/drawing/2014/main" id="{88334EFF-1925-4522-AD48-D65F5459692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18">
            <a:extLst xmlns:a="http://schemas.openxmlformats.org/drawingml/2006/main">
              <a:ext uri="{FF2B5EF4-FFF2-40B4-BE49-F238E27FC236}">
                <a16:creationId xmlns:a16="http://schemas.microsoft.com/office/drawing/2014/main" id="{63E8A221-BA6A-459C-9F86-3AFEE364D23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19">
            <a:extLst xmlns:a="http://schemas.openxmlformats.org/drawingml/2006/main">
              <a:ext uri="{FF2B5EF4-FFF2-40B4-BE49-F238E27FC236}">
                <a16:creationId xmlns:a16="http://schemas.microsoft.com/office/drawing/2014/main" id="{3ACB4DC1-3C1D-4281-BB45-0CAC6F2CD34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20">
            <a:extLst xmlns:a="http://schemas.openxmlformats.org/drawingml/2006/main">
              <a:ext uri="{FF2B5EF4-FFF2-40B4-BE49-F238E27FC236}">
                <a16:creationId xmlns:a16="http://schemas.microsoft.com/office/drawing/2014/main" id="{84C4B8A7-91DA-4CD0-9D94-689C4B787E0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21">
            <a:extLst xmlns:a="http://schemas.openxmlformats.org/drawingml/2006/main">
              <a:ext uri="{FF2B5EF4-FFF2-40B4-BE49-F238E27FC236}">
                <a16:creationId xmlns:a16="http://schemas.microsoft.com/office/drawing/2014/main" id="{A29D70A4-424E-453A-97A0-A5F5D6EEF2B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22">
            <a:extLst xmlns:a="http://schemas.openxmlformats.org/drawingml/2006/main">
              <a:ext uri="{FF2B5EF4-FFF2-40B4-BE49-F238E27FC236}">
                <a16:creationId xmlns:a16="http://schemas.microsoft.com/office/drawing/2014/main" id="{A086B378-D6BB-4682-AC9B-966A2176B8E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23">
            <a:extLst xmlns:a="http://schemas.openxmlformats.org/drawingml/2006/main">
              <a:ext uri="{FF2B5EF4-FFF2-40B4-BE49-F238E27FC236}">
                <a16:creationId xmlns:a16="http://schemas.microsoft.com/office/drawing/2014/main" id="{DAD49C6D-336A-4B9F-8407-7BD176A76B2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11</a:t>
            </a:r>
          </a:p>
        </p:txBody>
      </p:sp>
      <p:sp>
        <p:nvSpPr>
          <p:cNvPr id="16" name="profile-324">
            <a:extLst xmlns:a="http://schemas.openxmlformats.org/drawingml/2006/main">
              <a:ext uri="{FF2B5EF4-FFF2-40B4-BE49-F238E27FC236}">
                <a16:creationId xmlns:a16="http://schemas.microsoft.com/office/drawing/2014/main" id="{63A6251F-F864-4A52-98BB-3C151F201E6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Excavation Services</a:t>
            </a:r>
          </a:p>
        </p:txBody>
      </p:sp>
      <p:sp>
        <p:nvSpPr>
          <p:cNvPr id="17" name="profile-325">
            <a:extLst xmlns:a="http://schemas.openxmlformats.org/drawingml/2006/main">
              <a:ext uri="{FF2B5EF4-FFF2-40B4-BE49-F238E27FC236}">
                <a16:creationId xmlns:a16="http://schemas.microsoft.com/office/drawing/2014/main" id="{9181D6ED-E5F1-45BA-B850-25AD8D82533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26">
            <a:extLst xmlns:a="http://schemas.openxmlformats.org/drawingml/2006/main">
              <a:ext uri="{FF2B5EF4-FFF2-40B4-BE49-F238E27FC236}">
                <a16:creationId xmlns:a16="http://schemas.microsoft.com/office/drawing/2014/main" id="{5A02FF2D-A061-4D5B-9D5A-4464EEAF73C8}"/>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Create access for the underground work your</a:t>
            </a:r>
          </a:p>
        </p:txBody>
      </p:sp>
      <p:sp>
        <p:nvSpPr>
          <p:cNvPr id="19" name="profile-327">
            <a:extLst xmlns:a="http://schemas.openxmlformats.org/drawingml/2006/main">
              <a:ext uri="{FF2B5EF4-FFF2-40B4-BE49-F238E27FC236}">
                <a16:creationId xmlns:a16="http://schemas.microsoft.com/office/drawing/2014/main" id="{9D7BCA2B-A4A8-428A-9AC2-1734ADB7D6CE}"/>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property needs.</a:t>
            </a:r>
          </a:p>
        </p:txBody>
      </p:sp>
      <p:sp>
        <p:nvSpPr>
          <p:cNvPr id="20" name="profile-328">
            <a:extLst xmlns:a="http://schemas.openxmlformats.org/drawingml/2006/main">
              <a:ext uri="{FF2B5EF4-FFF2-40B4-BE49-F238E27FC236}">
                <a16:creationId xmlns:a16="http://schemas.microsoft.com/office/drawing/2014/main" id="{F4E2FB1B-7611-4727-A836-D4E89F279C26}"/>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excavation support for plumbing, drainage, septic</a:t>
            </a:r>
          </a:p>
        </p:txBody>
      </p:sp>
      <p:sp>
        <p:nvSpPr>
          <p:cNvPr id="21" name="profile-329">
            <a:extLst xmlns:a="http://schemas.openxmlformats.org/drawingml/2006/main">
              <a:ext uri="{FF2B5EF4-FFF2-40B4-BE49-F238E27FC236}">
                <a16:creationId xmlns:a16="http://schemas.microsoft.com/office/drawing/2014/main" id="{7AB7CB6F-B481-4ACF-B065-D429CEF6B034}"/>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tank, and related property works. The method and boundaries follow a</a:t>
            </a:r>
          </a:p>
        </p:txBody>
      </p:sp>
      <p:sp>
        <p:nvSpPr>
          <p:cNvPr id="22" name="profile-330">
            <a:extLst xmlns:a="http://schemas.openxmlformats.org/drawingml/2006/main">
              <a:ext uri="{FF2B5EF4-FFF2-40B4-BE49-F238E27FC236}">
                <a16:creationId xmlns:a16="http://schemas.microsoft.com/office/drawing/2014/main" id="{B49F7168-49E0-4261-AD34-E74D6B94899D}"/>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site review, utility coordination, and the approved work scope.</a:t>
            </a:r>
          </a:p>
        </p:txBody>
      </p:sp>
      <p:sp>
        <p:nvSpPr>
          <p:cNvPr id="23" name="profile-331">
            <a:extLst xmlns:a="http://schemas.openxmlformats.org/drawingml/2006/main">
              <a:ext uri="{FF2B5EF4-FFF2-40B4-BE49-F238E27FC236}">
                <a16:creationId xmlns:a16="http://schemas.microsoft.com/office/drawing/2014/main" id="{53D9157B-4A20-41E3-B6CC-41D2A4CEBD20}"/>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332">
            <a:extLst xmlns:a="http://schemas.openxmlformats.org/drawingml/2006/main">
              <a:ext uri="{FF2B5EF4-FFF2-40B4-BE49-F238E27FC236}">
                <a16:creationId xmlns:a16="http://schemas.microsoft.com/office/drawing/2014/main" id="{6E851F51-A443-440A-9F67-B900DA8A646F}"/>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access and excavation scope review</a:t>
            </a:r>
          </a:p>
        </p:txBody>
      </p:sp>
      <p:sp>
        <p:nvSpPr>
          <p:cNvPr id="25" name="profile-333">
            <a:extLst xmlns:a="http://schemas.openxmlformats.org/drawingml/2006/main">
              <a:ext uri="{FF2B5EF4-FFF2-40B4-BE49-F238E27FC236}">
                <a16:creationId xmlns:a16="http://schemas.microsoft.com/office/drawing/2014/main" id="{8EA62D6A-F3E9-4A57-BE38-31A569ABA619}"/>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34">
            <a:extLst xmlns:a="http://schemas.openxmlformats.org/drawingml/2006/main">
              <a:ext uri="{FF2B5EF4-FFF2-40B4-BE49-F238E27FC236}">
                <a16:creationId xmlns:a16="http://schemas.microsoft.com/office/drawing/2014/main" id="{26EAA1EE-9552-4C37-B4D1-7DBBE9C49B9F}"/>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known utilities and work boundaries</a:t>
            </a:r>
          </a:p>
        </p:txBody>
      </p:sp>
      <p:sp>
        <p:nvSpPr>
          <p:cNvPr id="27" name="profile-335">
            <a:extLst xmlns:a="http://schemas.openxmlformats.org/drawingml/2006/main">
              <a:ext uri="{FF2B5EF4-FFF2-40B4-BE49-F238E27FC236}">
                <a16:creationId xmlns:a16="http://schemas.microsoft.com/office/drawing/2014/main" id="{D4067F35-F2D4-495E-9409-B1878302A6AE}"/>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36">
            <a:extLst xmlns:a="http://schemas.openxmlformats.org/drawingml/2006/main">
              <a:ext uri="{FF2B5EF4-FFF2-40B4-BE49-F238E27FC236}">
                <a16:creationId xmlns:a16="http://schemas.microsoft.com/office/drawing/2014/main" id="{8C74CDF8-9E05-4DAF-8F3D-4D64B1453741}"/>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Excavation for agreed plumbing or drainage works</a:t>
            </a:r>
          </a:p>
        </p:txBody>
      </p:sp>
      <p:sp>
        <p:nvSpPr>
          <p:cNvPr id="29" name="profile-337">
            <a:extLst xmlns:a="http://schemas.openxmlformats.org/drawingml/2006/main">
              <a:ext uri="{FF2B5EF4-FFF2-40B4-BE49-F238E27FC236}">
                <a16:creationId xmlns:a16="http://schemas.microsoft.com/office/drawing/2014/main" id="{4C152A8A-2FDF-4527-8BF4-60CFC805B26D}"/>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38">
            <a:extLst xmlns:a="http://schemas.openxmlformats.org/drawingml/2006/main">
              <a:ext uri="{FF2B5EF4-FFF2-40B4-BE49-F238E27FC236}">
                <a16:creationId xmlns:a16="http://schemas.microsoft.com/office/drawing/2014/main" id="{337FEA2C-5A28-465C-924A-4DF465E862A8}"/>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Backfilling and surface reinstatement where included</a:t>
            </a:r>
          </a:p>
        </p:txBody>
      </p:sp>
      <p:pic>
        <p:nvPicPr>
          <p:cNvPr id="31" name="">
            <a:extLst xmlns:a="http://schemas.openxmlformats.org/drawingml/2006/main">
              <a:ext uri="{FF2B5EF4-FFF2-40B4-BE49-F238E27FC236}">
                <a16:creationId xmlns:a16="http://schemas.microsoft.com/office/drawing/2014/main" id="{48B27B06-AB7F-4A50-96DB-003CE081B8EA}"/>
              </a:ext>
            </a:extLst>
          </p:cNvPr>
          <p:cNvPicPr>
            <a:picLocks xmlns:a="http://schemas.openxmlformats.org/drawingml/2006/main" noChangeAspect="1"/>
          </p:cNvPicPr>
          <p:nvPr/>
        </p:nvPicPr>
        <p:blipFill>
          <a:blip xmlns:r="http://schemas.openxmlformats.org/officeDocument/2006/relationships" xmlns:a="http://schemas.openxmlformats.org/drawingml/2006/main" r:embed="R0ac3f25c08f74176"/>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339">
            <a:extLst xmlns:a="http://schemas.openxmlformats.org/drawingml/2006/main">
              <a:ext uri="{FF2B5EF4-FFF2-40B4-BE49-F238E27FC236}">
                <a16:creationId xmlns:a16="http://schemas.microsoft.com/office/drawing/2014/main" id="{FCFEF582-421D-4976-B23C-0DB16A2539AA}"/>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IntangibleArts / Wikimedia Commons, CC BY 2.0; cropped</a:t>
            </a:r>
          </a:p>
        </p:txBody>
      </p:sp>
      <p:sp>
        <p:nvSpPr>
          <p:cNvPr id="33" name="profile-340">
            <a:extLst xmlns:a="http://schemas.openxmlformats.org/drawingml/2006/main">
              <a:ext uri="{FF2B5EF4-FFF2-40B4-BE49-F238E27FC236}">
                <a16:creationId xmlns:a16="http://schemas.microsoft.com/office/drawing/2014/main" id="{D85B6DED-DCB1-45F4-A22A-7A0B0F627443}"/>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41">
            <a:extLst xmlns:a="http://schemas.openxmlformats.org/drawingml/2006/main">
              <a:ext uri="{FF2B5EF4-FFF2-40B4-BE49-F238E27FC236}">
                <a16:creationId xmlns:a16="http://schemas.microsoft.com/office/drawing/2014/main" id="{32C05E79-5B1C-429A-B20B-E43ADD811C2A}"/>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excavation, repairs and reinstatement</a:t>
            </a:r>
          </a:p>
        </p:txBody>
      </p:sp>
      <p:sp>
        <p:nvSpPr>
          <p:cNvPr id="35" name="profile-342">
            <a:extLst xmlns:a="http://schemas.openxmlformats.org/drawingml/2006/main">
              <a:ext uri="{FF2B5EF4-FFF2-40B4-BE49-F238E27FC236}">
                <a16:creationId xmlns:a16="http://schemas.microsoft.com/office/drawing/2014/main" id="{7E2200F6-1FB0-4174-94DB-F707613A656F}"/>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through one agreed work scope.</a:t>
            </a:r>
          </a:p>
        </p:txBody>
      </p:sp>
    </p:spTree>
    <p:extLst>
      <p:ext uri="{BB962C8B-B14F-4D97-AF65-F5344CB8AC3E}">
        <p14:creationId xmlns:p14="http://schemas.microsoft.com/office/powerpoint/2010/main" val="20022206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343">
            <a:extLst xmlns:a="http://schemas.openxmlformats.org/drawingml/2006/main">
              <a:ext uri="{FF2B5EF4-FFF2-40B4-BE49-F238E27FC236}">
                <a16:creationId xmlns:a16="http://schemas.microsoft.com/office/drawing/2014/main" id="{148C54C5-659C-42A9-B1AB-12179CB5B1F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44">
            <a:extLst xmlns:a="http://schemas.openxmlformats.org/drawingml/2006/main">
              <a:ext uri="{FF2B5EF4-FFF2-40B4-BE49-F238E27FC236}">
                <a16:creationId xmlns:a16="http://schemas.microsoft.com/office/drawing/2014/main" id="{42257DA2-06F0-40F4-BF8B-AB6B974B883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9A3D382-ADBF-404A-9BF8-23CC70C37EA9}"/>
              </a:ext>
            </a:extLst>
          </p:cNvPr>
          <p:cNvPicPr>
            <a:picLocks xmlns:a="http://schemas.openxmlformats.org/drawingml/2006/main" noChangeAspect="1"/>
          </p:cNvPicPr>
          <p:nvPr/>
        </p:nvPicPr>
        <p:blipFill>
          <a:blip xmlns:r="http://schemas.openxmlformats.org/officeDocument/2006/relationships" xmlns:a="http://schemas.openxmlformats.org/drawingml/2006/main" r:embed="R7a3d3cce0de849f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45">
            <a:extLst xmlns:a="http://schemas.openxmlformats.org/drawingml/2006/main">
              <a:ext uri="{FF2B5EF4-FFF2-40B4-BE49-F238E27FC236}">
                <a16:creationId xmlns:a16="http://schemas.microsoft.com/office/drawing/2014/main" id="{517AF550-D414-4149-87ED-558A819499F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46">
            <a:extLst xmlns:a="http://schemas.openxmlformats.org/drawingml/2006/main">
              <a:ext uri="{FF2B5EF4-FFF2-40B4-BE49-F238E27FC236}">
                <a16:creationId xmlns:a16="http://schemas.microsoft.com/office/drawing/2014/main" id="{9B9DA5AA-1ED8-4E45-81BB-AC0739AE239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47">
            <a:extLst xmlns:a="http://schemas.openxmlformats.org/drawingml/2006/main">
              <a:ext uri="{FF2B5EF4-FFF2-40B4-BE49-F238E27FC236}">
                <a16:creationId xmlns:a16="http://schemas.microsoft.com/office/drawing/2014/main" id="{517AFFD2-8441-46D4-98CC-71DBDC262FF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48">
            <a:extLst xmlns:a="http://schemas.openxmlformats.org/drawingml/2006/main">
              <a:ext uri="{FF2B5EF4-FFF2-40B4-BE49-F238E27FC236}">
                <a16:creationId xmlns:a16="http://schemas.microsoft.com/office/drawing/2014/main" id="{66C3E517-6C51-4FBD-AE2E-5A47C2445FC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49">
            <a:extLst xmlns:a="http://schemas.openxmlformats.org/drawingml/2006/main">
              <a:ext uri="{FF2B5EF4-FFF2-40B4-BE49-F238E27FC236}">
                <a16:creationId xmlns:a16="http://schemas.microsoft.com/office/drawing/2014/main" id="{7278B1AB-1CCD-4845-8EE2-28A4815A1C6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50">
            <a:extLst xmlns:a="http://schemas.openxmlformats.org/drawingml/2006/main">
              <a:ext uri="{FF2B5EF4-FFF2-40B4-BE49-F238E27FC236}">
                <a16:creationId xmlns:a16="http://schemas.microsoft.com/office/drawing/2014/main" id="{BE1477FD-AECA-4B53-A3EC-5B42948DD19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51">
            <a:extLst xmlns:a="http://schemas.openxmlformats.org/drawingml/2006/main">
              <a:ext uri="{FF2B5EF4-FFF2-40B4-BE49-F238E27FC236}">
                <a16:creationId xmlns:a16="http://schemas.microsoft.com/office/drawing/2014/main" id="{82248A59-0E25-43A7-BE40-BD4280F7674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52">
            <a:extLst xmlns:a="http://schemas.openxmlformats.org/drawingml/2006/main">
              <a:ext uri="{FF2B5EF4-FFF2-40B4-BE49-F238E27FC236}">
                <a16:creationId xmlns:a16="http://schemas.microsoft.com/office/drawing/2014/main" id="{B21EBAF8-BB5D-4F9B-9516-195ABFA88F9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53">
            <a:extLst xmlns:a="http://schemas.openxmlformats.org/drawingml/2006/main">
              <a:ext uri="{FF2B5EF4-FFF2-40B4-BE49-F238E27FC236}">
                <a16:creationId xmlns:a16="http://schemas.microsoft.com/office/drawing/2014/main" id="{C7277996-721E-4F05-86FC-DF59C55E34C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4">
            <a:extLst xmlns:a="http://schemas.openxmlformats.org/drawingml/2006/main">
              <a:ext uri="{FF2B5EF4-FFF2-40B4-BE49-F238E27FC236}">
                <a16:creationId xmlns:a16="http://schemas.microsoft.com/office/drawing/2014/main" id="{AF5B4FEA-A3DA-4B6E-A7EA-31DC4AABBEC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55">
            <a:extLst xmlns:a="http://schemas.openxmlformats.org/drawingml/2006/main">
              <a:ext uri="{FF2B5EF4-FFF2-40B4-BE49-F238E27FC236}">
                <a16:creationId xmlns:a16="http://schemas.microsoft.com/office/drawing/2014/main" id="{735B8C32-63AC-446C-9D2D-E699D7660DE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56">
            <a:extLst xmlns:a="http://schemas.openxmlformats.org/drawingml/2006/main">
              <a:ext uri="{FF2B5EF4-FFF2-40B4-BE49-F238E27FC236}">
                <a16:creationId xmlns:a16="http://schemas.microsoft.com/office/drawing/2014/main" id="{96D500D5-A0E1-405B-AF58-5D64EB5490E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12</a:t>
            </a:r>
          </a:p>
        </p:txBody>
      </p:sp>
      <p:sp>
        <p:nvSpPr>
          <p:cNvPr id="16" name="profile-357">
            <a:extLst xmlns:a="http://schemas.openxmlformats.org/drawingml/2006/main">
              <a:ext uri="{FF2B5EF4-FFF2-40B4-BE49-F238E27FC236}">
                <a16:creationId xmlns:a16="http://schemas.microsoft.com/office/drawing/2014/main" id="{1B6EA73F-23B5-47E2-A1DA-70A759B0CE2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Drain and Pipe Declogging</a:t>
            </a:r>
          </a:p>
        </p:txBody>
      </p:sp>
      <p:sp>
        <p:nvSpPr>
          <p:cNvPr id="17" name="profile-358">
            <a:extLst xmlns:a="http://schemas.openxmlformats.org/drawingml/2006/main">
              <a:ext uri="{FF2B5EF4-FFF2-40B4-BE49-F238E27FC236}">
                <a16:creationId xmlns:a16="http://schemas.microsoft.com/office/drawing/2014/main" id="{188CA43D-FA4D-4491-AB69-8875819F44F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59">
            <a:extLst xmlns:a="http://schemas.openxmlformats.org/drawingml/2006/main">
              <a:ext uri="{FF2B5EF4-FFF2-40B4-BE49-F238E27FC236}">
                <a16:creationId xmlns:a16="http://schemas.microsoft.com/office/drawing/2014/main" id="{9F2B2357-8AF0-4B2F-9236-3BE51EFF4250}"/>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slow drains and blocked lines before</a:t>
            </a:r>
          </a:p>
        </p:txBody>
      </p:sp>
      <p:sp>
        <p:nvSpPr>
          <p:cNvPr id="19" name="profile-360">
            <a:extLst xmlns:a="http://schemas.openxmlformats.org/drawingml/2006/main">
              <a:ext uri="{FF2B5EF4-FFF2-40B4-BE49-F238E27FC236}">
                <a16:creationId xmlns:a16="http://schemas.microsoft.com/office/drawing/2014/main" id="{553E20AC-E7D4-4C4C-BB10-0951FCADA9DB}"/>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problems spread.</a:t>
            </a:r>
          </a:p>
        </p:txBody>
      </p:sp>
      <p:sp>
        <p:nvSpPr>
          <p:cNvPr id="20" name="profile-361">
            <a:extLst xmlns:a="http://schemas.openxmlformats.org/drawingml/2006/main">
              <a:ext uri="{FF2B5EF4-FFF2-40B4-BE49-F238E27FC236}">
                <a16:creationId xmlns:a16="http://schemas.microsoft.com/office/drawing/2014/main" id="{6589640C-FA2C-4056-B163-E397B0D7E897}"/>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drainage blockages and applies a suitable</a:t>
            </a:r>
          </a:p>
        </p:txBody>
      </p:sp>
      <p:sp>
        <p:nvSpPr>
          <p:cNvPr id="21" name="profile-362">
            <a:extLst xmlns:a="http://schemas.openxmlformats.org/drawingml/2006/main">
              <a:ext uri="{FF2B5EF4-FFF2-40B4-BE49-F238E27FC236}">
                <a16:creationId xmlns:a16="http://schemas.microsoft.com/office/drawing/2014/main" id="{1693A464-0962-4CDA-A113-241E5405E2A5}"/>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clearing method based on pipe condition, access, and the likely</a:t>
            </a:r>
          </a:p>
        </p:txBody>
      </p:sp>
      <p:sp>
        <p:nvSpPr>
          <p:cNvPr id="22" name="profile-363">
            <a:extLst xmlns:a="http://schemas.openxmlformats.org/drawingml/2006/main">
              <a:ext uri="{FF2B5EF4-FFF2-40B4-BE49-F238E27FC236}">
                <a16:creationId xmlns:a16="http://schemas.microsoft.com/office/drawing/2014/main" id="{4BA62003-938D-4849-8C34-C1333C5B9D6E}"/>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cause. Recurring blockages may require a separate repair or</a:t>
            </a:r>
          </a:p>
        </p:txBody>
      </p:sp>
      <p:sp>
        <p:nvSpPr>
          <p:cNvPr id="23" name="profile-364">
            <a:extLst xmlns:a="http://schemas.openxmlformats.org/drawingml/2006/main">
              <a:ext uri="{FF2B5EF4-FFF2-40B4-BE49-F238E27FC236}">
                <a16:creationId xmlns:a16="http://schemas.microsoft.com/office/drawing/2014/main" id="{724AC0A6-C4DB-40A0-B84E-F32CE78B2249}"/>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further inspection.</a:t>
            </a:r>
          </a:p>
        </p:txBody>
      </p:sp>
      <p:sp>
        <p:nvSpPr>
          <p:cNvPr id="24" name="profile-365">
            <a:extLst xmlns:a="http://schemas.openxmlformats.org/drawingml/2006/main">
              <a:ext uri="{FF2B5EF4-FFF2-40B4-BE49-F238E27FC236}">
                <a16:creationId xmlns:a16="http://schemas.microsoft.com/office/drawing/2014/main" id="{F8A2A65C-0B5D-4350-B60C-B2F336D61C41}"/>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366">
            <a:extLst xmlns:a="http://schemas.openxmlformats.org/drawingml/2006/main">
              <a:ext uri="{FF2B5EF4-FFF2-40B4-BE49-F238E27FC236}">
                <a16:creationId xmlns:a16="http://schemas.microsoft.com/office/drawing/2014/main" id="{31889BEF-55AB-4A7C-A8F4-08B44919AB32}"/>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the affected drainage line</a:t>
            </a:r>
          </a:p>
        </p:txBody>
      </p:sp>
      <p:sp>
        <p:nvSpPr>
          <p:cNvPr id="26" name="profile-367">
            <a:extLst xmlns:a="http://schemas.openxmlformats.org/drawingml/2006/main">
              <a:ext uri="{FF2B5EF4-FFF2-40B4-BE49-F238E27FC236}">
                <a16:creationId xmlns:a16="http://schemas.microsoft.com/office/drawing/2014/main" id="{51E5023E-B235-448E-8B1B-D65675173623}"/>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368">
            <a:extLst xmlns:a="http://schemas.openxmlformats.org/drawingml/2006/main">
              <a:ext uri="{FF2B5EF4-FFF2-40B4-BE49-F238E27FC236}">
                <a16:creationId xmlns:a16="http://schemas.microsoft.com/office/drawing/2014/main" id="{2A27D745-3313-4AA7-8D91-219629629F1D}"/>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Clearing of accessible blockages within scope</a:t>
            </a:r>
          </a:p>
        </p:txBody>
      </p:sp>
      <p:sp>
        <p:nvSpPr>
          <p:cNvPr id="28" name="profile-369">
            <a:extLst xmlns:a="http://schemas.openxmlformats.org/drawingml/2006/main">
              <a:ext uri="{FF2B5EF4-FFF2-40B4-BE49-F238E27FC236}">
                <a16:creationId xmlns:a16="http://schemas.microsoft.com/office/drawing/2014/main" id="{F86BD475-AF00-4C93-BFEF-49B9F379BDEB}"/>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370">
            <a:extLst xmlns:a="http://schemas.openxmlformats.org/drawingml/2006/main">
              <a:ext uri="{FF2B5EF4-FFF2-40B4-BE49-F238E27FC236}">
                <a16:creationId xmlns:a16="http://schemas.microsoft.com/office/drawing/2014/main" id="{39E6C971-58BB-4142-86A6-DE4DEB82D907}"/>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Water-flow checks after the work</a:t>
            </a:r>
          </a:p>
        </p:txBody>
      </p:sp>
      <p:sp>
        <p:nvSpPr>
          <p:cNvPr id="30" name="profile-371">
            <a:extLst xmlns:a="http://schemas.openxmlformats.org/drawingml/2006/main">
              <a:ext uri="{FF2B5EF4-FFF2-40B4-BE49-F238E27FC236}">
                <a16:creationId xmlns:a16="http://schemas.microsoft.com/office/drawing/2014/main" id="{3C57B13D-FEDB-405A-8F44-459DDBC9909F}"/>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372">
            <a:extLst xmlns:a="http://schemas.openxmlformats.org/drawingml/2006/main">
              <a:ext uri="{FF2B5EF4-FFF2-40B4-BE49-F238E27FC236}">
                <a16:creationId xmlns:a16="http://schemas.microsoft.com/office/drawing/2014/main" id="{E3E2E899-EC4D-4E64-B4BB-A89BD3E4709D}"/>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Advice on recurring issues and further repairs</a:t>
            </a:r>
          </a:p>
        </p:txBody>
      </p:sp>
      <p:pic>
        <p:nvPicPr>
          <p:cNvPr id="32" name="">
            <a:extLst xmlns:a="http://schemas.openxmlformats.org/drawingml/2006/main">
              <a:ext uri="{FF2B5EF4-FFF2-40B4-BE49-F238E27FC236}">
                <a16:creationId xmlns:a16="http://schemas.microsoft.com/office/drawing/2014/main" id="{A2E164FB-2585-42E2-8B98-77EC5660967E}"/>
              </a:ext>
            </a:extLst>
          </p:cNvPr>
          <p:cNvPicPr>
            <a:picLocks xmlns:a="http://schemas.openxmlformats.org/drawingml/2006/main" noChangeAspect="1"/>
          </p:cNvPicPr>
          <p:nvPr/>
        </p:nvPicPr>
        <p:blipFill>
          <a:blip xmlns:r="http://schemas.openxmlformats.org/officeDocument/2006/relationships" xmlns:a="http://schemas.openxmlformats.org/drawingml/2006/main" r:embed="R5a82c1c42e06402b"/>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373">
            <a:extLst xmlns:a="http://schemas.openxmlformats.org/drawingml/2006/main">
              <a:ext uri="{FF2B5EF4-FFF2-40B4-BE49-F238E27FC236}">
                <a16:creationId xmlns:a16="http://schemas.microsoft.com/office/drawing/2014/main" id="{27893C66-442E-4BC2-92B6-A383868017CD}"/>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drainage illustration</a:t>
            </a:r>
          </a:p>
        </p:txBody>
      </p:sp>
      <p:sp>
        <p:nvSpPr>
          <p:cNvPr id="34" name="profile-374">
            <a:extLst xmlns:a="http://schemas.openxmlformats.org/drawingml/2006/main">
              <a:ext uri="{FF2B5EF4-FFF2-40B4-BE49-F238E27FC236}">
                <a16:creationId xmlns:a16="http://schemas.microsoft.com/office/drawing/2014/main" id="{A3FD1D47-92F0-4107-9A50-B730915B2D62}"/>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375">
            <a:extLst xmlns:a="http://schemas.openxmlformats.org/drawingml/2006/main">
              <a:ext uri="{FF2B5EF4-FFF2-40B4-BE49-F238E27FC236}">
                <a16:creationId xmlns:a16="http://schemas.microsoft.com/office/drawing/2014/main" id="{AF3393C5-7511-436D-B58D-DCCF7F5DCC51}"/>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Understand whether a recurring problem needs cleaning,</a:t>
            </a:r>
          </a:p>
        </p:txBody>
      </p:sp>
      <p:sp>
        <p:nvSpPr>
          <p:cNvPr id="36" name="profile-376">
            <a:extLst xmlns:a="http://schemas.openxmlformats.org/drawingml/2006/main">
              <a:ext uri="{FF2B5EF4-FFF2-40B4-BE49-F238E27FC236}">
                <a16:creationId xmlns:a16="http://schemas.microsoft.com/office/drawing/2014/main" id="{E2967F12-79B8-44CB-8328-B6076A7CBC5C}"/>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inspection or repair.</a:t>
            </a:r>
          </a:p>
        </p:txBody>
      </p:sp>
    </p:spTree>
    <p:extLst>
      <p:ext uri="{BB962C8B-B14F-4D97-AF65-F5344CB8AC3E}">
        <p14:creationId xmlns:p14="http://schemas.microsoft.com/office/powerpoint/2010/main" val="15618925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377">
            <a:extLst xmlns:a="http://schemas.openxmlformats.org/drawingml/2006/main">
              <a:ext uri="{FF2B5EF4-FFF2-40B4-BE49-F238E27FC236}">
                <a16:creationId xmlns:a16="http://schemas.microsoft.com/office/drawing/2014/main" id="{DB9E218E-83C2-40EF-BEA0-CF6031B12A1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78">
            <a:extLst xmlns:a="http://schemas.openxmlformats.org/drawingml/2006/main">
              <a:ext uri="{FF2B5EF4-FFF2-40B4-BE49-F238E27FC236}">
                <a16:creationId xmlns:a16="http://schemas.microsoft.com/office/drawing/2014/main" id="{0DF7C2EA-1BDC-44A6-9625-F369324C2278}"/>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8F08539-4FC8-4806-9B68-B6344987BBE5}"/>
              </a:ext>
            </a:extLst>
          </p:cNvPr>
          <p:cNvPicPr>
            <a:picLocks xmlns:a="http://schemas.openxmlformats.org/drawingml/2006/main" noChangeAspect="1"/>
          </p:cNvPicPr>
          <p:nvPr/>
        </p:nvPicPr>
        <p:blipFill>
          <a:blip xmlns:r="http://schemas.openxmlformats.org/officeDocument/2006/relationships" xmlns:a="http://schemas.openxmlformats.org/drawingml/2006/main" r:embed="Rd1578755345341b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79">
            <a:extLst xmlns:a="http://schemas.openxmlformats.org/drawingml/2006/main">
              <a:ext uri="{FF2B5EF4-FFF2-40B4-BE49-F238E27FC236}">
                <a16:creationId xmlns:a16="http://schemas.microsoft.com/office/drawing/2014/main" id="{76FBE3F7-4067-47F8-A036-6C799BE26FE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80">
            <a:extLst xmlns:a="http://schemas.openxmlformats.org/drawingml/2006/main">
              <a:ext uri="{FF2B5EF4-FFF2-40B4-BE49-F238E27FC236}">
                <a16:creationId xmlns:a16="http://schemas.microsoft.com/office/drawing/2014/main" id="{D2E60878-9561-4536-A141-8F4AE4D789E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381">
            <a:extLst xmlns:a="http://schemas.openxmlformats.org/drawingml/2006/main">
              <a:ext uri="{FF2B5EF4-FFF2-40B4-BE49-F238E27FC236}">
                <a16:creationId xmlns:a16="http://schemas.microsoft.com/office/drawing/2014/main" id="{2F00ABBD-46F6-4E8B-9B1E-D62F3564468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382">
            <a:extLst xmlns:a="http://schemas.openxmlformats.org/drawingml/2006/main">
              <a:ext uri="{FF2B5EF4-FFF2-40B4-BE49-F238E27FC236}">
                <a16:creationId xmlns:a16="http://schemas.microsoft.com/office/drawing/2014/main" id="{12BECCCE-D973-4AF4-BF8B-1781F4C5A12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83">
            <a:extLst xmlns:a="http://schemas.openxmlformats.org/drawingml/2006/main">
              <a:ext uri="{FF2B5EF4-FFF2-40B4-BE49-F238E27FC236}">
                <a16:creationId xmlns:a16="http://schemas.microsoft.com/office/drawing/2014/main" id="{BAD30193-8B21-4C4D-B557-8ED17822F01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384">
            <a:extLst xmlns:a="http://schemas.openxmlformats.org/drawingml/2006/main">
              <a:ext uri="{FF2B5EF4-FFF2-40B4-BE49-F238E27FC236}">
                <a16:creationId xmlns:a16="http://schemas.microsoft.com/office/drawing/2014/main" id="{6F1DB3DE-B6CD-4AFD-88DC-19B49BB7E53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85">
            <a:extLst xmlns:a="http://schemas.openxmlformats.org/drawingml/2006/main">
              <a:ext uri="{FF2B5EF4-FFF2-40B4-BE49-F238E27FC236}">
                <a16:creationId xmlns:a16="http://schemas.microsoft.com/office/drawing/2014/main" id="{FDDED822-F936-40BE-A240-9291054A9B3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86">
            <a:extLst xmlns:a="http://schemas.openxmlformats.org/drawingml/2006/main">
              <a:ext uri="{FF2B5EF4-FFF2-40B4-BE49-F238E27FC236}">
                <a16:creationId xmlns:a16="http://schemas.microsoft.com/office/drawing/2014/main" id="{1294980B-4710-4627-A197-D93A58FCA97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87">
            <a:extLst xmlns:a="http://schemas.openxmlformats.org/drawingml/2006/main">
              <a:ext uri="{FF2B5EF4-FFF2-40B4-BE49-F238E27FC236}">
                <a16:creationId xmlns:a16="http://schemas.microsoft.com/office/drawing/2014/main" id="{D5696F00-517E-40CD-82F7-F51A828826B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88">
            <a:extLst xmlns:a="http://schemas.openxmlformats.org/drawingml/2006/main">
              <a:ext uri="{FF2B5EF4-FFF2-40B4-BE49-F238E27FC236}">
                <a16:creationId xmlns:a16="http://schemas.microsoft.com/office/drawing/2014/main" id="{CDDAAFCE-7301-4EAF-9E28-5B8EBA7710D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89">
            <a:extLst xmlns:a="http://schemas.openxmlformats.org/drawingml/2006/main">
              <a:ext uri="{FF2B5EF4-FFF2-40B4-BE49-F238E27FC236}">
                <a16:creationId xmlns:a16="http://schemas.microsoft.com/office/drawing/2014/main" id="{7B7DE3CE-72EA-40B5-95A3-A362C3A501E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90">
            <a:extLst xmlns:a="http://schemas.openxmlformats.org/drawingml/2006/main">
              <a:ext uri="{FF2B5EF4-FFF2-40B4-BE49-F238E27FC236}">
                <a16:creationId xmlns:a16="http://schemas.microsoft.com/office/drawing/2014/main" id="{ACFAE005-4852-4BEB-89F3-62A8F5E1A91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13</a:t>
            </a:r>
          </a:p>
        </p:txBody>
      </p:sp>
      <p:sp>
        <p:nvSpPr>
          <p:cNvPr id="16" name="profile-391">
            <a:extLst xmlns:a="http://schemas.openxmlformats.org/drawingml/2006/main">
              <a:ext uri="{FF2B5EF4-FFF2-40B4-BE49-F238E27FC236}">
                <a16:creationId xmlns:a16="http://schemas.microsoft.com/office/drawing/2014/main" id="{74D818B9-9E00-440D-8523-15F285E9DDC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Grease tank and trap cleaning</a:t>
            </a:r>
          </a:p>
        </p:txBody>
      </p:sp>
      <p:sp>
        <p:nvSpPr>
          <p:cNvPr id="17" name="profile-392">
            <a:extLst xmlns:a="http://schemas.openxmlformats.org/drawingml/2006/main">
              <a:ext uri="{FF2B5EF4-FFF2-40B4-BE49-F238E27FC236}">
                <a16:creationId xmlns:a16="http://schemas.microsoft.com/office/drawing/2014/main" id="{705CB0C2-0934-4872-834A-0C99014A193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E73EAFF-9C5B-4A18-9D25-F5D620C64240}"/>
              </a:ext>
            </a:extLst>
          </p:cNvPr>
          <p:cNvPicPr>
            <a:picLocks xmlns:a="http://schemas.openxmlformats.org/drawingml/2006/main" noChangeAspect="1"/>
          </p:cNvPicPr>
          <p:nvPr/>
        </p:nvPicPr>
        <p:blipFill>
          <a:blip xmlns:r="http://schemas.openxmlformats.org/officeDocument/2006/relationships" xmlns:a="http://schemas.openxmlformats.org/drawingml/2006/main" r:embed="R472e4a0dc7994551"/>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393">
            <a:extLst xmlns:a="http://schemas.openxmlformats.org/drawingml/2006/main">
              <a:ext uri="{FF2B5EF4-FFF2-40B4-BE49-F238E27FC236}">
                <a16:creationId xmlns:a16="http://schemas.microsoft.com/office/drawing/2014/main" id="{DFC4D45A-9D1D-4AFF-A6EC-84EB694CC5CF}"/>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Oceanides asset-library photograph; client/site not specified</a:t>
            </a:r>
          </a:p>
        </p:txBody>
      </p:sp>
      <p:sp>
        <p:nvSpPr>
          <p:cNvPr id="20" name="profile-394">
            <a:extLst xmlns:a="http://schemas.openxmlformats.org/drawingml/2006/main">
              <a:ext uri="{FF2B5EF4-FFF2-40B4-BE49-F238E27FC236}">
                <a16:creationId xmlns:a16="http://schemas.microsoft.com/office/drawing/2014/main" id="{9B06FA24-58D5-4454-AF95-9FD5711BCCB2}"/>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grease buildup from becoming a recurring</a:t>
            </a:r>
          </a:p>
        </p:txBody>
      </p:sp>
      <p:sp>
        <p:nvSpPr>
          <p:cNvPr id="21" name="profile-395">
            <a:extLst xmlns:a="http://schemas.openxmlformats.org/drawingml/2006/main">
              <a:ext uri="{FF2B5EF4-FFF2-40B4-BE49-F238E27FC236}">
                <a16:creationId xmlns:a16="http://schemas.microsoft.com/office/drawing/2014/main" id="{7AE5994C-F0A9-4525-B94B-1BF221D7F877}"/>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kitchen drainage problem.</a:t>
            </a:r>
          </a:p>
        </p:txBody>
      </p:sp>
      <p:sp>
        <p:nvSpPr>
          <p:cNvPr id="22" name="profile-396">
            <a:extLst xmlns:a="http://schemas.openxmlformats.org/drawingml/2006/main">
              <a:ext uri="{FF2B5EF4-FFF2-40B4-BE49-F238E27FC236}">
                <a16:creationId xmlns:a16="http://schemas.microsoft.com/office/drawing/2014/main" id="{A0AFC9AF-5DD0-4C6B-B2F7-920ECDEDB1E8}"/>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provides grease tank and grease trap cleaning for food-service</a:t>
            </a:r>
          </a:p>
        </p:txBody>
      </p:sp>
      <p:sp>
        <p:nvSpPr>
          <p:cNvPr id="23" name="profile-397">
            <a:extLst xmlns:a="http://schemas.openxmlformats.org/drawingml/2006/main">
              <a:ext uri="{FF2B5EF4-FFF2-40B4-BE49-F238E27FC236}">
                <a16:creationId xmlns:a16="http://schemas.microsoft.com/office/drawing/2014/main" id="{16AE5521-07D3-4765-950A-03A56DE2A7DC}"/>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properties and other sites with grease-management needs. Work is</a:t>
            </a:r>
          </a:p>
        </p:txBody>
      </p:sp>
      <p:sp>
        <p:nvSpPr>
          <p:cNvPr id="24" name="profile-398">
            <a:extLst xmlns:a="http://schemas.openxmlformats.org/drawingml/2006/main">
              <a:ext uri="{FF2B5EF4-FFF2-40B4-BE49-F238E27FC236}">
                <a16:creationId xmlns:a16="http://schemas.microsoft.com/office/drawing/2014/main" id="{37270FCA-94C7-40E2-9AB9-AD6535F227EF}"/>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coordinated around access and your operating schedule.</a:t>
            </a:r>
          </a:p>
        </p:txBody>
      </p:sp>
      <p:sp>
        <p:nvSpPr>
          <p:cNvPr id="25" name="profile-399">
            <a:extLst xmlns:a="http://schemas.openxmlformats.org/drawingml/2006/main">
              <a:ext uri="{FF2B5EF4-FFF2-40B4-BE49-F238E27FC236}">
                <a16:creationId xmlns:a16="http://schemas.microsoft.com/office/drawing/2014/main" id="{690556B3-FECC-4343-A841-75721DAB33CC}"/>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00">
            <a:extLst xmlns:a="http://schemas.openxmlformats.org/drawingml/2006/main">
              <a:ext uri="{FF2B5EF4-FFF2-40B4-BE49-F238E27FC236}">
                <a16:creationId xmlns:a16="http://schemas.microsoft.com/office/drawing/2014/main" id="{7C18B82C-25BF-4A37-AFDE-D5A6E3C25790}"/>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Assessment of grease tank or trap access</a:t>
            </a:r>
          </a:p>
        </p:txBody>
      </p:sp>
      <p:sp>
        <p:nvSpPr>
          <p:cNvPr id="27" name="profile-401">
            <a:extLst xmlns:a="http://schemas.openxmlformats.org/drawingml/2006/main">
              <a:ext uri="{FF2B5EF4-FFF2-40B4-BE49-F238E27FC236}">
                <a16:creationId xmlns:a16="http://schemas.microsoft.com/office/drawing/2014/main" id="{1CCD9A67-26DB-4911-9F19-D68B2B761B4F}"/>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02">
            <a:extLst xmlns:a="http://schemas.openxmlformats.org/drawingml/2006/main">
              <a:ext uri="{FF2B5EF4-FFF2-40B4-BE49-F238E27FC236}">
                <a16:creationId xmlns:a16="http://schemas.microsoft.com/office/drawing/2014/main" id="{4AC78F62-88B0-4803-A78C-F4845D32D875}"/>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Removal of accumulated grease and settled waste</a:t>
            </a:r>
          </a:p>
        </p:txBody>
      </p:sp>
      <p:sp>
        <p:nvSpPr>
          <p:cNvPr id="29" name="profile-403">
            <a:extLst xmlns:a="http://schemas.openxmlformats.org/drawingml/2006/main">
              <a:ext uri="{FF2B5EF4-FFF2-40B4-BE49-F238E27FC236}">
                <a16:creationId xmlns:a16="http://schemas.microsoft.com/office/drawing/2014/main" id="{A6742843-21B3-45AA-8CD8-86C0D2CD2D6D}"/>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04">
            <a:extLst xmlns:a="http://schemas.openxmlformats.org/drawingml/2006/main">
              <a:ext uri="{FF2B5EF4-FFF2-40B4-BE49-F238E27FC236}">
                <a16:creationId xmlns:a16="http://schemas.microsoft.com/office/drawing/2014/main" id="{FFC50F15-56E8-4967-97E8-02853F6594FD}"/>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Cleaning of accessible internal areas within scope</a:t>
            </a:r>
          </a:p>
        </p:txBody>
      </p:sp>
      <p:sp>
        <p:nvSpPr>
          <p:cNvPr id="31" name="profile-405">
            <a:extLst xmlns:a="http://schemas.openxmlformats.org/drawingml/2006/main">
              <a:ext uri="{FF2B5EF4-FFF2-40B4-BE49-F238E27FC236}">
                <a16:creationId xmlns:a16="http://schemas.microsoft.com/office/drawing/2014/main" id="{0B792914-0B2D-45E7-9BFC-AB6F15E1B6B1}"/>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406">
            <a:extLst xmlns:a="http://schemas.openxmlformats.org/drawingml/2006/main">
              <a:ext uri="{FF2B5EF4-FFF2-40B4-BE49-F238E27FC236}">
                <a16:creationId xmlns:a16="http://schemas.microsoft.com/office/drawing/2014/main" id="{E0848C52-9480-4900-9EE4-EE39531FF55D}"/>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Recommendations for a practical cleaning schedule</a:t>
            </a:r>
          </a:p>
        </p:txBody>
      </p:sp>
      <p:sp>
        <p:nvSpPr>
          <p:cNvPr id="33" name="profile-407">
            <a:extLst xmlns:a="http://schemas.openxmlformats.org/drawingml/2006/main">
              <a:ext uri="{FF2B5EF4-FFF2-40B4-BE49-F238E27FC236}">
                <a16:creationId xmlns:a16="http://schemas.microsoft.com/office/drawing/2014/main" id="{498B1020-5D17-4065-B61D-4FFFB8209CF2}"/>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08">
            <a:extLst xmlns:a="http://schemas.openxmlformats.org/drawingml/2006/main">
              <a:ext uri="{FF2B5EF4-FFF2-40B4-BE49-F238E27FC236}">
                <a16:creationId xmlns:a16="http://schemas.microsoft.com/office/drawing/2014/main" id="{231E003E-8E28-4E54-A4DE-782137A064D0}"/>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Manage grease buildup with a cleaning schedule suited to your kitchen.</a:t>
            </a:r>
          </a:p>
        </p:txBody>
      </p:sp>
    </p:spTree>
    <p:extLst>
      <p:ext uri="{BB962C8B-B14F-4D97-AF65-F5344CB8AC3E}">
        <p14:creationId xmlns:p14="http://schemas.microsoft.com/office/powerpoint/2010/main" val="19847221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409">
            <a:extLst xmlns:a="http://schemas.openxmlformats.org/drawingml/2006/main">
              <a:ext uri="{FF2B5EF4-FFF2-40B4-BE49-F238E27FC236}">
                <a16:creationId xmlns:a16="http://schemas.microsoft.com/office/drawing/2014/main" id="{409F9F89-996E-486C-92DC-A80E0F15B2B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10">
            <a:extLst xmlns:a="http://schemas.openxmlformats.org/drawingml/2006/main">
              <a:ext uri="{FF2B5EF4-FFF2-40B4-BE49-F238E27FC236}">
                <a16:creationId xmlns:a16="http://schemas.microsoft.com/office/drawing/2014/main" id="{D58D34D4-D1BC-4ECE-A1CB-A2F755F2702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C74141C-A839-478F-A983-E0C63DC9CFCA}"/>
              </a:ext>
            </a:extLst>
          </p:cNvPr>
          <p:cNvPicPr>
            <a:picLocks xmlns:a="http://schemas.openxmlformats.org/drawingml/2006/main" noChangeAspect="1"/>
          </p:cNvPicPr>
          <p:nvPr/>
        </p:nvPicPr>
        <p:blipFill>
          <a:blip xmlns:r="http://schemas.openxmlformats.org/officeDocument/2006/relationships" xmlns:a="http://schemas.openxmlformats.org/drawingml/2006/main" r:embed="R8658b2a98cca4b0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11">
            <a:extLst xmlns:a="http://schemas.openxmlformats.org/drawingml/2006/main">
              <a:ext uri="{FF2B5EF4-FFF2-40B4-BE49-F238E27FC236}">
                <a16:creationId xmlns:a16="http://schemas.microsoft.com/office/drawing/2014/main" id="{E1D52F17-AEB3-4FC1-9D41-E6CA2B6E8B9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12">
            <a:extLst xmlns:a="http://schemas.openxmlformats.org/drawingml/2006/main">
              <a:ext uri="{FF2B5EF4-FFF2-40B4-BE49-F238E27FC236}">
                <a16:creationId xmlns:a16="http://schemas.microsoft.com/office/drawing/2014/main" id="{3F7B660D-105C-4FF4-834D-45A3ABCE302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13">
            <a:extLst xmlns:a="http://schemas.openxmlformats.org/drawingml/2006/main">
              <a:ext uri="{FF2B5EF4-FFF2-40B4-BE49-F238E27FC236}">
                <a16:creationId xmlns:a16="http://schemas.microsoft.com/office/drawing/2014/main" id="{B0260E16-A900-4A35-8812-01A653702BA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14">
            <a:extLst xmlns:a="http://schemas.openxmlformats.org/drawingml/2006/main">
              <a:ext uri="{FF2B5EF4-FFF2-40B4-BE49-F238E27FC236}">
                <a16:creationId xmlns:a16="http://schemas.microsoft.com/office/drawing/2014/main" id="{5AC28B38-761B-481F-AA2A-A788CA0AD2A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15">
            <a:extLst xmlns:a="http://schemas.openxmlformats.org/drawingml/2006/main">
              <a:ext uri="{FF2B5EF4-FFF2-40B4-BE49-F238E27FC236}">
                <a16:creationId xmlns:a16="http://schemas.microsoft.com/office/drawing/2014/main" id="{7CB6DF08-79A4-4784-A7FC-57166188672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16">
            <a:extLst xmlns:a="http://schemas.openxmlformats.org/drawingml/2006/main">
              <a:ext uri="{FF2B5EF4-FFF2-40B4-BE49-F238E27FC236}">
                <a16:creationId xmlns:a16="http://schemas.microsoft.com/office/drawing/2014/main" id="{EF5E5C9C-4B7B-4440-B153-09DA8421CFA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17">
            <a:extLst xmlns:a="http://schemas.openxmlformats.org/drawingml/2006/main">
              <a:ext uri="{FF2B5EF4-FFF2-40B4-BE49-F238E27FC236}">
                <a16:creationId xmlns:a16="http://schemas.microsoft.com/office/drawing/2014/main" id="{320DDA25-0AB5-48EC-9C0C-1F375E1C13B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18">
            <a:extLst xmlns:a="http://schemas.openxmlformats.org/drawingml/2006/main">
              <a:ext uri="{FF2B5EF4-FFF2-40B4-BE49-F238E27FC236}">
                <a16:creationId xmlns:a16="http://schemas.microsoft.com/office/drawing/2014/main" id="{2260E1D3-0C73-42E6-83ED-FADC0FA4E44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19">
            <a:extLst xmlns:a="http://schemas.openxmlformats.org/drawingml/2006/main">
              <a:ext uri="{FF2B5EF4-FFF2-40B4-BE49-F238E27FC236}">
                <a16:creationId xmlns:a16="http://schemas.microsoft.com/office/drawing/2014/main" id="{B447DA16-B8FE-4FFD-9E5E-73755572422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20">
            <a:extLst xmlns:a="http://schemas.openxmlformats.org/drawingml/2006/main">
              <a:ext uri="{FF2B5EF4-FFF2-40B4-BE49-F238E27FC236}">
                <a16:creationId xmlns:a16="http://schemas.microsoft.com/office/drawing/2014/main" id="{95C617AB-2A44-473A-9818-91C693DEEFC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21">
            <a:extLst xmlns:a="http://schemas.openxmlformats.org/drawingml/2006/main">
              <a:ext uri="{FF2B5EF4-FFF2-40B4-BE49-F238E27FC236}">
                <a16:creationId xmlns:a16="http://schemas.microsoft.com/office/drawing/2014/main" id="{956F535D-9413-44F3-998D-58C917E6D48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22">
            <a:extLst xmlns:a="http://schemas.openxmlformats.org/drawingml/2006/main">
              <a:ext uri="{FF2B5EF4-FFF2-40B4-BE49-F238E27FC236}">
                <a16:creationId xmlns:a16="http://schemas.microsoft.com/office/drawing/2014/main" id="{02ACE69E-CEFC-4955-A2B1-A3794EE90C5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14</a:t>
            </a:r>
          </a:p>
        </p:txBody>
      </p:sp>
      <p:sp>
        <p:nvSpPr>
          <p:cNvPr id="16" name="profile-423">
            <a:extLst xmlns:a="http://schemas.openxmlformats.org/drawingml/2006/main">
              <a:ext uri="{FF2B5EF4-FFF2-40B4-BE49-F238E27FC236}">
                <a16:creationId xmlns:a16="http://schemas.microsoft.com/office/drawing/2014/main" id="{CB750CF6-D3FE-4FD4-B77D-11578A412F7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Pest Management Services</a:t>
            </a:r>
          </a:p>
        </p:txBody>
      </p:sp>
      <p:sp>
        <p:nvSpPr>
          <p:cNvPr id="17" name="profile-424">
            <a:extLst xmlns:a="http://schemas.openxmlformats.org/drawingml/2006/main">
              <a:ext uri="{FF2B5EF4-FFF2-40B4-BE49-F238E27FC236}">
                <a16:creationId xmlns:a16="http://schemas.microsoft.com/office/drawing/2014/main" id="{75F79857-1E01-485E-9302-49A05C46726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25">
            <a:extLst xmlns:a="http://schemas.openxmlformats.org/drawingml/2006/main">
              <a:ext uri="{FF2B5EF4-FFF2-40B4-BE49-F238E27FC236}">
                <a16:creationId xmlns:a16="http://schemas.microsoft.com/office/drawing/2014/main" id="{E6FD06CC-69B6-4815-8AEB-3F6F1CC2C62A}"/>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Protect the spaces where people work, stay, and</a:t>
            </a:r>
          </a:p>
        </p:txBody>
      </p:sp>
      <p:sp>
        <p:nvSpPr>
          <p:cNvPr id="19" name="profile-426">
            <a:extLst xmlns:a="http://schemas.openxmlformats.org/drawingml/2006/main">
              <a:ext uri="{FF2B5EF4-FFF2-40B4-BE49-F238E27FC236}">
                <a16:creationId xmlns:a16="http://schemas.microsoft.com/office/drawing/2014/main" id="{593F7202-266C-4029-A72D-2ABA2F0C5E5F}"/>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dine.</a:t>
            </a:r>
          </a:p>
        </p:txBody>
      </p:sp>
      <p:sp>
        <p:nvSpPr>
          <p:cNvPr id="20" name="profile-427">
            <a:extLst xmlns:a="http://schemas.openxmlformats.org/drawingml/2006/main">
              <a:ext uri="{FF2B5EF4-FFF2-40B4-BE49-F238E27FC236}">
                <a16:creationId xmlns:a16="http://schemas.microsoft.com/office/drawing/2014/main" id="{1A5848B7-BD39-4607-8872-F73B63A4E2C8}"/>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develops a pest-management scope around the pest</a:t>
            </a:r>
          </a:p>
        </p:txBody>
      </p:sp>
      <p:sp>
        <p:nvSpPr>
          <p:cNvPr id="21" name="profile-428">
            <a:extLst xmlns:a="http://schemas.openxmlformats.org/drawingml/2006/main">
              <a:ext uri="{FF2B5EF4-FFF2-40B4-BE49-F238E27FC236}">
                <a16:creationId xmlns:a16="http://schemas.microsoft.com/office/drawing/2014/main" id="{D6BA78E8-736C-445C-B938-7F79BDFF22E3}"/>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concern, property use, and site findings. Programs can support</a:t>
            </a:r>
          </a:p>
        </p:txBody>
      </p:sp>
      <p:sp>
        <p:nvSpPr>
          <p:cNvPr id="22" name="profile-429">
            <a:extLst xmlns:a="http://schemas.openxmlformats.org/drawingml/2006/main">
              <a:ext uri="{FF2B5EF4-FFF2-40B4-BE49-F238E27FC236}">
                <a16:creationId xmlns:a16="http://schemas.microsoft.com/office/drawing/2014/main" id="{CE6A1F3F-178F-4F53-8F4E-DEC7BB8BC865}"/>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restaurants, hotels, condominiums, offices, warehouses, and residential</a:t>
            </a:r>
          </a:p>
        </p:txBody>
      </p:sp>
      <p:sp>
        <p:nvSpPr>
          <p:cNvPr id="23" name="profile-430">
            <a:extLst xmlns:a="http://schemas.openxmlformats.org/drawingml/2006/main">
              <a:ext uri="{FF2B5EF4-FFF2-40B4-BE49-F238E27FC236}">
                <a16:creationId xmlns:a16="http://schemas.microsoft.com/office/drawing/2014/main" id="{E0E243F4-478E-42CF-A720-50C650894AA2}"/>
              </a:ext>
            </a:extLst>
          </p:cNvPr>
          <p:cNvSpPr>
            <a:spLocks xmlns:a="http://schemas.openxmlformats.org/drawingml/2006/main" noGrp="1"/>
          </p:cNvSpPr>
          <p:nvPr/>
        </p:nvSpPr>
        <p:spPr>
          <a:xfrm xmlns:a="http://schemas.openxmlformats.org/drawingml/2006/main">
            <a:off x="400050" y="381000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properties.</a:t>
            </a:r>
          </a:p>
        </p:txBody>
      </p:sp>
      <p:sp>
        <p:nvSpPr>
          <p:cNvPr id="24" name="profile-431">
            <a:extLst xmlns:a="http://schemas.openxmlformats.org/drawingml/2006/main">
              <a:ext uri="{FF2B5EF4-FFF2-40B4-BE49-F238E27FC236}">
                <a16:creationId xmlns:a16="http://schemas.microsoft.com/office/drawing/2014/main" id="{969FEADA-733F-4A0C-BA9A-E9E9575E7563}"/>
              </a:ext>
            </a:extLst>
          </p:cNvPr>
          <p:cNvSpPr>
            <a:spLocks xmlns:a="http://schemas.openxmlformats.org/drawingml/2006/main" noGrp="1"/>
          </p:cNvSpPr>
          <p:nvPr/>
        </p:nvSpPr>
        <p:spPr>
          <a:xfrm xmlns:a="http://schemas.openxmlformats.org/drawingml/2006/main">
            <a:off x="4000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432">
            <a:extLst xmlns:a="http://schemas.openxmlformats.org/drawingml/2006/main">
              <a:ext uri="{FF2B5EF4-FFF2-40B4-BE49-F238E27FC236}">
                <a16:creationId xmlns:a16="http://schemas.microsoft.com/office/drawing/2014/main" id="{B0D61837-69FB-4925-AC85-F99A650AB3B1}"/>
              </a:ext>
            </a:extLst>
          </p:cNvPr>
          <p:cNvSpPr>
            <a:spLocks xmlns:a="http://schemas.openxmlformats.org/drawingml/2006/main" noGrp="1"/>
          </p:cNvSpPr>
          <p:nvPr/>
        </p:nvSpPr>
        <p:spPr>
          <a:xfrm xmlns:a="http://schemas.openxmlformats.org/drawingml/2006/main">
            <a:off x="600075" y="4219575"/>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inspection and pest concern assessment</a:t>
            </a:r>
          </a:p>
        </p:txBody>
      </p:sp>
      <p:sp>
        <p:nvSpPr>
          <p:cNvPr id="26" name="profile-433">
            <a:extLst xmlns:a="http://schemas.openxmlformats.org/drawingml/2006/main">
              <a:ext uri="{FF2B5EF4-FFF2-40B4-BE49-F238E27FC236}">
                <a16:creationId xmlns:a16="http://schemas.microsoft.com/office/drawing/2014/main" id="{8F4E4519-27DE-486A-BC62-29470A431FE2}"/>
              </a:ext>
            </a:extLst>
          </p:cNvPr>
          <p:cNvSpPr>
            <a:spLocks xmlns:a="http://schemas.openxmlformats.org/drawingml/2006/main" noGrp="1"/>
          </p:cNvSpPr>
          <p:nvPr/>
        </p:nvSpPr>
        <p:spPr>
          <a:xfrm xmlns:a="http://schemas.openxmlformats.org/drawingml/2006/main">
            <a:off x="4000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434">
            <a:extLst xmlns:a="http://schemas.openxmlformats.org/drawingml/2006/main">
              <a:ext uri="{FF2B5EF4-FFF2-40B4-BE49-F238E27FC236}">
                <a16:creationId xmlns:a16="http://schemas.microsoft.com/office/drawing/2014/main" id="{327CEF61-F464-4A1C-818E-2E9B78A4E45A}"/>
              </a:ext>
            </a:extLst>
          </p:cNvPr>
          <p:cNvSpPr>
            <a:spLocks xmlns:a="http://schemas.openxmlformats.org/drawingml/2006/main" noGrp="1"/>
          </p:cNvSpPr>
          <p:nvPr/>
        </p:nvSpPr>
        <p:spPr>
          <a:xfrm xmlns:a="http://schemas.openxmlformats.org/drawingml/2006/main">
            <a:off x="600075" y="4553712"/>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Treatment plan for the identified concern</a:t>
            </a:r>
          </a:p>
        </p:txBody>
      </p:sp>
      <p:sp>
        <p:nvSpPr>
          <p:cNvPr id="28" name="profile-435">
            <a:extLst xmlns:a="http://schemas.openxmlformats.org/drawingml/2006/main">
              <a:ext uri="{FF2B5EF4-FFF2-40B4-BE49-F238E27FC236}">
                <a16:creationId xmlns:a16="http://schemas.microsoft.com/office/drawing/2014/main" id="{0CC5C75D-D6F2-4390-9102-93001FCE772C}"/>
              </a:ext>
            </a:extLst>
          </p:cNvPr>
          <p:cNvSpPr>
            <a:spLocks xmlns:a="http://schemas.openxmlformats.org/drawingml/2006/main" noGrp="1"/>
          </p:cNvSpPr>
          <p:nvPr/>
        </p:nvSpPr>
        <p:spPr>
          <a:xfrm xmlns:a="http://schemas.openxmlformats.org/drawingml/2006/main">
            <a:off x="4000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436">
            <a:extLst xmlns:a="http://schemas.openxmlformats.org/drawingml/2006/main">
              <a:ext uri="{FF2B5EF4-FFF2-40B4-BE49-F238E27FC236}">
                <a16:creationId xmlns:a16="http://schemas.microsoft.com/office/drawing/2014/main" id="{FEAD422B-2F28-40C5-B3AD-20CF3CB24635}"/>
              </a:ext>
            </a:extLst>
          </p:cNvPr>
          <p:cNvSpPr>
            <a:spLocks xmlns:a="http://schemas.openxmlformats.org/drawingml/2006/main" noGrp="1"/>
          </p:cNvSpPr>
          <p:nvPr/>
        </p:nvSpPr>
        <p:spPr>
          <a:xfrm xmlns:a="http://schemas.openxmlformats.org/drawingml/2006/main">
            <a:off x="600075" y="4887849"/>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preparation and re-entry instructions</a:t>
            </a:r>
          </a:p>
        </p:txBody>
      </p:sp>
      <p:sp>
        <p:nvSpPr>
          <p:cNvPr id="30" name="profile-437">
            <a:extLst xmlns:a="http://schemas.openxmlformats.org/drawingml/2006/main">
              <a:ext uri="{FF2B5EF4-FFF2-40B4-BE49-F238E27FC236}">
                <a16:creationId xmlns:a16="http://schemas.microsoft.com/office/drawing/2014/main" id="{3E5902AD-4735-49CF-BA07-122E97254B2A}"/>
              </a:ext>
            </a:extLst>
          </p:cNvPr>
          <p:cNvSpPr>
            <a:spLocks xmlns:a="http://schemas.openxmlformats.org/drawingml/2006/main" noGrp="1"/>
          </p:cNvSpPr>
          <p:nvPr/>
        </p:nvSpPr>
        <p:spPr>
          <a:xfrm xmlns:a="http://schemas.openxmlformats.org/drawingml/2006/main">
            <a:off x="4000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438">
            <a:extLst xmlns:a="http://schemas.openxmlformats.org/drawingml/2006/main">
              <a:ext uri="{FF2B5EF4-FFF2-40B4-BE49-F238E27FC236}">
                <a16:creationId xmlns:a16="http://schemas.microsoft.com/office/drawing/2014/main" id="{D826AF32-5C67-4689-A444-1109E7D9317E}"/>
              </a:ext>
            </a:extLst>
          </p:cNvPr>
          <p:cNvSpPr>
            <a:spLocks xmlns:a="http://schemas.openxmlformats.org/drawingml/2006/main" noGrp="1"/>
          </p:cNvSpPr>
          <p:nvPr/>
        </p:nvSpPr>
        <p:spPr>
          <a:xfrm xmlns:a="http://schemas.openxmlformats.org/drawingml/2006/main">
            <a:off x="600075" y="5221986"/>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Follow-up and prevention advice within the agreed program</a:t>
            </a:r>
          </a:p>
        </p:txBody>
      </p:sp>
      <p:pic>
        <p:nvPicPr>
          <p:cNvPr id="32" name="">
            <a:extLst xmlns:a="http://schemas.openxmlformats.org/drawingml/2006/main">
              <a:ext uri="{FF2B5EF4-FFF2-40B4-BE49-F238E27FC236}">
                <a16:creationId xmlns:a16="http://schemas.microsoft.com/office/drawing/2014/main" id="{A02A1D6E-B3BC-446E-946A-EB56FC52E44A}"/>
              </a:ext>
            </a:extLst>
          </p:cNvPr>
          <p:cNvPicPr>
            <a:picLocks xmlns:a="http://schemas.openxmlformats.org/drawingml/2006/main" noChangeAspect="1"/>
          </p:cNvPicPr>
          <p:nvPr/>
        </p:nvPicPr>
        <p:blipFill>
          <a:blip xmlns:r="http://schemas.openxmlformats.org/officeDocument/2006/relationships" xmlns:a="http://schemas.openxmlformats.org/drawingml/2006/main" r:embed="Rc378a899b79f4f70"/>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3" name="profile-439">
            <a:extLst xmlns:a="http://schemas.openxmlformats.org/drawingml/2006/main">
              <a:ext uri="{FF2B5EF4-FFF2-40B4-BE49-F238E27FC236}">
                <a16:creationId xmlns:a16="http://schemas.microsoft.com/office/drawing/2014/main" id="{C1DF9001-3914-4668-BF19-00B16E6354D8}"/>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440">
            <a:extLst xmlns:a="http://schemas.openxmlformats.org/drawingml/2006/main">
              <a:ext uri="{FF2B5EF4-FFF2-40B4-BE49-F238E27FC236}">
                <a16:creationId xmlns:a16="http://schemas.microsoft.com/office/drawing/2014/main" id="{D7D1B918-651E-4ED4-844B-A0ADED16EED0}"/>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441">
            <a:extLst xmlns:a="http://schemas.openxmlformats.org/drawingml/2006/main">
              <a:ext uri="{FF2B5EF4-FFF2-40B4-BE49-F238E27FC236}">
                <a16:creationId xmlns:a16="http://schemas.microsoft.com/office/drawing/2014/main" id="{6CC07425-018C-429B-9B99-9CB9E4A635B1}"/>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Combine treatment, prevention advice and follow-up</a:t>
            </a:r>
          </a:p>
        </p:txBody>
      </p:sp>
      <p:sp>
        <p:nvSpPr>
          <p:cNvPr id="36" name="profile-442">
            <a:extLst xmlns:a="http://schemas.openxmlformats.org/drawingml/2006/main">
              <a:ext uri="{FF2B5EF4-FFF2-40B4-BE49-F238E27FC236}">
                <a16:creationId xmlns:a16="http://schemas.microsoft.com/office/drawing/2014/main" id="{5400232D-429A-425C-B36C-248499CCFCDF}"/>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 one agreed program.</a:t>
            </a:r>
          </a:p>
        </p:txBody>
      </p:sp>
    </p:spTree>
    <p:extLst>
      <p:ext uri="{BB962C8B-B14F-4D97-AF65-F5344CB8AC3E}">
        <p14:creationId xmlns:p14="http://schemas.microsoft.com/office/powerpoint/2010/main" val="2484680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43">
            <a:extLst xmlns:a="http://schemas.openxmlformats.org/drawingml/2006/main">
              <a:ext uri="{FF2B5EF4-FFF2-40B4-BE49-F238E27FC236}">
                <a16:creationId xmlns:a16="http://schemas.microsoft.com/office/drawing/2014/main" id="{992174C2-E559-4724-B50C-3CBC35D7480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44">
            <a:extLst xmlns:a="http://schemas.openxmlformats.org/drawingml/2006/main">
              <a:ext uri="{FF2B5EF4-FFF2-40B4-BE49-F238E27FC236}">
                <a16:creationId xmlns:a16="http://schemas.microsoft.com/office/drawing/2014/main" id="{2C380A7B-3E37-4F61-9A60-D8790333B26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E8663AE-AF02-4F40-AD50-8982C82F0408}"/>
              </a:ext>
            </a:extLst>
          </p:cNvPr>
          <p:cNvPicPr>
            <a:picLocks xmlns:a="http://schemas.openxmlformats.org/drawingml/2006/main" noChangeAspect="1"/>
          </p:cNvPicPr>
          <p:nvPr/>
        </p:nvPicPr>
        <p:blipFill>
          <a:blip xmlns:r="http://schemas.openxmlformats.org/officeDocument/2006/relationships" xmlns:a="http://schemas.openxmlformats.org/drawingml/2006/main" r:embed="R05dae1cc62fb4a1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45">
            <a:extLst xmlns:a="http://schemas.openxmlformats.org/drawingml/2006/main">
              <a:ext uri="{FF2B5EF4-FFF2-40B4-BE49-F238E27FC236}">
                <a16:creationId xmlns:a16="http://schemas.microsoft.com/office/drawing/2014/main" id="{FE9BF530-8E46-4870-B00D-AB37C4466BF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46">
            <a:extLst xmlns:a="http://schemas.openxmlformats.org/drawingml/2006/main">
              <a:ext uri="{FF2B5EF4-FFF2-40B4-BE49-F238E27FC236}">
                <a16:creationId xmlns:a16="http://schemas.microsoft.com/office/drawing/2014/main" id="{C206E667-7808-48DC-B985-8D4925ABF49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47">
            <a:extLst xmlns:a="http://schemas.openxmlformats.org/drawingml/2006/main">
              <a:ext uri="{FF2B5EF4-FFF2-40B4-BE49-F238E27FC236}">
                <a16:creationId xmlns:a16="http://schemas.microsoft.com/office/drawing/2014/main" id="{57C91020-ACF3-4F33-BF7B-3FF1D346DC5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48">
            <a:extLst xmlns:a="http://schemas.openxmlformats.org/drawingml/2006/main">
              <a:ext uri="{FF2B5EF4-FFF2-40B4-BE49-F238E27FC236}">
                <a16:creationId xmlns:a16="http://schemas.microsoft.com/office/drawing/2014/main" id="{5586E9F7-448A-4BAB-8BD7-7E58E2779E2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49">
            <a:extLst xmlns:a="http://schemas.openxmlformats.org/drawingml/2006/main">
              <a:ext uri="{FF2B5EF4-FFF2-40B4-BE49-F238E27FC236}">
                <a16:creationId xmlns:a16="http://schemas.microsoft.com/office/drawing/2014/main" id="{ED5CB95E-BCC9-4C87-9047-9E847070EDD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50">
            <a:extLst xmlns:a="http://schemas.openxmlformats.org/drawingml/2006/main">
              <a:ext uri="{FF2B5EF4-FFF2-40B4-BE49-F238E27FC236}">
                <a16:creationId xmlns:a16="http://schemas.microsoft.com/office/drawing/2014/main" id="{42253817-F4EC-4EEA-82D0-51C27487E40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51">
            <a:extLst xmlns:a="http://schemas.openxmlformats.org/drawingml/2006/main">
              <a:ext uri="{FF2B5EF4-FFF2-40B4-BE49-F238E27FC236}">
                <a16:creationId xmlns:a16="http://schemas.microsoft.com/office/drawing/2014/main" id="{9ED99C78-A95F-4588-9B35-A70501C5D38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52">
            <a:extLst xmlns:a="http://schemas.openxmlformats.org/drawingml/2006/main">
              <a:ext uri="{FF2B5EF4-FFF2-40B4-BE49-F238E27FC236}">
                <a16:creationId xmlns:a16="http://schemas.microsoft.com/office/drawing/2014/main" id="{3D9D4D13-765C-4234-8E04-EFB55CD0308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53">
            <a:extLst xmlns:a="http://schemas.openxmlformats.org/drawingml/2006/main">
              <a:ext uri="{FF2B5EF4-FFF2-40B4-BE49-F238E27FC236}">
                <a16:creationId xmlns:a16="http://schemas.microsoft.com/office/drawing/2014/main" id="{772D9BBA-77E1-4644-8289-E5DD964B9A4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54">
            <a:extLst xmlns:a="http://schemas.openxmlformats.org/drawingml/2006/main">
              <a:ext uri="{FF2B5EF4-FFF2-40B4-BE49-F238E27FC236}">
                <a16:creationId xmlns:a16="http://schemas.microsoft.com/office/drawing/2014/main" id="{F94E1E0F-36B8-4396-9E9A-ED40768333E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55">
            <a:extLst xmlns:a="http://schemas.openxmlformats.org/drawingml/2006/main">
              <a:ext uri="{FF2B5EF4-FFF2-40B4-BE49-F238E27FC236}">
                <a16:creationId xmlns:a16="http://schemas.microsoft.com/office/drawing/2014/main" id="{81DFD58A-60C7-4DB3-9D0A-F9AF48715FF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56">
            <a:extLst xmlns:a="http://schemas.openxmlformats.org/drawingml/2006/main">
              <a:ext uri="{FF2B5EF4-FFF2-40B4-BE49-F238E27FC236}">
                <a16:creationId xmlns:a16="http://schemas.microsoft.com/office/drawing/2014/main" id="{3EB1B5F6-1062-4C54-A69F-3271AF5FFA8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15</a:t>
            </a:r>
          </a:p>
        </p:txBody>
      </p:sp>
      <p:sp>
        <p:nvSpPr>
          <p:cNvPr id="16" name="profile-457">
            <a:extLst xmlns:a="http://schemas.openxmlformats.org/drawingml/2006/main">
              <a:ext uri="{FF2B5EF4-FFF2-40B4-BE49-F238E27FC236}">
                <a16:creationId xmlns:a16="http://schemas.microsoft.com/office/drawing/2014/main" id="{2EE08841-20D5-42F4-AEBB-EAFADB1D927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General Cleaning Services</a:t>
            </a:r>
          </a:p>
        </p:txBody>
      </p:sp>
      <p:sp>
        <p:nvSpPr>
          <p:cNvPr id="17" name="profile-458">
            <a:extLst xmlns:a="http://schemas.openxmlformats.org/drawingml/2006/main">
              <a:ext uri="{FF2B5EF4-FFF2-40B4-BE49-F238E27FC236}">
                <a16:creationId xmlns:a16="http://schemas.microsoft.com/office/drawing/2014/main" id="{1E9B5B7A-F53D-4881-B99B-B1E6767161E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59">
            <a:extLst xmlns:a="http://schemas.openxmlformats.org/drawingml/2006/main">
              <a:ext uri="{FF2B5EF4-FFF2-40B4-BE49-F238E27FC236}">
                <a16:creationId xmlns:a16="http://schemas.microsoft.com/office/drawing/2014/main" id="{9365CD37-5199-4C4A-94EA-850A9E1348FF}"/>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Present a cleaner, better-cared-for space to</a:t>
            </a:r>
          </a:p>
        </p:txBody>
      </p:sp>
      <p:sp>
        <p:nvSpPr>
          <p:cNvPr id="19" name="profile-460">
            <a:extLst xmlns:a="http://schemas.openxmlformats.org/drawingml/2006/main">
              <a:ext uri="{FF2B5EF4-FFF2-40B4-BE49-F238E27FC236}">
                <a16:creationId xmlns:a16="http://schemas.microsoft.com/office/drawing/2014/main" id="{F62C81D7-3C53-4B76-8DC6-4D681105D7D8}"/>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everyone who enters.</a:t>
            </a:r>
          </a:p>
        </p:txBody>
      </p:sp>
      <p:sp>
        <p:nvSpPr>
          <p:cNvPr id="20" name="profile-461">
            <a:extLst xmlns:a="http://schemas.openxmlformats.org/drawingml/2006/main">
              <a:ext uri="{FF2B5EF4-FFF2-40B4-BE49-F238E27FC236}">
                <a16:creationId xmlns:a16="http://schemas.microsoft.com/office/drawing/2014/main" id="{376F7CA3-D351-4836-A892-35AA157C1F44}"/>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cleaning support for commercial and</a:t>
            </a:r>
          </a:p>
        </p:txBody>
      </p:sp>
      <p:sp>
        <p:nvSpPr>
          <p:cNvPr id="21" name="profile-462">
            <a:extLst xmlns:a="http://schemas.openxmlformats.org/drawingml/2006/main">
              <a:ext uri="{FF2B5EF4-FFF2-40B4-BE49-F238E27FC236}">
                <a16:creationId xmlns:a16="http://schemas.microsoft.com/office/drawing/2014/main" id="{93100221-7D9B-4B71-892E-1851DA4CE242}"/>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residential properties. Cleaning areas, frequency, materials, and</a:t>
            </a:r>
          </a:p>
        </p:txBody>
      </p:sp>
      <p:sp>
        <p:nvSpPr>
          <p:cNvPr id="22" name="profile-463">
            <a:extLst xmlns:a="http://schemas.openxmlformats.org/drawingml/2006/main">
              <a:ext uri="{FF2B5EF4-FFF2-40B4-BE49-F238E27FC236}">
                <a16:creationId xmlns:a16="http://schemas.microsoft.com/office/drawing/2014/main" id="{E1ADBC05-505F-4BE4-9032-FF29F6A824B3}"/>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exclusions are defined with the client before work starts.</a:t>
            </a:r>
          </a:p>
        </p:txBody>
      </p:sp>
      <p:sp>
        <p:nvSpPr>
          <p:cNvPr id="23" name="profile-464">
            <a:extLst xmlns:a="http://schemas.openxmlformats.org/drawingml/2006/main">
              <a:ext uri="{FF2B5EF4-FFF2-40B4-BE49-F238E27FC236}">
                <a16:creationId xmlns:a16="http://schemas.microsoft.com/office/drawing/2014/main" id="{654BBA5E-11F4-41B7-B042-FB8FA9AE2CD8}"/>
              </a:ext>
            </a:extLst>
          </p:cNvPr>
          <p:cNvSpPr>
            <a:spLocks xmlns:a="http://schemas.openxmlformats.org/drawingml/2006/main" noGrp="1"/>
          </p:cNvSpPr>
          <p:nvPr/>
        </p:nvSpPr>
        <p:spPr>
          <a:xfrm xmlns:a="http://schemas.openxmlformats.org/drawingml/2006/main">
            <a:off x="60769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465">
            <a:extLst xmlns:a="http://schemas.openxmlformats.org/drawingml/2006/main">
              <a:ext uri="{FF2B5EF4-FFF2-40B4-BE49-F238E27FC236}">
                <a16:creationId xmlns:a16="http://schemas.microsoft.com/office/drawing/2014/main" id="{500D8938-9F65-46B2-B179-75DFF08D2C70}"/>
              </a:ext>
            </a:extLst>
          </p:cNvPr>
          <p:cNvSpPr>
            <a:spLocks xmlns:a="http://schemas.openxmlformats.org/drawingml/2006/main" noGrp="1"/>
          </p:cNvSpPr>
          <p:nvPr/>
        </p:nvSpPr>
        <p:spPr>
          <a:xfrm xmlns:a="http://schemas.openxmlformats.org/drawingml/2006/main">
            <a:off x="6276975" y="3962400"/>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walkthrough and cleaning checklist</a:t>
            </a:r>
          </a:p>
        </p:txBody>
      </p:sp>
      <p:sp>
        <p:nvSpPr>
          <p:cNvPr id="25" name="profile-466">
            <a:extLst xmlns:a="http://schemas.openxmlformats.org/drawingml/2006/main">
              <a:ext uri="{FF2B5EF4-FFF2-40B4-BE49-F238E27FC236}">
                <a16:creationId xmlns:a16="http://schemas.microsoft.com/office/drawing/2014/main" id="{EC90F8C9-B52A-4B1A-8C3D-75107A326827}"/>
              </a:ext>
            </a:extLst>
          </p:cNvPr>
          <p:cNvSpPr>
            <a:spLocks xmlns:a="http://schemas.openxmlformats.org/drawingml/2006/main" noGrp="1"/>
          </p:cNvSpPr>
          <p:nvPr/>
        </p:nvSpPr>
        <p:spPr>
          <a:xfrm xmlns:a="http://schemas.openxmlformats.org/drawingml/2006/main">
            <a:off x="60769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67">
            <a:extLst xmlns:a="http://schemas.openxmlformats.org/drawingml/2006/main">
              <a:ext uri="{FF2B5EF4-FFF2-40B4-BE49-F238E27FC236}">
                <a16:creationId xmlns:a16="http://schemas.microsoft.com/office/drawing/2014/main" id="{555F7C44-33AB-4C88-B4E9-0B959865B529}"/>
              </a:ext>
            </a:extLst>
          </p:cNvPr>
          <p:cNvSpPr>
            <a:spLocks xmlns:a="http://schemas.openxmlformats.org/drawingml/2006/main" noGrp="1"/>
          </p:cNvSpPr>
          <p:nvPr/>
        </p:nvSpPr>
        <p:spPr>
          <a:xfrm xmlns:a="http://schemas.openxmlformats.org/drawingml/2006/main">
            <a:off x="6276975" y="4296537"/>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rooms and common areas</a:t>
            </a:r>
          </a:p>
        </p:txBody>
      </p:sp>
      <p:sp>
        <p:nvSpPr>
          <p:cNvPr id="27" name="profile-468">
            <a:extLst xmlns:a="http://schemas.openxmlformats.org/drawingml/2006/main">
              <a:ext uri="{FF2B5EF4-FFF2-40B4-BE49-F238E27FC236}">
                <a16:creationId xmlns:a16="http://schemas.microsoft.com/office/drawing/2014/main" id="{9B124ABF-3B8C-4031-86C4-A1CE7D67E3DE}"/>
              </a:ext>
            </a:extLst>
          </p:cNvPr>
          <p:cNvSpPr>
            <a:spLocks xmlns:a="http://schemas.openxmlformats.org/drawingml/2006/main" noGrp="1"/>
          </p:cNvSpPr>
          <p:nvPr/>
        </p:nvSpPr>
        <p:spPr>
          <a:xfrm xmlns:a="http://schemas.openxmlformats.org/drawingml/2006/main">
            <a:off x="60769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69">
            <a:extLst xmlns:a="http://schemas.openxmlformats.org/drawingml/2006/main">
              <a:ext uri="{FF2B5EF4-FFF2-40B4-BE49-F238E27FC236}">
                <a16:creationId xmlns:a16="http://schemas.microsoft.com/office/drawing/2014/main" id="{4C937C55-6492-4A73-8161-0A368B20B63E}"/>
              </a:ext>
            </a:extLst>
          </p:cNvPr>
          <p:cNvSpPr>
            <a:spLocks xmlns:a="http://schemas.openxmlformats.org/drawingml/2006/main" noGrp="1"/>
          </p:cNvSpPr>
          <p:nvPr/>
        </p:nvSpPr>
        <p:spPr>
          <a:xfrm xmlns:a="http://schemas.openxmlformats.org/drawingml/2006/main">
            <a:off x="6276975" y="4630674"/>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around occupancy and site access</a:t>
            </a:r>
          </a:p>
        </p:txBody>
      </p:sp>
      <p:sp>
        <p:nvSpPr>
          <p:cNvPr id="29" name="profile-470">
            <a:extLst xmlns:a="http://schemas.openxmlformats.org/drawingml/2006/main">
              <a:ext uri="{FF2B5EF4-FFF2-40B4-BE49-F238E27FC236}">
                <a16:creationId xmlns:a16="http://schemas.microsoft.com/office/drawing/2014/main" id="{792B80EE-092A-47FE-8BCE-BA804B5642CC}"/>
              </a:ext>
            </a:extLst>
          </p:cNvPr>
          <p:cNvSpPr>
            <a:spLocks xmlns:a="http://schemas.openxmlformats.org/drawingml/2006/main" noGrp="1"/>
          </p:cNvSpPr>
          <p:nvPr/>
        </p:nvSpPr>
        <p:spPr>
          <a:xfrm xmlns:a="http://schemas.openxmlformats.org/drawingml/2006/main">
            <a:off x="60769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71">
            <a:extLst xmlns:a="http://schemas.openxmlformats.org/drawingml/2006/main">
              <a:ext uri="{FF2B5EF4-FFF2-40B4-BE49-F238E27FC236}">
                <a16:creationId xmlns:a16="http://schemas.microsoft.com/office/drawing/2014/main" id="{17D392C0-6D30-456C-B52B-1BD0447C8F59}"/>
              </a:ext>
            </a:extLst>
          </p:cNvPr>
          <p:cNvSpPr>
            <a:spLocks xmlns:a="http://schemas.openxmlformats.org/drawingml/2006/main" noGrp="1"/>
          </p:cNvSpPr>
          <p:nvPr/>
        </p:nvSpPr>
        <p:spPr>
          <a:xfrm xmlns:a="http://schemas.openxmlformats.org/drawingml/2006/main">
            <a:off x="6276975" y="4964811"/>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Completion review with the client representative</a:t>
            </a:r>
          </a:p>
        </p:txBody>
      </p:sp>
      <p:pic>
        <p:nvPicPr>
          <p:cNvPr id="31" name="">
            <a:extLst xmlns:a="http://schemas.openxmlformats.org/drawingml/2006/main">
              <a:ext uri="{FF2B5EF4-FFF2-40B4-BE49-F238E27FC236}">
                <a16:creationId xmlns:a16="http://schemas.microsoft.com/office/drawing/2014/main" id="{5FB97582-A8A1-4180-9C1F-1CE0175202F5}"/>
              </a:ext>
            </a:extLst>
          </p:cNvPr>
          <p:cNvPicPr>
            <a:picLocks xmlns:a="http://schemas.openxmlformats.org/drawingml/2006/main" noChangeAspect="1"/>
          </p:cNvPicPr>
          <p:nvPr/>
        </p:nvPicPr>
        <p:blipFill>
          <a:blip xmlns:r="http://schemas.openxmlformats.org/officeDocument/2006/relationships" xmlns:a="http://schemas.openxmlformats.org/drawingml/2006/main" r:embed="R282925e365004ab1"/>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2" name="profile-472">
            <a:extLst xmlns:a="http://schemas.openxmlformats.org/drawingml/2006/main">
              <a:ext uri="{FF2B5EF4-FFF2-40B4-BE49-F238E27FC236}">
                <a16:creationId xmlns:a16="http://schemas.microsoft.com/office/drawing/2014/main" id="{1268016C-CB88-42C4-86D9-3221E979BAE4}"/>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Representative stock photograph; not an Oceanides project</a:t>
            </a:r>
          </a:p>
        </p:txBody>
      </p:sp>
      <p:sp>
        <p:nvSpPr>
          <p:cNvPr id="33" name="profile-473">
            <a:extLst xmlns:a="http://schemas.openxmlformats.org/drawingml/2006/main">
              <a:ext uri="{FF2B5EF4-FFF2-40B4-BE49-F238E27FC236}">
                <a16:creationId xmlns:a16="http://schemas.microsoft.com/office/drawing/2014/main" id="{D17C1F8F-4DC2-4160-9D51-B0437260C211}"/>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74">
            <a:extLst xmlns:a="http://schemas.openxmlformats.org/drawingml/2006/main">
              <a:ext uri="{FF2B5EF4-FFF2-40B4-BE49-F238E27FC236}">
                <a16:creationId xmlns:a16="http://schemas.microsoft.com/office/drawing/2014/main" id="{17C07790-91BA-445E-91D6-514265AB015B}"/>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Use a clear checklist to coordinate cleaning and review</a:t>
            </a:r>
          </a:p>
        </p:txBody>
      </p:sp>
      <p:sp>
        <p:nvSpPr>
          <p:cNvPr id="35" name="profile-475">
            <a:extLst xmlns:a="http://schemas.openxmlformats.org/drawingml/2006/main">
              <a:ext uri="{FF2B5EF4-FFF2-40B4-BE49-F238E27FC236}">
                <a16:creationId xmlns:a16="http://schemas.microsoft.com/office/drawing/2014/main" id="{0BD0DB93-12EF-4928-969D-ECF961AE9722}"/>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completion.</a:t>
            </a:r>
          </a:p>
        </p:txBody>
      </p:sp>
    </p:spTree>
    <p:extLst>
      <p:ext uri="{BB962C8B-B14F-4D97-AF65-F5344CB8AC3E}">
        <p14:creationId xmlns:p14="http://schemas.microsoft.com/office/powerpoint/2010/main" val="20984442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76">
            <a:extLst xmlns:a="http://schemas.openxmlformats.org/drawingml/2006/main">
              <a:ext uri="{FF2B5EF4-FFF2-40B4-BE49-F238E27FC236}">
                <a16:creationId xmlns:a16="http://schemas.microsoft.com/office/drawing/2014/main" id="{1E6687E3-4DA5-4095-A2CF-90C3DD2307F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77">
            <a:extLst xmlns:a="http://schemas.openxmlformats.org/drawingml/2006/main">
              <a:ext uri="{FF2B5EF4-FFF2-40B4-BE49-F238E27FC236}">
                <a16:creationId xmlns:a16="http://schemas.microsoft.com/office/drawing/2014/main" id="{2C837CF6-1A89-4934-A35B-D8E308513AC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F9ED701-FFBB-4088-9C24-D73B8944110D}"/>
              </a:ext>
            </a:extLst>
          </p:cNvPr>
          <p:cNvPicPr>
            <a:picLocks xmlns:a="http://schemas.openxmlformats.org/drawingml/2006/main" noChangeAspect="1"/>
          </p:cNvPicPr>
          <p:nvPr/>
        </p:nvPicPr>
        <p:blipFill>
          <a:blip xmlns:r="http://schemas.openxmlformats.org/officeDocument/2006/relationships" xmlns:a="http://schemas.openxmlformats.org/drawingml/2006/main" r:embed="Rd1a522acb60a4a5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78">
            <a:extLst xmlns:a="http://schemas.openxmlformats.org/drawingml/2006/main">
              <a:ext uri="{FF2B5EF4-FFF2-40B4-BE49-F238E27FC236}">
                <a16:creationId xmlns:a16="http://schemas.microsoft.com/office/drawing/2014/main" id="{AF796DF8-B1A7-405A-93CF-B805E980B3D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79">
            <a:extLst xmlns:a="http://schemas.openxmlformats.org/drawingml/2006/main">
              <a:ext uri="{FF2B5EF4-FFF2-40B4-BE49-F238E27FC236}">
                <a16:creationId xmlns:a16="http://schemas.microsoft.com/office/drawing/2014/main" id="{F16FE74D-CC73-4A13-AB79-75CEFF4D666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480">
            <a:extLst xmlns:a="http://schemas.openxmlformats.org/drawingml/2006/main">
              <a:ext uri="{FF2B5EF4-FFF2-40B4-BE49-F238E27FC236}">
                <a16:creationId xmlns:a16="http://schemas.microsoft.com/office/drawing/2014/main" id="{3D10E2C7-7D0B-4740-8448-03224B5DBA8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481">
            <a:extLst xmlns:a="http://schemas.openxmlformats.org/drawingml/2006/main">
              <a:ext uri="{FF2B5EF4-FFF2-40B4-BE49-F238E27FC236}">
                <a16:creationId xmlns:a16="http://schemas.microsoft.com/office/drawing/2014/main" id="{146897F7-C8E4-4983-B22A-8ACBD0F9075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82">
            <a:extLst xmlns:a="http://schemas.openxmlformats.org/drawingml/2006/main">
              <a:ext uri="{FF2B5EF4-FFF2-40B4-BE49-F238E27FC236}">
                <a16:creationId xmlns:a16="http://schemas.microsoft.com/office/drawing/2014/main" id="{F4F0D4E8-33C8-48DA-8136-DA36831C224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483">
            <a:extLst xmlns:a="http://schemas.openxmlformats.org/drawingml/2006/main">
              <a:ext uri="{FF2B5EF4-FFF2-40B4-BE49-F238E27FC236}">
                <a16:creationId xmlns:a16="http://schemas.microsoft.com/office/drawing/2014/main" id="{781C00FB-4D80-432C-B153-BF1466DA30E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84">
            <a:extLst xmlns:a="http://schemas.openxmlformats.org/drawingml/2006/main">
              <a:ext uri="{FF2B5EF4-FFF2-40B4-BE49-F238E27FC236}">
                <a16:creationId xmlns:a16="http://schemas.microsoft.com/office/drawing/2014/main" id="{565C77D6-0D28-4764-912D-6D562ECC981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85">
            <a:extLst xmlns:a="http://schemas.openxmlformats.org/drawingml/2006/main">
              <a:ext uri="{FF2B5EF4-FFF2-40B4-BE49-F238E27FC236}">
                <a16:creationId xmlns:a16="http://schemas.microsoft.com/office/drawing/2014/main" id="{EA4E7100-C86C-4655-A595-6423DB70E93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86">
            <a:extLst xmlns:a="http://schemas.openxmlformats.org/drawingml/2006/main">
              <a:ext uri="{FF2B5EF4-FFF2-40B4-BE49-F238E27FC236}">
                <a16:creationId xmlns:a16="http://schemas.microsoft.com/office/drawing/2014/main" id="{5C594D2C-C43A-4798-A091-1FFD147BF71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87">
            <a:extLst xmlns:a="http://schemas.openxmlformats.org/drawingml/2006/main">
              <a:ext uri="{FF2B5EF4-FFF2-40B4-BE49-F238E27FC236}">
                <a16:creationId xmlns:a16="http://schemas.microsoft.com/office/drawing/2014/main" id="{BD1812F3-BD91-4F15-A544-72DB6E0105B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88">
            <a:extLst xmlns:a="http://schemas.openxmlformats.org/drawingml/2006/main">
              <a:ext uri="{FF2B5EF4-FFF2-40B4-BE49-F238E27FC236}">
                <a16:creationId xmlns:a16="http://schemas.microsoft.com/office/drawing/2014/main" id="{21B691E1-87B6-4933-9CD5-EB06607286E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89">
            <a:extLst xmlns:a="http://schemas.openxmlformats.org/drawingml/2006/main">
              <a:ext uri="{FF2B5EF4-FFF2-40B4-BE49-F238E27FC236}">
                <a16:creationId xmlns:a16="http://schemas.microsoft.com/office/drawing/2014/main" id="{43F4F82B-B334-424D-9F72-4B531229319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16</a:t>
            </a:r>
          </a:p>
        </p:txBody>
      </p:sp>
      <p:sp>
        <p:nvSpPr>
          <p:cNvPr id="16" name="profile-490">
            <a:extLst xmlns:a="http://schemas.openxmlformats.org/drawingml/2006/main">
              <a:ext uri="{FF2B5EF4-FFF2-40B4-BE49-F238E27FC236}">
                <a16:creationId xmlns:a16="http://schemas.microsoft.com/office/drawing/2014/main" id="{63AC9A90-FEA4-4813-9FF5-931D918FC45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Renovation, restoration and leak repairs</a:t>
            </a:r>
          </a:p>
        </p:txBody>
      </p:sp>
      <p:sp>
        <p:nvSpPr>
          <p:cNvPr id="17" name="profile-491">
            <a:extLst xmlns:a="http://schemas.openxmlformats.org/drawingml/2006/main">
              <a:ext uri="{FF2B5EF4-FFF2-40B4-BE49-F238E27FC236}">
                <a16:creationId xmlns:a16="http://schemas.microsoft.com/office/drawing/2014/main" id="{DFEE1B16-1C9D-45D3-B8E8-BC839DE3CBC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6AAD7A00-3419-4F6D-AC4C-2D6261BA41B5}"/>
              </a:ext>
            </a:extLst>
          </p:cNvPr>
          <p:cNvPicPr>
            <a:picLocks xmlns:a="http://schemas.openxmlformats.org/drawingml/2006/main" noChangeAspect="1"/>
          </p:cNvPicPr>
          <p:nvPr/>
        </p:nvPicPr>
        <p:blipFill>
          <a:blip xmlns:r="http://schemas.openxmlformats.org/officeDocument/2006/relationships" xmlns:a="http://schemas.openxmlformats.org/drawingml/2006/main" r:embed="Ree35b711e29746db"/>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492">
            <a:extLst xmlns:a="http://schemas.openxmlformats.org/drawingml/2006/main">
              <a:ext uri="{FF2B5EF4-FFF2-40B4-BE49-F238E27FC236}">
                <a16:creationId xmlns:a16="http://schemas.microsoft.com/office/drawing/2014/main" id="{592334B1-6F2D-42EE-9169-0B686479644A}"/>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493">
            <a:extLst xmlns:a="http://schemas.openxmlformats.org/drawingml/2006/main">
              <a:ext uri="{FF2B5EF4-FFF2-40B4-BE49-F238E27FC236}">
                <a16:creationId xmlns:a16="http://schemas.microsoft.com/office/drawing/2014/main" id="{98692C57-029E-42F0-A167-5730E66621BA}"/>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Repair damaged spaces and plan improvements with a</a:t>
            </a:r>
          </a:p>
        </p:txBody>
      </p:sp>
      <p:sp>
        <p:nvSpPr>
          <p:cNvPr id="21" name="profile-494">
            <a:extLst xmlns:a="http://schemas.openxmlformats.org/drawingml/2006/main">
              <a:ext uri="{FF2B5EF4-FFF2-40B4-BE49-F238E27FC236}">
                <a16:creationId xmlns:a16="http://schemas.microsoft.com/office/drawing/2014/main" id="{92762C03-8705-431D-9BC3-AFCA8AD352F0}"/>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defined scope.</a:t>
            </a:r>
          </a:p>
        </p:txBody>
      </p:sp>
      <p:sp>
        <p:nvSpPr>
          <p:cNvPr id="22" name="profile-495">
            <a:extLst xmlns:a="http://schemas.openxmlformats.org/drawingml/2006/main">
              <a:ext uri="{FF2B5EF4-FFF2-40B4-BE49-F238E27FC236}">
                <a16:creationId xmlns:a16="http://schemas.microsoft.com/office/drawing/2014/main" id="{0A975746-6B46-496E-9522-2F1155D6EC3C}"/>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accepts renovation and restoration work for homes,</a:t>
            </a:r>
          </a:p>
        </p:txBody>
      </p:sp>
      <p:sp>
        <p:nvSpPr>
          <p:cNvPr id="23" name="profile-496">
            <a:extLst xmlns:a="http://schemas.openxmlformats.org/drawingml/2006/main">
              <a:ext uri="{FF2B5EF4-FFF2-40B4-BE49-F238E27FC236}">
                <a16:creationId xmlns:a16="http://schemas.microsoft.com/office/drawing/2014/main" id="{65066C17-EFB2-459B-A2F5-FC5813458528}"/>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condominiums, and commercial properties, including ceiling repairs and</a:t>
            </a:r>
          </a:p>
        </p:txBody>
      </p:sp>
      <p:sp>
        <p:nvSpPr>
          <p:cNvPr id="24" name="profile-497">
            <a:extLst xmlns:a="http://schemas.openxmlformats.org/drawingml/2006/main">
              <a:ext uri="{FF2B5EF4-FFF2-40B4-BE49-F238E27FC236}">
                <a16:creationId xmlns:a16="http://schemas.microsoft.com/office/drawing/2014/main" id="{86D9821B-A56E-489A-89BA-0D1C5308DA36}"/>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water-leak concerns. The proposed work follows a site assessment, with</a:t>
            </a:r>
          </a:p>
        </p:txBody>
      </p:sp>
      <p:sp>
        <p:nvSpPr>
          <p:cNvPr id="25" name="profile-498">
            <a:extLst xmlns:a="http://schemas.openxmlformats.org/drawingml/2006/main">
              <a:ext uri="{FF2B5EF4-FFF2-40B4-BE49-F238E27FC236}">
                <a16:creationId xmlns:a16="http://schemas.microsoft.com/office/drawing/2014/main" id="{56021F8A-8453-4D96-88C0-6647379903DF}"/>
              </a:ext>
            </a:extLst>
          </p:cNvPr>
          <p:cNvSpPr>
            <a:spLocks xmlns:a="http://schemas.openxmlformats.org/drawingml/2006/main" noGrp="1"/>
          </p:cNvSpPr>
          <p:nvPr/>
        </p:nvSpPr>
        <p:spPr>
          <a:xfrm xmlns:a="http://schemas.openxmlformats.org/drawingml/2006/main">
            <a:off x="5048250" y="38766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specialist involvement where the project requires it.</a:t>
            </a:r>
          </a:p>
        </p:txBody>
      </p:sp>
      <p:sp>
        <p:nvSpPr>
          <p:cNvPr id="26" name="profile-499">
            <a:extLst xmlns:a="http://schemas.openxmlformats.org/drawingml/2006/main">
              <a:ext uri="{FF2B5EF4-FFF2-40B4-BE49-F238E27FC236}">
                <a16:creationId xmlns:a16="http://schemas.microsoft.com/office/drawing/2014/main" id="{DED44A7E-6940-47AC-8193-88199F25F0B8}"/>
              </a:ext>
            </a:extLst>
          </p:cNvPr>
          <p:cNvSpPr>
            <a:spLocks xmlns:a="http://schemas.openxmlformats.org/drawingml/2006/main" noGrp="1"/>
          </p:cNvSpPr>
          <p:nvPr/>
        </p:nvSpPr>
        <p:spPr>
          <a:xfrm xmlns:a="http://schemas.openxmlformats.org/drawingml/2006/main">
            <a:off x="5048250" y="43719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500">
            <a:extLst xmlns:a="http://schemas.openxmlformats.org/drawingml/2006/main">
              <a:ext uri="{FF2B5EF4-FFF2-40B4-BE49-F238E27FC236}">
                <a16:creationId xmlns:a16="http://schemas.microsoft.com/office/drawing/2014/main" id="{8E63A524-D000-4E45-B52A-EC297EC75F48}"/>
              </a:ext>
            </a:extLst>
          </p:cNvPr>
          <p:cNvSpPr>
            <a:spLocks xmlns:a="http://schemas.openxmlformats.org/drawingml/2006/main" noGrp="1"/>
          </p:cNvSpPr>
          <p:nvPr/>
        </p:nvSpPr>
        <p:spPr>
          <a:xfrm xmlns:a="http://schemas.openxmlformats.org/drawingml/2006/main">
            <a:off x="5248275" y="42767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Site assessment of damage and requested improvements</a:t>
            </a:r>
          </a:p>
        </p:txBody>
      </p:sp>
      <p:sp>
        <p:nvSpPr>
          <p:cNvPr id="28" name="profile-501">
            <a:extLst xmlns:a="http://schemas.openxmlformats.org/drawingml/2006/main">
              <a:ext uri="{FF2B5EF4-FFF2-40B4-BE49-F238E27FC236}">
                <a16:creationId xmlns:a16="http://schemas.microsoft.com/office/drawing/2014/main" id="{ED8A9C20-A91A-4A76-9DDB-596B7BF305CA}"/>
              </a:ext>
            </a:extLst>
          </p:cNvPr>
          <p:cNvSpPr>
            <a:spLocks xmlns:a="http://schemas.openxmlformats.org/drawingml/2006/main" noGrp="1"/>
          </p:cNvSpPr>
          <p:nvPr/>
        </p:nvSpPr>
        <p:spPr>
          <a:xfrm xmlns:a="http://schemas.openxmlformats.org/drawingml/2006/main">
            <a:off x="5048250" y="47186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502">
            <a:extLst xmlns:a="http://schemas.openxmlformats.org/drawingml/2006/main">
              <a:ext uri="{FF2B5EF4-FFF2-40B4-BE49-F238E27FC236}">
                <a16:creationId xmlns:a16="http://schemas.microsoft.com/office/drawing/2014/main" id="{AC398934-DD4D-4176-805E-8C03F77FEC57}"/>
              </a:ext>
            </a:extLst>
          </p:cNvPr>
          <p:cNvSpPr>
            <a:spLocks xmlns:a="http://schemas.openxmlformats.org/drawingml/2006/main" noGrp="1"/>
          </p:cNvSpPr>
          <p:nvPr/>
        </p:nvSpPr>
        <p:spPr>
          <a:xfrm xmlns:a="http://schemas.openxmlformats.org/drawingml/2006/main">
            <a:off x="5248275" y="46234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Ceiling repair and restoration within scope</a:t>
            </a:r>
          </a:p>
        </p:txBody>
      </p:sp>
      <p:sp>
        <p:nvSpPr>
          <p:cNvPr id="30" name="profile-503">
            <a:extLst xmlns:a="http://schemas.openxmlformats.org/drawingml/2006/main">
              <a:ext uri="{FF2B5EF4-FFF2-40B4-BE49-F238E27FC236}">
                <a16:creationId xmlns:a16="http://schemas.microsoft.com/office/drawing/2014/main" id="{205C4C89-E001-4587-A06E-33F8A6C89C83}"/>
              </a:ext>
            </a:extLst>
          </p:cNvPr>
          <p:cNvSpPr>
            <a:spLocks xmlns:a="http://schemas.openxmlformats.org/drawingml/2006/main" noGrp="1"/>
          </p:cNvSpPr>
          <p:nvPr/>
        </p:nvSpPr>
        <p:spPr>
          <a:xfrm xmlns:a="http://schemas.openxmlformats.org/drawingml/2006/main">
            <a:off x="5048250" y="50653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504">
            <a:extLst xmlns:a="http://schemas.openxmlformats.org/drawingml/2006/main">
              <a:ext uri="{FF2B5EF4-FFF2-40B4-BE49-F238E27FC236}">
                <a16:creationId xmlns:a16="http://schemas.microsoft.com/office/drawing/2014/main" id="{10846322-D46A-439C-ABB3-8844B1750D0A}"/>
              </a:ext>
            </a:extLst>
          </p:cNvPr>
          <p:cNvSpPr>
            <a:spLocks xmlns:a="http://schemas.openxmlformats.org/drawingml/2006/main" noGrp="1"/>
          </p:cNvSpPr>
          <p:nvPr/>
        </p:nvSpPr>
        <p:spPr>
          <a:xfrm xmlns:a="http://schemas.openxmlformats.org/drawingml/2006/main">
            <a:off x="5248275" y="49701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Water-leak investigation and proposed corrective work</a:t>
            </a:r>
          </a:p>
        </p:txBody>
      </p:sp>
      <p:sp>
        <p:nvSpPr>
          <p:cNvPr id="32" name="profile-505">
            <a:extLst xmlns:a="http://schemas.openxmlformats.org/drawingml/2006/main">
              <a:ext uri="{FF2B5EF4-FFF2-40B4-BE49-F238E27FC236}">
                <a16:creationId xmlns:a16="http://schemas.microsoft.com/office/drawing/2014/main" id="{537447C0-8C8F-4704-91CD-46CDD45AF30E}"/>
              </a:ext>
            </a:extLst>
          </p:cNvPr>
          <p:cNvSpPr>
            <a:spLocks xmlns:a="http://schemas.openxmlformats.org/drawingml/2006/main" noGrp="1"/>
          </p:cNvSpPr>
          <p:nvPr/>
        </p:nvSpPr>
        <p:spPr>
          <a:xfrm xmlns:a="http://schemas.openxmlformats.org/drawingml/2006/main">
            <a:off x="5048250" y="54121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506">
            <a:extLst xmlns:a="http://schemas.openxmlformats.org/drawingml/2006/main">
              <a:ext uri="{FF2B5EF4-FFF2-40B4-BE49-F238E27FC236}">
                <a16:creationId xmlns:a16="http://schemas.microsoft.com/office/drawing/2014/main" id="{504E4339-84B9-4A8C-838E-C09A6BE4770D}"/>
              </a:ext>
            </a:extLst>
          </p:cNvPr>
          <p:cNvSpPr>
            <a:spLocks xmlns:a="http://schemas.openxmlformats.org/drawingml/2006/main" noGrp="1"/>
          </p:cNvSpPr>
          <p:nvPr/>
        </p:nvSpPr>
        <p:spPr>
          <a:xfrm xmlns:a="http://schemas.openxmlformats.org/drawingml/2006/main">
            <a:off x="5248275" y="53168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Renovation coordination and agreed finish review</a:t>
            </a:r>
          </a:p>
        </p:txBody>
      </p:sp>
      <p:sp>
        <p:nvSpPr>
          <p:cNvPr id="34" name="profile-507">
            <a:extLst xmlns:a="http://schemas.openxmlformats.org/drawingml/2006/main">
              <a:ext uri="{FF2B5EF4-FFF2-40B4-BE49-F238E27FC236}">
                <a16:creationId xmlns:a16="http://schemas.microsoft.com/office/drawing/2014/main" id="{D52AF1BF-FB5B-4323-BD81-1F1CE079CD6B}"/>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508">
            <a:extLst xmlns:a="http://schemas.openxmlformats.org/drawingml/2006/main">
              <a:ext uri="{FF2B5EF4-FFF2-40B4-BE49-F238E27FC236}">
                <a16:creationId xmlns:a16="http://schemas.microsoft.com/office/drawing/2014/main" id="{6A1618A8-AEB0-4127-909C-2C68443A79AB}"/>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related repairs, access, schedules and turnover in one scope.</a:t>
            </a:r>
          </a:p>
        </p:txBody>
      </p:sp>
    </p:spTree>
    <p:extLst>
      <p:ext uri="{BB962C8B-B14F-4D97-AF65-F5344CB8AC3E}">
        <p14:creationId xmlns:p14="http://schemas.microsoft.com/office/powerpoint/2010/main" val="9157972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509">
            <a:extLst xmlns:a="http://schemas.openxmlformats.org/drawingml/2006/main">
              <a:ext uri="{FF2B5EF4-FFF2-40B4-BE49-F238E27FC236}">
                <a16:creationId xmlns:a16="http://schemas.microsoft.com/office/drawing/2014/main" id="{3E0C3635-8161-4E83-AC52-B3A6BC66758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10">
            <a:extLst xmlns:a="http://schemas.openxmlformats.org/drawingml/2006/main">
              <a:ext uri="{FF2B5EF4-FFF2-40B4-BE49-F238E27FC236}">
                <a16:creationId xmlns:a16="http://schemas.microsoft.com/office/drawing/2014/main" id="{D005D532-3A45-40C9-8323-ACAAB6A5E54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059C595-FA9D-42A5-9D04-3300963DBC48}"/>
              </a:ext>
            </a:extLst>
          </p:cNvPr>
          <p:cNvPicPr>
            <a:picLocks xmlns:a="http://schemas.openxmlformats.org/drawingml/2006/main" noChangeAspect="1"/>
          </p:cNvPicPr>
          <p:nvPr/>
        </p:nvPicPr>
        <p:blipFill>
          <a:blip xmlns:r="http://schemas.openxmlformats.org/officeDocument/2006/relationships" xmlns:a="http://schemas.openxmlformats.org/drawingml/2006/main" r:embed="R465d98fcb04a471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11">
            <a:extLst xmlns:a="http://schemas.openxmlformats.org/drawingml/2006/main">
              <a:ext uri="{FF2B5EF4-FFF2-40B4-BE49-F238E27FC236}">
                <a16:creationId xmlns:a16="http://schemas.microsoft.com/office/drawing/2014/main" id="{7419C02A-B842-416E-AC17-7805A0FECD2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12">
            <a:extLst xmlns:a="http://schemas.openxmlformats.org/drawingml/2006/main">
              <a:ext uri="{FF2B5EF4-FFF2-40B4-BE49-F238E27FC236}">
                <a16:creationId xmlns:a16="http://schemas.microsoft.com/office/drawing/2014/main" id="{0D5A22B2-E795-4D3A-BF0D-29A16A2378B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13">
            <a:extLst xmlns:a="http://schemas.openxmlformats.org/drawingml/2006/main">
              <a:ext uri="{FF2B5EF4-FFF2-40B4-BE49-F238E27FC236}">
                <a16:creationId xmlns:a16="http://schemas.microsoft.com/office/drawing/2014/main" id="{706AB444-62FB-4B88-9C28-A84A02B0735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14">
            <a:extLst xmlns:a="http://schemas.openxmlformats.org/drawingml/2006/main">
              <a:ext uri="{FF2B5EF4-FFF2-40B4-BE49-F238E27FC236}">
                <a16:creationId xmlns:a16="http://schemas.microsoft.com/office/drawing/2014/main" id="{32EE14F3-CEF0-4D23-BD17-F069D1C43C2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15">
            <a:extLst xmlns:a="http://schemas.openxmlformats.org/drawingml/2006/main">
              <a:ext uri="{FF2B5EF4-FFF2-40B4-BE49-F238E27FC236}">
                <a16:creationId xmlns:a16="http://schemas.microsoft.com/office/drawing/2014/main" id="{C167D4CF-0378-48A7-9EE1-CE78CB52F23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16">
            <a:extLst xmlns:a="http://schemas.openxmlformats.org/drawingml/2006/main">
              <a:ext uri="{FF2B5EF4-FFF2-40B4-BE49-F238E27FC236}">
                <a16:creationId xmlns:a16="http://schemas.microsoft.com/office/drawing/2014/main" id="{86BD51F0-8BFE-43D8-80A4-12E6C3CF25A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17">
            <a:extLst xmlns:a="http://schemas.openxmlformats.org/drawingml/2006/main">
              <a:ext uri="{FF2B5EF4-FFF2-40B4-BE49-F238E27FC236}">
                <a16:creationId xmlns:a16="http://schemas.microsoft.com/office/drawing/2014/main" id="{FF937C31-4970-4B39-A3C0-9F76486EDAD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18">
            <a:extLst xmlns:a="http://schemas.openxmlformats.org/drawingml/2006/main">
              <a:ext uri="{FF2B5EF4-FFF2-40B4-BE49-F238E27FC236}">
                <a16:creationId xmlns:a16="http://schemas.microsoft.com/office/drawing/2014/main" id="{3727ECB7-4DBA-45F5-A7CA-521DF9A2503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19">
            <a:extLst xmlns:a="http://schemas.openxmlformats.org/drawingml/2006/main">
              <a:ext uri="{FF2B5EF4-FFF2-40B4-BE49-F238E27FC236}">
                <a16:creationId xmlns:a16="http://schemas.microsoft.com/office/drawing/2014/main" id="{65E28A1B-C93D-4DDF-95E9-FD46FE81E84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20">
            <a:extLst xmlns:a="http://schemas.openxmlformats.org/drawingml/2006/main">
              <a:ext uri="{FF2B5EF4-FFF2-40B4-BE49-F238E27FC236}">
                <a16:creationId xmlns:a16="http://schemas.microsoft.com/office/drawing/2014/main" id="{F0EA9764-E0CF-4C99-A398-62322A1E4D7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21">
            <a:extLst xmlns:a="http://schemas.openxmlformats.org/drawingml/2006/main">
              <a:ext uri="{FF2B5EF4-FFF2-40B4-BE49-F238E27FC236}">
                <a16:creationId xmlns:a16="http://schemas.microsoft.com/office/drawing/2014/main" id="{312CC7E4-1541-410A-9987-4638F10E101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22">
            <a:extLst xmlns:a="http://schemas.openxmlformats.org/drawingml/2006/main">
              <a:ext uri="{FF2B5EF4-FFF2-40B4-BE49-F238E27FC236}">
                <a16:creationId xmlns:a16="http://schemas.microsoft.com/office/drawing/2014/main" id="{70EF6E98-1D8A-4D73-9A1F-CD526DF5120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17</a:t>
            </a:r>
          </a:p>
        </p:txBody>
      </p:sp>
      <p:sp>
        <p:nvSpPr>
          <p:cNvPr id="16" name="profile-523">
            <a:extLst xmlns:a="http://schemas.openxmlformats.org/drawingml/2006/main">
              <a:ext uri="{FF2B5EF4-FFF2-40B4-BE49-F238E27FC236}">
                <a16:creationId xmlns:a16="http://schemas.microsoft.com/office/drawing/2014/main" id="{78A1C1E4-2EC3-40C4-8A2F-B3B7627A696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Air-Conditioning Cleaning</a:t>
            </a:r>
          </a:p>
        </p:txBody>
      </p:sp>
      <p:sp>
        <p:nvSpPr>
          <p:cNvPr id="17" name="profile-524">
            <a:extLst xmlns:a="http://schemas.openxmlformats.org/drawingml/2006/main">
              <a:ext uri="{FF2B5EF4-FFF2-40B4-BE49-F238E27FC236}">
                <a16:creationId xmlns:a16="http://schemas.microsoft.com/office/drawing/2014/main" id="{D41EC7A6-4A1D-4FBE-B405-B0D0885D85D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25">
            <a:extLst xmlns:a="http://schemas.openxmlformats.org/drawingml/2006/main">
              <a:ext uri="{FF2B5EF4-FFF2-40B4-BE49-F238E27FC236}">
                <a16:creationId xmlns:a16="http://schemas.microsoft.com/office/drawing/2014/main" id="{2AC44488-DFDD-4614-AE54-569B716ACD40}"/>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Include your air-conditioning units in your property</a:t>
            </a:r>
          </a:p>
        </p:txBody>
      </p:sp>
      <p:sp>
        <p:nvSpPr>
          <p:cNvPr id="19" name="profile-526">
            <a:extLst xmlns:a="http://schemas.openxmlformats.org/drawingml/2006/main">
              <a:ext uri="{FF2B5EF4-FFF2-40B4-BE49-F238E27FC236}">
                <a16:creationId xmlns:a16="http://schemas.microsoft.com/office/drawing/2014/main" id="{49D86064-4C11-4212-BF7A-A931A60260E9}"/>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maintenance plan.</a:t>
            </a:r>
          </a:p>
        </p:txBody>
      </p:sp>
      <p:sp>
        <p:nvSpPr>
          <p:cNvPr id="20" name="profile-527">
            <a:extLst xmlns:a="http://schemas.openxmlformats.org/drawingml/2006/main">
              <a:ext uri="{FF2B5EF4-FFF2-40B4-BE49-F238E27FC236}">
                <a16:creationId xmlns:a16="http://schemas.microsoft.com/office/drawing/2014/main" id="{8794076F-54BB-4502-AEE1-F9744C0AFC1F}"/>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air-conditioning cleaning based on unit type,</a:t>
            </a:r>
          </a:p>
        </p:txBody>
      </p:sp>
      <p:sp>
        <p:nvSpPr>
          <p:cNvPr id="21" name="profile-528">
            <a:extLst xmlns:a="http://schemas.openxmlformats.org/drawingml/2006/main">
              <a:ext uri="{FF2B5EF4-FFF2-40B4-BE49-F238E27FC236}">
                <a16:creationId xmlns:a16="http://schemas.microsoft.com/office/drawing/2014/main" id="{E4FD2A97-035F-4C9D-853A-D91286F94FFE}"/>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access, and condition. Cleaning findings that require repair or further</a:t>
            </a:r>
          </a:p>
        </p:txBody>
      </p:sp>
      <p:sp>
        <p:nvSpPr>
          <p:cNvPr id="22" name="profile-529">
            <a:extLst xmlns:a="http://schemas.openxmlformats.org/drawingml/2006/main">
              <a:ext uri="{FF2B5EF4-FFF2-40B4-BE49-F238E27FC236}">
                <a16:creationId xmlns:a16="http://schemas.microsoft.com/office/drawing/2014/main" id="{FA6DE46C-52E7-4D4D-847C-0B4407B776C9}"/>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technical work are discussed separately with the client.</a:t>
            </a:r>
          </a:p>
        </p:txBody>
      </p:sp>
      <p:sp>
        <p:nvSpPr>
          <p:cNvPr id="23" name="profile-530">
            <a:extLst xmlns:a="http://schemas.openxmlformats.org/drawingml/2006/main">
              <a:ext uri="{FF2B5EF4-FFF2-40B4-BE49-F238E27FC236}">
                <a16:creationId xmlns:a16="http://schemas.microsoft.com/office/drawing/2014/main" id="{8C639EB7-F030-4FB7-AAC9-58AB6C2C280E}"/>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531">
            <a:extLst xmlns:a="http://schemas.openxmlformats.org/drawingml/2006/main">
              <a:ext uri="{FF2B5EF4-FFF2-40B4-BE49-F238E27FC236}">
                <a16:creationId xmlns:a16="http://schemas.microsoft.com/office/drawing/2014/main" id="{8D75C947-B37B-4651-9FED-870E235531E1}"/>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unit type and service access</a:t>
            </a:r>
          </a:p>
        </p:txBody>
      </p:sp>
      <p:sp>
        <p:nvSpPr>
          <p:cNvPr id="25" name="profile-532">
            <a:extLst xmlns:a="http://schemas.openxmlformats.org/drawingml/2006/main">
              <a:ext uri="{FF2B5EF4-FFF2-40B4-BE49-F238E27FC236}">
                <a16:creationId xmlns:a16="http://schemas.microsoft.com/office/drawing/2014/main" id="{FE98A5E8-BBBC-40F8-9D78-52BD94E0C4D8}"/>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533">
            <a:extLst xmlns:a="http://schemas.openxmlformats.org/drawingml/2006/main">
              <a:ext uri="{FF2B5EF4-FFF2-40B4-BE49-F238E27FC236}">
                <a16:creationId xmlns:a16="http://schemas.microsoft.com/office/drawing/2014/main" id="{341BA155-576B-480B-8D42-A1C4F253C741}"/>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accessible components</a:t>
            </a:r>
          </a:p>
        </p:txBody>
      </p:sp>
      <p:sp>
        <p:nvSpPr>
          <p:cNvPr id="27" name="profile-534">
            <a:extLst xmlns:a="http://schemas.openxmlformats.org/drawingml/2006/main">
              <a:ext uri="{FF2B5EF4-FFF2-40B4-BE49-F238E27FC236}">
                <a16:creationId xmlns:a16="http://schemas.microsoft.com/office/drawing/2014/main" id="{24250004-33AC-4090-803C-DF340887E1FD}"/>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535">
            <a:extLst xmlns:a="http://schemas.openxmlformats.org/drawingml/2006/main">
              <a:ext uri="{FF2B5EF4-FFF2-40B4-BE49-F238E27FC236}">
                <a16:creationId xmlns:a16="http://schemas.microsoft.com/office/drawing/2014/main" id="{F74207EC-72C2-4598-A5E4-953279892966}"/>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Drainage and visible-condition observations</a:t>
            </a:r>
          </a:p>
        </p:txBody>
      </p:sp>
      <p:sp>
        <p:nvSpPr>
          <p:cNvPr id="29" name="profile-536">
            <a:extLst xmlns:a="http://schemas.openxmlformats.org/drawingml/2006/main">
              <a:ext uri="{FF2B5EF4-FFF2-40B4-BE49-F238E27FC236}">
                <a16:creationId xmlns:a16="http://schemas.microsoft.com/office/drawing/2014/main" id="{E087AF59-CE22-4A31-8451-50E3C45F0167}"/>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37">
            <a:extLst xmlns:a="http://schemas.openxmlformats.org/drawingml/2006/main">
              <a:ext uri="{FF2B5EF4-FFF2-40B4-BE49-F238E27FC236}">
                <a16:creationId xmlns:a16="http://schemas.microsoft.com/office/drawing/2014/main" id="{DE3820BC-CB82-4C04-8A36-8424B48458DD}"/>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Basic operation check after cleaning</a:t>
            </a:r>
          </a:p>
        </p:txBody>
      </p:sp>
      <p:pic>
        <p:nvPicPr>
          <p:cNvPr id="31" name="">
            <a:extLst xmlns:a="http://schemas.openxmlformats.org/drawingml/2006/main">
              <a:ext uri="{FF2B5EF4-FFF2-40B4-BE49-F238E27FC236}">
                <a16:creationId xmlns:a16="http://schemas.microsoft.com/office/drawing/2014/main" id="{1320C771-233E-4B2B-AB9A-B7B4FDBDDB82}"/>
              </a:ext>
            </a:extLst>
          </p:cNvPr>
          <p:cNvPicPr>
            <a:picLocks xmlns:a="http://schemas.openxmlformats.org/drawingml/2006/main" noChangeAspect="1"/>
          </p:cNvPicPr>
          <p:nvPr/>
        </p:nvPicPr>
        <p:blipFill>
          <a:blip xmlns:r="http://schemas.openxmlformats.org/officeDocument/2006/relationships" xmlns:a="http://schemas.openxmlformats.org/drawingml/2006/main" r:embed="Rb896959c8ea147e9"/>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538">
            <a:extLst xmlns:a="http://schemas.openxmlformats.org/drawingml/2006/main">
              <a:ext uri="{FF2B5EF4-FFF2-40B4-BE49-F238E27FC236}">
                <a16:creationId xmlns:a16="http://schemas.microsoft.com/office/drawing/2014/main" id="{9B91C3E2-C35D-483C-A2D7-A16762364FC7}"/>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air-conditioning maintenance photo; not an Oceanides project</a:t>
            </a:r>
          </a:p>
        </p:txBody>
      </p:sp>
      <p:sp>
        <p:nvSpPr>
          <p:cNvPr id="33" name="profile-539">
            <a:extLst xmlns:a="http://schemas.openxmlformats.org/drawingml/2006/main">
              <a:ext uri="{FF2B5EF4-FFF2-40B4-BE49-F238E27FC236}">
                <a16:creationId xmlns:a16="http://schemas.microsoft.com/office/drawing/2014/main" id="{F0649143-5A8E-47DE-A2A9-E0DE51D5B104}"/>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540">
            <a:extLst xmlns:a="http://schemas.openxmlformats.org/drawingml/2006/main">
              <a:ext uri="{FF2B5EF4-FFF2-40B4-BE49-F238E27FC236}">
                <a16:creationId xmlns:a16="http://schemas.microsoft.com/office/drawing/2014/main" id="{90CD7100-CDD0-4874-AA62-1AAE862AE8AA}"/>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unit upkeep and identify issues that need</a:t>
            </a:r>
          </a:p>
        </p:txBody>
      </p:sp>
      <p:sp>
        <p:nvSpPr>
          <p:cNvPr id="35" name="profile-541">
            <a:extLst xmlns:a="http://schemas.openxmlformats.org/drawingml/2006/main">
              <a:ext uri="{FF2B5EF4-FFF2-40B4-BE49-F238E27FC236}">
                <a16:creationId xmlns:a16="http://schemas.microsoft.com/office/drawing/2014/main" id="{D2A76DEC-B1EA-4CF8-A4AC-5E229CA87654}"/>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technical attention.</a:t>
            </a:r>
          </a:p>
        </p:txBody>
      </p:sp>
    </p:spTree>
    <p:extLst>
      <p:ext uri="{BB962C8B-B14F-4D97-AF65-F5344CB8AC3E}">
        <p14:creationId xmlns:p14="http://schemas.microsoft.com/office/powerpoint/2010/main" val="2402386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542">
            <a:extLst xmlns:a="http://schemas.openxmlformats.org/drawingml/2006/main">
              <a:ext uri="{FF2B5EF4-FFF2-40B4-BE49-F238E27FC236}">
                <a16:creationId xmlns:a16="http://schemas.microsoft.com/office/drawing/2014/main" id="{9CED844C-385D-448C-9F38-A57D42D8227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43">
            <a:extLst xmlns:a="http://schemas.openxmlformats.org/drawingml/2006/main">
              <a:ext uri="{FF2B5EF4-FFF2-40B4-BE49-F238E27FC236}">
                <a16:creationId xmlns:a16="http://schemas.microsoft.com/office/drawing/2014/main" id="{576E1BDF-DDB1-47D5-863F-809876EA4FA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B815F0D-5773-4323-8D76-9BEC34EB5161}"/>
              </a:ext>
            </a:extLst>
          </p:cNvPr>
          <p:cNvPicPr>
            <a:picLocks xmlns:a="http://schemas.openxmlformats.org/drawingml/2006/main" noChangeAspect="1"/>
          </p:cNvPicPr>
          <p:nvPr/>
        </p:nvPicPr>
        <p:blipFill>
          <a:blip xmlns:r="http://schemas.openxmlformats.org/officeDocument/2006/relationships" xmlns:a="http://schemas.openxmlformats.org/drawingml/2006/main" r:embed="R76bc18c7fa9e487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44">
            <a:extLst xmlns:a="http://schemas.openxmlformats.org/drawingml/2006/main">
              <a:ext uri="{FF2B5EF4-FFF2-40B4-BE49-F238E27FC236}">
                <a16:creationId xmlns:a16="http://schemas.microsoft.com/office/drawing/2014/main" id="{24A8C1E2-7792-42F8-9B0D-E7339079F90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45">
            <a:extLst xmlns:a="http://schemas.openxmlformats.org/drawingml/2006/main">
              <a:ext uri="{FF2B5EF4-FFF2-40B4-BE49-F238E27FC236}">
                <a16:creationId xmlns:a16="http://schemas.microsoft.com/office/drawing/2014/main" id="{B4B77E1A-1814-4ED8-8070-4181411D177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46">
            <a:extLst xmlns:a="http://schemas.openxmlformats.org/drawingml/2006/main">
              <a:ext uri="{FF2B5EF4-FFF2-40B4-BE49-F238E27FC236}">
                <a16:creationId xmlns:a16="http://schemas.microsoft.com/office/drawing/2014/main" id="{A11B424C-352C-4E5F-9633-2A00BD383D6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47">
            <a:extLst xmlns:a="http://schemas.openxmlformats.org/drawingml/2006/main">
              <a:ext uri="{FF2B5EF4-FFF2-40B4-BE49-F238E27FC236}">
                <a16:creationId xmlns:a16="http://schemas.microsoft.com/office/drawing/2014/main" id="{8E1E1577-61CA-4F58-8FEB-63F27A38BED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48">
            <a:extLst xmlns:a="http://schemas.openxmlformats.org/drawingml/2006/main">
              <a:ext uri="{FF2B5EF4-FFF2-40B4-BE49-F238E27FC236}">
                <a16:creationId xmlns:a16="http://schemas.microsoft.com/office/drawing/2014/main" id="{064B3B73-F850-46F9-91E6-40868A6F65E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49">
            <a:extLst xmlns:a="http://schemas.openxmlformats.org/drawingml/2006/main">
              <a:ext uri="{FF2B5EF4-FFF2-40B4-BE49-F238E27FC236}">
                <a16:creationId xmlns:a16="http://schemas.microsoft.com/office/drawing/2014/main" id="{1AE21405-6D3A-4443-9E5E-A287F93A0AF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50">
            <a:extLst xmlns:a="http://schemas.openxmlformats.org/drawingml/2006/main">
              <a:ext uri="{FF2B5EF4-FFF2-40B4-BE49-F238E27FC236}">
                <a16:creationId xmlns:a16="http://schemas.microsoft.com/office/drawing/2014/main" id="{3EFE28A1-B855-4016-83BC-A1EA3A151F1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51">
            <a:extLst xmlns:a="http://schemas.openxmlformats.org/drawingml/2006/main">
              <a:ext uri="{FF2B5EF4-FFF2-40B4-BE49-F238E27FC236}">
                <a16:creationId xmlns:a16="http://schemas.microsoft.com/office/drawing/2014/main" id="{E1FCB6EC-0494-4139-B9DF-525AEBD045A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52">
            <a:extLst xmlns:a="http://schemas.openxmlformats.org/drawingml/2006/main">
              <a:ext uri="{FF2B5EF4-FFF2-40B4-BE49-F238E27FC236}">
                <a16:creationId xmlns:a16="http://schemas.microsoft.com/office/drawing/2014/main" id="{B1D1711F-CE1E-4E5E-914E-83E661C0AF0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53">
            <a:extLst xmlns:a="http://schemas.openxmlformats.org/drawingml/2006/main">
              <a:ext uri="{FF2B5EF4-FFF2-40B4-BE49-F238E27FC236}">
                <a16:creationId xmlns:a16="http://schemas.microsoft.com/office/drawing/2014/main" id="{4857861F-6911-40CC-9A65-36E29FD338F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54">
            <a:extLst xmlns:a="http://schemas.openxmlformats.org/drawingml/2006/main">
              <a:ext uri="{FF2B5EF4-FFF2-40B4-BE49-F238E27FC236}">
                <a16:creationId xmlns:a16="http://schemas.microsoft.com/office/drawing/2014/main" id="{55D30F68-C211-46E0-B8DE-6FCB4B04BE0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55">
            <a:extLst xmlns:a="http://schemas.openxmlformats.org/drawingml/2006/main">
              <a:ext uri="{FF2B5EF4-FFF2-40B4-BE49-F238E27FC236}">
                <a16:creationId xmlns:a16="http://schemas.microsoft.com/office/drawing/2014/main" id="{2EEB9CE7-A357-4305-8738-BB83E7E116B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18</a:t>
            </a:r>
          </a:p>
        </p:txBody>
      </p:sp>
      <p:sp>
        <p:nvSpPr>
          <p:cNvPr id="16" name="profile-556">
            <a:extLst xmlns:a="http://schemas.openxmlformats.org/drawingml/2006/main">
              <a:ext uri="{FF2B5EF4-FFF2-40B4-BE49-F238E27FC236}">
                <a16:creationId xmlns:a16="http://schemas.microsoft.com/office/drawing/2014/main" id="{A67F02FB-E238-49D9-98B1-8CAFD231EF2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Onsite wastewater treatment systems</a:t>
            </a:r>
          </a:p>
        </p:txBody>
      </p:sp>
      <p:sp>
        <p:nvSpPr>
          <p:cNvPr id="17" name="profile-557">
            <a:extLst xmlns:a="http://schemas.openxmlformats.org/drawingml/2006/main">
              <a:ext uri="{FF2B5EF4-FFF2-40B4-BE49-F238E27FC236}">
                <a16:creationId xmlns:a16="http://schemas.microsoft.com/office/drawing/2014/main" id="{71054C7D-B867-4C0F-90C0-F3F79D9DB7D1}"/>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58">
            <a:extLst xmlns:a="http://schemas.openxmlformats.org/drawingml/2006/main">
              <a:ext uri="{FF2B5EF4-FFF2-40B4-BE49-F238E27FC236}">
                <a16:creationId xmlns:a16="http://schemas.microsoft.com/office/drawing/2014/main" id="{CFAD2FB4-99C0-4B52-8880-DBD9A008D6A3}"/>
              </a:ext>
            </a:extLst>
          </p:cNvPr>
          <p:cNvSpPr>
            <a:spLocks xmlns:a="http://schemas.openxmlformats.org/drawingml/2006/main" noGrp="1"/>
          </p:cNvSpPr>
          <p:nvPr/>
        </p:nvSpPr>
        <p:spPr>
          <a:xfrm xmlns:a="http://schemas.openxmlformats.org/drawingml/2006/main">
            <a:off x="400050" y="2238375"/>
            <a:ext cx="11287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0E2C5E"/>
                </a:solidFill>
                <a:latin typeface="Segoe UI"/>
                <a:ea typeface="Segoe UI"/>
                <a:cs typeface="Segoe UI"/>
              </a:defRPr>
            </a:defPPr>
          </a:lstStyle>
          <a:p xmlns:a="http://schemas.openxmlformats.org/drawingml/2006/main">
            <a:pPr algn="l">
              <a:defRPr sz="2475" b="1">
                <a:solidFill>
                  <a:srgbClr val="0E2C5E"/>
                </a:solidFill>
                <a:latin typeface="Segoe UI"/>
                <a:ea typeface="Segoe UI"/>
                <a:cs typeface="Segoe UI"/>
              </a:defRPr>
            </a:pPr>
            <a:r>
              <a:rPr sz="2475" b="1">
                <a:solidFill>
                  <a:srgbClr val="0E2C5E"/>
                </a:solidFill>
                <a:latin typeface="Segoe UI"/>
                <a:ea typeface="Segoe UI"/>
                <a:cs typeface="Segoe UI"/>
              </a:rPr>
              <a:t>A treatment system at your property, backed by agreed operating support.</a:t>
            </a:r>
          </a:p>
        </p:txBody>
      </p:sp>
      <p:sp>
        <p:nvSpPr>
          <p:cNvPr id="19" name="profile-559">
            <a:extLst xmlns:a="http://schemas.openxmlformats.org/drawingml/2006/main">
              <a:ext uri="{FF2B5EF4-FFF2-40B4-BE49-F238E27FC236}">
                <a16:creationId xmlns:a16="http://schemas.microsoft.com/office/drawing/2014/main" id="{85D6EEB5-CC92-435D-8DDA-90CFDD0A40F1}"/>
              </a:ext>
            </a:extLst>
          </p:cNvPr>
          <p:cNvSpPr>
            <a:spLocks xmlns:a="http://schemas.openxmlformats.org/drawingml/2006/main" noGrp="1"/>
          </p:cNvSpPr>
          <p:nvPr/>
        </p:nvSpPr>
        <p:spPr>
          <a:xfrm xmlns:a="http://schemas.openxmlformats.org/drawingml/2006/main">
            <a:off x="400050" y="3181350"/>
            <a:ext cx="1119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Begin with a site assessment to define a suitable treatment approach and a complete operating plan.</a:t>
            </a:r>
          </a:p>
        </p:txBody>
      </p:sp>
      <p:sp>
        <p:nvSpPr>
          <p:cNvPr id="20" name="profile-560">
            <a:extLst xmlns:a="http://schemas.openxmlformats.org/drawingml/2006/main">
              <a:ext uri="{FF2B5EF4-FFF2-40B4-BE49-F238E27FC236}">
                <a16:creationId xmlns:a16="http://schemas.microsoft.com/office/drawing/2014/main" id="{1A00489E-D464-4BE1-B5E7-03B746D22F6B}"/>
              </a:ext>
            </a:extLst>
          </p:cNvPr>
          <p:cNvSpPr>
            <a:spLocks xmlns:a="http://schemas.openxmlformats.org/drawingml/2006/main" noGrp="1"/>
          </p:cNvSpPr>
          <p:nvPr/>
        </p:nvSpPr>
        <p:spPr>
          <a:xfrm xmlns:a="http://schemas.openxmlformats.org/drawingml/2006/main">
            <a:off x="40005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1" name="profile-561">
            <a:extLst xmlns:a="http://schemas.openxmlformats.org/drawingml/2006/main">
              <a:ext uri="{FF2B5EF4-FFF2-40B4-BE49-F238E27FC236}">
                <a16:creationId xmlns:a16="http://schemas.microsoft.com/office/drawing/2014/main" id="{1E855B53-555A-49B0-91A9-B5EAEF641E69}"/>
              </a:ext>
            </a:extLst>
          </p:cNvPr>
          <p:cNvSpPr>
            <a:spLocks xmlns:a="http://schemas.openxmlformats.org/drawingml/2006/main" noGrp="1"/>
          </p:cNvSpPr>
          <p:nvPr/>
        </p:nvSpPr>
        <p:spPr>
          <a:xfrm xmlns:a="http://schemas.openxmlformats.org/drawingml/2006/main">
            <a:off x="56197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Your property</a:t>
            </a:r>
          </a:p>
        </p:txBody>
      </p:sp>
      <p:sp>
        <p:nvSpPr>
          <p:cNvPr id="22" name="profile-562">
            <a:extLst xmlns:a="http://schemas.openxmlformats.org/drawingml/2006/main">
              <a:ext uri="{FF2B5EF4-FFF2-40B4-BE49-F238E27FC236}">
                <a16:creationId xmlns:a16="http://schemas.microsoft.com/office/drawing/2014/main" id="{95EBD120-B301-4BB0-A1AB-93F76910384D}"/>
              </a:ext>
            </a:extLst>
          </p:cNvPr>
          <p:cNvSpPr>
            <a:spLocks xmlns:a="http://schemas.openxmlformats.org/drawingml/2006/main" noGrp="1"/>
          </p:cNvSpPr>
          <p:nvPr/>
        </p:nvSpPr>
        <p:spPr>
          <a:xfrm xmlns:a="http://schemas.openxmlformats.org/drawingml/2006/main">
            <a:off x="56197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Wastewater flows, tanks, space and</a:t>
            </a:r>
          </a:p>
        </p:txBody>
      </p:sp>
      <p:sp>
        <p:nvSpPr>
          <p:cNvPr id="23" name="profile-563">
            <a:extLst xmlns:a="http://schemas.openxmlformats.org/drawingml/2006/main">
              <a:ext uri="{FF2B5EF4-FFF2-40B4-BE49-F238E27FC236}">
                <a16:creationId xmlns:a16="http://schemas.microsoft.com/office/drawing/2014/main" id="{9F90F217-B528-443C-A8F5-A469EF9EDC30}"/>
              </a:ext>
            </a:extLst>
          </p:cNvPr>
          <p:cNvSpPr>
            <a:spLocks xmlns:a="http://schemas.openxmlformats.org/drawingml/2006/main" noGrp="1"/>
          </p:cNvSpPr>
          <p:nvPr/>
        </p:nvSpPr>
        <p:spPr>
          <a:xfrm xmlns:a="http://schemas.openxmlformats.org/drawingml/2006/main">
            <a:off x="56197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records</a:t>
            </a:r>
          </a:p>
        </p:txBody>
      </p:sp>
      <p:sp>
        <p:nvSpPr>
          <p:cNvPr id="24" name="profile-564">
            <a:extLst xmlns:a="http://schemas.openxmlformats.org/drawingml/2006/main">
              <a:ext uri="{FF2B5EF4-FFF2-40B4-BE49-F238E27FC236}">
                <a16:creationId xmlns:a16="http://schemas.microsoft.com/office/drawing/2014/main" id="{D3EFBE3C-EA2A-41B1-92EB-00F5831EA8B1}"/>
              </a:ext>
            </a:extLst>
          </p:cNvPr>
          <p:cNvSpPr>
            <a:spLocks xmlns:a="http://schemas.openxmlformats.org/drawingml/2006/main" noGrp="1"/>
          </p:cNvSpPr>
          <p:nvPr/>
        </p:nvSpPr>
        <p:spPr>
          <a:xfrm xmlns:a="http://schemas.openxmlformats.org/drawingml/2006/main">
            <a:off x="3971925"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565">
            <a:extLst xmlns:a="http://schemas.openxmlformats.org/drawingml/2006/main">
              <a:ext uri="{FF2B5EF4-FFF2-40B4-BE49-F238E27FC236}">
                <a16:creationId xmlns:a16="http://schemas.microsoft.com/office/drawing/2014/main" id="{F62D638A-A61C-4BA3-A76B-BF981474AB04}"/>
              </a:ext>
            </a:extLst>
          </p:cNvPr>
          <p:cNvSpPr>
            <a:spLocks xmlns:a="http://schemas.openxmlformats.org/drawingml/2006/main" noGrp="1"/>
          </p:cNvSpPr>
          <p:nvPr/>
        </p:nvSpPr>
        <p:spPr>
          <a:xfrm xmlns:a="http://schemas.openxmlformats.org/drawingml/2006/main">
            <a:off x="4276725" y="4143375"/>
            <a:ext cx="3571875" cy="1152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26" name="profile-566">
            <a:extLst xmlns:a="http://schemas.openxmlformats.org/drawingml/2006/main">
              <a:ext uri="{FF2B5EF4-FFF2-40B4-BE49-F238E27FC236}">
                <a16:creationId xmlns:a16="http://schemas.microsoft.com/office/drawing/2014/main" id="{002A95A5-15A2-4731-A664-2C870FE17220}"/>
              </a:ext>
            </a:extLst>
          </p:cNvPr>
          <p:cNvSpPr>
            <a:spLocks xmlns:a="http://schemas.openxmlformats.org/drawingml/2006/main" noGrp="1"/>
          </p:cNvSpPr>
          <p:nvPr/>
        </p:nvSpPr>
        <p:spPr>
          <a:xfrm xmlns:a="http://schemas.openxmlformats.org/drawingml/2006/main">
            <a:off x="4438650"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Technical assessment</a:t>
            </a:r>
          </a:p>
        </p:txBody>
      </p:sp>
      <p:sp>
        <p:nvSpPr>
          <p:cNvPr id="27" name="profile-567">
            <a:extLst xmlns:a="http://schemas.openxmlformats.org/drawingml/2006/main">
              <a:ext uri="{FF2B5EF4-FFF2-40B4-BE49-F238E27FC236}">
                <a16:creationId xmlns:a16="http://schemas.microsoft.com/office/drawing/2014/main" id="{6DDE6ED0-4A06-4000-8B19-DD34D822C91C}"/>
              </a:ext>
            </a:extLst>
          </p:cNvPr>
          <p:cNvSpPr>
            <a:spLocks xmlns:a="http://schemas.openxmlformats.org/drawingml/2006/main" noGrp="1"/>
          </p:cNvSpPr>
          <p:nvPr/>
        </p:nvSpPr>
        <p:spPr>
          <a:xfrm xmlns:a="http://schemas.openxmlformats.org/drawingml/2006/main">
            <a:off x="4438650"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Treatment approach, capacity,</a:t>
            </a:r>
          </a:p>
        </p:txBody>
      </p:sp>
      <p:sp>
        <p:nvSpPr>
          <p:cNvPr id="28" name="profile-568">
            <a:extLst xmlns:a="http://schemas.openxmlformats.org/drawingml/2006/main">
              <a:ext uri="{FF2B5EF4-FFF2-40B4-BE49-F238E27FC236}">
                <a16:creationId xmlns:a16="http://schemas.microsoft.com/office/drawing/2014/main" id="{F25F5D8E-54C8-497D-AA08-CD71A64EE5D2}"/>
              </a:ext>
            </a:extLst>
          </p:cNvPr>
          <p:cNvSpPr>
            <a:spLocks xmlns:a="http://schemas.openxmlformats.org/drawingml/2006/main" noGrp="1"/>
          </p:cNvSpPr>
          <p:nvPr/>
        </p:nvSpPr>
        <p:spPr>
          <a:xfrm xmlns:a="http://schemas.openxmlformats.org/drawingml/2006/main">
            <a:off x="4438650"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installation and costs</a:t>
            </a:r>
          </a:p>
        </p:txBody>
      </p:sp>
      <p:sp>
        <p:nvSpPr>
          <p:cNvPr id="29" name="profile-569">
            <a:extLst xmlns:a="http://schemas.openxmlformats.org/drawingml/2006/main">
              <a:ext uri="{FF2B5EF4-FFF2-40B4-BE49-F238E27FC236}">
                <a16:creationId xmlns:a16="http://schemas.microsoft.com/office/drawing/2014/main" id="{1D74B814-62E4-4EB5-B50A-8A926E559B0C}"/>
              </a:ext>
            </a:extLst>
          </p:cNvPr>
          <p:cNvSpPr>
            <a:spLocks xmlns:a="http://schemas.openxmlformats.org/drawingml/2006/main" noGrp="1"/>
          </p:cNvSpPr>
          <p:nvPr/>
        </p:nvSpPr>
        <p:spPr>
          <a:xfrm xmlns:a="http://schemas.openxmlformats.org/drawingml/2006/main">
            <a:off x="7848600"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70">
            <a:extLst xmlns:a="http://schemas.openxmlformats.org/drawingml/2006/main">
              <a:ext uri="{FF2B5EF4-FFF2-40B4-BE49-F238E27FC236}">
                <a16:creationId xmlns:a16="http://schemas.microsoft.com/office/drawing/2014/main" id="{36399487-18F7-4622-A29A-FEE89937A0FC}"/>
              </a:ext>
            </a:extLst>
          </p:cNvPr>
          <p:cNvSpPr>
            <a:spLocks xmlns:a="http://schemas.openxmlformats.org/drawingml/2006/main" noGrp="1"/>
          </p:cNvSpPr>
          <p:nvPr/>
        </p:nvSpPr>
        <p:spPr>
          <a:xfrm xmlns:a="http://schemas.openxmlformats.org/drawingml/2006/main">
            <a:off x="815340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571">
            <a:extLst xmlns:a="http://schemas.openxmlformats.org/drawingml/2006/main">
              <a:ext uri="{FF2B5EF4-FFF2-40B4-BE49-F238E27FC236}">
                <a16:creationId xmlns:a16="http://schemas.microsoft.com/office/drawing/2014/main" id="{FF1AB944-8E85-49CD-B0BA-3F3CD4EE28A0}"/>
              </a:ext>
            </a:extLst>
          </p:cNvPr>
          <p:cNvSpPr>
            <a:spLocks xmlns:a="http://schemas.openxmlformats.org/drawingml/2006/main" noGrp="1"/>
          </p:cNvSpPr>
          <p:nvPr/>
        </p:nvSpPr>
        <p:spPr>
          <a:xfrm xmlns:a="http://schemas.openxmlformats.org/drawingml/2006/main">
            <a:off x="831532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Operating plan</a:t>
            </a:r>
          </a:p>
        </p:txBody>
      </p:sp>
      <p:sp>
        <p:nvSpPr>
          <p:cNvPr id="32" name="profile-572">
            <a:extLst xmlns:a="http://schemas.openxmlformats.org/drawingml/2006/main">
              <a:ext uri="{FF2B5EF4-FFF2-40B4-BE49-F238E27FC236}">
                <a16:creationId xmlns:a16="http://schemas.microsoft.com/office/drawing/2014/main" id="{4B0E2624-22F5-4349-93B4-838D1C63CDCC}"/>
              </a:ext>
            </a:extLst>
          </p:cNvPr>
          <p:cNvSpPr>
            <a:spLocks xmlns:a="http://schemas.openxmlformats.org/drawingml/2006/main" noGrp="1"/>
          </p:cNvSpPr>
          <p:nvPr/>
        </p:nvSpPr>
        <p:spPr>
          <a:xfrm xmlns:a="http://schemas.openxmlformats.org/drawingml/2006/main">
            <a:off x="831532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monitoring, sludge</a:t>
            </a:r>
          </a:p>
        </p:txBody>
      </p:sp>
      <p:sp>
        <p:nvSpPr>
          <p:cNvPr id="33" name="profile-573">
            <a:extLst xmlns:a="http://schemas.openxmlformats.org/drawingml/2006/main">
              <a:ext uri="{FF2B5EF4-FFF2-40B4-BE49-F238E27FC236}">
                <a16:creationId xmlns:a16="http://schemas.microsoft.com/office/drawing/2014/main" id="{25C6C23A-F0F7-4E50-B1E1-22FF0B950316}"/>
              </a:ext>
            </a:extLst>
          </p:cNvPr>
          <p:cNvSpPr>
            <a:spLocks xmlns:a="http://schemas.openxmlformats.org/drawingml/2006/main" noGrp="1"/>
          </p:cNvSpPr>
          <p:nvPr/>
        </p:nvSpPr>
        <p:spPr>
          <a:xfrm xmlns:a="http://schemas.openxmlformats.org/drawingml/2006/main">
            <a:off x="831532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and agreed support</a:t>
            </a:r>
          </a:p>
        </p:txBody>
      </p:sp>
      <p:sp>
        <p:nvSpPr>
          <p:cNvPr id="34" name="profile-574">
            <a:extLst xmlns:a="http://schemas.openxmlformats.org/drawingml/2006/main">
              <a:ext uri="{FF2B5EF4-FFF2-40B4-BE49-F238E27FC236}">
                <a16:creationId xmlns:a16="http://schemas.microsoft.com/office/drawing/2014/main" id="{ABBF1305-CF06-4BE8-BDB6-4CBC94A96FBC}"/>
              </a:ext>
            </a:extLst>
          </p:cNvPr>
          <p:cNvSpPr>
            <a:spLocks xmlns:a="http://schemas.openxmlformats.org/drawingml/2006/main" noGrp="1"/>
          </p:cNvSpPr>
          <p:nvPr/>
        </p:nvSpPr>
        <p:spPr>
          <a:xfrm xmlns:a="http://schemas.openxmlformats.org/drawingml/2006/main">
            <a:off x="400050" y="5705475"/>
            <a:ext cx="1119187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Compare the proposed system with your current maintenance pattern before deciding.</a:t>
            </a:r>
          </a:p>
        </p:txBody>
      </p:sp>
    </p:spTree>
    <p:extLst>
      <p:ext uri="{BB962C8B-B14F-4D97-AF65-F5344CB8AC3E}">
        <p14:creationId xmlns:p14="http://schemas.microsoft.com/office/powerpoint/2010/main" val="14114987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profile-575">
            <a:extLst xmlns:a="http://schemas.openxmlformats.org/drawingml/2006/main">
              <a:ext uri="{FF2B5EF4-FFF2-40B4-BE49-F238E27FC236}">
                <a16:creationId xmlns:a16="http://schemas.microsoft.com/office/drawing/2014/main" id="{43F39077-050F-4196-B280-693BE11DABE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76">
            <a:extLst xmlns:a="http://schemas.openxmlformats.org/drawingml/2006/main">
              <a:ext uri="{FF2B5EF4-FFF2-40B4-BE49-F238E27FC236}">
                <a16:creationId xmlns:a16="http://schemas.microsoft.com/office/drawing/2014/main" id="{C298E89C-CF9F-4456-A812-5F030E9BCA7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7553099-2786-4499-B33B-12229687370B}"/>
              </a:ext>
            </a:extLst>
          </p:cNvPr>
          <p:cNvPicPr>
            <a:picLocks xmlns:a="http://schemas.openxmlformats.org/drawingml/2006/main" noChangeAspect="1"/>
          </p:cNvPicPr>
          <p:nvPr/>
        </p:nvPicPr>
        <p:blipFill>
          <a:blip xmlns:r="http://schemas.openxmlformats.org/officeDocument/2006/relationships" xmlns:a="http://schemas.openxmlformats.org/drawingml/2006/main" r:embed="Rc01973467de849f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77">
            <a:extLst xmlns:a="http://schemas.openxmlformats.org/drawingml/2006/main">
              <a:ext uri="{FF2B5EF4-FFF2-40B4-BE49-F238E27FC236}">
                <a16:creationId xmlns:a16="http://schemas.microsoft.com/office/drawing/2014/main" id="{CDF2A48C-B834-43C2-A16C-5DBA8A937D7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78">
            <a:extLst xmlns:a="http://schemas.openxmlformats.org/drawingml/2006/main">
              <a:ext uri="{FF2B5EF4-FFF2-40B4-BE49-F238E27FC236}">
                <a16:creationId xmlns:a16="http://schemas.microsoft.com/office/drawing/2014/main" id="{EC59F1D9-9F4F-46EF-B74B-03459FD89F3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579">
            <a:extLst xmlns:a="http://schemas.openxmlformats.org/drawingml/2006/main">
              <a:ext uri="{FF2B5EF4-FFF2-40B4-BE49-F238E27FC236}">
                <a16:creationId xmlns:a16="http://schemas.microsoft.com/office/drawing/2014/main" id="{7BB7E851-622C-4401-B47D-EF704E1FD3D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580">
            <a:extLst xmlns:a="http://schemas.openxmlformats.org/drawingml/2006/main">
              <a:ext uri="{FF2B5EF4-FFF2-40B4-BE49-F238E27FC236}">
                <a16:creationId xmlns:a16="http://schemas.microsoft.com/office/drawing/2014/main" id="{AF42833D-A4FF-45DD-82F0-37C8120D9A4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81">
            <a:extLst xmlns:a="http://schemas.openxmlformats.org/drawingml/2006/main">
              <a:ext uri="{FF2B5EF4-FFF2-40B4-BE49-F238E27FC236}">
                <a16:creationId xmlns:a16="http://schemas.microsoft.com/office/drawing/2014/main" id="{0360D133-8BC3-446F-BEDE-FFF540EF009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582">
            <a:extLst xmlns:a="http://schemas.openxmlformats.org/drawingml/2006/main">
              <a:ext uri="{FF2B5EF4-FFF2-40B4-BE49-F238E27FC236}">
                <a16:creationId xmlns:a16="http://schemas.microsoft.com/office/drawing/2014/main" id="{06D9A08A-06EC-4B12-90C1-A974021BC65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83">
            <a:extLst xmlns:a="http://schemas.openxmlformats.org/drawingml/2006/main">
              <a:ext uri="{FF2B5EF4-FFF2-40B4-BE49-F238E27FC236}">
                <a16:creationId xmlns:a16="http://schemas.microsoft.com/office/drawing/2014/main" id="{56498675-BB97-485F-AF0A-D6C3487E0B8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84">
            <a:extLst xmlns:a="http://schemas.openxmlformats.org/drawingml/2006/main">
              <a:ext uri="{FF2B5EF4-FFF2-40B4-BE49-F238E27FC236}">
                <a16:creationId xmlns:a16="http://schemas.microsoft.com/office/drawing/2014/main" id="{3D567957-279F-4F58-A891-498DC086BC0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85">
            <a:extLst xmlns:a="http://schemas.openxmlformats.org/drawingml/2006/main">
              <a:ext uri="{FF2B5EF4-FFF2-40B4-BE49-F238E27FC236}">
                <a16:creationId xmlns:a16="http://schemas.microsoft.com/office/drawing/2014/main" id="{F4D5A6E4-D0FF-4492-9EBB-E25F619E47A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86">
            <a:extLst xmlns:a="http://schemas.openxmlformats.org/drawingml/2006/main">
              <a:ext uri="{FF2B5EF4-FFF2-40B4-BE49-F238E27FC236}">
                <a16:creationId xmlns:a16="http://schemas.microsoft.com/office/drawing/2014/main" id="{D8A6BCB8-99AE-4D60-AE1B-4AA5E445750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87">
            <a:extLst xmlns:a="http://schemas.openxmlformats.org/drawingml/2006/main">
              <a:ext uri="{FF2B5EF4-FFF2-40B4-BE49-F238E27FC236}">
                <a16:creationId xmlns:a16="http://schemas.microsoft.com/office/drawing/2014/main" id="{155C7D29-2CA2-4141-B3C5-39AA210C90D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88">
            <a:extLst xmlns:a="http://schemas.openxmlformats.org/drawingml/2006/main">
              <a:ext uri="{FF2B5EF4-FFF2-40B4-BE49-F238E27FC236}">
                <a16:creationId xmlns:a16="http://schemas.microsoft.com/office/drawing/2014/main" id="{BAD5BCFB-D77E-40C0-9D12-3B2F0214A2A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19</a:t>
            </a:r>
          </a:p>
        </p:txBody>
      </p:sp>
      <p:sp>
        <p:nvSpPr>
          <p:cNvPr id="16" name="profile-589">
            <a:extLst xmlns:a="http://schemas.openxmlformats.org/drawingml/2006/main">
              <a:ext uri="{FF2B5EF4-FFF2-40B4-BE49-F238E27FC236}">
                <a16:creationId xmlns:a16="http://schemas.microsoft.com/office/drawing/2014/main" id="{2F8D7F2B-1A5D-4E84-AE33-79A73230D5F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How an onsite STP works</a:t>
            </a:r>
          </a:p>
        </p:txBody>
      </p:sp>
      <p:sp>
        <p:nvSpPr>
          <p:cNvPr id="17" name="profile-590">
            <a:extLst xmlns:a="http://schemas.openxmlformats.org/drawingml/2006/main">
              <a:ext uri="{FF2B5EF4-FFF2-40B4-BE49-F238E27FC236}">
                <a16:creationId xmlns:a16="http://schemas.microsoft.com/office/drawing/2014/main" id="{552133DF-4E03-41A7-9D96-D692E32BA14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91">
            <a:extLst xmlns:a="http://schemas.openxmlformats.org/drawingml/2006/main">
              <a:ext uri="{FF2B5EF4-FFF2-40B4-BE49-F238E27FC236}">
                <a16:creationId xmlns:a16="http://schemas.microsoft.com/office/drawing/2014/main" id="{2D5BC478-8195-4D7F-A0A8-F43F7E4AFCD2}"/>
              </a:ext>
            </a:extLst>
          </p:cNvPr>
          <p:cNvSpPr>
            <a:spLocks xmlns:a="http://schemas.openxmlformats.org/drawingml/2006/main" noGrp="1"/>
          </p:cNvSpPr>
          <p:nvPr/>
        </p:nvSpPr>
        <p:spPr>
          <a:xfrm xmlns:a="http://schemas.openxmlformats.org/drawingml/2006/main">
            <a:off x="400050" y="2238375"/>
            <a:ext cx="11287125"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 general treatment flow for building wastewater</a:t>
            </a:r>
          </a:p>
        </p:txBody>
      </p:sp>
      <p:sp>
        <p:nvSpPr>
          <p:cNvPr id="19" name="profile-592">
            <a:extLst xmlns:a="http://schemas.openxmlformats.org/drawingml/2006/main">
              <a:ext uri="{FF2B5EF4-FFF2-40B4-BE49-F238E27FC236}">
                <a16:creationId xmlns:a16="http://schemas.microsoft.com/office/drawing/2014/main" id="{01857FB1-3D9F-4B60-8062-0F0D0A74520F}"/>
              </a:ext>
            </a:extLst>
          </p:cNvPr>
          <p:cNvSpPr>
            <a:spLocks xmlns:a="http://schemas.openxmlformats.org/drawingml/2006/main" noGrp="1"/>
          </p:cNvSpPr>
          <p:nvPr/>
        </p:nvSpPr>
        <p:spPr>
          <a:xfrm xmlns:a="http://schemas.openxmlformats.org/drawingml/2006/main">
            <a:off x="40005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01</a:t>
            </a:r>
          </a:p>
        </p:txBody>
      </p:sp>
      <p:sp>
        <p:nvSpPr>
          <p:cNvPr id="20" name="profile-593">
            <a:extLst xmlns:a="http://schemas.openxmlformats.org/drawingml/2006/main">
              <a:ext uri="{FF2B5EF4-FFF2-40B4-BE49-F238E27FC236}">
                <a16:creationId xmlns:a16="http://schemas.microsoft.com/office/drawing/2014/main" id="{24A0F3D7-304E-4233-B0EC-FD62F2C0A804}"/>
              </a:ext>
            </a:extLst>
          </p:cNvPr>
          <p:cNvSpPr>
            <a:spLocks xmlns:a="http://schemas.openxmlformats.org/drawingml/2006/main" noGrp="1"/>
          </p:cNvSpPr>
          <p:nvPr/>
        </p:nvSpPr>
        <p:spPr>
          <a:xfrm xmlns:a="http://schemas.openxmlformats.org/drawingml/2006/main">
            <a:off x="40005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594">
            <a:extLst xmlns:a="http://schemas.openxmlformats.org/drawingml/2006/main">
              <a:ext uri="{FF2B5EF4-FFF2-40B4-BE49-F238E27FC236}">
                <a16:creationId xmlns:a16="http://schemas.microsoft.com/office/drawing/2014/main" id="{DA4B6C5A-F302-493B-9F96-6334D930735B}"/>
              </a:ext>
            </a:extLst>
          </p:cNvPr>
          <p:cNvSpPr>
            <a:spLocks xmlns:a="http://schemas.openxmlformats.org/drawingml/2006/main" noGrp="1"/>
          </p:cNvSpPr>
          <p:nvPr/>
        </p:nvSpPr>
        <p:spPr>
          <a:xfrm xmlns:a="http://schemas.openxmlformats.org/drawingml/2006/main">
            <a:off x="40005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Screening</a:t>
            </a:r>
          </a:p>
        </p:txBody>
      </p:sp>
      <p:sp>
        <p:nvSpPr>
          <p:cNvPr id="22" name="profile-595">
            <a:extLst xmlns:a="http://schemas.openxmlformats.org/drawingml/2006/main">
              <a:ext uri="{FF2B5EF4-FFF2-40B4-BE49-F238E27FC236}">
                <a16:creationId xmlns:a16="http://schemas.microsoft.com/office/drawing/2014/main" id="{9FB3DC1B-B3C0-475C-8BE7-CE6AFF5EC21A}"/>
              </a:ext>
            </a:extLst>
          </p:cNvPr>
          <p:cNvSpPr>
            <a:spLocks xmlns:a="http://schemas.openxmlformats.org/drawingml/2006/main" noGrp="1"/>
          </p:cNvSpPr>
          <p:nvPr/>
        </p:nvSpPr>
        <p:spPr>
          <a:xfrm xmlns:a="http://schemas.openxmlformats.org/drawingml/2006/main">
            <a:off x="40005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Remove large solids</a:t>
            </a:r>
          </a:p>
        </p:txBody>
      </p:sp>
      <p:sp>
        <p:nvSpPr>
          <p:cNvPr id="23" name="profile-596">
            <a:extLst xmlns:a="http://schemas.openxmlformats.org/drawingml/2006/main">
              <a:ext uri="{FF2B5EF4-FFF2-40B4-BE49-F238E27FC236}">
                <a16:creationId xmlns:a16="http://schemas.microsoft.com/office/drawing/2014/main" id="{D5D0BA36-7E5D-4D3F-A18C-C34D72898052}"/>
              </a:ext>
            </a:extLst>
          </p:cNvPr>
          <p:cNvSpPr>
            <a:spLocks xmlns:a="http://schemas.openxmlformats.org/drawingml/2006/main" noGrp="1"/>
          </p:cNvSpPr>
          <p:nvPr/>
        </p:nvSpPr>
        <p:spPr>
          <a:xfrm xmlns:a="http://schemas.openxmlformats.org/drawingml/2006/main">
            <a:off x="2457450"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24" name="profile-597">
            <a:extLst xmlns:a="http://schemas.openxmlformats.org/drawingml/2006/main">
              <a:ext uri="{FF2B5EF4-FFF2-40B4-BE49-F238E27FC236}">
                <a16:creationId xmlns:a16="http://schemas.microsoft.com/office/drawing/2014/main" id="{CE1B56DF-3804-466F-8033-7D38EA6F60ED}"/>
              </a:ext>
            </a:extLst>
          </p:cNvPr>
          <p:cNvSpPr>
            <a:spLocks xmlns:a="http://schemas.openxmlformats.org/drawingml/2006/main" noGrp="1"/>
          </p:cNvSpPr>
          <p:nvPr/>
        </p:nvSpPr>
        <p:spPr>
          <a:xfrm xmlns:a="http://schemas.openxmlformats.org/drawingml/2006/main">
            <a:off x="2733675"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02</a:t>
            </a:r>
          </a:p>
        </p:txBody>
      </p:sp>
      <p:sp>
        <p:nvSpPr>
          <p:cNvPr id="25" name="profile-598">
            <a:extLst xmlns:a="http://schemas.openxmlformats.org/drawingml/2006/main">
              <a:ext uri="{FF2B5EF4-FFF2-40B4-BE49-F238E27FC236}">
                <a16:creationId xmlns:a16="http://schemas.microsoft.com/office/drawing/2014/main" id="{5E140123-2A2A-42B5-8313-B95ED891C78D}"/>
              </a:ext>
            </a:extLst>
          </p:cNvPr>
          <p:cNvSpPr>
            <a:spLocks xmlns:a="http://schemas.openxmlformats.org/drawingml/2006/main" noGrp="1"/>
          </p:cNvSpPr>
          <p:nvPr/>
        </p:nvSpPr>
        <p:spPr>
          <a:xfrm xmlns:a="http://schemas.openxmlformats.org/drawingml/2006/main">
            <a:off x="2733675"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599">
            <a:extLst xmlns:a="http://schemas.openxmlformats.org/drawingml/2006/main">
              <a:ext uri="{FF2B5EF4-FFF2-40B4-BE49-F238E27FC236}">
                <a16:creationId xmlns:a16="http://schemas.microsoft.com/office/drawing/2014/main" id="{2FEFC3D1-622D-481D-8F48-1498DE8B349A}"/>
              </a:ext>
            </a:extLst>
          </p:cNvPr>
          <p:cNvSpPr>
            <a:spLocks xmlns:a="http://schemas.openxmlformats.org/drawingml/2006/main" noGrp="1"/>
          </p:cNvSpPr>
          <p:nvPr/>
        </p:nvSpPr>
        <p:spPr>
          <a:xfrm xmlns:a="http://schemas.openxmlformats.org/drawingml/2006/main">
            <a:off x="2733675"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Settling</a:t>
            </a:r>
          </a:p>
        </p:txBody>
      </p:sp>
      <p:sp>
        <p:nvSpPr>
          <p:cNvPr id="27" name="profile-600">
            <a:extLst xmlns:a="http://schemas.openxmlformats.org/drawingml/2006/main">
              <a:ext uri="{FF2B5EF4-FFF2-40B4-BE49-F238E27FC236}">
                <a16:creationId xmlns:a16="http://schemas.microsoft.com/office/drawing/2014/main" id="{0FDD5628-7116-461F-AE31-25CC0DF927CD}"/>
              </a:ext>
            </a:extLst>
          </p:cNvPr>
          <p:cNvSpPr>
            <a:spLocks xmlns:a="http://schemas.openxmlformats.org/drawingml/2006/main" noGrp="1"/>
          </p:cNvSpPr>
          <p:nvPr/>
        </p:nvSpPr>
        <p:spPr>
          <a:xfrm xmlns:a="http://schemas.openxmlformats.org/drawingml/2006/main">
            <a:off x="2733675"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Separate settleable</a:t>
            </a:r>
          </a:p>
        </p:txBody>
      </p:sp>
      <p:sp>
        <p:nvSpPr>
          <p:cNvPr id="28" name="profile-601">
            <a:extLst xmlns:a="http://schemas.openxmlformats.org/drawingml/2006/main">
              <a:ext uri="{FF2B5EF4-FFF2-40B4-BE49-F238E27FC236}">
                <a16:creationId xmlns:a16="http://schemas.microsoft.com/office/drawing/2014/main" id="{05F7C52F-3ECD-43EA-8F5D-C170B9DD420B}"/>
              </a:ext>
            </a:extLst>
          </p:cNvPr>
          <p:cNvSpPr>
            <a:spLocks xmlns:a="http://schemas.openxmlformats.org/drawingml/2006/main" noGrp="1"/>
          </p:cNvSpPr>
          <p:nvPr/>
        </p:nvSpPr>
        <p:spPr>
          <a:xfrm xmlns:a="http://schemas.openxmlformats.org/drawingml/2006/main">
            <a:off x="2733675"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material</a:t>
            </a:r>
          </a:p>
        </p:txBody>
      </p:sp>
      <p:sp>
        <p:nvSpPr>
          <p:cNvPr id="29" name="profile-602">
            <a:extLst xmlns:a="http://schemas.openxmlformats.org/drawingml/2006/main">
              <a:ext uri="{FF2B5EF4-FFF2-40B4-BE49-F238E27FC236}">
                <a16:creationId xmlns:a16="http://schemas.microsoft.com/office/drawing/2014/main" id="{D9CCCEBB-F855-4F0A-9375-5E021FA09634}"/>
              </a:ext>
            </a:extLst>
          </p:cNvPr>
          <p:cNvSpPr>
            <a:spLocks xmlns:a="http://schemas.openxmlformats.org/drawingml/2006/main" noGrp="1"/>
          </p:cNvSpPr>
          <p:nvPr/>
        </p:nvSpPr>
        <p:spPr>
          <a:xfrm xmlns:a="http://schemas.openxmlformats.org/drawingml/2006/main">
            <a:off x="4791075"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0" name="profile-603">
            <a:extLst xmlns:a="http://schemas.openxmlformats.org/drawingml/2006/main">
              <a:ext uri="{FF2B5EF4-FFF2-40B4-BE49-F238E27FC236}">
                <a16:creationId xmlns:a16="http://schemas.microsoft.com/office/drawing/2014/main" id="{2A97A6DA-6D25-45C2-AFA5-B9B18C4822EA}"/>
              </a:ext>
            </a:extLst>
          </p:cNvPr>
          <p:cNvSpPr>
            <a:spLocks xmlns:a="http://schemas.openxmlformats.org/drawingml/2006/main" noGrp="1"/>
          </p:cNvSpPr>
          <p:nvPr/>
        </p:nvSpPr>
        <p:spPr>
          <a:xfrm xmlns:a="http://schemas.openxmlformats.org/drawingml/2006/main">
            <a:off x="506730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03</a:t>
            </a:r>
          </a:p>
        </p:txBody>
      </p:sp>
      <p:sp>
        <p:nvSpPr>
          <p:cNvPr id="31" name="profile-604">
            <a:extLst xmlns:a="http://schemas.openxmlformats.org/drawingml/2006/main">
              <a:ext uri="{FF2B5EF4-FFF2-40B4-BE49-F238E27FC236}">
                <a16:creationId xmlns:a16="http://schemas.microsoft.com/office/drawing/2014/main" id="{CF29FAD6-0796-44E9-B16D-2CEE044B6E45}"/>
              </a:ext>
            </a:extLst>
          </p:cNvPr>
          <p:cNvSpPr>
            <a:spLocks xmlns:a="http://schemas.openxmlformats.org/drawingml/2006/main" noGrp="1"/>
          </p:cNvSpPr>
          <p:nvPr/>
        </p:nvSpPr>
        <p:spPr>
          <a:xfrm xmlns:a="http://schemas.openxmlformats.org/drawingml/2006/main">
            <a:off x="506730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605">
            <a:extLst xmlns:a="http://schemas.openxmlformats.org/drawingml/2006/main">
              <a:ext uri="{FF2B5EF4-FFF2-40B4-BE49-F238E27FC236}">
                <a16:creationId xmlns:a16="http://schemas.microsoft.com/office/drawing/2014/main" id="{B9CE0670-6739-4779-B12B-3967EDB05130}"/>
              </a:ext>
            </a:extLst>
          </p:cNvPr>
          <p:cNvSpPr>
            <a:spLocks xmlns:a="http://schemas.openxmlformats.org/drawingml/2006/main" noGrp="1"/>
          </p:cNvSpPr>
          <p:nvPr/>
        </p:nvSpPr>
        <p:spPr>
          <a:xfrm xmlns:a="http://schemas.openxmlformats.org/drawingml/2006/main">
            <a:off x="506730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Biological</a:t>
            </a:r>
          </a:p>
        </p:txBody>
      </p:sp>
      <p:sp>
        <p:nvSpPr>
          <p:cNvPr id="33" name="profile-606">
            <a:extLst xmlns:a="http://schemas.openxmlformats.org/drawingml/2006/main">
              <a:ext uri="{FF2B5EF4-FFF2-40B4-BE49-F238E27FC236}">
                <a16:creationId xmlns:a16="http://schemas.microsoft.com/office/drawing/2014/main" id="{0ECDCD0A-07D5-4EE4-A1D9-A6B6C0410C0E}"/>
              </a:ext>
            </a:extLst>
          </p:cNvPr>
          <p:cNvSpPr>
            <a:spLocks xmlns:a="http://schemas.openxmlformats.org/drawingml/2006/main" noGrp="1"/>
          </p:cNvSpPr>
          <p:nvPr/>
        </p:nvSpPr>
        <p:spPr>
          <a:xfrm xmlns:a="http://schemas.openxmlformats.org/drawingml/2006/main">
            <a:off x="5067300" y="418147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treatment</a:t>
            </a:r>
          </a:p>
        </p:txBody>
      </p:sp>
      <p:sp>
        <p:nvSpPr>
          <p:cNvPr id="34" name="profile-607">
            <a:extLst xmlns:a="http://schemas.openxmlformats.org/drawingml/2006/main">
              <a:ext uri="{FF2B5EF4-FFF2-40B4-BE49-F238E27FC236}">
                <a16:creationId xmlns:a16="http://schemas.microsoft.com/office/drawing/2014/main" id="{71282311-D2D7-4C16-864A-47C39FAFC7EB}"/>
              </a:ext>
            </a:extLst>
          </p:cNvPr>
          <p:cNvSpPr>
            <a:spLocks xmlns:a="http://schemas.openxmlformats.org/drawingml/2006/main" noGrp="1"/>
          </p:cNvSpPr>
          <p:nvPr/>
        </p:nvSpPr>
        <p:spPr>
          <a:xfrm xmlns:a="http://schemas.openxmlformats.org/drawingml/2006/main">
            <a:off x="506730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Treat biodegradable</a:t>
            </a:r>
          </a:p>
        </p:txBody>
      </p:sp>
      <p:sp>
        <p:nvSpPr>
          <p:cNvPr id="35" name="profile-608">
            <a:extLst xmlns:a="http://schemas.openxmlformats.org/drawingml/2006/main">
              <a:ext uri="{FF2B5EF4-FFF2-40B4-BE49-F238E27FC236}">
                <a16:creationId xmlns:a16="http://schemas.microsoft.com/office/drawing/2014/main" id="{C0DE2B14-6076-4946-AD97-11EA0CFF96A5}"/>
              </a:ext>
            </a:extLst>
          </p:cNvPr>
          <p:cNvSpPr>
            <a:spLocks xmlns:a="http://schemas.openxmlformats.org/drawingml/2006/main" noGrp="1"/>
          </p:cNvSpPr>
          <p:nvPr/>
        </p:nvSpPr>
        <p:spPr>
          <a:xfrm xmlns:a="http://schemas.openxmlformats.org/drawingml/2006/main">
            <a:off x="5067300"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pollutants</a:t>
            </a:r>
          </a:p>
        </p:txBody>
      </p:sp>
      <p:sp>
        <p:nvSpPr>
          <p:cNvPr id="36" name="profile-609">
            <a:extLst xmlns:a="http://schemas.openxmlformats.org/drawingml/2006/main">
              <a:ext uri="{FF2B5EF4-FFF2-40B4-BE49-F238E27FC236}">
                <a16:creationId xmlns:a16="http://schemas.microsoft.com/office/drawing/2014/main" id="{9B76944A-58E4-423E-A6CF-C9CD9565269E}"/>
              </a:ext>
            </a:extLst>
          </p:cNvPr>
          <p:cNvSpPr>
            <a:spLocks xmlns:a="http://schemas.openxmlformats.org/drawingml/2006/main" noGrp="1"/>
          </p:cNvSpPr>
          <p:nvPr/>
        </p:nvSpPr>
        <p:spPr>
          <a:xfrm xmlns:a="http://schemas.openxmlformats.org/drawingml/2006/main">
            <a:off x="7124700"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7" name="profile-610">
            <a:extLst xmlns:a="http://schemas.openxmlformats.org/drawingml/2006/main">
              <a:ext uri="{FF2B5EF4-FFF2-40B4-BE49-F238E27FC236}">
                <a16:creationId xmlns:a16="http://schemas.microsoft.com/office/drawing/2014/main" id="{22CF915E-D051-4EBF-9558-35471E320DAE}"/>
              </a:ext>
            </a:extLst>
          </p:cNvPr>
          <p:cNvSpPr>
            <a:spLocks xmlns:a="http://schemas.openxmlformats.org/drawingml/2006/main" noGrp="1"/>
          </p:cNvSpPr>
          <p:nvPr/>
        </p:nvSpPr>
        <p:spPr>
          <a:xfrm xmlns:a="http://schemas.openxmlformats.org/drawingml/2006/main">
            <a:off x="7400925"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04</a:t>
            </a:r>
          </a:p>
        </p:txBody>
      </p:sp>
      <p:sp>
        <p:nvSpPr>
          <p:cNvPr id="38" name="profile-611">
            <a:extLst xmlns:a="http://schemas.openxmlformats.org/drawingml/2006/main">
              <a:ext uri="{FF2B5EF4-FFF2-40B4-BE49-F238E27FC236}">
                <a16:creationId xmlns:a16="http://schemas.microsoft.com/office/drawing/2014/main" id="{9C7FDAAB-3704-43BD-9832-487CC5A78EF7}"/>
              </a:ext>
            </a:extLst>
          </p:cNvPr>
          <p:cNvSpPr>
            <a:spLocks xmlns:a="http://schemas.openxmlformats.org/drawingml/2006/main" noGrp="1"/>
          </p:cNvSpPr>
          <p:nvPr/>
        </p:nvSpPr>
        <p:spPr>
          <a:xfrm xmlns:a="http://schemas.openxmlformats.org/drawingml/2006/main">
            <a:off x="7400925"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9" name="profile-612">
            <a:extLst xmlns:a="http://schemas.openxmlformats.org/drawingml/2006/main">
              <a:ext uri="{FF2B5EF4-FFF2-40B4-BE49-F238E27FC236}">
                <a16:creationId xmlns:a16="http://schemas.microsoft.com/office/drawing/2014/main" id="{768D7B7B-C9A5-45CF-AE77-E20C31650211}"/>
              </a:ext>
            </a:extLst>
          </p:cNvPr>
          <p:cNvSpPr>
            <a:spLocks xmlns:a="http://schemas.openxmlformats.org/drawingml/2006/main" noGrp="1"/>
          </p:cNvSpPr>
          <p:nvPr/>
        </p:nvSpPr>
        <p:spPr>
          <a:xfrm xmlns:a="http://schemas.openxmlformats.org/drawingml/2006/main">
            <a:off x="7400925"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Clarification</a:t>
            </a:r>
          </a:p>
        </p:txBody>
      </p:sp>
      <p:sp>
        <p:nvSpPr>
          <p:cNvPr id="40" name="profile-613">
            <a:extLst xmlns:a="http://schemas.openxmlformats.org/drawingml/2006/main">
              <a:ext uri="{FF2B5EF4-FFF2-40B4-BE49-F238E27FC236}">
                <a16:creationId xmlns:a16="http://schemas.microsoft.com/office/drawing/2014/main" id="{3165EC7E-C769-49AC-B46E-515FEFE770FA}"/>
              </a:ext>
            </a:extLst>
          </p:cNvPr>
          <p:cNvSpPr>
            <a:spLocks xmlns:a="http://schemas.openxmlformats.org/drawingml/2006/main" noGrp="1"/>
          </p:cNvSpPr>
          <p:nvPr/>
        </p:nvSpPr>
        <p:spPr>
          <a:xfrm xmlns:a="http://schemas.openxmlformats.org/drawingml/2006/main">
            <a:off x="7400925"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Separate treated water</a:t>
            </a:r>
          </a:p>
        </p:txBody>
      </p:sp>
      <p:sp>
        <p:nvSpPr>
          <p:cNvPr id="41" name="profile-614">
            <a:extLst xmlns:a="http://schemas.openxmlformats.org/drawingml/2006/main">
              <a:ext uri="{FF2B5EF4-FFF2-40B4-BE49-F238E27FC236}">
                <a16:creationId xmlns:a16="http://schemas.microsoft.com/office/drawing/2014/main" id="{0CC36FBB-7AFD-4B6A-8E55-6A79DECB7EE1}"/>
              </a:ext>
            </a:extLst>
          </p:cNvPr>
          <p:cNvSpPr>
            <a:spLocks xmlns:a="http://schemas.openxmlformats.org/drawingml/2006/main" noGrp="1"/>
          </p:cNvSpPr>
          <p:nvPr/>
        </p:nvSpPr>
        <p:spPr>
          <a:xfrm xmlns:a="http://schemas.openxmlformats.org/drawingml/2006/main">
            <a:off x="7400925"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and sludge</a:t>
            </a:r>
          </a:p>
        </p:txBody>
      </p:sp>
      <p:sp>
        <p:nvSpPr>
          <p:cNvPr id="42" name="profile-615">
            <a:extLst xmlns:a="http://schemas.openxmlformats.org/drawingml/2006/main">
              <a:ext uri="{FF2B5EF4-FFF2-40B4-BE49-F238E27FC236}">
                <a16:creationId xmlns:a16="http://schemas.microsoft.com/office/drawing/2014/main" id="{A7CA3393-B889-47ED-BE59-8A481A2E4D74}"/>
              </a:ext>
            </a:extLst>
          </p:cNvPr>
          <p:cNvSpPr>
            <a:spLocks xmlns:a="http://schemas.openxmlformats.org/drawingml/2006/main" noGrp="1"/>
          </p:cNvSpPr>
          <p:nvPr/>
        </p:nvSpPr>
        <p:spPr>
          <a:xfrm xmlns:a="http://schemas.openxmlformats.org/drawingml/2006/main">
            <a:off x="9458325" y="3648075"/>
            <a:ext cx="276225" cy="38100"/>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43" name="profile-616">
            <a:extLst xmlns:a="http://schemas.openxmlformats.org/drawingml/2006/main">
              <a:ext uri="{FF2B5EF4-FFF2-40B4-BE49-F238E27FC236}">
                <a16:creationId xmlns:a16="http://schemas.microsoft.com/office/drawing/2014/main" id="{F0B1FDEC-5595-4B2B-9F5C-1C60BFC0C750}"/>
              </a:ext>
            </a:extLst>
          </p:cNvPr>
          <p:cNvSpPr>
            <a:spLocks xmlns:a="http://schemas.openxmlformats.org/drawingml/2006/main" noGrp="1"/>
          </p:cNvSpPr>
          <p:nvPr/>
        </p:nvSpPr>
        <p:spPr>
          <a:xfrm xmlns:a="http://schemas.openxmlformats.org/drawingml/2006/main">
            <a:off x="9734550" y="29908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267A5"/>
                </a:solidFill>
                <a:latin typeface="Segoe UI"/>
                <a:ea typeface="Segoe UI"/>
                <a:cs typeface="Segoe UI"/>
              </a:defRPr>
            </a:defPPr>
          </a:lstStyle>
          <a:p xmlns:a="http://schemas.openxmlformats.org/drawingml/2006/main">
            <a:pPr algn="l">
              <a:defRPr sz="2850" b="1">
                <a:solidFill>
                  <a:srgbClr val="1267A5"/>
                </a:solidFill>
                <a:latin typeface="Segoe UI"/>
                <a:ea typeface="Segoe UI"/>
                <a:cs typeface="Segoe UI"/>
              </a:defRPr>
            </a:pPr>
            <a:r>
              <a:rPr sz="2850" b="1">
                <a:solidFill>
                  <a:srgbClr val="1267A5"/>
                </a:solidFill>
                <a:latin typeface="Segoe UI"/>
                <a:ea typeface="Segoe UI"/>
                <a:cs typeface="Segoe UI"/>
              </a:rPr>
              <a:t>05</a:t>
            </a:r>
          </a:p>
        </p:txBody>
      </p:sp>
      <p:sp>
        <p:nvSpPr>
          <p:cNvPr id="44" name="profile-617">
            <a:extLst xmlns:a="http://schemas.openxmlformats.org/drawingml/2006/main">
              <a:ext uri="{FF2B5EF4-FFF2-40B4-BE49-F238E27FC236}">
                <a16:creationId xmlns:a16="http://schemas.microsoft.com/office/drawing/2014/main" id="{C89628CF-9DA2-4E8B-B140-9C7209E6521C}"/>
              </a:ext>
            </a:extLst>
          </p:cNvPr>
          <p:cNvSpPr>
            <a:spLocks xmlns:a="http://schemas.openxmlformats.org/drawingml/2006/main" noGrp="1"/>
          </p:cNvSpPr>
          <p:nvPr/>
        </p:nvSpPr>
        <p:spPr>
          <a:xfrm xmlns:a="http://schemas.openxmlformats.org/drawingml/2006/main">
            <a:off x="9734550" y="3648075"/>
            <a:ext cx="20574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5" name="profile-618">
            <a:extLst xmlns:a="http://schemas.openxmlformats.org/drawingml/2006/main">
              <a:ext uri="{FF2B5EF4-FFF2-40B4-BE49-F238E27FC236}">
                <a16:creationId xmlns:a16="http://schemas.microsoft.com/office/drawing/2014/main" id="{375A125A-B593-452F-A3C4-086A0B5B6494}"/>
              </a:ext>
            </a:extLst>
          </p:cNvPr>
          <p:cNvSpPr>
            <a:spLocks xmlns:a="http://schemas.openxmlformats.org/drawingml/2006/main" noGrp="1"/>
          </p:cNvSpPr>
          <p:nvPr/>
        </p:nvSpPr>
        <p:spPr>
          <a:xfrm xmlns:a="http://schemas.openxmlformats.org/drawingml/2006/main">
            <a:off x="9734550" y="3895725"/>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Disinfection</a:t>
            </a:r>
          </a:p>
        </p:txBody>
      </p:sp>
      <p:sp>
        <p:nvSpPr>
          <p:cNvPr id="46" name="profile-619">
            <a:extLst xmlns:a="http://schemas.openxmlformats.org/drawingml/2006/main">
              <a:ext uri="{FF2B5EF4-FFF2-40B4-BE49-F238E27FC236}">
                <a16:creationId xmlns:a16="http://schemas.microsoft.com/office/drawing/2014/main" id="{FBB1DE58-AF38-45A6-B862-CB8A1F31454B}"/>
              </a:ext>
            </a:extLst>
          </p:cNvPr>
          <p:cNvSpPr>
            <a:spLocks xmlns:a="http://schemas.openxmlformats.org/drawingml/2006/main" noGrp="1"/>
          </p:cNvSpPr>
          <p:nvPr/>
        </p:nvSpPr>
        <p:spPr>
          <a:xfrm xmlns:a="http://schemas.openxmlformats.org/drawingml/2006/main">
            <a:off x="9734550" y="46767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Apply where required</a:t>
            </a:r>
          </a:p>
        </p:txBody>
      </p:sp>
      <p:sp>
        <p:nvSpPr>
          <p:cNvPr id="47" name="profile-620">
            <a:extLst xmlns:a="http://schemas.openxmlformats.org/drawingml/2006/main">
              <a:ext uri="{FF2B5EF4-FFF2-40B4-BE49-F238E27FC236}">
                <a16:creationId xmlns:a16="http://schemas.microsoft.com/office/drawing/2014/main" id="{3E349BF3-BF23-4E8C-AB37-E10B44A28A6A}"/>
              </a:ext>
            </a:extLst>
          </p:cNvPr>
          <p:cNvSpPr>
            <a:spLocks xmlns:a="http://schemas.openxmlformats.org/drawingml/2006/main" noGrp="1"/>
          </p:cNvSpPr>
          <p:nvPr/>
        </p:nvSpPr>
        <p:spPr>
          <a:xfrm xmlns:a="http://schemas.openxmlformats.org/drawingml/2006/main">
            <a:off x="9734550" y="4933950"/>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by the design</a:t>
            </a:r>
          </a:p>
        </p:txBody>
      </p:sp>
      <p:sp>
        <p:nvSpPr>
          <p:cNvPr id="48" name="profile-621">
            <a:extLst xmlns:a="http://schemas.openxmlformats.org/drawingml/2006/main">
              <a:ext uri="{FF2B5EF4-FFF2-40B4-BE49-F238E27FC236}">
                <a16:creationId xmlns:a16="http://schemas.microsoft.com/office/drawing/2014/main" id="{8F26E384-10E7-4327-AA91-495CB24A0A99}"/>
              </a:ext>
            </a:extLst>
          </p:cNvPr>
          <p:cNvSpPr>
            <a:spLocks xmlns:a="http://schemas.openxmlformats.org/drawingml/2006/main" noGrp="1"/>
          </p:cNvSpPr>
          <p:nvPr/>
        </p:nvSpPr>
        <p:spPr>
          <a:xfrm xmlns:a="http://schemas.openxmlformats.org/drawingml/2006/main">
            <a:off x="400050" y="5572125"/>
            <a:ext cx="11287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Testing, servicing and periodic sludge removal remain part of the operating plan.</a:t>
            </a:r>
          </a:p>
        </p:txBody>
      </p:sp>
      <p:sp>
        <p:nvSpPr>
          <p:cNvPr id="49" name="profile-622">
            <a:extLst xmlns:a="http://schemas.openxmlformats.org/drawingml/2006/main">
              <a:ext uri="{FF2B5EF4-FFF2-40B4-BE49-F238E27FC236}">
                <a16:creationId xmlns:a16="http://schemas.microsoft.com/office/drawing/2014/main" id="{13B2345D-5126-43A4-9E86-335BC296E5EC}"/>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Illustrative flow. Actual stages and discharge or reuse requirements depend on the selected system and site.</a:t>
            </a:r>
          </a:p>
        </p:txBody>
      </p:sp>
    </p:spTree>
    <p:extLst>
      <p:ext uri="{BB962C8B-B14F-4D97-AF65-F5344CB8AC3E}">
        <p14:creationId xmlns:p14="http://schemas.microsoft.com/office/powerpoint/2010/main" val="10011888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623">
            <a:extLst xmlns:a="http://schemas.openxmlformats.org/drawingml/2006/main">
              <a:ext uri="{FF2B5EF4-FFF2-40B4-BE49-F238E27FC236}">
                <a16:creationId xmlns:a16="http://schemas.microsoft.com/office/drawing/2014/main" id="{E86C7F9A-E342-46F9-8F47-BB1232F84A0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24">
            <a:extLst xmlns:a="http://schemas.openxmlformats.org/drawingml/2006/main">
              <a:ext uri="{FF2B5EF4-FFF2-40B4-BE49-F238E27FC236}">
                <a16:creationId xmlns:a16="http://schemas.microsoft.com/office/drawing/2014/main" id="{3C8D609B-1D7C-47F4-97C5-5A73A2B89B3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3B2C90B-7AF3-49B2-AD30-976BFE10C866}"/>
              </a:ext>
            </a:extLst>
          </p:cNvPr>
          <p:cNvPicPr>
            <a:picLocks xmlns:a="http://schemas.openxmlformats.org/drawingml/2006/main" noChangeAspect="1"/>
          </p:cNvPicPr>
          <p:nvPr/>
        </p:nvPicPr>
        <p:blipFill>
          <a:blip xmlns:r="http://schemas.openxmlformats.org/officeDocument/2006/relationships" xmlns:a="http://schemas.openxmlformats.org/drawingml/2006/main" r:embed="R76cab433aac845e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25">
            <a:extLst xmlns:a="http://schemas.openxmlformats.org/drawingml/2006/main">
              <a:ext uri="{FF2B5EF4-FFF2-40B4-BE49-F238E27FC236}">
                <a16:creationId xmlns:a16="http://schemas.microsoft.com/office/drawing/2014/main" id="{B0A7A145-9EB9-47F9-B39E-61E7951DD2C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26">
            <a:extLst xmlns:a="http://schemas.openxmlformats.org/drawingml/2006/main">
              <a:ext uri="{FF2B5EF4-FFF2-40B4-BE49-F238E27FC236}">
                <a16:creationId xmlns:a16="http://schemas.microsoft.com/office/drawing/2014/main" id="{97A059EF-913B-4C25-AFD9-5E21F0E1676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627">
            <a:extLst xmlns:a="http://schemas.openxmlformats.org/drawingml/2006/main">
              <a:ext uri="{FF2B5EF4-FFF2-40B4-BE49-F238E27FC236}">
                <a16:creationId xmlns:a16="http://schemas.microsoft.com/office/drawing/2014/main" id="{9C335457-1D78-46FB-AD74-57BE326D6F6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28">
            <a:extLst xmlns:a="http://schemas.openxmlformats.org/drawingml/2006/main">
              <a:ext uri="{FF2B5EF4-FFF2-40B4-BE49-F238E27FC236}">
                <a16:creationId xmlns:a16="http://schemas.microsoft.com/office/drawing/2014/main" id="{DC4CEF35-0EFC-4BD1-A0B8-3867171344C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29">
            <a:extLst xmlns:a="http://schemas.openxmlformats.org/drawingml/2006/main">
              <a:ext uri="{FF2B5EF4-FFF2-40B4-BE49-F238E27FC236}">
                <a16:creationId xmlns:a16="http://schemas.microsoft.com/office/drawing/2014/main" id="{810742E1-49BD-47F8-A4E2-3DC8F44ACA4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630">
            <a:extLst xmlns:a="http://schemas.openxmlformats.org/drawingml/2006/main">
              <a:ext uri="{FF2B5EF4-FFF2-40B4-BE49-F238E27FC236}">
                <a16:creationId xmlns:a16="http://schemas.microsoft.com/office/drawing/2014/main" id="{F0F86537-218E-46C8-9044-6CEB881AFD3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31">
            <a:extLst xmlns:a="http://schemas.openxmlformats.org/drawingml/2006/main">
              <a:ext uri="{FF2B5EF4-FFF2-40B4-BE49-F238E27FC236}">
                <a16:creationId xmlns:a16="http://schemas.microsoft.com/office/drawing/2014/main" id="{9FA32C08-67B9-40B1-BAF2-E95FB08AA02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32">
            <a:extLst xmlns:a="http://schemas.openxmlformats.org/drawingml/2006/main">
              <a:ext uri="{FF2B5EF4-FFF2-40B4-BE49-F238E27FC236}">
                <a16:creationId xmlns:a16="http://schemas.microsoft.com/office/drawing/2014/main" id="{5B2E470B-53EF-4EDD-BA3D-2F655AC763E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33">
            <a:extLst xmlns:a="http://schemas.openxmlformats.org/drawingml/2006/main">
              <a:ext uri="{FF2B5EF4-FFF2-40B4-BE49-F238E27FC236}">
                <a16:creationId xmlns:a16="http://schemas.microsoft.com/office/drawing/2014/main" id="{2C3ADB03-FDF6-4767-9248-37EFB75D2BB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34">
            <a:extLst xmlns:a="http://schemas.openxmlformats.org/drawingml/2006/main">
              <a:ext uri="{FF2B5EF4-FFF2-40B4-BE49-F238E27FC236}">
                <a16:creationId xmlns:a16="http://schemas.microsoft.com/office/drawing/2014/main" id="{C522AB00-94A8-4471-B780-5B23FC2131B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35">
            <a:extLst xmlns:a="http://schemas.openxmlformats.org/drawingml/2006/main">
              <a:ext uri="{FF2B5EF4-FFF2-40B4-BE49-F238E27FC236}">
                <a16:creationId xmlns:a16="http://schemas.microsoft.com/office/drawing/2014/main" id="{6113196C-A522-48FF-B6DF-AC22C4CCE95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36">
            <a:extLst xmlns:a="http://schemas.openxmlformats.org/drawingml/2006/main">
              <a:ext uri="{FF2B5EF4-FFF2-40B4-BE49-F238E27FC236}">
                <a16:creationId xmlns:a16="http://schemas.microsoft.com/office/drawing/2014/main" id="{726B85D3-8961-43B3-8EE5-7278D3C6E6D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20</a:t>
            </a:r>
          </a:p>
        </p:txBody>
      </p:sp>
      <p:sp>
        <p:nvSpPr>
          <p:cNvPr id="16" name="profile-637">
            <a:extLst xmlns:a="http://schemas.openxmlformats.org/drawingml/2006/main">
              <a:ext uri="{FF2B5EF4-FFF2-40B4-BE49-F238E27FC236}">
                <a16:creationId xmlns:a16="http://schemas.microsoft.com/office/drawing/2014/main" id="{DC59F250-D2BC-4BD2-9478-10FE50EFE05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What changes with a treatment system?</a:t>
            </a:r>
          </a:p>
        </p:txBody>
      </p:sp>
      <p:sp>
        <p:nvSpPr>
          <p:cNvPr id="17" name="profile-638">
            <a:extLst xmlns:a="http://schemas.openxmlformats.org/drawingml/2006/main">
              <a:ext uri="{FF2B5EF4-FFF2-40B4-BE49-F238E27FC236}">
                <a16:creationId xmlns:a16="http://schemas.microsoft.com/office/drawing/2014/main" id="{11DB97E8-58D0-4B73-BF57-3D8945D90C4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39">
            <a:extLst xmlns:a="http://schemas.openxmlformats.org/drawingml/2006/main">
              <a:ext uri="{FF2B5EF4-FFF2-40B4-BE49-F238E27FC236}">
                <a16:creationId xmlns:a16="http://schemas.microsoft.com/office/drawing/2014/main" id="{0D5FE695-B909-4E1C-9A8D-CDD2B157F860}"/>
              </a:ext>
            </a:extLst>
          </p:cNvPr>
          <p:cNvSpPr>
            <a:spLocks xmlns:a="http://schemas.openxmlformats.org/drawingml/2006/main" noGrp="1"/>
          </p:cNvSpPr>
          <p:nvPr/>
        </p:nvSpPr>
        <p:spPr>
          <a:xfrm xmlns:a="http://schemas.openxmlformats.org/drawingml/2006/main">
            <a:off x="4000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19" name="profile-640">
            <a:extLst xmlns:a="http://schemas.openxmlformats.org/drawingml/2006/main">
              <a:ext uri="{FF2B5EF4-FFF2-40B4-BE49-F238E27FC236}">
                <a16:creationId xmlns:a16="http://schemas.microsoft.com/office/drawing/2014/main" id="{568FFCA4-56AE-4229-BEA6-E63C15705737}"/>
              </a:ext>
            </a:extLst>
          </p:cNvPr>
          <p:cNvSpPr>
            <a:spLocks xmlns:a="http://schemas.openxmlformats.org/drawingml/2006/main" noGrp="1"/>
          </p:cNvSpPr>
          <p:nvPr/>
        </p:nvSpPr>
        <p:spPr>
          <a:xfrm xmlns:a="http://schemas.openxmlformats.org/drawingml/2006/main">
            <a:off x="5905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Your current service pattern</a:t>
            </a:r>
          </a:p>
        </p:txBody>
      </p:sp>
      <p:sp>
        <p:nvSpPr>
          <p:cNvPr id="20" name="profile-641">
            <a:extLst xmlns:a="http://schemas.openxmlformats.org/drawingml/2006/main">
              <a:ext uri="{FF2B5EF4-FFF2-40B4-BE49-F238E27FC236}">
                <a16:creationId xmlns:a16="http://schemas.microsoft.com/office/drawing/2014/main" id="{CB3760C4-3258-436F-9089-4E65CE10D0C4}"/>
              </a:ext>
            </a:extLst>
          </p:cNvPr>
          <p:cNvSpPr>
            <a:spLocks xmlns:a="http://schemas.openxmlformats.org/drawingml/2006/main" noGrp="1"/>
          </p:cNvSpPr>
          <p:nvPr/>
        </p:nvSpPr>
        <p:spPr>
          <a:xfrm xmlns:a="http://schemas.openxmlformats.org/drawingml/2006/main">
            <a:off x="4000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Start with the property's actual operating records.</a:t>
            </a:r>
          </a:p>
        </p:txBody>
      </p:sp>
      <p:sp>
        <p:nvSpPr>
          <p:cNvPr id="21" name="profile-642">
            <a:extLst xmlns:a="http://schemas.openxmlformats.org/drawingml/2006/main">
              <a:ext uri="{FF2B5EF4-FFF2-40B4-BE49-F238E27FC236}">
                <a16:creationId xmlns:a16="http://schemas.microsoft.com/office/drawing/2014/main" id="{EE0FCBFC-B48D-49DE-AFEB-EA596FA1A0AD}"/>
              </a:ext>
            </a:extLst>
          </p:cNvPr>
          <p:cNvSpPr>
            <a:spLocks xmlns:a="http://schemas.openxmlformats.org/drawingml/2006/main" noGrp="1"/>
          </p:cNvSpPr>
          <p:nvPr/>
        </p:nvSpPr>
        <p:spPr>
          <a:xfrm xmlns:a="http://schemas.openxmlformats.org/drawingml/2006/main">
            <a:off x="4000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643">
            <a:extLst xmlns:a="http://schemas.openxmlformats.org/drawingml/2006/main">
              <a:ext uri="{FF2B5EF4-FFF2-40B4-BE49-F238E27FC236}">
                <a16:creationId xmlns:a16="http://schemas.microsoft.com/office/drawing/2014/main" id="{52CCAD77-F3AB-4E21-9318-C71B2781AE20}"/>
              </a:ext>
            </a:extLst>
          </p:cNvPr>
          <p:cNvSpPr>
            <a:spLocks xmlns:a="http://schemas.openxmlformats.org/drawingml/2006/main" noGrp="1"/>
          </p:cNvSpPr>
          <p:nvPr/>
        </p:nvSpPr>
        <p:spPr>
          <a:xfrm xmlns:a="http://schemas.openxmlformats.org/drawingml/2006/main">
            <a:off x="6000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condition and available space</a:t>
            </a:r>
          </a:p>
        </p:txBody>
      </p:sp>
      <p:sp>
        <p:nvSpPr>
          <p:cNvPr id="23" name="profile-644">
            <a:extLst xmlns:a="http://schemas.openxmlformats.org/drawingml/2006/main">
              <a:ext uri="{FF2B5EF4-FFF2-40B4-BE49-F238E27FC236}">
                <a16:creationId xmlns:a16="http://schemas.microsoft.com/office/drawing/2014/main" id="{36B3E99E-9063-4059-A4A8-B2F7C255A855}"/>
              </a:ext>
            </a:extLst>
          </p:cNvPr>
          <p:cNvSpPr>
            <a:spLocks xmlns:a="http://schemas.openxmlformats.org/drawingml/2006/main" noGrp="1"/>
          </p:cNvSpPr>
          <p:nvPr/>
        </p:nvSpPr>
        <p:spPr>
          <a:xfrm xmlns:a="http://schemas.openxmlformats.org/drawingml/2006/main">
            <a:off x="4000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645">
            <a:extLst xmlns:a="http://schemas.openxmlformats.org/drawingml/2006/main">
              <a:ext uri="{FF2B5EF4-FFF2-40B4-BE49-F238E27FC236}">
                <a16:creationId xmlns:a16="http://schemas.microsoft.com/office/drawing/2014/main" id="{8DAE0028-A27D-407D-8B4A-BC27568CF60A}"/>
              </a:ext>
            </a:extLst>
          </p:cNvPr>
          <p:cNvSpPr>
            <a:spLocks xmlns:a="http://schemas.openxmlformats.org/drawingml/2006/main" noGrp="1"/>
          </p:cNvSpPr>
          <p:nvPr/>
        </p:nvSpPr>
        <p:spPr>
          <a:xfrm xmlns:a="http://schemas.openxmlformats.org/drawingml/2006/main">
            <a:off x="6000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Siphoning and cleaning frequency</a:t>
            </a:r>
          </a:p>
        </p:txBody>
      </p:sp>
      <p:sp>
        <p:nvSpPr>
          <p:cNvPr id="25" name="profile-646">
            <a:extLst xmlns:a="http://schemas.openxmlformats.org/drawingml/2006/main">
              <a:ext uri="{FF2B5EF4-FFF2-40B4-BE49-F238E27FC236}">
                <a16:creationId xmlns:a16="http://schemas.microsoft.com/office/drawing/2014/main" id="{3AB9F7DE-D7E6-4010-BF90-BDBDDA170BB1}"/>
              </a:ext>
            </a:extLst>
          </p:cNvPr>
          <p:cNvSpPr>
            <a:spLocks xmlns:a="http://schemas.openxmlformats.org/drawingml/2006/main" noGrp="1"/>
          </p:cNvSpPr>
          <p:nvPr/>
        </p:nvSpPr>
        <p:spPr>
          <a:xfrm xmlns:a="http://schemas.openxmlformats.org/drawingml/2006/main">
            <a:off x="4000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647">
            <a:extLst xmlns:a="http://schemas.openxmlformats.org/drawingml/2006/main">
              <a:ext uri="{FF2B5EF4-FFF2-40B4-BE49-F238E27FC236}">
                <a16:creationId xmlns:a16="http://schemas.microsoft.com/office/drawing/2014/main" id="{0064BF11-B841-4852-89DD-3FE58C8159E4}"/>
              </a:ext>
            </a:extLst>
          </p:cNvPr>
          <p:cNvSpPr>
            <a:spLocks xmlns:a="http://schemas.openxmlformats.org/drawingml/2006/main" noGrp="1"/>
          </p:cNvSpPr>
          <p:nvPr/>
        </p:nvSpPr>
        <p:spPr>
          <a:xfrm xmlns:a="http://schemas.openxmlformats.org/drawingml/2006/main">
            <a:off x="6000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Disruption, access and service cost</a:t>
            </a:r>
          </a:p>
        </p:txBody>
      </p:sp>
      <p:sp>
        <p:nvSpPr>
          <p:cNvPr id="27" name="profile-648">
            <a:extLst xmlns:a="http://schemas.openxmlformats.org/drawingml/2006/main">
              <a:ext uri="{FF2B5EF4-FFF2-40B4-BE49-F238E27FC236}">
                <a16:creationId xmlns:a16="http://schemas.microsoft.com/office/drawing/2014/main" id="{47257F99-240E-4E5A-9B07-C5D447829AC9}"/>
              </a:ext>
            </a:extLst>
          </p:cNvPr>
          <p:cNvSpPr>
            <a:spLocks xmlns:a="http://schemas.openxmlformats.org/drawingml/2006/main" noGrp="1"/>
          </p:cNvSpPr>
          <p:nvPr/>
        </p:nvSpPr>
        <p:spPr>
          <a:xfrm xmlns:a="http://schemas.openxmlformats.org/drawingml/2006/main">
            <a:off x="62674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8" name="profile-649">
            <a:extLst xmlns:a="http://schemas.openxmlformats.org/drawingml/2006/main">
              <a:ext uri="{FF2B5EF4-FFF2-40B4-BE49-F238E27FC236}">
                <a16:creationId xmlns:a16="http://schemas.microsoft.com/office/drawing/2014/main" id="{605D2D6F-4E05-4456-93CB-0EA0CCF6D83D}"/>
              </a:ext>
            </a:extLst>
          </p:cNvPr>
          <p:cNvSpPr>
            <a:spLocks xmlns:a="http://schemas.openxmlformats.org/drawingml/2006/main" noGrp="1"/>
          </p:cNvSpPr>
          <p:nvPr/>
        </p:nvSpPr>
        <p:spPr>
          <a:xfrm xmlns:a="http://schemas.openxmlformats.org/drawingml/2006/main">
            <a:off x="64579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A proposed treatment plan</a:t>
            </a:r>
          </a:p>
        </p:txBody>
      </p:sp>
      <p:sp>
        <p:nvSpPr>
          <p:cNvPr id="29" name="profile-650">
            <a:extLst xmlns:a="http://schemas.openxmlformats.org/drawingml/2006/main">
              <a:ext uri="{FF2B5EF4-FFF2-40B4-BE49-F238E27FC236}">
                <a16:creationId xmlns:a16="http://schemas.microsoft.com/office/drawing/2014/main" id="{40BB4784-A606-4F46-BFDD-D59D402CA58E}"/>
              </a:ext>
            </a:extLst>
          </p:cNvPr>
          <p:cNvSpPr>
            <a:spLocks xmlns:a="http://schemas.openxmlformats.org/drawingml/2006/main" noGrp="1"/>
          </p:cNvSpPr>
          <p:nvPr/>
        </p:nvSpPr>
        <p:spPr>
          <a:xfrm xmlns:a="http://schemas.openxmlformats.org/drawingml/2006/main">
            <a:off x="62674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Assess the complete operating requirements.</a:t>
            </a:r>
          </a:p>
        </p:txBody>
      </p:sp>
      <p:sp>
        <p:nvSpPr>
          <p:cNvPr id="30" name="profile-651">
            <a:extLst xmlns:a="http://schemas.openxmlformats.org/drawingml/2006/main">
              <a:ext uri="{FF2B5EF4-FFF2-40B4-BE49-F238E27FC236}">
                <a16:creationId xmlns:a16="http://schemas.microsoft.com/office/drawing/2014/main" id="{E7E1C575-4419-4C6C-A58D-B0A566EB8578}"/>
              </a:ext>
            </a:extLst>
          </p:cNvPr>
          <p:cNvSpPr>
            <a:spLocks xmlns:a="http://schemas.openxmlformats.org/drawingml/2006/main" noGrp="1"/>
          </p:cNvSpPr>
          <p:nvPr/>
        </p:nvSpPr>
        <p:spPr>
          <a:xfrm xmlns:a="http://schemas.openxmlformats.org/drawingml/2006/main">
            <a:off x="62674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652">
            <a:extLst xmlns:a="http://schemas.openxmlformats.org/drawingml/2006/main">
              <a:ext uri="{FF2B5EF4-FFF2-40B4-BE49-F238E27FC236}">
                <a16:creationId xmlns:a16="http://schemas.microsoft.com/office/drawing/2014/main" id="{5083BE2F-A5C9-4D04-810B-F7CFC3643E4B}"/>
              </a:ext>
            </a:extLst>
          </p:cNvPr>
          <p:cNvSpPr>
            <a:spLocks xmlns:a="http://schemas.openxmlformats.org/drawingml/2006/main" noGrp="1"/>
          </p:cNvSpPr>
          <p:nvPr/>
        </p:nvSpPr>
        <p:spPr>
          <a:xfrm xmlns:a="http://schemas.openxmlformats.org/drawingml/2006/main">
            <a:off x="64674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 capacity and installation works</a:t>
            </a:r>
          </a:p>
        </p:txBody>
      </p:sp>
      <p:sp>
        <p:nvSpPr>
          <p:cNvPr id="32" name="profile-653">
            <a:extLst xmlns:a="http://schemas.openxmlformats.org/drawingml/2006/main">
              <a:ext uri="{FF2B5EF4-FFF2-40B4-BE49-F238E27FC236}">
                <a16:creationId xmlns:a16="http://schemas.microsoft.com/office/drawing/2014/main" id="{78E64224-836B-4A44-8E0C-659A58C650D2}"/>
              </a:ext>
            </a:extLst>
          </p:cNvPr>
          <p:cNvSpPr>
            <a:spLocks xmlns:a="http://schemas.openxmlformats.org/drawingml/2006/main" noGrp="1"/>
          </p:cNvSpPr>
          <p:nvPr/>
        </p:nvSpPr>
        <p:spPr>
          <a:xfrm xmlns:a="http://schemas.openxmlformats.org/drawingml/2006/main">
            <a:off x="62674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654">
            <a:extLst xmlns:a="http://schemas.openxmlformats.org/drawingml/2006/main">
              <a:ext uri="{FF2B5EF4-FFF2-40B4-BE49-F238E27FC236}">
                <a16:creationId xmlns:a16="http://schemas.microsoft.com/office/drawing/2014/main" id="{A47E81F3-DF2C-4054-96EE-DD0F67930D64}"/>
              </a:ext>
            </a:extLst>
          </p:cNvPr>
          <p:cNvSpPr>
            <a:spLocks xmlns:a="http://schemas.openxmlformats.org/drawingml/2006/main" noGrp="1"/>
          </p:cNvSpPr>
          <p:nvPr/>
        </p:nvSpPr>
        <p:spPr>
          <a:xfrm xmlns:a="http://schemas.openxmlformats.org/drawingml/2006/main">
            <a:off x="64674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Energy, monitoring and sludge removal</a:t>
            </a:r>
          </a:p>
        </p:txBody>
      </p:sp>
      <p:sp>
        <p:nvSpPr>
          <p:cNvPr id="34" name="profile-655">
            <a:extLst xmlns:a="http://schemas.openxmlformats.org/drawingml/2006/main">
              <a:ext uri="{FF2B5EF4-FFF2-40B4-BE49-F238E27FC236}">
                <a16:creationId xmlns:a16="http://schemas.microsoft.com/office/drawing/2014/main" id="{FF49ECA7-4B15-4D13-BD5D-12472761113C}"/>
              </a:ext>
            </a:extLst>
          </p:cNvPr>
          <p:cNvSpPr>
            <a:spLocks xmlns:a="http://schemas.openxmlformats.org/drawingml/2006/main" noGrp="1"/>
          </p:cNvSpPr>
          <p:nvPr/>
        </p:nvSpPr>
        <p:spPr>
          <a:xfrm xmlns:a="http://schemas.openxmlformats.org/drawingml/2006/main">
            <a:off x="62674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656">
            <a:extLst xmlns:a="http://schemas.openxmlformats.org/drawingml/2006/main">
              <a:ext uri="{FF2B5EF4-FFF2-40B4-BE49-F238E27FC236}">
                <a16:creationId xmlns:a16="http://schemas.microsoft.com/office/drawing/2014/main" id="{ABEC60B9-F32C-4FD7-8966-049518447C9F}"/>
              </a:ext>
            </a:extLst>
          </p:cNvPr>
          <p:cNvSpPr>
            <a:spLocks xmlns:a="http://schemas.openxmlformats.org/drawingml/2006/main" noGrp="1"/>
          </p:cNvSpPr>
          <p:nvPr/>
        </p:nvSpPr>
        <p:spPr>
          <a:xfrm xmlns:a="http://schemas.openxmlformats.org/drawingml/2006/main">
            <a:off x="64674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Maintenance, support fees and responsibilities</a:t>
            </a:r>
          </a:p>
        </p:txBody>
      </p:sp>
      <p:sp>
        <p:nvSpPr>
          <p:cNvPr id="36" name="profile-657">
            <a:extLst xmlns:a="http://schemas.openxmlformats.org/drawingml/2006/main">
              <a:ext uri="{FF2B5EF4-FFF2-40B4-BE49-F238E27FC236}">
                <a16:creationId xmlns:a16="http://schemas.microsoft.com/office/drawing/2014/main" id="{6B213F57-CC40-4C3C-9E48-22FDA1449AA8}"/>
              </a:ext>
            </a:extLst>
          </p:cNvPr>
          <p:cNvSpPr>
            <a:spLocks xmlns:a="http://schemas.openxmlformats.org/drawingml/2006/main" noGrp="1"/>
          </p:cNvSpPr>
          <p:nvPr/>
        </p:nvSpPr>
        <p:spPr>
          <a:xfrm xmlns:a="http://schemas.openxmlformats.org/drawingml/2006/main">
            <a:off x="400050" y="5715000"/>
            <a:ext cx="112395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Any reduction in cost or service frequency must be supported by a site-specific assessment.</a:t>
            </a:r>
          </a:p>
        </p:txBody>
      </p:sp>
    </p:spTree>
    <p:extLst>
      <p:ext uri="{BB962C8B-B14F-4D97-AF65-F5344CB8AC3E}">
        <p14:creationId xmlns:p14="http://schemas.microsoft.com/office/powerpoint/2010/main" val="5404573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658">
            <a:extLst xmlns:a="http://schemas.openxmlformats.org/drawingml/2006/main">
              <a:ext uri="{FF2B5EF4-FFF2-40B4-BE49-F238E27FC236}">
                <a16:creationId xmlns:a16="http://schemas.microsoft.com/office/drawing/2014/main" id="{4CFED7C4-6747-4A24-9EAD-F57C7402E8D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59">
            <a:extLst xmlns:a="http://schemas.openxmlformats.org/drawingml/2006/main">
              <a:ext uri="{FF2B5EF4-FFF2-40B4-BE49-F238E27FC236}">
                <a16:creationId xmlns:a16="http://schemas.microsoft.com/office/drawing/2014/main" id="{1477F50C-94A6-4E45-91DD-B7C444CFAA5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B5722F5-ADE8-437E-BF61-6CA3CFCD0B2E}"/>
              </a:ext>
            </a:extLst>
          </p:cNvPr>
          <p:cNvPicPr>
            <a:picLocks xmlns:a="http://schemas.openxmlformats.org/drawingml/2006/main" noChangeAspect="1"/>
          </p:cNvPicPr>
          <p:nvPr/>
        </p:nvPicPr>
        <p:blipFill>
          <a:blip xmlns:r="http://schemas.openxmlformats.org/officeDocument/2006/relationships" xmlns:a="http://schemas.openxmlformats.org/drawingml/2006/main" r:embed="Rb3af3a1e47b840d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60">
            <a:extLst xmlns:a="http://schemas.openxmlformats.org/drawingml/2006/main">
              <a:ext uri="{FF2B5EF4-FFF2-40B4-BE49-F238E27FC236}">
                <a16:creationId xmlns:a16="http://schemas.microsoft.com/office/drawing/2014/main" id="{D0B99FCB-8549-476C-B0AF-267690FED15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61">
            <a:extLst xmlns:a="http://schemas.openxmlformats.org/drawingml/2006/main">
              <a:ext uri="{FF2B5EF4-FFF2-40B4-BE49-F238E27FC236}">
                <a16:creationId xmlns:a16="http://schemas.microsoft.com/office/drawing/2014/main" id="{BC9CDCEE-D34A-42CF-8C6A-A2C7942E3BB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662">
            <a:extLst xmlns:a="http://schemas.openxmlformats.org/drawingml/2006/main">
              <a:ext uri="{FF2B5EF4-FFF2-40B4-BE49-F238E27FC236}">
                <a16:creationId xmlns:a16="http://schemas.microsoft.com/office/drawing/2014/main" id="{E3336783-22B5-4B6C-A803-6CFB2890592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663">
            <a:extLst xmlns:a="http://schemas.openxmlformats.org/drawingml/2006/main">
              <a:ext uri="{FF2B5EF4-FFF2-40B4-BE49-F238E27FC236}">
                <a16:creationId xmlns:a16="http://schemas.microsoft.com/office/drawing/2014/main" id="{F67AF345-07E1-49F3-9D11-0839CEB3636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64">
            <a:extLst xmlns:a="http://schemas.openxmlformats.org/drawingml/2006/main">
              <a:ext uri="{FF2B5EF4-FFF2-40B4-BE49-F238E27FC236}">
                <a16:creationId xmlns:a16="http://schemas.microsoft.com/office/drawing/2014/main" id="{D46E69F1-A4B1-4FEE-9A44-0953BC9EAF4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665">
            <a:extLst xmlns:a="http://schemas.openxmlformats.org/drawingml/2006/main">
              <a:ext uri="{FF2B5EF4-FFF2-40B4-BE49-F238E27FC236}">
                <a16:creationId xmlns:a16="http://schemas.microsoft.com/office/drawing/2014/main" id="{C617B238-82CE-4D15-9AA8-E0639FF551E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66">
            <a:extLst xmlns:a="http://schemas.openxmlformats.org/drawingml/2006/main">
              <a:ext uri="{FF2B5EF4-FFF2-40B4-BE49-F238E27FC236}">
                <a16:creationId xmlns:a16="http://schemas.microsoft.com/office/drawing/2014/main" id="{B6F5EBEC-3CCA-47D2-A3FF-D8B380A48E1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67">
            <a:extLst xmlns:a="http://schemas.openxmlformats.org/drawingml/2006/main">
              <a:ext uri="{FF2B5EF4-FFF2-40B4-BE49-F238E27FC236}">
                <a16:creationId xmlns:a16="http://schemas.microsoft.com/office/drawing/2014/main" id="{45E1F558-0B3A-4104-A3B3-3E896005CE4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68">
            <a:extLst xmlns:a="http://schemas.openxmlformats.org/drawingml/2006/main">
              <a:ext uri="{FF2B5EF4-FFF2-40B4-BE49-F238E27FC236}">
                <a16:creationId xmlns:a16="http://schemas.microsoft.com/office/drawing/2014/main" id="{66AF4511-2139-4458-AD40-115D038391C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69">
            <a:extLst xmlns:a="http://schemas.openxmlformats.org/drawingml/2006/main">
              <a:ext uri="{FF2B5EF4-FFF2-40B4-BE49-F238E27FC236}">
                <a16:creationId xmlns:a16="http://schemas.microsoft.com/office/drawing/2014/main" id="{2E777579-A9A0-4DB7-8079-97399E41AAD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70">
            <a:extLst xmlns:a="http://schemas.openxmlformats.org/drawingml/2006/main">
              <a:ext uri="{FF2B5EF4-FFF2-40B4-BE49-F238E27FC236}">
                <a16:creationId xmlns:a16="http://schemas.microsoft.com/office/drawing/2014/main" id="{BEAC123A-5C8A-421E-9BC6-E645D665F1B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71">
            <a:extLst xmlns:a="http://schemas.openxmlformats.org/drawingml/2006/main">
              <a:ext uri="{FF2B5EF4-FFF2-40B4-BE49-F238E27FC236}">
                <a16:creationId xmlns:a16="http://schemas.microsoft.com/office/drawing/2014/main" id="{4E69452B-0FF9-4F89-BC5E-E5605B5704A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21</a:t>
            </a:r>
          </a:p>
        </p:txBody>
      </p:sp>
      <p:sp>
        <p:nvSpPr>
          <p:cNvPr id="16" name="profile-672">
            <a:extLst xmlns:a="http://schemas.openxmlformats.org/drawingml/2006/main">
              <a:ext uri="{FF2B5EF4-FFF2-40B4-BE49-F238E27FC236}">
                <a16:creationId xmlns:a16="http://schemas.microsoft.com/office/drawing/2014/main" id="{CFCBE4AE-69E8-4C3A-8900-B7E65E28A3E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Installation is the start of ongoing support</a:t>
            </a:r>
          </a:p>
        </p:txBody>
      </p:sp>
      <p:sp>
        <p:nvSpPr>
          <p:cNvPr id="17" name="profile-673">
            <a:extLst xmlns:a="http://schemas.openxmlformats.org/drawingml/2006/main">
              <a:ext uri="{FF2B5EF4-FFF2-40B4-BE49-F238E27FC236}">
                <a16:creationId xmlns:a16="http://schemas.microsoft.com/office/drawing/2014/main" id="{C39B18A6-E924-4D6F-B4A8-313E207AB14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74">
            <a:extLst xmlns:a="http://schemas.openxmlformats.org/drawingml/2006/main">
              <a:ext uri="{FF2B5EF4-FFF2-40B4-BE49-F238E27FC236}">
                <a16:creationId xmlns:a16="http://schemas.microsoft.com/office/drawing/2014/main" id="{02DC6A78-18AE-4097-AB58-D828D6AA6900}"/>
              </a:ext>
            </a:extLst>
          </p:cNvPr>
          <p:cNvSpPr>
            <a:spLocks xmlns:a="http://schemas.openxmlformats.org/drawingml/2006/main" noGrp="1"/>
          </p:cNvSpPr>
          <p:nvPr/>
        </p:nvSpPr>
        <p:spPr>
          <a:xfrm xmlns:a="http://schemas.openxmlformats.org/drawingml/2006/main">
            <a:off x="4000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01</a:t>
            </a:r>
          </a:p>
        </p:txBody>
      </p:sp>
      <p:sp>
        <p:nvSpPr>
          <p:cNvPr id="19" name="profile-675">
            <a:extLst xmlns:a="http://schemas.openxmlformats.org/drawingml/2006/main">
              <a:ext uri="{FF2B5EF4-FFF2-40B4-BE49-F238E27FC236}">
                <a16:creationId xmlns:a16="http://schemas.microsoft.com/office/drawing/2014/main" id="{0FF59F6F-500C-4F2A-AEC8-CAB4AE2D7EF4}"/>
              </a:ext>
            </a:extLst>
          </p:cNvPr>
          <p:cNvSpPr>
            <a:spLocks xmlns:a="http://schemas.openxmlformats.org/drawingml/2006/main" noGrp="1"/>
          </p:cNvSpPr>
          <p:nvPr/>
        </p:nvSpPr>
        <p:spPr>
          <a:xfrm xmlns:a="http://schemas.openxmlformats.org/drawingml/2006/main">
            <a:off x="4000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676">
            <a:extLst xmlns:a="http://schemas.openxmlformats.org/drawingml/2006/main">
              <a:ext uri="{FF2B5EF4-FFF2-40B4-BE49-F238E27FC236}">
                <a16:creationId xmlns:a16="http://schemas.microsoft.com/office/drawing/2014/main" id="{A8C2B259-276C-4D2C-8613-BD2CB68B9FF2}"/>
              </a:ext>
            </a:extLst>
          </p:cNvPr>
          <p:cNvSpPr>
            <a:spLocks xmlns:a="http://schemas.openxmlformats.org/drawingml/2006/main" noGrp="1"/>
          </p:cNvSpPr>
          <p:nvPr/>
        </p:nvSpPr>
        <p:spPr>
          <a:xfrm xmlns:a="http://schemas.openxmlformats.org/drawingml/2006/main">
            <a:off x="4000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Assess</a:t>
            </a:r>
          </a:p>
        </p:txBody>
      </p:sp>
      <p:sp>
        <p:nvSpPr>
          <p:cNvPr id="21" name="profile-677">
            <a:extLst xmlns:a="http://schemas.openxmlformats.org/drawingml/2006/main">
              <a:ext uri="{FF2B5EF4-FFF2-40B4-BE49-F238E27FC236}">
                <a16:creationId xmlns:a16="http://schemas.microsoft.com/office/drawing/2014/main" id="{6FD4EF38-372A-45A9-8AF2-995906C78C0A}"/>
              </a:ext>
            </a:extLst>
          </p:cNvPr>
          <p:cNvSpPr>
            <a:spLocks xmlns:a="http://schemas.openxmlformats.org/drawingml/2006/main" noGrp="1"/>
          </p:cNvSpPr>
          <p:nvPr/>
        </p:nvSpPr>
        <p:spPr>
          <a:xfrm xmlns:a="http://schemas.openxmlformats.org/drawingml/2006/main">
            <a:off x="4000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Review flows, tanks,</a:t>
            </a:r>
          </a:p>
        </p:txBody>
      </p:sp>
      <p:sp>
        <p:nvSpPr>
          <p:cNvPr id="22" name="profile-678">
            <a:extLst xmlns:a="http://schemas.openxmlformats.org/drawingml/2006/main">
              <a:ext uri="{FF2B5EF4-FFF2-40B4-BE49-F238E27FC236}">
                <a16:creationId xmlns:a16="http://schemas.microsoft.com/office/drawing/2014/main" id="{48121516-2453-4101-8B5A-FBDED42B3BE9}"/>
              </a:ext>
            </a:extLst>
          </p:cNvPr>
          <p:cNvSpPr>
            <a:spLocks xmlns:a="http://schemas.openxmlformats.org/drawingml/2006/main" noGrp="1"/>
          </p:cNvSpPr>
          <p:nvPr/>
        </p:nvSpPr>
        <p:spPr>
          <a:xfrm xmlns:a="http://schemas.openxmlformats.org/drawingml/2006/main">
            <a:off x="4000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access and operating</a:t>
            </a:r>
          </a:p>
        </p:txBody>
      </p:sp>
      <p:sp>
        <p:nvSpPr>
          <p:cNvPr id="23" name="profile-679">
            <a:extLst xmlns:a="http://schemas.openxmlformats.org/drawingml/2006/main">
              <a:ext uri="{FF2B5EF4-FFF2-40B4-BE49-F238E27FC236}">
                <a16:creationId xmlns:a16="http://schemas.microsoft.com/office/drawing/2014/main" id="{E3C8B7F7-0D4A-4D39-B449-948C831FE873}"/>
              </a:ext>
            </a:extLst>
          </p:cNvPr>
          <p:cNvSpPr>
            <a:spLocks xmlns:a="http://schemas.openxmlformats.org/drawingml/2006/main" noGrp="1"/>
          </p:cNvSpPr>
          <p:nvPr/>
        </p:nvSpPr>
        <p:spPr>
          <a:xfrm xmlns:a="http://schemas.openxmlformats.org/drawingml/2006/main">
            <a:off x="40005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needs.</a:t>
            </a:r>
          </a:p>
        </p:txBody>
      </p:sp>
      <p:sp>
        <p:nvSpPr>
          <p:cNvPr id="24" name="profile-680">
            <a:extLst xmlns:a="http://schemas.openxmlformats.org/drawingml/2006/main">
              <a:ext uri="{FF2B5EF4-FFF2-40B4-BE49-F238E27FC236}">
                <a16:creationId xmlns:a16="http://schemas.microsoft.com/office/drawing/2014/main" id="{7C5447F8-C872-4F18-AAC2-FB5990EB3087}"/>
              </a:ext>
            </a:extLst>
          </p:cNvPr>
          <p:cNvSpPr>
            <a:spLocks xmlns:a="http://schemas.openxmlformats.org/drawingml/2006/main" noGrp="1"/>
          </p:cNvSpPr>
          <p:nvPr/>
        </p:nvSpPr>
        <p:spPr>
          <a:xfrm xmlns:a="http://schemas.openxmlformats.org/drawingml/2006/main">
            <a:off x="33147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02</a:t>
            </a:r>
          </a:p>
        </p:txBody>
      </p:sp>
      <p:sp>
        <p:nvSpPr>
          <p:cNvPr id="25" name="profile-681">
            <a:extLst xmlns:a="http://schemas.openxmlformats.org/drawingml/2006/main">
              <a:ext uri="{FF2B5EF4-FFF2-40B4-BE49-F238E27FC236}">
                <a16:creationId xmlns:a16="http://schemas.microsoft.com/office/drawing/2014/main" id="{0531373D-FC9C-43D8-A685-5694A31435F2}"/>
              </a:ext>
            </a:extLst>
          </p:cNvPr>
          <p:cNvSpPr>
            <a:spLocks xmlns:a="http://schemas.openxmlformats.org/drawingml/2006/main" noGrp="1"/>
          </p:cNvSpPr>
          <p:nvPr/>
        </p:nvSpPr>
        <p:spPr>
          <a:xfrm xmlns:a="http://schemas.openxmlformats.org/drawingml/2006/main">
            <a:off x="33147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682">
            <a:extLst xmlns:a="http://schemas.openxmlformats.org/drawingml/2006/main">
              <a:ext uri="{FF2B5EF4-FFF2-40B4-BE49-F238E27FC236}">
                <a16:creationId xmlns:a16="http://schemas.microsoft.com/office/drawing/2014/main" id="{5F7FE55C-D34E-4730-974B-848817051B51}"/>
              </a:ext>
            </a:extLst>
          </p:cNvPr>
          <p:cNvSpPr>
            <a:spLocks xmlns:a="http://schemas.openxmlformats.org/drawingml/2006/main" noGrp="1"/>
          </p:cNvSpPr>
          <p:nvPr/>
        </p:nvSpPr>
        <p:spPr>
          <a:xfrm xmlns:a="http://schemas.openxmlformats.org/drawingml/2006/main">
            <a:off x="33147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Propose</a:t>
            </a:r>
          </a:p>
        </p:txBody>
      </p:sp>
      <p:sp>
        <p:nvSpPr>
          <p:cNvPr id="27" name="profile-683">
            <a:extLst xmlns:a="http://schemas.openxmlformats.org/drawingml/2006/main">
              <a:ext uri="{FF2B5EF4-FFF2-40B4-BE49-F238E27FC236}">
                <a16:creationId xmlns:a16="http://schemas.microsoft.com/office/drawing/2014/main" id="{CD8C0CF7-1059-40A2-BC7A-60F16DF354C6}"/>
              </a:ext>
            </a:extLst>
          </p:cNvPr>
          <p:cNvSpPr>
            <a:spLocks xmlns:a="http://schemas.openxmlformats.org/drawingml/2006/main" noGrp="1"/>
          </p:cNvSpPr>
          <p:nvPr/>
        </p:nvSpPr>
        <p:spPr>
          <a:xfrm xmlns:a="http://schemas.openxmlformats.org/drawingml/2006/main">
            <a:off x="33147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Define technology,</a:t>
            </a:r>
          </a:p>
        </p:txBody>
      </p:sp>
      <p:sp>
        <p:nvSpPr>
          <p:cNvPr id="28" name="profile-684">
            <a:extLst xmlns:a="http://schemas.openxmlformats.org/drawingml/2006/main">
              <a:ext uri="{FF2B5EF4-FFF2-40B4-BE49-F238E27FC236}">
                <a16:creationId xmlns:a16="http://schemas.microsoft.com/office/drawing/2014/main" id="{97CC0A28-F972-46F5-B2D3-563B7BF408D7}"/>
              </a:ext>
            </a:extLst>
          </p:cNvPr>
          <p:cNvSpPr>
            <a:spLocks xmlns:a="http://schemas.openxmlformats.org/drawingml/2006/main" noGrp="1"/>
          </p:cNvSpPr>
          <p:nvPr/>
        </p:nvSpPr>
        <p:spPr>
          <a:xfrm xmlns:a="http://schemas.openxmlformats.org/drawingml/2006/main">
            <a:off x="33147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capacity, scope and costs.</a:t>
            </a:r>
          </a:p>
        </p:txBody>
      </p:sp>
      <p:sp>
        <p:nvSpPr>
          <p:cNvPr id="29" name="profile-685">
            <a:extLst xmlns:a="http://schemas.openxmlformats.org/drawingml/2006/main">
              <a:ext uri="{FF2B5EF4-FFF2-40B4-BE49-F238E27FC236}">
                <a16:creationId xmlns:a16="http://schemas.microsoft.com/office/drawing/2014/main" id="{31A8173C-8A65-4683-A79D-C6F759D8824F}"/>
              </a:ext>
            </a:extLst>
          </p:cNvPr>
          <p:cNvSpPr>
            <a:spLocks xmlns:a="http://schemas.openxmlformats.org/drawingml/2006/main" noGrp="1"/>
          </p:cNvSpPr>
          <p:nvPr/>
        </p:nvSpPr>
        <p:spPr>
          <a:xfrm xmlns:a="http://schemas.openxmlformats.org/drawingml/2006/main">
            <a:off x="62293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03</a:t>
            </a:r>
          </a:p>
        </p:txBody>
      </p:sp>
      <p:sp>
        <p:nvSpPr>
          <p:cNvPr id="30" name="profile-686">
            <a:extLst xmlns:a="http://schemas.openxmlformats.org/drawingml/2006/main">
              <a:ext uri="{FF2B5EF4-FFF2-40B4-BE49-F238E27FC236}">
                <a16:creationId xmlns:a16="http://schemas.microsoft.com/office/drawing/2014/main" id="{585CA2BD-712A-4DBF-BA77-2BD1B1992958}"/>
              </a:ext>
            </a:extLst>
          </p:cNvPr>
          <p:cNvSpPr>
            <a:spLocks xmlns:a="http://schemas.openxmlformats.org/drawingml/2006/main" noGrp="1"/>
          </p:cNvSpPr>
          <p:nvPr/>
        </p:nvSpPr>
        <p:spPr>
          <a:xfrm xmlns:a="http://schemas.openxmlformats.org/drawingml/2006/main">
            <a:off x="62293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687">
            <a:extLst xmlns:a="http://schemas.openxmlformats.org/drawingml/2006/main">
              <a:ext uri="{FF2B5EF4-FFF2-40B4-BE49-F238E27FC236}">
                <a16:creationId xmlns:a16="http://schemas.microsoft.com/office/drawing/2014/main" id="{E36D3466-A417-4FE5-803C-7A6BA4AE2D30}"/>
              </a:ext>
            </a:extLst>
          </p:cNvPr>
          <p:cNvSpPr>
            <a:spLocks xmlns:a="http://schemas.openxmlformats.org/drawingml/2006/main" noGrp="1"/>
          </p:cNvSpPr>
          <p:nvPr/>
        </p:nvSpPr>
        <p:spPr>
          <a:xfrm xmlns:a="http://schemas.openxmlformats.org/drawingml/2006/main">
            <a:off x="62293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Install</a:t>
            </a:r>
          </a:p>
        </p:txBody>
      </p:sp>
      <p:sp>
        <p:nvSpPr>
          <p:cNvPr id="32" name="profile-688">
            <a:extLst xmlns:a="http://schemas.openxmlformats.org/drawingml/2006/main">
              <a:ext uri="{FF2B5EF4-FFF2-40B4-BE49-F238E27FC236}">
                <a16:creationId xmlns:a16="http://schemas.microsoft.com/office/drawing/2014/main" id="{5B2FD22E-3218-4702-AC25-4A9989C45832}"/>
              </a:ext>
            </a:extLst>
          </p:cNvPr>
          <p:cNvSpPr>
            <a:spLocks xmlns:a="http://schemas.openxmlformats.org/drawingml/2006/main" noGrp="1"/>
          </p:cNvSpPr>
          <p:nvPr/>
        </p:nvSpPr>
        <p:spPr>
          <a:xfrm xmlns:a="http://schemas.openxmlformats.org/drawingml/2006/main">
            <a:off x="62293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Coordinate delivery,</a:t>
            </a:r>
          </a:p>
        </p:txBody>
      </p:sp>
      <p:sp>
        <p:nvSpPr>
          <p:cNvPr id="33" name="profile-689">
            <a:extLst xmlns:a="http://schemas.openxmlformats.org/drawingml/2006/main">
              <a:ext uri="{FF2B5EF4-FFF2-40B4-BE49-F238E27FC236}">
                <a16:creationId xmlns:a16="http://schemas.microsoft.com/office/drawing/2014/main" id="{93F2BD97-D0B7-4134-9D7A-6CBC3397CEEC}"/>
              </a:ext>
            </a:extLst>
          </p:cNvPr>
          <p:cNvSpPr>
            <a:spLocks xmlns:a="http://schemas.openxmlformats.org/drawingml/2006/main" noGrp="1"/>
          </p:cNvSpPr>
          <p:nvPr/>
        </p:nvSpPr>
        <p:spPr>
          <a:xfrm xmlns:a="http://schemas.openxmlformats.org/drawingml/2006/main">
            <a:off x="62293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checks and handover.</a:t>
            </a:r>
          </a:p>
        </p:txBody>
      </p:sp>
      <p:sp>
        <p:nvSpPr>
          <p:cNvPr id="34" name="profile-690">
            <a:extLst xmlns:a="http://schemas.openxmlformats.org/drawingml/2006/main">
              <a:ext uri="{FF2B5EF4-FFF2-40B4-BE49-F238E27FC236}">
                <a16:creationId xmlns:a16="http://schemas.microsoft.com/office/drawing/2014/main" id="{CFABC6AB-A8F2-4D29-A448-9466760CD606}"/>
              </a:ext>
            </a:extLst>
          </p:cNvPr>
          <p:cNvSpPr>
            <a:spLocks xmlns:a="http://schemas.openxmlformats.org/drawingml/2006/main" noGrp="1"/>
          </p:cNvSpPr>
          <p:nvPr/>
        </p:nvSpPr>
        <p:spPr>
          <a:xfrm xmlns:a="http://schemas.openxmlformats.org/drawingml/2006/main">
            <a:off x="91440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04</a:t>
            </a:r>
          </a:p>
        </p:txBody>
      </p:sp>
      <p:sp>
        <p:nvSpPr>
          <p:cNvPr id="35" name="profile-691">
            <a:extLst xmlns:a="http://schemas.openxmlformats.org/drawingml/2006/main">
              <a:ext uri="{FF2B5EF4-FFF2-40B4-BE49-F238E27FC236}">
                <a16:creationId xmlns:a16="http://schemas.microsoft.com/office/drawing/2014/main" id="{04BCB409-DAA3-460B-B4F4-72629CE9904F}"/>
              </a:ext>
            </a:extLst>
          </p:cNvPr>
          <p:cNvSpPr>
            <a:spLocks xmlns:a="http://schemas.openxmlformats.org/drawingml/2006/main" noGrp="1"/>
          </p:cNvSpPr>
          <p:nvPr/>
        </p:nvSpPr>
        <p:spPr>
          <a:xfrm xmlns:a="http://schemas.openxmlformats.org/drawingml/2006/main">
            <a:off x="91440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692">
            <a:extLst xmlns:a="http://schemas.openxmlformats.org/drawingml/2006/main">
              <a:ext uri="{FF2B5EF4-FFF2-40B4-BE49-F238E27FC236}">
                <a16:creationId xmlns:a16="http://schemas.microsoft.com/office/drawing/2014/main" id="{87D79D7A-A773-483D-AFA5-4F3709BFBC29}"/>
              </a:ext>
            </a:extLst>
          </p:cNvPr>
          <p:cNvSpPr>
            <a:spLocks xmlns:a="http://schemas.openxmlformats.org/drawingml/2006/main" noGrp="1"/>
          </p:cNvSpPr>
          <p:nvPr/>
        </p:nvSpPr>
        <p:spPr>
          <a:xfrm xmlns:a="http://schemas.openxmlformats.org/drawingml/2006/main">
            <a:off x="91440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Support</a:t>
            </a:r>
          </a:p>
        </p:txBody>
      </p:sp>
      <p:sp>
        <p:nvSpPr>
          <p:cNvPr id="37" name="profile-693">
            <a:extLst xmlns:a="http://schemas.openxmlformats.org/drawingml/2006/main">
              <a:ext uri="{FF2B5EF4-FFF2-40B4-BE49-F238E27FC236}">
                <a16:creationId xmlns:a16="http://schemas.microsoft.com/office/drawing/2014/main" id="{268A2FED-6535-4716-838B-6E323B99B09E}"/>
              </a:ext>
            </a:extLst>
          </p:cNvPr>
          <p:cNvSpPr>
            <a:spLocks xmlns:a="http://schemas.openxmlformats.org/drawingml/2006/main" noGrp="1"/>
          </p:cNvSpPr>
          <p:nvPr/>
        </p:nvSpPr>
        <p:spPr>
          <a:xfrm xmlns:a="http://schemas.openxmlformats.org/drawingml/2006/main">
            <a:off x="91440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Agree servicing, guidance</a:t>
            </a:r>
          </a:p>
        </p:txBody>
      </p:sp>
      <p:sp>
        <p:nvSpPr>
          <p:cNvPr id="38" name="profile-694">
            <a:extLst xmlns:a="http://schemas.openxmlformats.org/drawingml/2006/main">
              <a:ext uri="{FF2B5EF4-FFF2-40B4-BE49-F238E27FC236}">
                <a16:creationId xmlns:a16="http://schemas.microsoft.com/office/drawing/2014/main" id="{563EBB0A-EA61-416E-A34D-A4E1860E12EC}"/>
              </a:ext>
            </a:extLst>
          </p:cNvPr>
          <p:cNvSpPr>
            <a:spLocks xmlns:a="http://schemas.openxmlformats.org/drawingml/2006/main" noGrp="1"/>
          </p:cNvSpPr>
          <p:nvPr/>
        </p:nvSpPr>
        <p:spPr>
          <a:xfrm xmlns:a="http://schemas.openxmlformats.org/drawingml/2006/main">
            <a:off x="91440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and document</a:t>
            </a:r>
          </a:p>
        </p:txBody>
      </p:sp>
      <p:sp>
        <p:nvSpPr>
          <p:cNvPr id="39" name="profile-695">
            <a:extLst xmlns:a="http://schemas.openxmlformats.org/drawingml/2006/main">
              <a:ext uri="{FF2B5EF4-FFF2-40B4-BE49-F238E27FC236}">
                <a16:creationId xmlns:a16="http://schemas.microsoft.com/office/drawing/2014/main" id="{C038C732-22C8-411B-8A91-0D8A259B2DCE}"/>
              </a:ext>
            </a:extLst>
          </p:cNvPr>
          <p:cNvSpPr>
            <a:spLocks xmlns:a="http://schemas.openxmlformats.org/drawingml/2006/main" noGrp="1"/>
          </p:cNvSpPr>
          <p:nvPr/>
        </p:nvSpPr>
        <p:spPr>
          <a:xfrm xmlns:a="http://schemas.openxmlformats.org/drawingml/2006/main">
            <a:off x="914400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assistance.</a:t>
            </a:r>
          </a:p>
        </p:txBody>
      </p:sp>
      <p:sp>
        <p:nvSpPr>
          <p:cNvPr id="40" name="profile-696">
            <a:extLst xmlns:a="http://schemas.openxmlformats.org/drawingml/2006/main">
              <a:ext uri="{FF2B5EF4-FFF2-40B4-BE49-F238E27FC236}">
                <a16:creationId xmlns:a16="http://schemas.microsoft.com/office/drawing/2014/main" id="{263B4F90-B7F9-45E1-91CA-3389DB362DE3}"/>
              </a:ext>
            </a:extLst>
          </p:cNvPr>
          <p:cNvSpPr>
            <a:spLocks xmlns:a="http://schemas.openxmlformats.org/drawingml/2006/main" noGrp="1"/>
          </p:cNvSpPr>
          <p:nvPr/>
        </p:nvSpPr>
        <p:spPr>
          <a:xfrm xmlns:a="http://schemas.openxmlformats.org/drawingml/2006/main">
            <a:off x="400050" y="5448300"/>
            <a:ext cx="11391900" cy="6381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41" name="profile-697">
            <a:extLst xmlns:a="http://schemas.openxmlformats.org/drawingml/2006/main">
              <a:ext uri="{FF2B5EF4-FFF2-40B4-BE49-F238E27FC236}">
                <a16:creationId xmlns:a16="http://schemas.microsoft.com/office/drawing/2014/main" id="{9B0BAE15-28D1-4666-9D59-C75E46E70D6D}"/>
              </a:ext>
            </a:extLst>
          </p:cNvPr>
          <p:cNvSpPr>
            <a:spLocks xmlns:a="http://schemas.openxmlformats.org/drawingml/2006/main" noGrp="1"/>
          </p:cNvSpPr>
          <p:nvPr/>
        </p:nvSpPr>
        <p:spPr>
          <a:xfrm xmlns:a="http://schemas.openxmlformats.org/drawingml/2006/main">
            <a:off x="590550" y="55626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Support terms and permit-document responsibilities are agreed in writing. Regulatory decisions remain with the</a:t>
            </a:r>
          </a:p>
        </p:txBody>
      </p:sp>
      <p:sp>
        <p:nvSpPr>
          <p:cNvPr id="42" name="profile-698">
            <a:extLst xmlns:a="http://schemas.openxmlformats.org/drawingml/2006/main">
              <a:ext uri="{FF2B5EF4-FFF2-40B4-BE49-F238E27FC236}">
                <a16:creationId xmlns:a16="http://schemas.microsoft.com/office/drawing/2014/main" id="{1A13CD5B-923D-4276-B04D-0E842941AB39}"/>
              </a:ext>
            </a:extLst>
          </p:cNvPr>
          <p:cNvSpPr>
            <a:spLocks xmlns:a="http://schemas.openxmlformats.org/drawingml/2006/main" noGrp="1"/>
          </p:cNvSpPr>
          <p:nvPr/>
        </p:nvSpPr>
        <p:spPr>
          <a:xfrm xmlns:a="http://schemas.openxmlformats.org/drawingml/2006/main">
            <a:off x="590550" y="58293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relevant authority.</a:t>
            </a:r>
          </a:p>
        </p:txBody>
      </p:sp>
    </p:spTree>
    <p:extLst>
      <p:ext uri="{BB962C8B-B14F-4D97-AF65-F5344CB8AC3E}">
        <p14:creationId xmlns:p14="http://schemas.microsoft.com/office/powerpoint/2010/main" val="18267617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699">
            <a:extLst xmlns:a="http://schemas.openxmlformats.org/drawingml/2006/main">
              <a:ext uri="{FF2B5EF4-FFF2-40B4-BE49-F238E27FC236}">
                <a16:creationId xmlns:a16="http://schemas.microsoft.com/office/drawing/2014/main" id="{C7A70E9A-02BC-49F2-A136-66C4064A1B2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00">
            <a:extLst xmlns:a="http://schemas.openxmlformats.org/drawingml/2006/main">
              <a:ext uri="{FF2B5EF4-FFF2-40B4-BE49-F238E27FC236}">
                <a16:creationId xmlns:a16="http://schemas.microsoft.com/office/drawing/2014/main" id="{5BE3ABCB-A5FB-42BE-BF56-46ED04F5E53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27B68CB-9826-4044-BA35-EFA2E640960A}"/>
              </a:ext>
            </a:extLst>
          </p:cNvPr>
          <p:cNvPicPr>
            <a:picLocks xmlns:a="http://schemas.openxmlformats.org/drawingml/2006/main" noChangeAspect="1"/>
          </p:cNvPicPr>
          <p:nvPr/>
        </p:nvPicPr>
        <p:blipFill>
          <a:blip xmlns:r="http://schemas.openxmlformats.org/officeDocument/2006/relationships" xmlns:a="http://schemas.openxmlformats.org/drawingml/2006/main" r:embed="R3aa369628c0e4f2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01">
            <a:extLst xmlns:a="http://schemas.openxmlformats.org/drawingml/2006/main">
              <a:ext uri="{FF2B5EF4-FFF2-40B4-BE49-F238E27FC236}">
                <a16:creationId xmlns:a16="http://schemas.microsoft.com/office/drawing/2014/main" id="{61FADDD8-4B76-4352-9D00-76851E86367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02">
            <a:extLst xmlns:a="http://schemas.openxmlformats.org/drawingml/2006/main">
              <a:ext uri="{FF2B5EF4-FFF2-40B4-BE49-F238E27FC236}">
                <a16:creationId xmlns:a16="http://schemas.microsoft.com/office/drawing/2014/main" id="{FC26B71A-344D-4975-AAA6-9CAAD1E63E5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03">
            <a:extLst xmlns:a="http://schemas.openxmlformats.org/drawingml/2006/main">
              <a:ext uri="{FF2B5EF4-FFF2-40B4-BE49-F238E27FC236}">
                <a16:creationId xmlns:a16="http://schemas.microsoft.com/office/drawing/2014/main" id="{28A1DF22-A503-4542-B883-927B45DE0B5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04">
            <a:extLst xmlns:a="http://schemas.openxmlformats.org/drawingml/2006/main">
              <a:ext uri="{FF2B5EF4-FFF2-40B4-BE49-F238E27FC236}">
                <a16:creationId xmlns:a16="http://schemas.microsoft.com/office/drawing/2014/main" id="{45284A39-7802-420D-BFC6-6E8B0823948B}"/>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05">
            <a:extLst xmlns:a="http://schemas.openxmlformats.org/drawingml/2006/main">
              <a:ext uri="{FF2B5EF4-FFF2-40B4-BE49-F238E27FC236}">
                <a16:creationId xmlns:a16="http://schemas.microsoft.com/office/drawing/2014/main" id="{EF6783AA-5F3D-45E4-91AF-6AEFAEC8C050}"/>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06">
            <a:extLst xmlns:a="http://schemas.openxmlformats.org/drawingml/2006/main">
              <a:ext uri="{FF2B5EF4-FFF2-40B4-BE49-F238E27FC236}">
                <a16:creationId xmlns:a16="http://schemas.microsoft.com/office/drawing/2014/main" id="{07686992-5F6C-4E60-8A15-7CDCB2B8950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07">
            <a:extLst xmlns:a="http://schemas.openxmlformats.org/drawingml/2006/main">
              <a:ext uri="{FF2B5EF4-FFF2-40B4-BE49-F238E27FC236}">
                <a16:creationId xmlns:a16="http://schemas.microsoft.com/office/drawing/2014/main" id="{8DAEE6B8-B016-4A68-9055-A2A0BDF01C4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08">
            <a:extLst xmlns:a="http://schemas.openxmlformats.org/drawingml/2006/main">
              <a:ext uri="{FF2B5EF4-FFF2-40B4-BE49-F238E27FC236}">
                <a16:creationId xmlns:a16="http://schemas.microsoft.com/office/drawing/2014/main" id="{DAA5985B-78C7-422D-9C65-677DCE56F4F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09">
            <a:extLst xmlns:a="http://schemas.openxmlformats.org/drawingml/2006/main">
              <a:ext uri="{FF2B5EF4-FFF2-40B4-BE49-F238E27FC236}">
                <a16:creationId xmlns:a16="http://schemas.microsoft.com/office/drawing/2014/main" id="{E33E2F8B-8B43-40BB-9CCF-DF5AD3727E9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10">
            <a:extLst xmlns:a="http://schemas.openxmlformats.org/drawingml/2006/main">
              <a:ext uri="{FF2B5EF4-FFF2-40B4-BE49-F238E27FC236}">
                <a16:creationId xmlns:a16="http://schemas.microsoft.com/office/drawing/2014/main" id="{089045FD-5ACD-4527-9CB3-496D2BDB83C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11">
            <a:extLst xmlns:a="http://schemas.openxmlformats.org/drawingml/2006/main">
              <a:ext uri="{FF2B5EF4-FFF2-40B4-BE49-F238E27FC236}">
                <a16:creationId xmlns:a16="http://schemas.microsoft.com/office/drawing/2014/main" id="{B30E35F1-7805-47FF-B999-20D68F49C8C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12">
            <a:extLst xmlns:a="http://schemas.openxmlformats.org/drawingml/2006/main">
              <a:ext uri="{FF2B5EF4-FFF2-40B4-BE49-F238E27FC236}">
                <a16:creationId xmlns:a16="http://schemas.microsoft.com/office/drawing/2014/main" id="{F7AEF628-2913-49AB-9E50-DFAB4335BBC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22</a:t>
            </a:r>
          </a:p>
        </p:txBody>
      </p:sp>
      <p:sp>
        <p:nvSpPr>
          <p:cNvPr id="16" name="profile-713">
            <a:extLst xmlns:a="http://schemas.openxmlformats.org/drawingml/2006/main">
              <a:ext uri="{FF2B5EF4-FFF2-40B4-BE49-F238E27FC236}">
                <a16:creationId xmlns:a16="http://schemas.microsoft.com/office/drawing/2014/main" id="{E9AC5D52-B8A7-42A6-895B-143ABB29053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Organizational structure</a:t>
            </a:r>
          </a:p>
        </p:txBody>
      </p:sp>
      <p:sp>
        <p:nvSpPr>
          <p:cNvPr id="17" name="profile-714">
            <a:extLst xmlns:a="http://schemas.openxmlformats.org/drawingml/2006/main">
              <a:ext uri="{FF2B5EF4-FFF2-40B4-BE49-F238E27FC236}">
                <a16:creationId xmlns:a16="http://schemas.microsoft.com/office/drawing/2014/main" id="{38399D22-3384-40D1-AE1A-3EE1A88B8B8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715">
            <a:extLst xmlns:a="http://schemas.openxmlformats.org/drawingml/2006/main">
              <a:ext uri="{FF2B5EF4-FFF2-40B4-BE49-F238E27FC236}">
                <a16:creationId xmlns:a16="http://schemas.microsoft.com/office/drawing/2014/main" id="{A4999C92-8CE5-457D-90DF-A657B163C74A}"/>
              </a:ext>
            </a:extLst>
          </p:cNvPr>
          <p:cNvSpPr>
            <a:spLocks xmlns:a="http://schemas.openxmlformats.org/drawingml/2006/main" noGrp="1"/>
          </p:cNvSpPr>
          <p:nvPr/>
        </p:nvSpPr>
        <p:spPr>
          <a:xfrm xmlns:a="http://schemas.openxmlformats.org/drawingml/2006/main">
            <a:off x="4219575" y="2190750"/>
            <a:ext cx="3752850" cy="771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716">
            <a:extLst xmlns:a="http://schemas.openxmlformats.org/drawingml/2006/main">
              <a:ext uri="{FF2B5EF4-FFF2-40B4-BE49-F238E27FC236}">
                <a16:creationId xmlns:a16="http://schemas.microsoft.com/office/drawing/2014/main" id="{635D6BA5-611C-4CA1-A48A-90EEE230EE26}"/>
              </a:ext>
            </a:extLst>
          </p:cNvPr>
          <p:cNvSpPr>
            <a:spLocks xmlns:a="http://schemas.openxmlformats.org/drawingml/2006/main" noGrp="1"/>
          </p:cNvSpPr>
          <p:nvPr/>
        </p:nvSpPr>
        <p:spPr>
          <a:xfrm xmlns:a="http://schemas.openxmlformats.org/drawingml/2006/main">
            <a:off x="4429125" y="23431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FFFFFF"/>
                </a:solidFill>
                <a:latin typeface="Segoe UI"/>
                <a:ea typeface="Segoe UI"/>
                <a:cs typeface="Segoe UI"/>
              </a:defRPr>
            </a:defPPr>
          </a:lstStyle>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Agosto Cepriano</a:t>
            </a:r>
          </a:p>
        </p:txBody>
      </p:sp>
      <p:sp>
        <p:nvSpPr>
          <p:cNvPr id="20" name="profile-717">
            <a:extLst xmlns:a="http://schemas.openxmlformats.org/drawingml/2006/main">
              <a:ext uri="{FF2B5EF4-FFF2-40B4-BE49-F238E27FC236}">
                <a16:creationId xmlns:a16="http://schemas.microsoft.com/office/drawing/2014/main" id="{8F824D90-207B-498C-B7A0-F8A57C387A95}"/>
              </a:ext>
            </a:extLst>
          </p:cNvPr>
          <p:cNvSpPr>
            <a:spLocks xmlns:a="http://schemas.openxmlformats.org/drawingml/2006/main" noGrp="1"/>
          </p:cNvSpPr>
          <p:nvPr/>
        </p:nvSpPr>
        <p:spPr>
          <a:xfrm xmlns:a="http://schemas.openxmlformats.org/drawingml/2006/main">
            <a:off x="4429125" y="26765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CEO / Founder</a:t>
            </a:r>
          </a:p>
        </p:txBody>
      </p:sp>
      <p:sp>
        <p:nvSpPr>
          <p:cNvPr id="21" name="profile-718">
            <a:extLst xmlns:a="http://schemas.openxmlformats.org/drawingml/2006/main">
              <a:ext uri="{FF2B5EF4-FFF2-40B4-BE49-F238E27FC236}">
                <a16:creationId xmlns:a16="http://schemas.microsoft.com/office/drawing/2014/main" id="{F9648DDC-2C87-4158-96BC-C97546BAB927}"/>
              </a:ext>
            </a:extLst>
          </p:cNvPr>
          <p:cNvSpPr>
            <a:spLocks xmlns:a="http://schemas.openxmlformats.org/drawingml/2006/main" noGrp="1"/>
          </p:cNvSpPr>
          <p:nvPr/>
        </p:nvSpPr>
        <p:spPr>
          <a:xfrm xmlns:a="http://schemas.openxmlformats.org/drawingml/2006/main">
            <a:off x="6076950" y="2962275"/>
            <a:ext cx="38100" cy="3333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719">
            <a:extLst xmlns:a="http://schemas.openxmlformats.org/drawingml/2006/main">
              <a:ext uri="{FF2B5EF4-FFF2-40B4-BE49-F238E27FC236}">
                <a16:creationId xmlns:a16="http://schemas.microsoft.com/office/drawing/2014/main" id="{CD28DAA3-92F8-468C-984A-78C1A6B0254B}"/>
              </a:ext>
            </a:extLst>
          </p:cNvPr>
          <p:cNvSpPr>
            <a:spLocks xmlns:a="http://schemas.openxmlformats.org/drawingml/2006/main" noGrp="1"/>
          </p:cNvSpPr>
          <p:nvPr/>
        </p:nvSpPr>
        <p:spPr>
          <a:xfrm xmlns:a="http://schemas.openxmlformats.org/drawingml/2006/main">
            <a:off x="2028825" y="3257550"/>
            <a:ext cx="81343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720">
            <a:extLst xmlns:a="http://schemas.openxmlformats.org/drawingml/2006/main">
              <a:ext uri="{FF2B5EF4-FFF2-40B4-BE49-F238E27FC236}">
                <a16:creationId xmlns:a16="http://schemas.microsoft.com/office/drawing/2014/main" id="{B8DAE0CF-3FA5-4F54-B60A-C47B00A7346C}"/>
              </a:ext>
            </a:extLst>
          </p:cNvPr>
          <p:cNvSpPr>
            <a:spLocks xmlns:a="http://schemas.openxmlformats.org/drawingml/2006/main" noGrp="1"/>
          </p:cNvSpPr>
          <p:nvPr/>
        </p:nvSpPr>
        <p:spPr>
          <a:xfrm xmlns:a="http://schemas.openxmlformats.org/drawingml/2006/main">
            <a:off x="202882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721">
            <a:extLst xmlns:a="http://schemas.openxmlformats.org/drawingml/2006/main">
              <a:ext uri="{FF2B5EF4-FFF2-40B4-BE49-F238E27FC236}">
                <a16:creationId xmlns:a16="http://schemas.microsoft.com/office/drawing/2014/main" id="{F337D6DE-0376-437C-A4DD-E0754CAAB76C}"/>
              </a:ext>
            </a:extLst>
          </p:cNvPr>
          <p:cNvSpPr>
            <a:spLocks xmlns:a="http://schemas.openxmlformats.org/drawingml/2006/main" noGrp="1"/>
          </p:cNvSpPr>
          <p:nvPr/>
        </p:nvSpPr>
        <p:spPr>
          <a:xfrm xmlns:a="http://schemas.openxmlformats.org/drawingml/2006/main">
            <a:off x="40005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5" name="profile-722">
            <a:extLst xmlns:a="http://schemas.openxmlformats.org/drawingml/2006/main">
              <a:ext uri="{FF2B5EF4-FFF2-40B4-BE49-F238E27FC236}">
                <a16:creationId xmlns:a16="http://schemas.microsoft.com/office/drawing/2014/main" id="{235ECD57-E1D4-4288-BB7F-FDB1FB1FBA40}"/>
              </a:ext>
            </a:extLst>
          </p:cNvPr>
          <p:cNvSpPr>
            <a:spLocks xmlns:a="http://schemas.openxmlformats.org/drawingml/2006/main" noGrp="1"/>
          </p:cNvSpPr>
          <p:nvPr/>
        </p:nvSpPr>
        <p:spPr>
          <a:xfrm xmlns:a="http://schemas.openxmlformats.org/drawingml/2006/main">
            <a:off x="57150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Allan</a:t>
            </a:r>
          </a:p>
        </p:txBody>
      </p:sp>
      <p:sp>
        <p:nvSpPr>
          <p:cNvPr id="26" name="profile-723">
            <a:extLst xmlns:a="http://schemas.openxmlformats.org/drawingml/2006/main">
              <a:ext uri="{FF2B5EF4-FFF2-40B4-BE49-F238E27FC236}">
                <a16:creationId xmlns:a16="http://schemas.microsoft.com/office/drawing/2014/main" id="{AFAEBEE0-2689-4655-81E4-9433028FAC80}"/>
              </a:ext>
            </a:extLst>
          </p:cNvPr>
          <p:cNvSpPr>
            <a:spLocks xmlns:a="http://schemas.openxmlformats.org/drawingml/2006/main" noGrp="1"/>
          </p:cNvSpPr>
          <p:nvPr/>
        </p:nvSpPr>
        <p:spPr>
          <a:xfrm xmlns:a="http://schemas.openxmlformats.org/drawingml/2006/main">
            <a:off x="57150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Finance / HR Manager</a:t>
            </a:r>
          </a:p>
        </p:txBody>
      </p:sp>
      <p:sp>
        <p:nvSpPr>
          <p:cNvPr id="27" name="profile-724">
            <a:extLst xmlns:a="http://schemas.openxmlformats.org/drawingml/2006/main">
              <a:ext uri="{FF2B5EF4-FFF2-40B4-BE49-F238E27FC236}">
                <a16:creationId xmlns:a16="http://schemas.microsoft.com/office/drawing/2014/main" id="{63397A4B-B326-46B2-94D4-144AE546C556}"/>
              </a:ext>
            </a:extLst>
          </p:cNvPr>
          <p:cNvSpPr>
            <a:spLocks xmlns:a="http://schemas.openxmlformats.org/drawingml/2006/main" noGrp="1"/>
          </p:cNvSpPr>
          <p:nvPr/>
        </p:nvSpPr>
        <p:spPr>
          <a:xfrm xmlns:a="http://schemas.openxmlformats.org/drawingml/2006/main">
            <a:off x="57150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and accounting</a:t>
            </a:r>
          </a:p>
        </p:txBody>
      </p:sp>
      <p:sp>
        <p:nvSpPr>
          <p:cNvPr id="28" name="profile-725">
            <a:extLst xmlns:a="http://schemas.openxmlformats.org/drawingml/2006/main">
              <a:ext uri="{FF2B5EF4-FFF2-40B4-BE49-F238E27FC236}">
                <a16:creationId xmlns:a16="http://schemas.microsoft.com/office/drawing/2014/main" id="{FC1CEAB1-3A3C-4A7A-8EB3-BD45BDE5A97E}"/>
              </a:ext>
            </a:extLst>
          </p:cNvPr>
          <p:cNvSpPr>
            <a:spLocks xmlns:a="http://schemas.openxmlformats.org/drawingml/2006/main" noGrp="1"/>
          </p:cNvSpPr>
          <p:nvPr/>
        </p:nvSpPr>
        <p:spPr>
          <a:xfrm xmlns:a="http://schemas.openxmlformats.org/drawingml/2006/main">
            <a:off x="57150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HR and administration</a:t>
            </a:r>
          </a:p>
        </p:txBody>
      </p:sp>
      <p:sp>
        <p:nvSpPr>
          <p:cNvPr id="29" name="profile-726">
            <a:extLst xmlns:a="http://schemas.openxmlformats.org/drawingml/2006/main">
              <a:ext uri="{FF2B5EF4-FFF2-40B4-BE49-F238E27FC236}">
                <a16:creationId xmlns:a16="http://schemas.microsoft.com/office/drawing/2014/main" id="{716015B0-3516-4857-88B6-10933B1A287C}"/>
              </a:ext>
            </a:extLst>
          </p:cNvPr>
          <p:cNvSpPr>
            <a:spLocks xmlns:a="http://schemas.openxmlformats.org/drawingml/2006/main" noGrp="1"/>
          </p:cNvSpPr>
          <p:nvPr/>
        </p:nvSpPr>
        <p:spPr>
          <a:xfrm xmlns:a="http://schemas.openxmlformats.org/drawingml/2006/main">
            <a:off x="5905500"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727">
            <a:extLst xmlns:a="http://schemas.openxmlformats.org/drawingml/2006/main">
              <a:ext uri="{FF2B5EF4-FFF2-40B4-BE49-F238E27FC236}">
                <a16:creationId xmlns:a16="http://schemas.microsoft.com/office/drawing/2014/main" id="{3467E5CF-DF20-4028-91A3-98AC6A3BE9B4}"/>
              </a:ext>
            </a:extLst>
          </p:cNvPr>
          <p:cNvSpPr>
            <a:spLocks xmlns:a="http://schemas.openxmlformats.org/drawingml/2006/main" noGrp="1"/>
          </p:cNvSpPr>
          <p:nvPr/>
        </p:nvSpPr>
        <p:spPr>
          <a:xfrm xmlns:a="http://schemas.openxmlformats.org/drawingml/2006/main">
            <a:off x="4276725"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728">
            <a:extLst xmlns:a="http://schemas.openxmlformats.org/drawingml/2006/main">
              <a:ext uri="{FF2B5EF4-FFF2-40B4-BE49-F238E27FC236}">
                <a16:creationId xmlns:a16="http://schemas.microsoft.com/office/drawing/2014/main" id="{2D8D0085-28F3-4E51-A1B4-22DF0F415535}"/>
              </a:ext>
            </a:extLst>
          </p:cNvPr>
          <p:cNvSpPr>
            <a:spLocks xmlns:a="http://schemas.openxmlformats.org/drawingml/2006/main" noGrp="1"/>
          </p:cNvSpPr>
          <p:nvPr/>
        </p:nvSpPr>
        <p:spPr>
          <a:xfrm xmlns:a="http://schemas.openxmlformats.org/drawingml/2006/main">
            <a:off x="4448175"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Operations</a:t>
            </a:r>
          </a:p>
        </p:txBody>
      </p:sp>
      <p:sp>
        <p:nvSpPr>
          <p:cNvPr id="32" name="profile-729">
            <a:extLst xmlns:a="http://schemas.openxmlformats.org/drawingml/2006/main">
              <a:ext uri="{FF2B5EF4-FFF2-40B4-BE49-F238E27FC236}">
                <a16:creationId xmlns:a16="http://schemas.microsoft.com/office/drawing/2014/main" id="{ABF3F773-4CF8-46CD-815D-EBBE4762C4A3}"/>
              </a:ext>
            </a:extLst>
          </p:cNvPr>
          <p:cNvSpPr>
            <a:spLocks xmlns:a="http://schemas.openxmlformats.org/drawingml/2006/main" noGrp="1"/>
          </p:cNvSpPr>
          <p:nvPr/>
        </p:nvSpPr>
        <p:spPr>
          <a:xfrm xmlns:a="http://schemas.openxmlformats.org/drawingml/2006/main">
            <a:off x="4448175"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Supervisor / Team Leader</a:t>
            </a:r>
          </a:p>
        </p:txBody>
      </p:sp>
      <p:sp>
        <p:nvSpPr>
          <p:cNvPr id="33" name="profile-730">
            <a:extLst xmlns:a="http://schemas.openxmlformats.org/drawingml/2006/main">
              <a:ext uri="{FF2B5EF4-FFF2-40B4-BE49-F238E27FC236}">
                <a16:creationId xmlns:a16="http://schemas.microsoft.com/office/drawing/2014/main" id="{23C28DCF-3BA6-4439-8587-508CB2E993A4}"/>
              </a:ext>
            </a:extLst>
          </p:cNvPr>
          <p:cNvSpPr>
            <a:spLocks xmlns:a="http://schemas.openxmlformats.org/drawingml/2006/main" noGrp="1"/>
          </p:cNvSpPr>
          <p:nvPr/>
        </p:nvSpPr>
        <p:spPr>
          <a:xfrm xmlns:a="http://schemas.openxmlformats.org/drawingml/2006/main">
            <a:off x="4448175"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Drivers, servicers and helpers</a:t>
            </a:r>
          </a:p>
        </p:txBody>
      </p:sp>
      <p:sp>
        <p:nvSpPr>
          <p:cNvPr id="34" name="profile-731">
            <a:extLst xmlns:a="http://schemas.openxmlformats.org/drawingml/2006/main">
              <a:ext uri="{FF2B5EF4-FFF2-40B4-BE49-F238E27FC236}">
                <a16:creationId xmlns:a16="http://schemas.microsoft.com/office/drawing/2014/main" id="{53A466C5-72FB-45B4-8AA9-B4CD2C5D8728}"/>
              </a:ext>
            </a:extLst>
          </p:cNvPr>
          <p:cNvSpPr>
            <a:spLocks xmlns:a="http://schemas.openxmlformats.org/drawingml/2006/main" noGrp="1"/>
          </p:cNvSpPr>
          <p:nvPr/>
        </p:nvSpPr>
        <p:spPr>
          <a:xfrm xmlns:a="http://schemas.openxmlformats.org/drawingml/2006/main">
            <a:off x="4448175"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Onsite service coordination</a:t>
            </a:r>
          </a:p>
        </p:txBody>
      </p:sp>
      <p:sp>
        <p:nvSpPr>
          <p:cNvPr id="35" name="profile-732">
            <a:extLst xmlns:a="http://schemas.openxmlformats.org/drawingml/2006/main">
              <a:ext uri="{FF2B5EF4-FFF2-40B4-BE49-F238E27FC236}">
                <a16:creationId xmlns:a16="http://schemas.microsoft.com/office/drawing/2014/main" id="{A363EF72-33C1-496F-B733-E026251CCACD}"/>
              </a:ext>
            </a:extLst>
          </p:cNvPr>
          <p:cNvSpPr>
            <a:spLocks xmlns:a="http://schemas.openxmlformats.org/drawingml/2006/main" noGrp="1"/>
          </p:cNvSpPr>
          <p:nvPr/>
        </p:nvSpPr>
        <p:spPr>
          <a:xfrm xmlns:a="http://schemas.openxmlformats.org/drawingml/2006/main">
            <a:off x="978217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733">
            <a:extLst xmlns:a="http://schemas.openxmlformats.org/drawingml/2006/main">
              <a:ext uri="{FF2B5EF4-FFF2-40B4-BE49-F238E27FC236}">
                <a16:creationId xmlns:a16="http://schemas.microsoft.com/office/drawing/2014/main" id="{0338DF15-92CB-46C1-AAD8-77A9A3E93D28}"/>
              </a:ext>
            </a:extLst>
          </p:cNvPr>
          <p:cNvSpPr>
            <a:spLocks xmlns:a="http://schemas.openxmlformats.org/drawingml/2006/main" noGrp="1"/>
          </p:cNvSpPr>
          <p:nvPr/>
        </p:nvSpPr>
        <p:spPr>
          <a:xfrm xmlns:a="http://schemas.openxmlformats.org/drawingml/2006/main">
            <a:off x="815340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7" name="profile-734">
            <a:extLst xmlns:a="http://schemas.openxmlformats.org/drawingml/2006/main">
              <a:ext uri="{FF2B5EF4-FFF2-40B4-BE49-F238E27FC236}">
                <a16:creationId xmlns:a16="http://schemas.microsoft.com/office/drawing/2014/main" id="{1FA310EC-E8B8-4DAE-994D-A7AB1225C1D0}"/>
              </a:ext>
            </a:extLst>
          </p:cNvPr>
          <p:cNvSpPr>
            <a:spLocks xmlns:a="http://schemas.openxmlformats.org/drawingml/2006/main" noGrp="1"/>
          </p:cNvSpPr>
          <p:nvPr/>
        </p:nvSpPr>
        <p:spPr>
          <a:xfrm xmlns:a="http://schemas.openxmlformats.org/drawingml/2006/main">
            <a:off x="832485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Neil</a:t>
            </a:r>
          </a:p>
        </p:txBody>
      </p:sp>
      <p:sp>
        <p:nvSpPr>
          <p:cNvPr id="38" name="profile-735">
            <a:extLst xmlns:a="http://schemas.openxmlformats.org/drawingml/2006/main">
              <a:ext uri="{FF2B5EF4-FFF2-40B4-BE49-F238E27FC236}">
                <a16:creationId xmlns:a16="http://schemas.microsoft.com/office/drawing/2014/main" id="{3977D9F6-F806-4FCB-9E70-6C292A1283FC}"/>
              </a:ext>
            </a:extLst>
          </p:cNvPr>
          <p:cNvSpPr>
            <a:spLocks xmlns:a="http://schemas.openxmlformats.org/drawingml/2006/main" noGrp="1"/>
          </p:cNvSpPr>
          <p:nvPr/>
        </p:nvSpPr>
        <p:spPr>
          <a:xfrm xmlns:a="http://schemas.openxmlformats.org/drawingml/2006/main">
            <a:off x="832485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Marketing Head</a:t>
            </a:r>
          </a:p>
        </p:txBody>
      </p:sp>
      <p:sp>
        <p:nvSpPr>
          <p:cNvPr id="39" name="profile-736">
            <a:extLst xmlns:a="http://schemas.openxmlformats.org/drawingml/2006/main">
              <a:ext uri="{FF2B5EF4-FFF2-40B4-BE49-F238E27FC236}">
                <a16:creationId xmlns:a16="http://schemas.microsoft.com/office/drawing/2014/main" id="{1F33DF9E-6117-49B7-A0B4-5084828BCBA1}"/>
              </a:ext>
            </a:extLst>
          </p:cNvPr>
          <p:cNvSpPr>
            <a:spLocks xmlns:a="http://schemas.openxmlformats.org/drawingml/2006/main" noGrp="1"/>
          </p:cNvSpPr>
          <p:nvPr/>
        </p:nvSpPr>
        <p:spPr>
          <a:xfrm xmlns:a="http://schemas.openxmlformats.org/drawingml/2006/main">
            <a:off x="832485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marketing</a:t>
            </a:r>
          </a:p>
        </p:txBody>
      </p:sp>
      <p:sp>
        <p:nvSpPr>
          <p:cNvPr id="40" name="profile-737">
            <a:extLst xmlns:a="http://schemas.openxmlformats.org/drawingml/2006/main">
              <a:ext uri="{FF2B5EF4-FFF2-40B4-BE49-F238E27FC236}">
                <a16:creationId xmlns:a16="http://schemas.microsoft.com/office/drawing/2014/main" id="{B9F725BE-58D3-4DC6-9077-F8C4F2EC6F9F}"/>
              </a:ext>
            </a:extLst>
          </p:cNvPr>
          <p:cNvSpPr>
            <a:spLocks xmlns:a="http://schemas.openxmlformats.org/drawingml/2006/main" noGrp="1"/>
          </p:cNvSpPr>
          <p:nvPr/>
        </p:nvSpPr>
        <p:spPr>
          <a:xfrm xmlns:a="http://schemas.openxmlformats.org/drawingml/2006/main">
            <a:off x="832485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Sales and inquiry coordination</a:t>
            </a:r>
          </a:p>
        </p:txBody>
      </p:sp>
      <p:sp>
        <p:nvSpPr>
          <p:cNvPr id="41" name="profile-738">
            <a:extLst xmlns:a="http://schemas.openxmlformats.org/drawingml/2006/main">
              <a:ext uri="{FF2B5EF4-FFF2-40B4-BE49-F238E27FC236}">
                <a16:creationId xmlns:a16="http://schemas.microsoft.com/office/drawing/2014/main" id="{F3A7D8CD-93F6-4C7C-B872-EB6DA3833B4D}"/>
              </a:ext>
            </a:extLst>
          </p:cNvPr>
          <p:cNvSpPr>
            <a:spLocks xmlns:a="http://schemas.openxmlformats.org/drawingml/2006/main" noGrp="1"/>
          </p:cNvSpPr>
          <p:nvPr/>
        </p:nvSpPr>
        <p:spPr>
          <a:xfrm xmlns:a="http://schemas.openxmlformats.org/drawingml/2006/main">
            <a:off x="400050" y="5476875"/>
            <a:ext cx="11287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Client support: Floreza | Digital marketing: Queenie and Aubrey</a:t>
            </a:r>
          </a:p>
        </p:txBody>
      </p:sp>
      <p:sp>
        <p:nvSpPr>
          <p:cNvPr id="42" name="profile-739">
            <a:extLst xmlns:a="http://schemas.openxmlformats.org/drawingml/2006/main">
              <a:ext uri="{FF2B5EF4-FFF2-40B4-BE49-F238E27FC236}">
                <a16:creationId xmlns:a16="http://schemas.microsoft.com/office/drawing/2014/main" id="{82BB63C7-6671-4AA3-AAD5-1F79951E3C7A}"/>
              </a:ext>
            </a:extLst>
          </p:cNvPr>
          <p:cNvSpPr>
            <a:spLocks xmlns:a="http://schemas.openxmlformats.org/drawingml/2006/main" noGrp="1"/>
          </p:cNvSpPr>
          <p:nvPr/>
        </p:nvSpPr>
        <p:spPr>
          <a:xfrm xmlns:a="http://schemas.openxmlformats.org/drawingml/2006/main">
            <a:off x="400050" y="5934075"/>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Current names and roles confirmed. Reporting lines remain for management confirmation.</a:t>
            </a:r>
          </a:p>
        </p:txBody>
      </p:sp>
    </p:spTree>
    <p:extLst>
      <p:ext uri="{BB962C8B-B14F-4D97-AF65-F5344CB8AC3E}">
        <p14:creationId xmlns:p14="http://schemas.microsoft.com/office/powerpoint/2010/main" val="19431512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40">
            <a:extLst xmlns:a="http://schemas.openxmlformats.org/drawingml/2006/main">
              <a:ext uri="{FF2B5EF4-FFF2-40B4-BE49-F238E27FC236}">
                <a16:creationId xmlns:a16="http://schemas.microsoft.com/office/drawing/2014/main" id="{128C31EF-A473-450E-B9F1-4A2CDB3D33C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41">
            <a:extLst xmlns:a="http://schemas.openxmlformats.org/drawingml/2006/main">
              <a:ext uri="{FF2B5EF4-FFF2-40B4-BE49-F238E27FC236}">
                <a16:creationId xmlns:a16="http://schemas.microsoft.com/office/drawing/2014/main" id="{45FD3B18-EEA6-455B-94EE-729CC252316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A1C2021-84A3-4422-A01E-240C97454494}"/>
              </a:ext>
            </a:extLst>
          </p:cNvPr>
          <p:cNvPicPr>
            <a:picLocks xmlns:a="http://schemas.openxmlformats.org/drawingml/2006/main" noChangeAspect="1"/>
          </p:cNvPicPr>
          <p:nvPr/>
        </p:nvPicPr>
        <p:blipFill>
          <a:blip xmlns:r="http://schemas.openxmlformats.org/officeDocument/2006/relationships" xmlns:a="http://schemas.openxmlformats.org/drawingml/2006/main" r:embed="R6cfb65c855e9499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42">
            <a:extLst xmlns:a="http://schemas.openxmlformats.org/drawingml/2006/main">
              <a:ext uri="{FF2B5EF4-FFF2-40B4-BE49-F238E27FC236}">
                <a16:creationId xmlns:a16="http://schemas.microsoft.com/office/drawing/2014/main" id="{E9C22AF4-1F0E-4E21-A8C7-12EBF7906FF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43">
            <a:extLst xmlns:a="http://schemas.openxmlformats.org/drawingml/2006/main">
              <a:ext uri="{FF2B5EF4-FFF2-40B4-BE49-F238E27FC236}">
                <a16:creationId xmlns:a16="http://schemas.microsoft.com/office/drawing/2014/main" id="{2CA53E4A-D8E6-4B45-B142-B9BB0BFB492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44">
            <a:extLst xmlns:a="http://schemas.openxmlformats.org/drawingml/2006/main">
              <a:ext uri="{FF2B5EF4-FFF2-40B4-BE49-F238E27FC236}">
                <a16:creationId xmlns:a16="http://schemas.microsoft.com/office/drawing/2014/main" id="{DCCD4B17-DD88-412C-83A7-05085251085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45">
            <a:extLst xmlns:a="http://schemas.openxmlformats.org/drawingml/2006/main">
              <a:ext uri="{FF2B5EF4-FFF2-40B4-BE49-F238E27FC236}">
                <a16:creationId xmlns:a16="http://schemas.microsoft.com/office/drawing/2014/main" id="{CBAD008B-4DC8-4935-AFA0-39D147C1BBF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46">
            <a:extLst xmlns:a="http://schemas.openxmlformats.org/drawingml/2006/main">
              <a:ext uri="{FF2B5EF4-FFF2-40B4-BE49-F238E27FC236}">
                <a16:creationId xmlns:a16="http://schemas.microsoft.com/office/drawing/2014/main" id="{FEF3CD56-4C4F-467F-BDCE-77FFEA53F9F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47">
            <a:extLst xmlns:a="http://schemas.openxmlformats.org/drawingml/2006/main">
              <a:ext uri="{FF2B5EF4-FFF2-40B4-BE49-F238E27FC236}">
                <a16:creationId xmlns:a16="http://schemas.microsoft.com/office/drawing/2014/main" id="{C023FEDA-B55F-48D8-BEE6-FD9B2296FDC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48">
            <a:extLst xmlns:a="http://schemas.openxmlformats.org/drawingml/2006/main">
              <a:ext uri="{FF2B5EF4-FFF2-40B4-BE49-F238E27FC236}">
                <a16:creationId xmlns:a16="http://schemas.microsoft.com/office/drawing/2014/main" id="{179473B6-4D99-4292-8F50-B1AB5FF54FE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49">
            <a:extLst xmlns:a="http://schemas.openxmlformats.org/drawingml/2006/main">
              <a:ext uri="{FF2B5EF4-FFF2-40B4-BE49-F238E27FC236}">
                <a16:creationId xmlns:a16="http://schemas.microsoft.com/office/drawing/2014/main" id="{5BE5E147-1F97-4826-A6E4-1D5C80C7E3C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50">
            <a:extLst xmlns:a="http://schemas.openxmlformats.org/drawingml/2006/main">
              <a:ext uri="{FF2B5EF4-FFF2-40B4-BE49-F238E27FC236}">
                <a16:creationId xmlns:a16="http://schemas.microsoft.com/office/drawing/2014/main" id="{235BEEFF-983E-4061-8286-A33112168E4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51">
            <a:extLst xmlns:a="http://schemas.openxmlformats.org/drawingml/2006/main">
              <a:ext uri="{FF2B5EF4-FFF2-40B4-BE49-F238E27FC236}">
                <a16:creationId xmlns:a16="http://schemas.microsoft.com/office/drawing/2014/main" id="{678D8FE6-2BDC-4A3E-B078-FE694815A76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52">
            <a:extLst xmlns:a="http://schemas.openxmlformats.org/drawingml/2006/main">
              <a:ext uri="{FF2B5EF4-FFF2-40B4-BE49-F238E27FC236}">
                <a16:creationId xmlns:a16="http://schemas.microsoft.com/office/drawing/2014/main" id="{2E765AE6-46D6-4A91-BC64-F323C0C9E35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53">
            <a:extLst xmlns:a="http://schemas.openxmlformats.org/drawingml/2006/main">
              <a:ext uri="{FF2B5EF4-FFF2-40B4-BE49-F238E27FC236}">
                <a16:creationId xmlns:a16="http://schemas.microsoft.com/office/drawing/2014/main" id="{E117666A-50BC-4D5C-B40A-D63E506FCED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23</a:t>
            </a:r>
          </a:p>
        </p:txBody>
      </p:sp>
      <p:sp>
        <p:nvSpPr>
          <p:cNvPr id="16" name="profile-754">
            <a:extLst xmlns:a="http://schemas.openxmlformats.org/drawingml/2006/main">
              <a:ext uri="{FF2B5EF4-FFF2-40B4-BE49-F238E27FC236}">
                <a16:creationId xmlns:a16="http://schemas.microsoft.com/office/drawing/2014/main" id="{E7F5A59E-50F2-48A5-B375-E5A5993EEF0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Leadership and management</a:t>
            </a:r>
          </a:p>
        </p:txBody>
      </p:sp>
      <p:sp>
        <p:nvSpPr>
          <p:cNvPr id="17" name="profile-755">
            <a:extLst xmlns:a="http://schemas.openxmlformats.org/drawingml/2006/main">
              <a:ext uri="{FF2B5EF4-FFF2-40B4-BE49-F238E27FC236}">
                <a16:creationId xmlns:a16="http://schemas.microsoft.com/office/drawing/2014/main" id="{0D4693D4-73F2-4A09-BCCB-31239DA4317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3EF5BC22-ABC0-409C-A9A4-F1A438D4C1AA}"/>
              </a:ext>
            </a:extLst>
          </p:cNvPr>
          <p:cNvPicPr>
            <a:picLocks xmlns:a="http://schemas.openxmlformats.org/drawingml/2006/main" noChangeAspect="1"/>
          </p:cNvPicPr>
          <p:nvPr/>
        </p:nvPicPr>
        <p:blipFill>
          <a:blip xmlns:r="http://schemas.openxmlformats.org/officeDocument/2006/relationships" xmlns:a="http://schemas.openxmlformats.org/drawingml/2006/main" r:embed="Rba0cc922098748d6"/>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756">
            <a:extLst xmlns:a="http://schemas.openxmlformats.org/drawingml/2006/main">
              <a:ext uri="{FF2B5EF4-FFF2-40B4-BE49-F238E27FC236}">
                <a16:creationId xmlns:a16="http://schemas.microsoft.com/office/drawing/2014/main" id="{3C5A56BD-9AAC-4D88-8D8D-E8152BB09473}"/>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Agosto Cepriano</a:t>
            </a:r>
          </a:p>
        </p:txBody>
      </p:sp>
      <p:sp>
        <p:nvSpPr>
          <p:cNvPr id="20" name="profile-757">
            <a:extLst xmlns:a="http://schemas.openxmlformats.org/drawingml/2006/main">
              <a:ext uri="{FF2B5EF4-FFF2-40B4-BE49-F238E27FC236}">
                <a16:creationId xmlns:a16="http://schemas.microsoft.com/office/drawing/2014/main" id="{4E6EB775-0EDD-438F-A2A0-81BD9738A5CB}"/>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CEO / Founder</a:t>
            </a:r>
          </a:p>
        </p:txBody>
      </p:sp>
      <p:sp>
        <p:nvSpPr>
          <p:cNvPr id="21" name="profile-758">
            <a:extLst xmlns:a="http://schemas.openxmlformats.org/drawingml/2006/main">
              <a:ext uri="{FF2B5EF4-FFF2-40B4-BE49-F238E27FC236}">
                <a16:creationId xmlns:a16="http://schemas.microsoft.com/office/drawing/2014/main" id="{30D6C517-5252-4339-B98B-296943C9EC17}"/>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Company leadership and strategic</a:t>
            </a:r>
          </a:p>
        </p:txBody>
      </p:sp>
      <p:sp>
        <p:nvSpPr>
          <p:cNvPr id="22" name="profile-759">
            <a:extLst xmlns:a="http://schemas.openxmlformats.org/drawingml/2006/main">
              <a:ext uri="{FF2B5EF4-FFF2-40B4-BE49-F238E27FC236}">
                <a16:creationId xmlns:a16="http://schemas.microsoft.com/office/drawing/2014/main" id="{1081CF79-73D5-41CA-A625-8FEE307CE877}"/>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direction.</a:t>
            </a:r>
          </a:p>
        </p:txBody>
      </p:sp>
      <p:pic>
        <p:nvPicPr>
          <p:cNvPr id="23" name="">
            <a:extLst xmlns:a="http://schemas.openxmlformats.org/drawingml/2006/main">
              <a:ext uri="{FF2B5EF4-FFF2-40B4-BE49-F238E27FC236}">
                <a16:creationId xmlns:a16="http://schemas.microsoft.com/office/drawing/2014/main" id="{1029702B-02E4-4B09-919B-3CCBF92CE1AC}"/>
              </a:ext>
            </a:extLst>
          </p:cNvPr>
          <p:cNvPicPr>
            <a:picLocks xmlns:a="http://schemas.openxmlformats.org/drawingml/2006/main" noChangeAspect="1"/>
          </p:cNvPicPr>
          <p:nvPr/>
        </p:nvPicPr>
        <p:blipFill>
          <a:blip xmlns:r="http://schemas.openxmlformats.org/officeDocument/2006/relationships" xmlns:a="http://schemas.openxmlformats.org/drawingml/2006/main" r:embed="Rbd686209cdc4427a"/>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760">
            <a:extLst xmlns:a="http://schemas.openxmlformats.org/drawingml/2006/main">
              <a:ext uri="{FF2B5EF4-FFF2-40B4-BE49-F238E27FC236}">
                <a16:creationId xmlns:a16="http://schemas.microsoft.com/office/drawing/2014/main" id="{BB53BACB-D0E7-4AE4-9F1F-582CFD3FFCC2}"/>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Allan</a:t>
            </a:r>
          </a:p>
        </p:txBody>
      </p:sp>
      <p:sp>
        <p:nvSpPr>
          <p:cNvPr id="25" name="profile-761">
            <a:extLst xmlns:a="http://schemas.openxmlformats.org/drawingml/2006/main">
              <a:ext uri="{FF2B5EF4-FFF2-40B4-BE49-F238E27FC236}">
                <a16:creationId xmlns:a16="http://schemas.microsoft.com/office/drawing/2014/main" id="{6A1A9A15-70E7-4FD1-A4A3-BAF6357DAE95}"/>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Finance / HR Manager</a:t>
            </a:r>
          </a:p>
        </p:txBody>
      </p:sp>
      <p:sp>
        <p:nvSpPr>
          <p:cNvPr id="26" name="profile-762">
            <a:extLst xmlns:a="http://schemas.openxmlformats.org/drawingml/2006/main">
              <a:ext uri="{FF2B5EF4-FFF2-40B4-BE49-F238E27FC236}">
                <a16:creationId xmlns:a16="http://schemas.microsoft.com/office/drawing/2014/main" id="{6D9BB8DE-C56D-45A7-917E-0ED6BA232223}"/>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people and administrative</a:t>
            </a:r>
          </a:p>
        </p:txBody>
      </p:sp>
      <p:sp>
        <p:nvSpPr>
          <p:cNvPr id="27" name="profile-763">
            <a:extLst xmlns:a="http://schemas.openxmlformats.org/drawingml/2006/main">
              <a:ext uri="{FF2B5EF4-FFF2-40B4-BE49-F238E27FC236}">
                <a16:creationId xmlns:a16="http://schemas.microsoft.com/office/drawing/2014/main" id="{ED2BA9F7-62D1-462A-B71B-FB46E0B5D003}"/>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AEB505E4-79EB-4C1D-BDB1-D2A958F4C5F6}"/>
              </a:ext>
            </a:extLst>
          </p:cNvPr>
          <p:cNvPicPr>
            <a:picLocks xmlns:a="http://schemas.openxmlformats.org/drawingml/2006/main" noChangeAspect="1"/>
          </p:cNvPicPr>
          <p:nvPr/>
        </p:nvPicPr>
        <p:blipFill>
          <a:blip xmlns:r="http://schemas.openxmlformats.org/officeDocument/2006/relationships" xmlns:a="http://schemas.openxmlformats.org/drawingml/2006/main" r:embed="R494adac57d6e4014"/>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764">
            <a:extLst xmlns:a="http://schemas.openxmlformats.org/drawingml/2006/main">
              <a:ext uri="{FF2B5EF4-FFF2-40B4-BE49-F238E27FC236}">
                <a16:creationId xmlns:a16="http://schemas.microsoft.com/office/drawing/2014/main" id="{D5A97BB8-6A7B-4A88-B66A-9AB3DAE38A3F}"/>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Neil</a:t>
            </a:r>
          </a:p>
        </p:txBody>
      </p:sp>
      <p:sp>
        <p:nvSpPr>
          <p:cNvPr id="30" name="profile-765">
            <a:extLst xmlns:a="http://schemas.openxmlformats.org/drawingml/2006/main">
              <a:ext uri="{FF2B5EF4-FFF2-40B4-BE49-F238E27FC236}">
                <a16:creationId xmlns:a16="http://schemas.microsoft.com/office/drawing/2014/main" id="{E0E49BCD-CB82-4A89-A07A-989FC894ADD3}"/>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Marketing Head</a:t>
            </a:r>
          </a:p>
        </p:txBody>
      </p:sp>
      <p:sp>
        <p:nvSpPr>
          <p:cNvPr id="31" name="profile-766">
            <a:extLst xmlns:a="http://schemas.openxmlformats.org/drawingml/2006/main">
              <a:ext uri="{FF2B5EF4-FFF2-40B4-BE49-F238E27FC236}">
                <a16:creationId xmlns:a16="http://schemas.microsoft.com/office/drawing/2014/main" id="{D7E29F04-71B8-493E-B892-A82E66340472}"/>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Marketing direction and client acquisition.</a:t>
            </a:r>
          </a:p>
        </p:txBody>
      </p:sp>
    </p:spTree>
    <p:extLst>
      <p:ext uri="{BB962C8B-B14F-4D97-AF65-F5344CB8AC3E}">
        <p14:creationId xmlns:p14="http://schemas.microsoft.com/office/powerpoint/2010/main" val="9294979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67">
            <a:extLst xmlns:a="http://schemas.openxmlformats.org/drawingml/2006/main">
              <a:ext uri="{FF2B5EF4-FFF2-40B4-BE49-F238E27FC236}">
                <a16:creationId xmlns:a16="http://schemas.microsoft.com/office/drawing/2014/main" id="{DAB50607-5577-47A5-A044-9553E2386F1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68">
            <a:extLst xmlns:a="http://schemas.openxmlformats.org/drawingml/2006/main">
              <a:ext uri="{FF2B5EF4-FFF2-40B4-BE49-F238E27FC236}">
                <a16:creationId xmlns:a16="http://schemas.microsoft.com/office/drawing/2014/main" id="{4E3B89BA-4717-4372-9370-F5530A772DD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DEC933E-AFE9-4DD1-A004-1525C3CDCB0A}"/>
              </a:ext>
            </a:extLst>
          </p:cNvPr>
          <p:cNvPicPr>
            <a:picLocks xmlns:a="http://schemas.openxmlformats.org/drawingml/2006/main" noChangeAspect="1"/>
          </p:cNvPicPr>
          <p:nvPr/>
        </p:nvPicPr>
        <p:blipFill>
          <a:blip xmlns:r="http://schemas.openxmlformats.org/officeDocument/2006/relationships" xmlns:a="http://schemas.openxmlformats.org/drawingml/2006/main" r:embed="R7a763904164a4bb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69">
            <a:extLst xmlns:a="http://schemas.openxmlformats.org/drawingml/2006/main">
              <a:ext uri="{FF2B5EF4-FFF2-40B4-BE49-F238E27FC236}">
                <a16:creationId xmlns:a16="http://schemas.microsoft.com/office/drawing/2014/main" id="{D84CEFB3-9199-4DE2-8E81-2F1A0756002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70">
            <a:extLst xmlns:a="http://schemas.openxmlformats.org/drawingml/2006/main">
              <a:ext uri="{FF2B5EF4-FFF2-40B4-BE49-F238E27FC236}">
                <a16:creationId xmlns:a16="http://schemas.microsoft.com/office/drawing/2014/main" id="{448B7950-262C-495C-B76D-92E560E774D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71">
            <a:extLst xmlns:a="http://schemas.openxmlformats.org/drawingml/2006/main">
              <a:ext uri="{FF2B5EF4-FFF2-40B4-BE49-F238E27FC236}">
                <a16:creationId xmlns:a16="http://schemas.microsoft.com/office/drawing/2014/main" id="{9054A7A3-020E-4FBC-92B6-3EF8AF29F1F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72">
            <a:extLst xmlns:a="http://schemas.openxmlformats.org/drawingml/2006/main">
              <a:ext uri="{FF2B5EF4-FFF2-40B4-BE49-F238E27FC236}">
                <a16:creationId xmlns:a16="http://schemas.microsoft.com/office/drawing/2014/main" id="{D8E37B9C-D4CE-4A0C-A1D7-AFCAEC8679B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73">
            <a:extLst xmlns:a="http://schemas.openxmlformats.org/drawingml/2006/main">
              <a:ext uri="{FF2B5EF4-FFF2-40B4-BE49-F238E27FC236}">
                <a16:creationId xmlns:a16="http://schemas.microsoft.com/office/drawing/2014/main" id="{4388307C-7CE3-4B15-AB2A-5D2B1A2A509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774">
            <a:extLst xmlns:a="http://schemas.openxmlformats.org/drawingml/2006/main">
              <a:ext uri="{FF2B5EF4-FFF2-40B4-BE49-F238E27FC236}">
                <a16:creationId xmlns:a16="http://schemas.microsoft.com/office/drawing/2014/main" id="{93EDA6A9-2D44-4073-8369-A3083C2118A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75">
            <a:extLst xmlns:a="http://schemas.openxmlformats.org/drawingml/2006/main">
              <a:ext uri="{FF2B5EF4-FFF2-40B4-BE49-F238E27FC236}">
                <a16:creationId xmlns:a16="http://schemas.microsoft.com/office/drawing/2014/main" id="{F1740E9E-9E9E-4128-ADC5-A527A4C6839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76">
            <a:extLst xmlns:a="http://schemas.openxmlformats.org/drawingml/2006/main">
              <a:ext uri="{FF2B5EF4-FFF2-40B4-BE49-F238E27FC236}">
                <a16:creationId xmlns:a16="http://schemas.microsoft.com/office/drawing/2014/main" id="{E47C54AF-EAE2-4956-95A1-1B290527B3D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77">
            <a:extLst xmlns:a="http://schemas.openxmlformats.org/drawingml/2006/main">
              <a:ext uri="{FF2B5EF4-FFF2-40B4-BE49-F238E27FC236}">
                <a16:creationId xmlns:a16="http://schemas.microsoft.com/office/drawing/2014/main" id="{85F9B509-501A-471F-BA6D-11AE098B559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78">
            <a:extLst xmlns:a="http://schemas.openxmlformats.org/drawingml/2006/main">
              <a:ext uri="{FF2B5EF4-FFF2-40B4-BE49-F238E27FC236}">
                <a16:creationId xmlns:a16="http://schemas.microsoft.com/office/drawing/2014/main" id="{D48DB004-7482-4DDD-9BC2-61C12660EA7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79">
            <a:extLst xmlns:a="http://schemas.openxmlformats.org/drawingml/2006/main">
              <a:ext uri="{FF2B5EF4-FFF2-40B4-BE49-F238E27FC236}">
                <a16:creationId xmlns:a16="http://schemas.microsoft.com/office/drawing/2014/main" id="{4E0C2171-0311-4A51-988F-BE819F70EEF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80">
            <a:extLst xmlns:a="http://schemas.openxmlformats.org/drawingml/2006/main">
              <a:ext uri="{FF2B5EF4-FFF2-40B4-BE49-F238E27FC236}">
                <a16:creationId xmlns:a16="http://schemas.microsoft.com/office/drawing/2014/main" id="{DD2D42D6-065D-4FE3-AC65-AD92AD6DA35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24</a:t>
            </a:r>
          </a:p>
        </p:txBody>
      </p:sp>
      <p:sp>
        <p:nvSpPr>
          <p:cNvPr id="16" name="profile-781">
            <a:extLst xmlns:a="http://schemas.openxmlformats.org/drawingml/2006/main">
              <a:ext uri="{FF2B5EF4-FFF2-40B4-BE49-F238E27FC236}">
                <a16:creationId xmlns:a16="http://schemas.microsoft.com/office/drawing/2014/main" id="{5379D9E0-E25D-42BC-9977-51CD36DC320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Marketing and client support</a:t>
            </a:r>
          </a:p>
        </p:txBody>
      </p:sp>
      <p:sp>
        <p:nvSpPr>
          <p:cNvPr id="17" name="profile-782">
            <a:extLst xmlns:a="http://schemas.openxmlformats.org/drawingml/2006/main">
              <a:ext uri="{FF2B5EF4-FFF2-40B4-BE49-F238E27FC236}">
                <a16:creationId xmlns:a16="http://schemas.microsoft.com/office/drawing/2014/main" id="{8D711364-111A-4B44-B5F6-F18A5629223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F14A486B-5A07-4CA1-8C37-DDFFFFCF8E08}"/>
              </a:ext>
            </a:extLst>
          </p:cNvPr>
          <p:cNvPicPr>
            <a:picLocks xmlns:a="http://schemas.openxmlformats.org/drawingml/2006/main" noChangeAspect="1"/>
          </p:cNvPicPr>
          <p:nvPr/>
        </p:nvPicPr>
        <p:blipFill>
          <a:blip xmlns:r="http://schemas.openxmlformats.org/officeDocument/2006/relationships" xmlns:a="http://schemas.openxmlformats.org/drawingml/2006/main" r:embed="R51f3b507afff445e"/>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783">
            <a:extLst xmlns:a="http://schemas.openxmlformats.org/drawingml/2006/main">
              <a:ext uri="{FF2B5EF4-FFF2-40B4-BE49-F238E27FC236}">
                <a16:creationId xmlns:a16="http://schemas.microsoft.com/office/drawing/2014/main" id="{BC8168C9-DB05-4557-9316-1D4E5A5E79BC}"/>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Queenie</a:t>
            </a:r>
          </a:p>
        </p:txBody>
      </p:sp>
      <p:sp>
        <p:nvSpPr>
          <p:cNvPr id="20" name="profile-784">
            <a:extLst xmlns:a="http://schemas.openxmlformats.org/drawingml/2006/main">
              <a:ext uri="{FF2B5EF4-FFF2-40B4-BE49-F238E27FC236}">
                <a16:creationId xmlns:a16="http://schemas.microsoft.com/office/drawing/2014/main" id="{610D6A25-465E-4E54-9507-26FDE8FC0963}"/>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1" name="profile-785">
            <a:extLst xmlns:a="http://schemas.openxmlformats.org/drawingml/2006/main">
              <a:ext uri="{FF2B5EF4-FFF2-40B4-BE49-F238E27FC236}">
                <a16:creationId xmlns:a16="http://schemas.microsoft.com/office/drawing/2014/main" id="{E35BA9F9-4F6B-415C-A021-F7F204EE2972}"/>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campaigns and online lead</a:t>
            </a:r>
          </a:p>
        </p:txBody>
      </p:sp>
      <p:sp>
        <p:nvSpPr>
          <p:cNvPr id="22" name="profile-786">
            <a:extLst xmlns:a="http://schemas.openxmlformats.org/drawingml/2006/main">
              <a:ext uri="{FF2B5EF4-FFF2-40B4-BE49-F238E27FC236}">
                <a16:creationId xmlns:a16="http://schemas.microsoft.com/office/drawing/2014/main" id="{203FBDEF-8AA1-43B4-B502-9B9ACFDBC5B6}"/>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generation.</a:t>
            </a:r>
          </a:p>
        </p:txBody>
      </p:sp>
      <p:pic>
        <p:nvPicPr>
          <p:cNvPr id="23" name="">
            <a:extLst xmlns:a="http://schemas.openxmlformats.org/drawingml/2006/main">
              <a:ext uri="{FF2B5EF4-FFF2-40B4-BE49-F238E27FC236}">
                <a16:creationId xmlns:a16="http://schemas.microsoft.com/office/drawing/2014/main" id="{EF22B18D-9CE0-45AE-AA4D-8771F87376DA}"/>
              </a:ext>
            </a:extLst>
          </p:cNvPr>
          <p:cNvPicPr>
            <a:picLocks xmlns:a="http://schemas.openxmlformats.org/drawingml/2006/main" noChangeAspect="1"/>
          </p:cNvPicPr>
          <p:nvPr/>
        </p:nvPicPr>
        <p:blipFill>
          <a:blip xmlns:r="http://schemas.openxmlformats.org/officeDocument/2006/relationships" xmlns:a="http://schemas.openxmlformats.org/drawingml/2006/main" r:embed="R48f49b87886540eb"/>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787">
            <a:extLst xmlns:a="http://schemas.openxmlformats.org/drawingml/2006/main">
              <a:ext uri="{FF2B5EF4-FFF2-40B4-BE49-F238E27FC236}">
                <a16:creationId xmlns:a16="http://schemas.microsoft.com/office/drawing/2014/main" id="{FD8925F0-DF68-4C3D-AAD4-C53C065E64E1}"/>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Aubrey</a:t>
            </a:r>
          </a:p>
        </p:txBody>
      </p:sp>
      <p:sp>
        <p:nvSpPr>
          <p:cNvPr id="25" name="profile-788">
            <a:extLst xmlns:a="http://schemas.openxmlformats.org/drawingml/2006/main">
              <a:ext uri="{FF2B5EF4-FFF2-40B4-BE49-F238E27FC236}">
                <a16:creationId xmlns:a16="http://schemas.microsoft.com/office/drawing/2014/main" id="{C9AE2FE5-BD6E-40DF-8685-5B1859CF2973}"/>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6" name="profile-789">
            <a:extLst xmlns:a="http://schemas.openxmlformats.org/drawingml/2006/main">
              <a:ext uri="{FF2B5EF4-FFF2-40B4-BE49-F238E27FC236}">
                <a16:creationId xmlns:a16="http://schemas.microsoft.com/office/drawing/2014/main" id="{F6BAC79B-FBB3-4584-A70C-EA40730BB5CE}"/>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channels and campaign</a:t>
            </a:r>
          </a:p>
        </p:txBody>
      </p:sp>
      <p:sp>
        <p:nvSpPr>
          <p:cNvPr id="27" name="profile-790">
            <a:extLst xmlns:a="http://schemas.openxmlformats.org/drawingml/2006/main">
              <a:ext uri="{FF2B5EF4-FFF2-40B4-BE49-F238E27FC236}">
                <a16:creationId xmlns:a16="http://schemas.microsoft.com/office/drawing/2014/main" id="{D7723B93-4C51-44F4-BCBD-575BAFD96BE0}"/>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647572C8-887F-4313-9EC9-AC5A85472CCC}"/>
              </a:ext>
            </a:extLst>
          </p:cNvPr>
          <p:cNvPicPr>
            <a:picLocks xmlns:a="http://schemas.openxmlformats.org/drawingml/2006/main" noChangeAspect="1"/>
          </p:cNvPicPr>
          <p:nvPr/>
        </p:nvPicPr>
        <p:blipFill>
          <a:blip xmlns:r="http://schemas.openxmlformats.org/officeDocument/2006/relationships" xmlns:a="http://schemas.openxmlformats.org/drawingml/2006/main" r:embed="R688416841fa444fd"/>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791">
            <a:extLst xmlns:a="http://schemas.openxmlformats.org/drawingml/2006/main">
              <a:ext uri="{FF2B5EF4-FFF2-40B4-BE49-F238E27FC236}">
                <a16:creationId xmlns:a16="http://schemas.microsoft.com/office/drawing/2014/main" id="{65738019-EFF1-4FAC-841F-DCFFB61EDE0C}"/>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Floreza</a:t>
            </a:r>
          </a:p>
        </p:txBody>
      </p:sp>
      <p:sp>
        <p:nvSpPr>
          <p:cNvPr id="30" name="profile-792">
            <a:extLst xmlns:a="http://schemas.openxmlformats.org/drawingml/2006/main">
              <a:ext uri="{FF2B5EF4-FFF2-40B4-BE49-F238E27FC236}">
                <a16:creationId xmlns:a16="http://schemas.microsoft.com/office/drawing/2014/main" id="{B794B6AE-2E62-4FFD-8C22-664F8E7F9F43}"/>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Customer Service Representative</a:t>
            </a:r>
          </a:p>
        </p:txBody>
      </p:sp>
      <p:sp>
        <p:nvSpPr>
          <p:cNvPr id="31" name="profile-793">
            <a:extLst xmlns:a="http://schemas.openxmlformats.org/drawingml/2006/main">
              <a:ext uri="{FF2B5EF4-FFF2-40B4-BE49-F238E27FC236}">
                <a16:creationId xmlns:a16="http://schemas.microsoft.com/office/drawing/2014/main" id="{CA301CEF-4D77-44AE-A1C9-549CA1A5FBAE}"/>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Client inquiries and service coordination.</a:t>
            </a:r>
          </a:p>
        </p:txBody>
      </p:sp>
    </p:spTree>
    <p:extLst>
      <p:ext uri="{BB962C8B-B14F-4D97-AF65-F5344CB8AC3E}">
        <p14:creationId xmlns:p14="http://schemas.microsoft.com/office/powerpoint/2010/main" val="186326587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794">
            <a:extLst xmlns:a="http://schemas.openxmlformats.org/drawingml/2006/main">
              <a:ext uri="{FF2B5EF4-FFF2-40B4-BE49-F238E27FC236}">
                <a16:creationId xmlns:a16="http://schemas.microsoft.com/office/drawing/2014/main" id="{89D524DB-790D-4D30-B658-C9C4A0180F9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95">
            <a:extLst xmlns:a="http://schemas.openxmlformats.org/drawingml/2006/main">
              <a:ext uri="{FF2B5EF4-FFF2-40B4-BE49-F238E27FC236}">
                <a16:creationId xmlns:a16="http://schemas.microsoft.com/office/drawing/2014/main" id="{C23C1691-B46B-44D2-B6CB-D7B25767315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6A72AAB-D1A9-4E6E-ADE9-9AB4310F7F4A}"/>
              </a:ext>
            </a:extLst>
          </p:cNvPr>
          <p:cNvPicPr>
            <a:picLocks xmlns:a="http://schemas.openxmlformats.org/drawingml/2006/main" noChangeAspect="1"/>
          </p:cNvPicPr>
          <p:nvPr/>
        </p:nvPicPr>
        <p:blipFill>
          <a:blip xmlns:r="http://schemas.openxmlformats.org/officeDocument/2006/relationships" xmlns:a="http://schemas.openxmlformats.org/drawingml/2006/main" r:embed="R134ba8b8f214460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96">
            <a:extLst xmlns:a="http://schemas.openxmlformats.org/drawingml/2006/main">
              <a:ext uri="{FF2B5EF4-FFF2-40B4-BE49-F238E27FC236}">
                <a16:creationId xmlns:a16="http://schemas.microsoft.com/office/drawing/2014/main" id="{25ED0F68-68A6-4DE9-AF07-473B5EAB20E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97">
            <a:extLst xmlns:a="http://schemas.openxmlformats.org/drawingml/2006/main">
              <a:ext uri="{FF2B5EF4-FFF2-40B4-BE49-F238E27FC236}">
                <a16:creationId xmlns:a16="http://schemas.microsoft.com/office/drawing/2014/main" id="{B5ADF242-9C16-4390-8527-17309249B44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798">
            <a:extLst xmlns:a="http://schemas.openxmlformats.org/drawingml/2006/main">
              <a:ext uri="{FF2B5EF4-FFF2-40B4-BE49-F238E27FC236}">
                <a16:creationId xmlns:a16="http://schemas.microsoft.com/office/drawing/2014/main" id="{98F82B01-488F-48A8-A3EF-D9BD9D99742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799">
            <a:extLst xmlns:a="http://schemas.openxmlformats.org/drawingml/2006/main">
              <a:ext uri="{FF2B5EF4-FFF2-40B4-BE49-F238E27FC236}">
                <a16:creationId xmlns:a16="http://schemas.microsoft.com/office/drawing/2014/main" id="{52E9AF98-2B51-4877-B7C4-E309DA88088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00">
            <a:extLst xmlns:a="http://schemas.openxmlformats.org/drawingml/2006/main">
              <a:ext uri="{FF2B5EF4-FFF2-40B4-BE49-F238E27FC236}">
                <a16:creationId xmlns:a16="http://schemas.microsoft.com/office/drawing/2014/main" id="{110D8AF8-0193-46FF-9976-C3B38D7E65B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01">
            <a:extLst xmlns:a="http://schemas.openxmlformats.org/drawingml/2006/main">
              <a:ext uri="{FF2B5EF4-FFF2-40B4-BE49-F238E27FC236}">
                <a16:creationId xmlns:a16="http://schemas.microsoft.com/office/drawing/2014/main" id="{FB72FC95-C1DF-42B8-B62F-F7AA861B775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02">
            <a:extLst xmlns:a="http://schemas.openxmlformats.org/drawingml/2006/main">
              <a:ext uri="{FF2B5EF4-FFF2-40B4-BE49-F238E27FC236}">
                <a16:creationId xmlns:a16="http://schemas.microsoft.com/office/drawing/2014/main" id="{162950CC-7995-4B71-B20E-BA879F67D09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03">
            <a:extLst xmlns:a="http://schemas.openxmlformats.org/drawingml/2006/main">
              <a:ext uri="{FF2B5EF4-FFF2-40B4-BE49-F238E27FC236}">
                <a16:creationId xmlns:a16="http://schemas.microsoft.com/office/drawing/2014/main" id="{4ACE01DF-5F07-40A4-99A3-4A1AFABF1A1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04">
            <a:extLst xmlns:a="http://schemas.openxmlformats.org/drawingml/2006/main">
              <a:ext uri="{FF2B5EF4-FFF2-40B4-BE49-F238E27FC236}">
                <a16:creationId xmlns:a16="http://schemas.microsoft.com/office/drawing/2014/main" id="{76C3BA51-450B-4DEB-8DDB-6B278ABBBDE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05">
            <a:extLst xmlns:a="http://schemas.openxmlformats.org/drawingml/2006/main">
              <a:ext uri="{FF2B5EF4-FFF2-40B4-BE49-F238E27FC236}">
                <a16:creationId xmlns:a16="http://schemas.microsoft.com/office/drawing/2014/main" id="{7B72517B-A9B6-4420-9054-3FC51CCC604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06">
            <a:extLst xmlns:a="http://schemas.openxmlformats.org/drawingml/2006/main">
              <a:ext uri="{FF2B5EF4-FFF2-40B4-BE49-F238E27FC236}">
                <a16:creationId xmlns:a16="http://schemas.microsoft.com/office/drawing/2014/main" id="{D68B5359-CA1B-4E29-AA65-52C5D520E7F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07">
            <a:extLst xmlns:a="http://schemas.openxmlformats.org/drawingml/2006/main">
              <a:ext uri="{FF2B5EF4-FFF2-40B4-BE49-F238E27FC236}">
                <a16:creationId xmlns:a16="http://schemas.microsoft.com/office/drawing/2014/main" id="{C1119527-C761-4B18-8C92-8158D6692C4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25</a:t>
            </a:r>
          </a:p>
        </p:txBody>
      </p:sp>
      <p:sp>
        <p:nvSpPr>
          <p:cNvPr id="16" name="profile-808">
            <a:extLst xmlns:a="http://schemas.openxmlformats.org/drawingml/2006/main">
              <a:ext uri="{FF2B5EF4-FFF2-40B4-BE49-F238E27FC236}">
                <a16:creationId xmlns:a16="http://schemas.microsoft.com/office/drawing/2014/main" id="{B65B05B3-3C81-4A8E-8E26-4564D82219E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Company and project documentation</a:t>
            </a:r>
          </a:p>
        </p:txBody>
      </p:sp>
      <p:sp>
        <p:nvSpPr>
          <p:cNvPr id="17" name="profile-809">
            <a:extLst xmlns:a="http://schemas.openxmlformats.org/drawingml/2006/main">
              <a:ext uri="{FF2B5EF4-FFF2-40B4-BE49-F238E27FC236}">
                <a16:creationId xmlns:a16="http://schemas.microsoft.com/office/drawing/2014/main" id="{814A7915-31A0-4198-AD28-616CA623832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10">
            <a:extLst xmlns:a="http://schemas.openxmlformats.org/drawingml/2006/main">
              <a:ext uri="{FF2B5EF4-FFF2-40B4-BE49-F238E27FC236}">
                <a16:creationId xmlns:a16="http://schemas.microsoft.com/office/drawing/2014/main" id="{9BF839D8-8D4D-42F4-ACDE-C7810D1B9F1F}"/>
              </a:ext>
            </a:extLst>
          </p:cNvPr>
          <p:cNvSpPr>
            <a:spLocks xmlns:a="http://schemas.openxmlformats.org/drawingml/2006/main" noGrp="1"/>
          </p:cNvSpPr>
          <p:nvPr/>
        </p:nvSpPr>
        <p:spPr>
          <a:xfrm xmlns:a="http://schemas.openxmlformats.org/drawingml/2006/main">
            <a:off x="400050" y="224790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Documentation is coordinated during supplier accreditation and project scoping.</a:t>
            </a:r>
          </a:p>
        </p:txBody>
      </p:sp>
      <p:sp>
        <p:nvSpPr>
          <p:cNvPr id="19" name="profile-811">
            <a:extLst xmlns:a="http://schemas.openxmlformats.org/drawingml/2006/main">
              <a:ext uri="{FF2B5EF4-FFF2-40B4-BE49-F238E27FC236}">
                <a16:creationId xmlns:a16="http://schemas.microsoft.com/office/drawing/2014/main" id="{FB7BD59B-E3B8-42CE-825B-F1B2EE002F50}"/>
              </a:ext>
            </a:extLst>
          </p:cNvPr>
          <p:cNvSpPr>
            <a:spLocks xmlns:a="http://schemas.openxmlformats.org/drawingml/2006/main" noGrp="1"/>
          </p:cNvSpPr>
          <p:nvPr/>
        </p:nvSpPr>
        <p:spPr>
          <a:xfrm xmlns:a="http://schemas.openxmlformats.org/drawingml/2006/main">
            <a:off x="400050" y="33242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Company registration</a:t>
            </a:r>
          </a:p>
        </p:txBody>
      </p:sp>
      <p:sp>
        <p:nvSpPr>
          <p:cNvPr id="20" name="profile-812">
            <a:extLst xmlns:a="http://schemas.openxmlformats.org/drawingml/2006/main">
              <a:ext uri="{FF2B5EF4-FFF2-40B4-BE49-F238E27FC236}">
                <a16:creationId xmlns:a16="http://schemas.microsoft.com/office/drawing/2014/main" id="{A9A07A96-D358-4C47-B065-9F38A1397273}"/>
              </a:ext>
            </a:extLst>
          </p:cNvPr>
          <p:cNvSpPr>
            <a:spLocks xmlns:a="http://schemas.openxmlformats.org/drawingml/2006/main" noGrp="1"/>
          </p:cNvSpPr>
          <p:nvPr/>
        </p:nvSpPr>
        <p:spPr>
          <a:xfrm xmlns:a="http://schemas.openxmlformats.org/drawingml/2006/main">
            <a:off x="4181475" y="332422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SEC, BIR Form 2303 and 2026 business-permit copies</a:t>
            </a:r>
          </a:p>
        </p:txBody>
      </p:sp>
      <p:sp>
        <p:nvSpPr>
          <p:cNvPr id="21" name="profile-813">
            <a:extLst xmlns:a="http://schemas.openxmlformats.org/drawingml/2006/main">
              <a:ext uri="{FF2B5EF4-FFF2-40B4-BE49-F238E27FC236}">
                <a16:creationId xmlns:a16="http://schemas.microsoft.com/office/drawing/2014/main" id="{0334BFDC-4147-4102-B761-37C8548C8320}"/>
              </a:ext>
            </a:extLst>
          </p:cNvPr>
          <p:cNvSpPr>
            <a:spLocks xmlns:a="http://schemas.openxmlformats.org/drawingml/2006/main" noGrp="1"/>
          </p:cNvSpPr>
          <p:nvPr/>
        </p:nvSpPr>
        <p:spPr>
          <a:xfrm xmlns:a="http://schemas.openxmlformats.org/drawingml/2006/main">
            <a:off x="400050" y="39243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Service-specific records</a:t>
            </a:r>
          </a:p>
        </p:txBody>
      </p:sp>
      <p:sp>
        <p:nvSpPr>
          <p:cNvPr id="22" name="profile-814">
            <a:extLst xmlns:a="http://schemas.openxmlformats.org/drawingml/2006/main">
              <a:ext uri="{FF2B5EF4-FFF2-40B4-BE49-F238E27FC236}">
                <a16:creationId xmlns:a16="http://schemas.microsoft.com/office/drawing/2014/main" id="{BF311848-94E3-4DEE-B8E6-F4B0FE409863}"/>
              </a:ext>
            </a:extLst>
          </p:cNvPr>
          <p:cNvSpPr>
            <a:spLocks xmlns:a="http://schemas.openxmlformats.org/drawingml/2006/main" noGrp="1"/>
          </p:cNvSpPr>
          <p:nvPr/>
        </p:nvSpPr>
        <p:spPr>
          <a:xfrm xmlns:a="http://schemas.openxmlformats.org/drawingml/2006/main">
            <a:off x="4181475" y="392430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Documents applicable to the agreed work and service provider</a:t>
            </a:r>
          </a:p>
        </p:txBody>
      </p:sp>
      <p:sp>
        <p:nvSpPr>
          <p:cNvPr id="23" name="profile-815">
            <a:extLst xmlns:a="http://schemas.openxmlformats.org/drawingml/2006/main">
              <a:ext uri="{FF2B5EF4-FFF2-40B4-BE49-F238E27FC236}">
                <a16:creationId xmlns:a16="http://schemas.microsoft.com/office/drawing/2014/main" id="{4D6DB05F-8EFE-49DF-9ED1-7F3EF0E5043A}"/>
              </a:ext>
            </a:extLst>
          </p:cNvPr>
          <p:cNvSpPr>
            <a:spLocks xmlns:a="http://schemas.openxmlformats.org/drawingml/2006/main" noGrp="1"/>
          </p:cNvSpPr>
          <p:nvPr/>
        </p:nvSpPr>
        <p:spPr>
          <a:xfrm xmlns:a="http://schemas.openxmlformats.org/drawingml/2006/main">
            <a:off x="400050" y="45243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Treatment and disposal</a:t>
            </a:r>
          </a:p>
        </p:txBody>
      </p:sp>
      <p:sp>
        <p:nvSpPr>
          <p:cNvPr id="24" name="profile-816">
            <a:extLst xmlns:a="http://schemas.openxmlformats.org/drawingml/2006/main">
              <a:ext uri="{FF2B5EF4-FFF2-40B4-BE49-F238E27FC236}">
                <a16:creationId xmlns:a16="http://schemas.microsoft.com/office/drawing/2014/main" id="{D626186B-B162-4349-9538-C15ED24B5A0E}"/>
              </a:ext>
            </a:extLst>
          </p:cNvPr>
          <p:cNvSpPr>
            <a:spLocks xmlns:a="http://schemas.openxmlformats.org/drawingml/2006/main" noGrp="1"/>
          </p:cNvSpPr>
          <p:nvPr/>
        </p:nvSpPr>
        <p:spPr>
          <a:xfrm xmlns:a="http://schemas.openxmlformats.org/drawingml/2006/main">
            <a:off x="4181475" y="452437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Relevant facility records, agreements and supporting documentation</a:t>
            </a:r>
          </a:p>
        </p:txBody>
      </p:sp>
      <p:sp>
        <p:nvSpPr>
          <p:cNvPr id="25" name="profile-817">
            <a:extLst xmlns:a="http://schemas.openxmlformats.org/drawingml/2006/main">
              <a:ext uri="{FF2B5EF4-FFF2-40B4-BE49-F238E27FC236}">
                <a16:creationId xmlns:a16="http://schemas.microsoft.com/office/drawing/2014/main" id="{53024457-A576-4E77-B38F-5970CB2727C9}"/>
              </a:ext>
            </a:extLst>
          </p:cNvPr>
          <p:cNvSpPr>
            <a:spLocks xmlns:a="http://schemas.openxmlformats.org/drawingml/2006/main" noGrp="1"/>
          </p:cNvSpPr>
          <p:nvPr/>
        </p:nvSpPr>
        <p:spPr>
          <a:xfrm xmlns:a="http://schemas.openxmlformats.org/drawingml/2006/main">
            <a:off x="400050" y="51244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Project handover</a:t>
            </a:r>
          </a:p>
        </p:txBody>
      </p:sp>
      <p:sp>
        <p:nvSpPr>
          <p:cNvPr id="26" name="profile-818">
            <a:extLst xmlns:a="http://schemas.openxmlformats.org/drawingml/2006/main">
              <a:ext uri="{FF2B5EF4-FFF2-40B4-BE49-F238E27FC236}">
                <a16:creationId xmlns:a16="http://schemas.microsoft.com/office/drawing/2014/main" id="{A4D1EB1B-74A5-4EE1-940B-2A43CCE5FA67}"/>
              </a:ext>
            </a:extLst>
          </p:cNvPr>
          <p:cNvSpPr>
            <a:spLocks xmlns:a="http://schemas.openxmlformats.org/drawingml/2006/main" noGrp="1"/>
          </p:cNvSpPr>
          <p:nvPr/>
        </p:nvSpPr>
        <p:spPr>
          <a:xfrm xmlns:a="http://schemas.openxmlformats.org/drawingml/2006/main">
            <a:off x="4181475" y="512445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Agreed completion records, operating guidance and service reports</a:t>
            </a:r>
          </a:p>
        </p:txBody>
      </p:sp>
      <p:sp>
        <p:nvSpPr>
          <p:cNvPr id="27" name="profile-819">
            <a:extLst xmlns:a="http://schemas.openxmlformats.org/drawingml/2006/main">
              <a:ext uri="{FF2B5EF4-FFF2-40B4-BE49-F238E27FC236}">
                <a16:creationId xmlns:a16="http://schemas.microsoft.com/office/drawing/2014/main" id="{021E6C37-329A-4939-8E94-4D73A60B8332}"/>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PhilGEPS Red-registration record included. Updated Globaltec discharge-permit copy remains to follow.</a:t>
            </a:r>
          </a:p>
        </p:txBody>
      </p:sp>
    </p:spTree>
    <p:extLst>
      <p:ext uri="{BB962C8B-B14F-4D97-AF65-F5344CB8AC3E}">
        <p14:creationId xmlns:p14="http://schemas.microsoft.com/office/powerpoint/2010/main" val="5226840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profile-820">
            <a:extLst xmlns:a="http://schemas.openxmlformats.org/drawingml/2006/main">
              <a:ext uri="{FF2B5EF4-FFF2-40B4-BE49-F238E27FC236}">
                <a16:creationId xmlns:a16="http://schemas.microsoft.com/office/drawing/2014/main" id="{6107851E-9562-414E-BCD7-DF133FB9613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21">
            <a:extLst xmlns:a="http://schemas.openxmlformats.org/drawingml/2006/main">
              <a:ext uri="{FF2B5EF4-FFF2-40B4-BE49-F238E27FC236}">
                <a16:creationId xmlns:a16="http://schemas.microsoft.com/office/drawing/2014/main" id="{52503F06-4169-489E-ABDD-473CEC24E96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1C49AD5-F22F-40D9-9BF2-DD549EC5E1DD}"/>
              </a:ext>
            </a:extLst>
          </p:cNvPr>
          <p:cNvPicPr>
            <a:picLocks xmlns:a="http://schemas.openxmlformats.org/drawingml/2006/main" noChangeAspect="1"/>
          </p:cNvPicPr>
          <p:nvPr/>
        </p:nvPicPr>
        <p:blipFill>
          <a:blip xmlns:r="http://schemas.openxmlformats.org/officeDocument/2006/relationships" xmlns:a="http://schemas.openxmlformats.org/drawingml/2006/main" r:embed="R8169cf001e664ce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22">
            <a:extLst xmlns:a="http://schemas.openxmlformats.org/drawingml/2006/main">
              <a:ext uri="{FF2B5EF4-FFF2-40B4-BE49-F238E27FC236}">
                <a16:creationId xmlns:a16="http://schemas.microsoft.com/office/drawing/2014/main" id="{A69D7302-48E2-465B-81AE-F7658EA6496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23">
            <a:extLst xmlns:a="http://schemas.openxmlformats.org/drawingml/2006/main">
              <a:ext uri="{FF2B5EF4-FFF2-40B4-BE49-F238E27FC236}">
                <a16:creationId xmlns:a16="http://schemas.microsoft.com/office/drawing/2014/main" id="{2E6510F3-3F10-4EF1-B05B-F8B9D4D48E5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24">
            <a:extLst xmlns:a="http://schemas.openxmlformats.org/drawingml/2006/main">
              <a:ext uri="{FF2B5EF4-FFF2-40B4-BE49-F238E27FC236}">
                <a16:creationId xmlns:a16="http://schemas.microsoft.com/office/drawing/2014/main" id="{3D274DD4-A44D-4160-9752-9D94B850875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25">
            <a:extLst xmlns:a="http://schemas.openxmlformats.org/drawingml/2006/main">
              <a:ext uri="{FF2B5EF4-FFF2-40B4-BE49-F238E27FC236}">
                <a16:creationId xmlns:a16="http://schemas.microsoft.com/office/drawing/2014/main" id="{0FB73F2D-34F1-44F3-B4AC-3CBD60D5505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26">
            <a:extLst xmlns:a="http://schemas.openxmlformats.org/drawingml/2006/main">
              <a:ext uri="{FF2B5EF4-FFF2-40B4-BE49-F238E27FC236}">
                <a16:creationId xmlns:a16="http://schemas.microsoft.com/office/drawing/2014/main" id="{44E89F85-B2D3-458C-817E-513DDDC593C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27">
            <a:extLst xmlns:a="http://schemas.openxmlformats.org/drawingml/2006/main">
              <a:ext uri="{FF2B5EF4-FFF2-40B4-BE49-F238E27FC236}">
                <a16:creationId xmlns:a16="http://schemas.microsoft.com/office/drawing/2014/main" id="{FC73A60E-83D5-484B-BEE0-885BDAEE9F0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28">
            <a:extLst xmlns:a="http://schemas.openxmlformats.org/drawingml/2006/main">
              <a:ext uri="{FF2B5EF4-FFF2-40B4-BE49-F238E27FC236}">
                <a16:creationId xmlns:a16="http://schemas.microsoft.com/office/drawing/2014/main" id="{6D1EB0E6-A734-46B6-A5FE-F4EB3761AA3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29">
            <a:extLst xmlns:a="http://schemas.openxmlformats.org/drawingml/2006/main">
              <a:ext uri="{FF2B5EF4-FFF2-40B4-BE49-F238E27FC236}">
                <a16:creationId xmlns:a16="http://schemas.microsoft.com/office/drawing/2014/main" id="{A8338644-9B21-47D3-A5EA-9A4C629A247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30">
            <a:extLst xmlns:a="http://schemas.openxmlformats.org/drawingml/2006/main">
              <a:ext uri="{FF2B5EF4-FFF2-40B4-BE49-F238E27FC236}">
                <a16:creationId xmlns:a16="http://schemas.microsoft.com/office/drawing/2014/main" id="{A784609E-EBC2-4FA2-93A0-99D88EF159A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31">
            <a:extLst xmlns:a="http://schemas.openxmlformats.org/drawingml/2006/main">
              <a:ext uri="{FF2B5EF4-FFF2-40B4-BE49-F238E27FC236}">
                <a16:creationId xmlns:a16="http://schemas.microsoft.com/office/drawing/2014/main" id="{8656B540-1918-4B3D-8656-5BCE3CCEFBC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32">
            <a:extLst xmlns:a="http://schemas.openxmlformats.org/drawingml/2006/main">
              <a:ext uri="{FF2B5EF4-FFF2-40B4-BE49-F238E27FC236}">
                <a16:creationId xmlns:a16="http://schemas.microsoft.com/office/drawing/2014/main" id="{6A87548D-2F37-4FE5-89A0-7E4E5153261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33">
            <a:extLst xmlns:a="http://schemas.openxmlformats.org/drawingml/2006/main">
              <a:ext uri="{FF2B5EF4-FFF2-40B4-BE49-F238E27FC236}">
                <a16:creationId xmlns:a16="http://schemas.microsoft.com/office/drawing/2014/main" id="{2621A716-7444-4617-A676-DCD5C5265DA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26</a:t>
            </a:r>
          </a:p>
        </p:txBody>
      </p:sp>
      <p:sp>
        <p:nvSpPr>
          <p:cNvPr id="16" name="profile-834">
            <a:extLst xmlns:a="http://schemas.openxmlformats.org/drawingml/2006/main">
              <a:ext uri="{FF2B5EF4-FFF2-40B4-BE49-F238E27FC236}">
                <a16:creationId xmlns:a16="http://schemas.microsoft.com/office/drawing/2014/main" id="{0195E404-5D0C-4D4F-A48D-43275D69B9C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clear process for every engagement</a:t>
            </a:r>
          </a:p>
        </p:txBody>
      </p:sp>
      <p:sp>
        <p:nvSpPr>
          <p:cNvPr id="17" name="profile-835">
            <a:extLst xmlns:a="http://schemas.openxmlformats.org/drawingml/2006/main">
              <a:ext uri="{FF2B5EF4-FFF2-40B4-BE49-F238E27FC236}">
                <a16:creationId xmlns:a16="http://schemas.microsoft.com/office/drawing/2014/main" id="{D796A1E0-8B9A-42C9-9F6D-6C295B30D3A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36">
            <a:extLst xmlns:a="http://schemas.openxmlformats.org/drawingml/2006/main">
              <a:ext uri="{FF2B5EF4-FFF2-40B4-BE49-F238E27FC236}">
                <a16:creationId xmlns:a16="http://schemas.microsoft.com/office/drawing/2014/main" id="{C8653466-ABEE-4E5C-A5CD-EC633CBE104E}"/>
              </a:ext>
            </a:extLst>
          </p:cNvPr>
          <p:cNvSpPr>
            <a:spLocks xmlns:a="http://schemas.openxmlformats.org/drawingml/2006/main" noGrp="1"/>
          </p:cNvSpPr>
          <p:nvPr/>
        </p:nvSpPr>
        <p:spPr>
          <a:xfrm xmlns:a="http://schemas.openxmlformats.org/drawingml/2006/main">
            <a:off x="400050" y="22764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01</a:t>
            </a:r>
          </a:p>
        </p:txBody>
      </p:sp>
      <p:sp>
        <p:nvSpPr>
          <p:cNvPr id="19" name="profile-837">
            <a:extLst xmlns:a="http://schemas.openxmlformats.org/drawingml/2006/main">
              <a:ext uri="{FF2B5EF4-FFF2-40B4-BE49-F238E27FC236}">
                <a16:creationId xmlns:a16="http://schemas.microsoft.com/office/drawing/2014/main" id="{C1824E5C-D622-466B-A38C-57E4EB5FF7E3}"/>
              </a:ext>
            </a:extLst>
          </p:cNvPr>
          <p:cNvSpPr>
            <a:spLocks xmlns:a="http://schemas.openxmlformats.org/drawingml/2006/main" noGrp="1"/>
          </p:cNvSpPr>
          <p:nvPr/>
        </p:nvSpPr>
        <p:spPr>
          <a:xfrm xmlns:a="http://schemas.openxmlformats.org/drawingml/2006/main">
            <a:off x="1266825" y="22764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Tell us what your site needs</a:t>
            </a:r>
          </a:p>
        </p:txBody>
      </p:sp>
      <p:sp>
        <p:nvSpPr>
          <p:cNvPr id="20" name="profile-838">
            <a:extLst xmlns:a="http://schemas.openxmlformats.org/drawingml/2006/main">
              <a:ext uri="{FF2B5EF4-FFF2-40B4-BE49-F238E27FC236}">
                <a16:creationId xmlns:a16="http://schemas.microsoft.com/office/drawing/2014/main" id="{8B539043-8C92-4B48-A9CA-F9CF523E2FEC}"/>
              </a:ext>
            </a:extLst>
          </p:cNvPr>
          <p:cNvSpPr>
            <a:spLocks xmlns:a="http://schemas.openxmlformats.org/drawingml/2006/main" noGrp="1"/>
          </p:cNvSpPr>
          <p:nvPr/>
        </p:nvSpPr>
        <p:spPr>
          <a:xfrm xmlns:a="http://schemas.openxmlformats.org/drawingml/2006/main">
            <a:off x="1266825" y="26098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Share the location, property type, service concern, and preferred schedule.</a:t>
            </a:r>
          </a:p>
        </p:txBody>
      </p:sp>
      <p:sp>
        <p:nvSpPr>
          <p:cNvPr id="21" name="profile-839">
            <a:extLst xmlns:a="http://schemas.openxmlformats.org/drawingml/2006/main">
              <a:ext uri="{FF2B5EF4-FFF2-40B4-BE49-F238E27FC236}">
                <a16:creationId xmlns:a16="http://schemas.microsoft.com/office/drawing/2014/main" id="{635EF505-A83E-4677-ABA5-8B940F1C2C24}"/>
              </a:ext>
            </a:extLst>
          </p:cNvPr>
          <p:cNvSpPr>
            <a:spLocks xmlns:a="http://schemas.openxmlformats.org/drawingml/2006/main" noGrp="1"/>
          </p:cNvSpPr>
          <p:nvPr/>
        </p:nvSpPr>
        <p:spPr>
          <a:xfrm xmlns:a="http://schemas.openxmlformats.org/drawingml/2006/main">
            <a:off x="400050" y="300990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02</a:t>
            </a:r>
          </a:p>
        </p:txBody>
      </p:sp>
      <p:sp>
        <p:nvSpPr>
          <p:cNvPr id="22" name="profile-840">
            <a:extLst xmlns:a="http://schemas.openxmlformats.org/drawingml/2006/main">
              <a:ext uri="{FF2B5EF4-FFF2-40B4-BE49-F238E27FC236}">
                <a16:creationId xmlns:a16="http://schemas.microsoft.com/office/drawing/2014/main" id="{83CF03F9-65DF-44EC-8C29-7E10EFC7FEEE}"/>
              </a:ext>
            </a:extLst>
          </p:cNvPr>
          <p:cNvSpPr>
            <a:spLocks xmlns:a="http://schemas.openxmlformats.org/drawingml/2006/main" noGrp="1"/>
          </p:cNvSpPr>
          <p:nvPr/>
        </p:nvSpPr>
        <p:spPr>
          <a:xfrm xmlns:a="http://schemas.openxmlformats.org/drawingml/2006/main">
            <a:off x="1266825" y="300990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the scope</a:t>
            </a:r>
          </a:p>
        </p:txBody>
      </p:sp>
      <p:sp>
        <p:nvSpPr>
          <p:cNvPr id="23" name="profile-841">
            <a:extLst xmlns:a="http://schemas.openxmlformats.org/drawingml/2006/main">
              <a:ext uri="{FF2B5EF4-FFF2-40B4-BE49-F238E27FC236}">
                <a16:creationId xmlns:a16="http://schemas.microsoft.com/office/drawing/2014/main" id="{04A492D0-6914-4548-811F-D74BA99D622A}"/>
              </a:ext>
            </a:extLst>
          </p:cNvPr>
          <p:cNvSpPr>
            <a:spLocks xmlns:a="http://schemas.openxmlformats.org/drawingml/2006/main" noGrp="1"/>
          </p:cNvSpPr>
          <p:nvPr/>
        </p:nvSpPr>
        <p:spPr>
          <a:xfrm xmlns:a="http://schemas.openxmlformats.org/drawingml/2006/main">
            <a:off x="1266825" y="334327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Oceanides assesses the information and arranges a site visit where needed.</a:t>
            </a:r>
          </a:p>
        </p:txBody>
      </p:sp>
      <p:sp>
        <p:nvSpPr>
          <p:cNvPr id="24" name="profile-842">
            <a:extLst xmlns:a="http://schemas.openxmlformats.org/drawingml/2006/main">
              <a:ext uri="{FF2B5EF4-FFF2-40B4-BE49-F238E27FC236}">
                <a16:creationId xmlns:a16="http://schemas.microsoft.com/office/drawing/2014/main" id="{78A74CA0-971F-47EC-85DA-6941B173844E}"/>
              </a:ext>
            </a:extLst>
          </p:cNvPr>
          <p:cNvSpPr>
            <a:spLocks xmlns:a="http://schemas.openxmlformats.org/drawingml/2006/main" noGrp="1"/>
          </p:cNvSpPr>
          <p:nvPr/>
        </p:nvSpPr>
        <p:spPr>
          <a:xfrm xmlns:a="http://schemas.openxmlformats.org/drawingml/2006/main">
            <a:off x="400050" y="374332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03</a:t>
            </a:r>
          </a:p>
        </p:txBody>
      </p:sp>
      <p:sp>
        <p:nvSpPr>
          <p:cNvPr id="25" name="profile-843">
            <a:extLst xmlns:a="http://schemas.openxmlformats.org/drawingml/2006/main">
              <a:ext uri="{FF2B5EF4-FFF2-40B4-BE49-F238E27FC236}">
                <a16:creationId xmlns:a16="http://schemas.microsoft.com/office/drawing/2014/main" id="{39961D8B-5051-4D9A-B440-E41002699760}"/>
              </a:ext>
            </a:extLst>
          </p:cNvPr>
          <p:cNvSpPr>
            <a:spLocks xmlns:a="http://schemas.openxmlformats.org/drawingml/2006/main" noGrp="1"/>
          </p:cNvSpPr>
          <p:nvPr/>
        </p:nvSpPr>
        <p:spPr>
          <a:xfrm xmlns:a="http://schemas.openxmlformats.org/drawingml/2006/main">
            <a:off x="1266825" y="374332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Approve the proposal</a:t>
            </a:r>
          </a:p>
        </p:txBody>
      </p:sp>
      <p:sp>
        <p:nvSpPr>
          <p:cNvPr id="26" name="profile-844">
            <a:extLst xmlns:a="http://schemas.openxmlformats.org/drawingml/2006/main">
              <a:ext uri="{FF2B5EF4-FFF2-40B4-BE49-F238E27FC236}">
                <a16:creationId xmlns:a16="http://schemas.microsoft.com/office/drawing/2014/main" id="{73C03294-3B57-4665-9F08-24BAA1C8D6AD}"/>
              </a:ext>
            </a:extLst>
          </p:cNvPr>
          <p:cNvSpPr>
            <a:spLocks xmlns:a="http://schemas.openxmlformats.org/drawingml/2006/main" noGrp="1"/>
          </p:cNvSpPr>
          <p:nvPr/>
        </p:nvSpPr>
        <p:spPr>
          <a:xfrm xmlns:a="http://schemas.openxmlformats.org/drawingml/2006/main">
            <a:off x="1266825" y="407670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Review the work scope, price, schedule, site requirements, and agreed responsibilities.</a:t>
            </a:r>
          </a:p>
        </p:txBody>
      </p:sp>
      <p:sp>
        <p:nvSpPr>
          <p:cNvPr id="27" name="profile-845">
            <a:extLst xmlns:a="http://schemas.openxmlformats.org/drawingml/2006/main">
              <a:ext uri="{FF2B5EF4-FFF2-40B4-BE49-F238E27FC236}">
                <a16:creationId xmlns:a16="http://schemas.microsoft.com/office/drawing/2014/main" id="{AB15606D-AF01-4B5D-A82A-E9ABA84A3F28}"/>
              </a:ext>
            </a:extLst>
          </p:cNvPr>
          <p:cNvSpPr>
            <a:spLocks xmlns:a="http://schemas.openxmlformats.org/drawingml/2006/main" noGrp="1"/>
          </p:cNvSpPr>
          <p:nvPr/>
        </p:nvSpPr>
        <p:spPr>
          <a:xfrm xmlns:a="http://schemas.openxmlformats.org/drawingml/2006/main">
            <a:off x="400050" y="447675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04</a:t>
            </a:r>
          </a:p>
        </p:txBody>
      </p:sp>
      <p:sp>
        <p:nvSpPr>
          <p:cNvPr id="28" name="profile-846">
            <a:extLst xmlns:a="http://schemas.openxmlformats.org/drawingml/2006/main">
              <a:ext uri="{FF2B5EF4-FFF2-40B4-BE49-F238E27FC236}">
                <a16:creationId xmlns:a16="http://schemas.microsoft.com/office/drawing/2014/main" id="{BD9B8284-D90F-4DB2-91E9-AEDFB0574AFF}"/>
              </a:ext>
            </a:extLst>
          </p:cNvPr>
          <p:cNvSpPr>
            <a:spLocks xmlns:a="http://schemas.openxmlformats.org/drawingml/2006/main" noGrp="1"/>
          </p:cNvSpPr>
          <p:nvPr/>
        </p:nvSpPr>
        <p:spPr>
          <a:xfrm xmlns:a="http://schemas.openxmlformats.org/drawingml/2006/main">
            <a:off x="1266825" y="447675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Coordinate the service</a:t>
            </a:r>
          </a:p>
        </p:txBody>
      </p:sp>
      <p:sp>
        <p:nvSpPr>
          <p:cNvPr id="29" name="profile-847">
            <a:extLst xmlns:a="http://schemas.openxmlformats.org/drawingml/2006/main">
              <a:ext uri="{FF2B5EF4-FFF2-40B4-BE49-F238E27FC236}">
                <a16:creationId xmlns:a16="http://schemas.microsoft.com/office/drawing/2014/main" id="{D533E504-2A94-4827-981F-A3117D8FFF10}"/>
              </a:ext>
            </a:extLst>
          </p:cNvPr>
          <p:cNvSpPr>
            <a:spLocks xmlns:a="http://schemas.openxmlformats.org/drawingml/2006/main" noGrp="1"/>
          </p:cNvSpPr>
          <p:nvPr/>
        </p:nvSpPr>
        <p:spPr>
          <a:xfrm xmlns:a="http://schemas.openxmlformats.org/drawingml/2006/main">
            <a:off x="1266825" y="481012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Our team works with your representative on access, implementation, and progress updates.</a:t>
            </a:r>
          </a:p>
        </p:txBody>
      </p:sp>
      <p:sp>
        <p:nvSpPr>
          <p:cNvPr id="30" name="profile-848">
            <a:extLst xmlns:a="http://schemas.openxmlformats.org/drawingml/2006/main">
              <a:ext uri="{FF2B5EF4-FFF2-40B4-BE49-F238E27FC236}">
                <a16:creationId xmlns:a16="http://schemas.microsoft.com/office/drawing/2014/main" id="{F313080E-0109-420E-BFFA-08C66441AD69}"/>
              </a:ext>
            </a:extLst>
          </p:cNvPr>
          <p:cNvSpPr>
            <a:spLocks xmlns:a="http://schemas.openxmlformats.org/drawingml/2006/main" noGrp="1"/>
          </p:cNvSpPr>
          <p:nvPr/>
        </p:nvSpPr>
        <p:spPr>
          <a:xfrm xmlns:a="http://schemas.openxmlformats.org/drawingml/2006/main">
            <a:off x="400050" y="52101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05</a:t>
            </a:r>
          </a:p>
        </p:txBody>
      </p:sp>
      <p:sp>
        <p:nvSpPr>
          <p:cNvPr id="31" name="profile-849">
            <a:extLst xmlns:a="http://schemas.openxmlformats.org/drawingml/2006/main">
              <a:ext uri="{FF2B5EF4-FFF2-40B4-BE49-F238E27FC236}">
                <a16:creationId xmlns:a16="http://schemas.microsoft.com/office/drawing/2014/main" id="{531A528D-D957-43E3-869F-B33F8C05C0B7}"/>
              </a:ext>
            </a:extLst>
          </p:cNvPr>
          <p:cNvSpPr>
            <a:spLocks xmlns:a="http://schemas.openxmlformats.org/drawingml/2006/main" noGrp="1"/>
          </p:cNvSpPr>
          <p:nvPr/>
        </p:nvSpPr>
        <p:spPr>
          <a:xfrm xmlns:a="http://schemas.openxmlformats.org/drawingml/2006/main">
            <a:off x="1266825" y="52101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and plan ahead</a:t>
            </a:r>
          </a:p>
        </p:txBody>
      </p:sp>
      <p:sp>
        <p:nvSpPr>
          <p:cNvPr id="32" name="profile-850">
            <a:extLst xmlns:a="http://schemas.openxmlformats.org/drawingml/2006/main">
              <a:ext uri="{FF2B5EF4-FFF2-40B4-BE49-F238E27FC236}">
                <a16:creationId xmlns:a16="http://schemas.microsoft.com/office/drawing/2014/main" id="{4281EFA4-9D95-43C7-9C0E-23AA250BEA4E}"/>
              </a:ext>
            </a:extLst>
          </p:cNvPr>
          <p:cNvSpPr>
            <a:spLocks xmlns:a="http://schemas.openxmlformats.org/drawingml/2006/main" noGrp="1"/>
          </p:cNvSpPr>
          <p:nvPr/>
        </p:nvSpPr>
        <p:spPr>
          <a:xfrm xmlns:a="http://schemas.openxmlformats.org/drawingml/2006/main">
            <a:off x="1266825" y="55435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Confirm completion and discuss any recommended follow-up or recurring service needs.</a:t>
            </a:r>
          </a:p>
        </p:txBody>
      </p:sp>
    </p:spTree>
    <p:extLst>
      <p:ext uri="{BB962C8B-B14F-4D97-AF65-F5344CB8AC3E}">
        <p14:creationId xmlns:p14="http://schemas.microsoft.com/office/powerpoint/2010/main" val="195734528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851">
            <a:extLst xmlns:a="http://schemas.openxmlformats.org/drawingml/2006/main">
              <a:ext uri="{FF2B5EF4-FFF2-40B4-BE49-F238E27FC236}">
                <a16:creationId xmlns:a16="http://schemas.microsoft.com/office/drawing/2014/main" id="{1B5C55CC-5541-45E8-BDED-6746395DE7E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52">
            <a:extLst xmlns:a="http://schemas.openxmlformats.org/drawingml/2006/main">
              <a:ext uri="{FF2B5EF4-FFF2-40B4-BE49-F238E27FC236}">
                <a16:creationId xmlns:a16="http://schemas.microsoft.com/office/drawing/2014/main" id="{C726D59C-24CC-4E09-B5BB-5B43EBB076D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165958F-6902-48DD-96C3-859FE6302665}"/>
              </a:ext>
            </a:extLst>
          </p:cNvPr>
          <p:cNvPicPr>
            <a:picLocks xmlns:a="http://schemas.openxmlformats.org/drawingml/2006/main" noChangeAspect="1"/>
          </p:cNvPicPr>
          <p:nvPr/>
        </p:nvPicPr>
        <p:blipFill>
          <a:blip xmlns:r="http://schemas.openxmlformats.org/officeDocument/2006/relationships" xmlns:a="http://schemas.openxmlformats.org/drawingml/2006/main" r:embed="Rd3614eb92bcc466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53">
            <a:extLst xmlns:a="http://schemas.openxmlformats.org/drawingml/2006/main">
              <a:ext uri="{FF2B5EF4-FFF2-40B4-BE49-F238E27FC236}">
                <a16:creationId xmlns:a16="http://schemas.microsoft.com/office/drawing/2014/main" id="{3ED6A6FB-EDAA-4AF0-96FC-FC19B225460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54">
            <a:extLst xmlns:a="http://schemas.openxmlformats.org/drawingml/2006/main">
              <a:ext uri="{FF2B5EF4-FFF2-40B4-BE49-F238E27FC236}">
                <a16:creationId xmlns:a16="http://schemas.microsoft.com/office/drawing/2014/main" id="{A46A4B59-903B-4D1A-83E5-01DD092DC65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55">
            <a:extLst xmlns:a="http://schemas.openxmlformats.org/drawingml/2006/main">
              <a:ext uri="{FF2B5EF4-FFF2-40B4-BE49-F238E27FC236}">
                <a16:creationId xmlns:a16="http://schemas.microsoft.com/office/drawing/2014/main" id="{5B7ACADB-AE71-4755-ADAF-BBB9C376975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56">
            <a:extLst xmlns:a="http://schemas.openxmlformats.org/drawingml/2006/main">
              <a:ext uri="{FF2B5EF4-FFF2-40B4-BE49-F238E27FC236}">
                <a16:creationId xmlns:a16="http://schemas.microsoft.com/office/drawing/2014/main" id="{A14E5E3B-50F9-4AE0-A926-5D3A2C20694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57">
            <a:extLst xmlns:a="http://schemas.openxmlformats.org/drawingml/2006/main">
              <a:ext uri="{FF2B5EF4-FFF2-40B4-BE49-F238E27FC236}">
                <a16:creationId xmlns:a16="http://schemas.microsoft.com/office/drawing/2014/main" id="{86CD8F2F-1FDA-4785-8715-76325041BD5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58">
            <a:extLst xmlns:a="http://schemas.openxmlformats.org/drawingml/2006/main">
              <a:ext uri="{FF2B5EF4-FFF2-40B4-BE49-F238E27FC236}">
                <a16:creationId xmlns:a16="http://schemas.microsoft.com/office/drawing/2014/main" id="{4E24B8F6-A402-4132-B843-7C330B47049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59">
            <a:extLst xmlns:a="http://schemas.openxmlformats.org/drawingml/2006/main">
              <a:ext uri="{FF2B5EF4-FFF2-40B4-BE49-F238E27FC236}">
                <a16:creationId xmlns:a16="http://schemas.microsoft.com/office/drawing/2014/main" id="{E0A23106-E025-4DBE-96E9-39CC24C9086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60">
            <a:extLst xmlns:a="http://schemas.openxmlformats.org/drawingml/2006/main">
              <a:ext uri="{FF2B5EF4-FFF2-40B4-BE49-F238E27FC236}">
                <a16:creationId xmlns:a16="http://schemas.microsoft.com/office/drawing/2014/main" id="{38E5F832-007D-477A-99B3-4A4D1127E8A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61">
            <a:extLst xmlns:a="http://schemas.openxmlformats.org/drawingml/2006/main">
              <a:ext uri="{FF2B5EF4-FFF2-40B4-BE49-F238E27FC236}">
                <a16:creationId xmlns:a16="http://schemas.microsoft.com/office/drawing/2014/main" id="{FF0B417A-3A2B-4BBC-9EA4-3D11CC42FC2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62">
            <a:extLst xmlns:a="http://schemas.openxmlformats.org/drawingml/2006/main">
              <a:ext uri="{FF2B5EF4-FFF2-40B4-BE49-F238E27FC236}">
                <a16:creationId xmlns:a16="http://schemas.microsoft.com/office/drawing/2014/main" id="{056676DD-774A-479D-A7D4-F05D43E5224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63">
            <a:extLst xmlns:a="http://schemas.openxmlformats.org/drawingml/2006/main">
              <a:ext uri="{FF2B5EF4-FFF2-40B4-BE49-F238E27FC236}">
                <a16:creationId xmlns:a16="http://schemas.microsoft.com/office/drawing/2014/main" id="{8ED94D00-AA60-4EC1-9E8F-728140F1781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64">
            <a:extLst xmlns:a="http://schemas.openxmlformats.org/drawingml/2006/main">
              <a:ext uri="{FF2B5EF4-FFF2-40B4-BE49-F238E27FC236}">
                <a16:creationId xmlns:a16="http://schemas.microsoft.com/office/drawing/2014/main" id="{A18CD9D8-6482-4480-A786-897AA5C27B5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27</a:t>
            </a:r>
          </a:p>
        </p:txBody>
      </p:sp>
      <p:sp>
        <p:nvSpPr>
          <p:cNvPr id="16" name="profile-865">
            <a:extLst xmlns:a="http://schemas.openxmlformats.org/drawingml/2006/main">
              <a:ext uri="{FF2B5EF4-FFF2-40B4-BE49-F238E27FC236}">
                <a16:creationId xmlns:a16="http://schemas.microsoft.com/office/drawing/2014/main" id="{8886C972-DD32-49DF-A696-C42B6EB7A64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 first. Wider reach by arrangement.</a:t>
            </a:r>
          </a:p>
        </p:txBody>
      </p:sp>
      <p:sp>
        <p:nvSpPr>
          <p:cNvPr id="17" name="profile-866">
            <a:extLst xmlns:a="http://schemas.openxmlformats.org/drawingml/2006/main">
              <a:ext uri="{FF2B5EF4-FFF2-40B4-BE49-F238E27FC236}">
                <a16:creationId xmlns:a16="http://schemas.microsoft.com/office/drawing/2014/main" id="{D50CCCE5-B7B8-405F-BC3F-AD3851F8300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67">
            <a:extLst xmlns:a="http://schemas.openxmlformats.org/drawingml/2006/main">
              <a:ext uri="{FF2B5EF4-FFF2-40B4-BE49-F238E27FC236}">
                <a16:creationId xmlns:a16="http://schemas.microsoft.com/office/drawing/2014/main" id="{34BB84F8-C6FE-4C68-BDE1-91B70C719F86}"/>
              </a:ext>
            </a:extLst>
          </p:cNvPr>
          <p:cNvSpPr>
            <a:spLocks xmlns:a="http://schemas.openxmlformats.org/drawingml/2006/main" noGrp="1"/>
          </p:cNvSpPr>
          <p:nvPr/>
        </p:nvSpPr>
        <p:spPr>
          <a:xfrm xmlns:a="http://schemas.openxmlformats.org/drawingml/2006/main">
            <a:off x="400050" y="23050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PRIORITY SERVICE AREAS</a:t>
            </a:r>
          </a:p>
        </p:txBody>
      </p:sp>
      <p:sp>
        <p:nvSpPr>
          <p:cNvPr id="19" name="profile-868">
            <a:extLst xmlns:a="http://schemas.openxmlformats.org/drawingml/2006/main">
              <a:ext uri="{FF2B5EF4-FFF2-40B4-BE49-F238E27FC236}">
                <a16:creationId xmlns:a16="http://schemas.microsoft.com/office/drawing/2014/main" id="{ABA24C32-B979-463B-9623-A489EE942965}"/>
              </a:ext>
            </a:extLst>
          </p:cNvPr>
          <p:cNvSpPr>
            <a:spLocks xmlns:a="http://schemas.openxmlformats.org/drawingml/2006/main" noGrp="1"/>
          </p:cNvSpPr>
          <p:nvPr/>
        </p:nvSpPr>
        <p:spPr>
          <a:xfrm xmlns:a="http://schemas.openxmlformats.org/drawingml/2006/main">
            <a:off x="400050" y="28765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Metro Manila</a:t>
            </a:r>
          </a:p>
        </p:txBody>
      </p:sp>
      <p:sp>
        <p:nvSpPr>
          <p:cNvPr id="20" name="profile-869">
            <a:extLst xmlns:a="http://schemas.openxmlformats.org/drawingml/2006/main">
              <a:ext uri="{FF2B5EF4-FFF2-40B4-BE49-F238E27FC236}">
                <a16:creationId xmlns:a16="http://schemas.microsoft.com/office/drawing/2014/main" id="{9A4DD084-E76C-499A-B807-838243495E01}"/>
              </a:ext>
            </a:extLst>
          </p:cNvPr>
          <p:cNvSpPr>
            <a:spLocks xmlns:a="http://schemas.openxmlformats.org/drawingml/2006/main" noGrp="1"/>
          </p:cNvSpPr>
          <p:nvPr/>
        </p:nvSpPr>
        <p:spPr>
          <a:xfrm xmlns:a="http://schemas.openxmlformats.org/drawingml/2006/main">
            <a:off x="400050" y="33337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Cavite, Laguna, Batangas and Rizal</a:t>
            </a:r>
          </a:p>
        </p:txBody>
      </p:sp>
      <p:sp>
        <p:nvSpPr>
          <p:cNvPr id="21" name="profile-870">
            <a:extLst xmlns:a="http://schemas.openxmlformats.org/drawingml/2006/main">
              <a:ext uri="{FF2B5EF4-FFF2-40B4-BE49-F238E27FC236}">
                <a16:creationId xmlns:a16="http://schemas.microsoft.com/office/drawing/2014/main" id="{153C8662-130F-4A6C-9542-785400649A77}"/>
              </a:ext>
            </a:extLst>
          </p:cNvPr>
          <p:cNvSpPr>
            <a:spLocks xmlns:a="http://schemas.openxmlformats.org/drawingml/2006/main" noGrp="1"/>
          </p:cNvSpPr>
          <p:nvPr/>
        </p:nvSpPr>
        <p:spPr>
          <a:xfrm xmlns:a="http://schemas.openxmlformats.org/drawingml/2006/main">
            <a:off x="400050" y="37909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Bulacan, Pampanga and Bataan</a:t>
            </a:r>
          </a:p>
        </p:txBody>
      </p:sp>
      <p:sp>
        <p:nvSpPr>
          <p:cNvPr id="22" name="profile-871">
            <a:extLst xmlns:a="http://schemas.openxmlformats.org/drawingml/2006/main">
              <a:ext uri="{FF2B5EF4-FFF2-40B4-BE49-F238E27FC236}">
                <a16:creationId xmlns:a16="http://schemas.microsoft.com/office/drawing/2014/main" id="{38DAFD06-2954-4029-ADF2-545E5A58EE3F}"/>
              </a:ext>
            </a:extLst>
          </p:cNvPr>
          <p:cNvSpPr>
            <a:spLocks xmlns:a="http://schemas.openxmlformats.org/drawingml/2006/main" noGrp="1"/>
          </p:cNvSpPr>
          <p:nvPr/>
        </p:nvSpPr>
        <p:spPr>
          <a:xfrm xmlns:a="http://schemas.openxmlformats.org/drawingml/2006/main">
            <a:off x="400050" y="42481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Zambales, including Subic and Olongapo</a:t>
            </a:r>
          </a:p>
        </p:txBody>
      </p:sp>
      <p:sp>
        <p:nvSpPr>
          <p:cNvPr id="23" name="profile-872">
            <a:extLst xmlns:a="http://schemas.openxmlformats.org/drawingml/2006/main">
              <a:ext uri="{FF2B5EF4-FFF2-40B4-BE49-F238E27FC236}">
                <a16:creationId xmlns:a16="http://schemas.microsoft.com/office/drawing/2014/main" id="{E1477B9C-C772-4623-9E55-E08DCD06267D}"/>
              </a:ext>
            </a:extLst>
          </p:cNvPr>
          <p:cNvSpPr>
            <a:spLocks xmlns:a="http://schemas.openxmlformats.org/drawingml/2006/main" noGrp="1"/>
          </p:cNvSpPr>
          <p:nvPr/>
        </p:nvSpPr>
        <p:spPr>
          <a:xfrm xmlns:a="http://schemas.openxmlformats.org/drawingml/2006/main">
            <a:off x="7943850" y="2238375"/>
            <a:ext cx="3848100" cy="3057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4" name="profile-873">
            <a:extLst xmlns:a="http://schemas.openxmlformats.org/drawingml/2006/main">
              <a:ext uri="{FF2B5EF4-FFF2-40B4-BE49-F238E27FC236}">
                <a16:creationId xmlns:a16="http://schemas.microsoft.com/office/drawing/2014/main" id="{F814C15E-261C-4112-82A9-669407EFD278}"/>
              </a:ext>
            </a:extLst>
          </p:cNvPr>
          <p:cNvSpPr>
            <a:spLocks xmlns:a="http://schemas.openxmlformats.org/drawingml/2006/main" noGrp="1"/>
          </p:cNvSpPr>
          <p:nvPr/>
        </p:nvSpPr>
        <p:spPr>
          <a:xfrm xmlns:a="http://schemas.openxmlformats.org/drawingml/2006/main">
            <a:off x="8172450" y="2533650"/>
            <a:ext cx="338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EXTENDED COVERAGE</a:t>
            </a:r>
          </a:p>
        </p:txBody>
      </p:sp>
      <p:sp>
        <p:nvSpPr>
          <p:cNvPr id="25" name="profile-874">
            <a:extLst xmlns:a="http://schemas.openxmlformats.org/drawingml/2006/main">
              <a:ext uri="{FF2B5EF4-FFF2-40B4-BE49-F238E27FC236}">
                <a16:creationId xmlns:a16="http://schemas.microsoft.com/office/drawing/2014/main" id="{79E963A5-DB99-4C02-A74B-485AD3441C84}"/>
              </a:ext>
            </a:extLst>
          </p:cNvPr>
          <p:cNvSpPr>
            <a:spLocks xmlns:a="http://schemas.openxmlformats.org/drawingml/2006/main" noGrp="1"/>
          </p:cNvSpPr>
          <p:nvPr/>
        </p:nvSpPr>
        <p:spPr>
          <a:xfrm xmlns:a="http://schemas.openxmlformats.org/drawingml/2006/main">
            <a:off x="8172450" y="30384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Central and Northern Luzon</a:t>
            </a:r>
          </a:p>
        </p:txBody>
      </p:sp>
      <p:sp>
        <p:nvSpPr>
          <p:cNvPr id="26" name="profile-875">
            <a:extLst xmlns:a="http://schemas.openxmlformats.org/drawingml/2006/main">
              <a:ext uri="{FF2B5EF4-FFF2-40B4-BE49-F238E27FC236}">
                <a16:creationId xmlns:a16="http://schemas.microsoft.com/office/drawing/2014/main" id="{E226CCC1-4E4F-418F-8374-EB11226F3F58}"/>
              </a:ext>
            </a:extLst>
          </p:cNvPr>
          <p:cNvSpPr>
            <a:spLocks xmlns:a="http://schemas.openxmlformats.org/drawingml/2006/main" noGrp="1"/>
          </p:cNvSpPr>
          <p:nvPr/>
        </p:nvSpPr>
        <p:spPr>
          <a:xfrm xmlns:a="http://schemas.openxmlformats.org/drawingml/2006/main">
            <a:off x="8172450" y="33813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r>
              <a:t/>
            </a:r>
          </a:p>
        </p:txBody>
      </p:sp>
      <p:sp>
        <p:nvSpPr>
          <p:cNvPr id="27" name="profile-876">
            <a:extLst xmlns:a="http://schemas.openxmlformats.org/drawingml/2006/main">
              <a:ext uri="{FF2B5EF4-FFF2-40B4-BE49-F238E27FC236}">
                <a16:creationId xmlns:a16="http://schemas.microsoft.com/office/drawing/2014/main" id="{26E1A4AA-83C1-4986-8734-CF2188A5F490}"/>
              </a:ext>
            </a:extLst>
          </p:cNvPr>
          <p:cNvSpPr>
            <a:spLocks xmlns:a="http://schemas.openxmlformats.org/drawingml/2006/main" noGrp="1"/>
          </p:cNvSpPr>
          <p:nvPr/>
        </p:nvSpPr>
        <p:spPr>
          <a:xfrm xmlns:a="http://schemas.openxmlformats.org/drawingml/2006/main">
            <a:off x="8172450" y="3724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Nationwide projects by</a:t>
            </a:r>
          </a:p>
        </p:txBody>
      </p:sp>
      <p:sp>
        <p:nvSpPr>
          <p:cNvPr id="28" name="profile-877">
            <a:extLst xmlns:a="http://schemas.openxmlformats.org/drawingml/2006/main">
              <a:ext uri="{FF2B5EF4-FFF2-40B4-BE49-F238E27FC236}">
                <a16:creationId xmlns:a16="http://schemas.microsoft.com/office/drawing/2014/main" id="{F9D70F47-1FC5-4E04-8B27-15C5297BBEFE}"/>
              </a:ext>
            </a:extLst>
          </p:cNvPr>
          <p:cNvSpPr>
            <a:spLocks xmlns:a="http://schemas.openxmlformats.org/drawingml/2006/main" noGrp="1"/>
          </p:cNvSpPr>
          <p:nvPr/>
        </p:nvSpPr>
        <p:spPr>
          <a:xfrm xmlns:a="http://schemas.openxmlformats.org/drawingml/2006/main">
            <a:off x="8172450" y="40671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arrangement</a:t>
            </a:r>
          </a:p>
        </p:txBody>
      </p:sp>
      <p:sp>
        <p:nvSpPr>
          <p:cNvPr id="29" name="profile-878">
            <a:extLst xmlns:a="http://schemas.openxmlformats.org/drawingml/2006/main">
              <a:ext uri="{FF2B5EF4-FFF2-40B4-BE49-F238E27FC236}">
                <a16:creationId xmlns:a16="http://schemas.microsoft.com/office/drawing/2014/main" id="{033EBC92-7DE1-46EA-A725-A6837868B1D6}"/>
              </a:ext>
            </a:extLst>
          </p:cNvPr>
          <p:cNvSpPr>
            <a:spLocks xmlns:a="http://schemas.openxmlformats.org/drawingml/2006/main" noGrp="1"/>
          </p:cNvSpPr>
          <p:nvPr/>
        </p:nvSpPr>
        <p:spPr>
          <a:xfrm xmlns:a="http://schemas.openxmlformats.org/drawingml/2006/main">
            <a:off x="400050" y="5572125"/>
            <a:ext cx="1114425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Detailed city and municipality coverage follows in the appendix.</a:t>
            </a:r>
          </a:p>
        </p:txBody>
      </p:sp>
      <p:sp>
        <p:nvSpPr>
          <p:cNvPr id="30" name="profile-879">
            <a:extLst xmlns:a="http://schemas.openxmlformats.org/drawingml/2006/main">
              <a:ext uri="{FF2B5EF4-FFF2-40B4-BE49-F238E27FC236}">
                <a16:creationId xmlns:a16="http://schemas.microsoft.com/office/drawing/2014/main" id="{8680081F-7FEF-479B-8CD4-51D222052D43}"/>
              </a:ext>
            </a:extLst>
          </p:cNvPr>
          <p:cNvSpPr>
            <a:spLocks xmlns:a="http://schemas.openxmlformats.org/drawingml/2006/main" noGrp="1"/>
          </p:cNvSpPr>
          <p:nvPr/>
        </p:nvSpPr>
        <p:spPr>
          <a:xfrm xmlns:a="http://schemas.openxmlformats.org/drawingml/2006/main">
            <a:off x="400050" y="59817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Service availability, travel requirements and schedules are confirmed for each request.</a:t>
            </a:r>
          </a:p>
        </p:txBody>
      </p:sp>
    </p:spTree>
    <p:extLst>
      <p:ext uri="{BB962C8B-B14F-4D97-AF65-F5344CB8AC3E}">
        <p14:creationId xmlns:p14="http://schemas.microsoft.com/office/powerpoint/2010/main" val="190374814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880">
            <a:extLst xmlns:a="http://schemas.openxmlformats.org/drawingml/2006/main">
              <a:ext uri="{FF2B5EF4-FFF2-40B4-BE49-F238E27FC236}">
                <a16:creationId xmlns:a16="http://schemas.microsoft.com/office/drawing/2014/main" id="{572273CC-327C-4F97-BC52-963E5DB819D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81">
            <a:extLst xmlns:a="http://schemas.openxmlformats.org/drawingml/2006/main">
              <a:ext uri="{FF2B5EF4-FFF2-40B4-BE49-F238E27FC236}">
                <a16:creationId xmlns:a16="http://schemas.microsoft.com/office/drawing/2014/main" id="{F348AB1B-AD4B-4FB9-B886-8D95D699ADF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60B156A-7E51-45FF-B005-358D24C14E4C}"/>
              </a:ext>
            </a:extLst>
          </p:cNvPr>
          <p:cNvPicPr>
            <a:picLocks xmlns:a="http://schemas.openxmlformats.org/drawingml/2006/main" noChangeAspect="1"/>
          </p:cNvPicPr>
          <p:nvPr/>
        </p:nvPicPr>
        <p:blipFill>
          <a:blip xmlns:r="http://schemas.openxmlformats.org/officeDocument/2006/relationships" xmlns:a="http://schemas.openxmlformats.org/drawingml/2006/main" r:embed="R348c06a3ccc7465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82">
            <a:extLst xmlns:a="http://schemas.openxmlformats.org/drawingml/2006/main">
              <a:ext uri="{FF2B5EF4-FFF2-40B4-BE49-F238E27FC236}">
                <a16:creationId xmlns:a16="http://schemas.microsoft.com/office/drawing/2014/main" id="{F86B552C-72AF-4952-A644-A0033DFCB05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83">
            <a:extLst xmlns:a="http://schemas.openxmlformats.org/drawingml/2006/main">
              <a:ext uri="{FF2B5EF4-FFF2-40B4-BE49-F238E27FC236}">
                <a16:creationId xmlns:a16="http://schemas.microsoft.com/office/drawing/2014/main" id="{DF62E16D-6C67-4164-B368-0D895E35B3D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884">
            <a:extLst xmlns:a="http://schemas.openxmlformats.org/drawingml/2006/main">
              <a:ext uri="{FF2B5EF4-FFF2-40B4-BE49-F238E27FC236}">
                <a16:creationId xmlns:a16="http://schemas.microsoft.com/office/drawing/2014/main" id="{72DE6FA8-2B5B-48EB-A60B-33F003E55A0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885">
            <a:extLst xmlns:a="http://schemas.openxmlformats.org/drawingml/2006/main">
              <a:ext uri="{FF2B5EF4-FFF2-40B4-BE49-F238E27FC236}">
                <a16:creationId xmlns:a16="http://schemas.microsoft.com/office/drawing/2014/main" id="{1E593571-93C2-4275-AC8F-CE8F4068DF4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86">
            <a:extLst xmlns:a="http://schemas.openxmlformats.org/drawingml/2006/main">
              <a:ext uri="{FF2B5EF4-FFF2-40B4-BE49-F238E27FC236}">
                <a16:creationId xmlns:a16="http://schemas.microsoft.com/office/drawing/2014/main" id="{23A1165D-CDBA-41AA-AD03-7CDEE077634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887">
            <a:extLst xmlns:a="http://schemas.openxmlformats.org/drawingml/2006/main">
              <a:ext uri="{FF2B5EF4-FFF2-40B4-BE49-F238E27FC236}">
                <a16:creationId xmlns:a16="http://schemas.microsoft.com/office/drawing/2014/main" id="{CDB70938-8A8F-4EB3-AC87-D9BD6E901F8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88">
            <a:extLst xmlns:a="http://schemas.openxmlformats.org/drawingml/2006/main">
              <a:ext uri="{FF2B5EF4-FFF2-40B4-BE49-F238E27FC236}">
                <a16:creationId xmlns:a16="http://schemas.microsoft.com/office/drawing/2014/main" id="{177131F1-1206-4424-B688-655BC83A7CF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89">
            <a:extLst xmlns:a="http://schemas.openxmlformats.org/drawingml/2006/main">
              <a:ext uri="{FF2B5EF4-FFF2-40B4-BE49-F238E27FC236}">
                <a16:creationId xmlns:a16="http://schemas.microsoft.com/office/drawing/2014/main" id="{12E1C527-491C-40E0-8769-34C114AAE92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90">
            <a:extLst xmlns:a="http://schemas.openxmlformats.org/drawingml/2006/main">
              <a:ext uri="{FF2B5EF4-FFF2-40B4-BE49-F238E27FC236}">
                <a16:creationId xmlns:a16="http://schemas.microsoft.com/office/drawing/2014/main" id="{6CF36C48-C40D-42E2-90AF-2C7C3FA43EB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91">
            <a:extLst xmlns:a="http://schemas.openxmlformats.org/drawingml/2006/main">
              <a:ext uri="{FF2B5EF4-FFF2-40B4-BE49-F238E27FC236}">
                <a16:creationId xmlns:a16="http://schemas.microsoft.com/office/drawing/2014/main" id="{94E0FFE8-6150-4AD7-985F-846BEEC47D5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92">
            <a:extLst xmlns:a="http://schemas.openxmlformats.org/drawingml/2006/main">
              <a:ext uri="{FF2B5EF4-FFF2-40B4-BE49-F238E27FC236}">
                <a16:creationId xmlns:a16="http://schemas.microsoft.com/office/drawing/2014/main" id="{A337987E-4A33-4979-BBC3-116CF140011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93">
            <a:extLst xmlns:a="http://schemas.openxmlformats.org/drawingml/2006/main">
              <a:ext uri="{FF2B5EF4-FFF2-40B4-BE49-F238E27FC236}">
                <a16:creationId xmlns:a16="http://schemas.microsoft.com/office/drawing/2014/main" id="{37481989-77BD-4A9C-A215-6BC7D71D4F3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28</a:t>
            </a:r>
          </a:p>
        </p:txBody>
      </p:sp>
      <p:sp>
        <p:nvSpPr>
          <p:cNvPr id="16" name="profile-894">
            <a:extLst xmlns:a="http://schemas.openxmlformats.org/drawingml/2006/main">
              <a:ext uri="{FF2B5EF4-FFF2-40B4-BE49-F238E27FC236}">
                <a16:creationId xmlns:a16="http://schemas.microsoft.com/office/drawing/2014/main" id="{10EAF7E2-4C58-409A-B054-0376D12EB12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Let us review your property service needs</a:t>
            </a:r>
          </a:p>
        </p:txBody>
      </p:sp>
      <p:sp>
        <p:nvSpPr>
          <p:cNvPr id="17" name="profile-895">
            <a:extLst xmlns:a="http://schemas.openxmlformats.org/drawingml/2006/main">
              <a:ext uri="{FF2B5EF4-FFF2-40B4-BE49-F238E27FC236}">
                <a16:creationId xmlns:a16="http://schemas.microsoft.com/office/drawing/2014/main" id="{707A2A8D-3CEA-40DC-AF30-C5DDD19EE46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96">
            <a:extLst xmlns:a="http://schemas.openxmlformats.org/drawingml/2006/main">
              <a:ext uri="{FF2B5EF4-FFF2-40B4-BE49-F238E27FC236}">
                <a16:creationId xmlns:a16="http://schemas.microsoft.com/office/drawing/2014/main" id="{0E0BD310-15E5-496A-82A5-36503B1550BE}"/>
              </a:ext>
            </a:extLst>
          </p:cNvPr>
          <p:cNvSpPr>
            <a:spLocks xmlns:a="http://schemas.openxmlformats.org/drawingml/2006/main" noGrp="1"/>
          </p:cNvSpPr>
          <p:nvPr/>
        </p:nvSpPr>
        <p:spPr>
          <a:xfrm xmlns:a="http://schemas.openxmlformats.org/drawingml/2006/main">
            <a:off x="400050" y="2247900"/>
            <a:ext cx="1123950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0E2C5E"/>
                </a:solidFill>
                <a:latin typeface="Segoe UI"/>
                <a:ea typeface="Segoe UI"/>
                <a:cs typeface="Segoe UI"/>
              </a:defRPr>
            </a:defPPr>
          </a:lstStyle>
          <a:p xmlns:a="http://schemas.openxmlformats.org/drawingml/2006/main">
            <a:pPr algn="l">
              <a:defRPr sz="2100" b="1">
                <a:solidFill>
                  <a:srgbClr val="0E2C5E"/>
                </a:solidFill>
                <a:latin typeface="Segoe UI"/>
                <a:ea typeface="Segoe UI"/>
                <a:cs typeface="Segoe UI"/>
              </a:defRPr>
            </a:pPr>
            <a:r>
              <a:rPr sz="2100" b="1">
                <a:solidFill>
                  <a:srgbClr val="0E2C5E"/>
                </a:solidFill>
                <a:latin typeface="Segoe UI"/>
                <a:ea typeface="Segoe UI"/>
                <a:cs typeface="Segoe UI"/>
              </a:rPr>
              <a:t>Arrange a site assessment or discuss a service proposal with Oceanides.</a:t>
            </a:r>
          </a:p>
        </p:txBody>
      </p:sp>
      <p:sp>
        <p:nvSpPr>
          <p:cNvPr id="19" name="profile-897">
            <a:extLst xmlns:a="http://schemas.openxmlformats.org/drawingml/2006/main">
              <a:ext uri="{FF2B5EF4-FFF2-40B4-BE49-F238E27FC236}">
                <a16:creationId xmlns:a16="http://schemas.microsoft.com/office/drawing/2014/main" id="{F91AD35B-1394-48A0-8577-D2E01A71C25B}"/>
              </a:ext>
            </a:extLst>
          </p:cNvPr>
          <p:cNvSpPr>
            <a:spLocks xmlns:a="http://schemas.openxmlformats.org/drawingml/2006/main" noGrp="1"/>
          </p:cNvSpPr>
          <p:nvPr/>
        </p:nvSpPr>
        <p:spPr>
          <a:xfrm xmlns:a="http://schemas.openxmlformats.org/drawingml/2006/main">
            <a:off x="400050" y="3067050"/>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0917 671 6383</a:t>
            </a:r>
          </a:p>
        </p:txBody>
      </p:sp>
      <p:sp>
        <p:nvSpPr>
          <p:cNvPr id="20" name="profile-898">
            <a:extLst xmlns:a="http://schemas.openxmlformats.org/drawingml/2006/main">
              <a:ext uri="{FF2B5EF4-FFF2-40B4-BE49-F238E27FC236}">
                <a16:creationId xmlns:a16="http://schemas.microsoft.com/office/drawing/2014/main" id="{073BEB34-9717-4495-8D62-3C22F76AD351}"/>
              </a:ext>
            </a:extLst>
          </p:cNvPr>
          <p:cNvSpPr>
            <a:spLocks xmlns:a="http://schemas.openxmlformats.org/drawingml/2006/main" noGrp="1"/>
          </p:cNvSpPr>
          <p:nvPr/>
        </p:nvSpPr>
        <p:spPr>
          <a:xfrm xmlns:a="http://schemas.openxmlformats.org/drawingml/2006/main">
            <a:off x="6276975" y="30670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0939 245 6217</a:t>
            </a:r>
          </a:p>
        </p:txBody>
      </p:sp>
      <p:sp>
        <p:nvSpPr>
          <p:cNvPr id="21" name="profile-899">
            <a:extLst xmlns:a="http://schemas.openxmlformats.org/drawingml/2006/main">
              <a:ext uri="{FF2B5EF4-FFF2-40B4-BE49-F238E27FC236}">
                <a16:creationId xmlns:a16="http://schemas.microsoft.com/office/drawing/2014/main" id="{5133E55B-8FF0-49B2-8AF1-A269F66DF4B9}"/>
              </a:ext>
            </a:extLst>
          </p:cNvPr>
          <p:cNvSpPr>
            <a:spLocks xmlns:a="http://schemas.openxmlformats.org/drawingml/2006/main" noGrp="1"/>
          </p:cNvSpPr>
          <p:nvPr/>
        </p:nvSpPr>
        <p:spPr>
          <a:xfrm xmlns:a="http://schemas.openxmlformats.org/drawingml/2006/main">
            <a:off x="400050" y="3924300"/>
            <a:ext cx="547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(02) 8633 8486 / 8330 1329</a:t>
            </a:r>
          </a:p>
        </p:txBody>
      </p:sp>
      <p:sp>
        <p:nvSpPr>
          <p:cNvPr id="22" name="profile-900">
            <a:extLst xmlns:a="http://schemas.openxmlformats.org/drawingml/2006/main">
              <a:ext uri="{FF2B5EF4-FFF2-40B4-BE49-F238E27FC236}">
                <a16:creationId xmlns:a16="http://schemas.microsoft.com/office/drawing/2014/main" id="{EAA8466F-5F42-4276-9C50-D8733AF6EEF0}"/>
              </a:ext>
            </a:extLst>
          </p:cNvPr>
          <p:cNvSpPr>
            <a:spLocks xmlns:a="http://schemas.openxmlformats.org/drawingml/2006/main" noGrp="1"/>
          </p:cNvSpPr>
          <p:nvPr/>
        </p:nvSpPr>
        <p:spPr>
          <a:xfrm xmlns:a="http://schemas.openxmlformats.org/drawingml/2006/main">
            <a:off x="6276975" y="391477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2628 Tramo Street corner Dandan</a:t>
            </a:r>
          </a:p>
        </p:txBody>
      </p:sp>
      <p:sp>
        <p:nvSpPr>
          <p:cNvPr id="23" name="profile-901">
            <a:extLst xmlns:a="http://schemas.openxmlformats.org/drawingml/2006/main">
              <a:ext uri="{FF2B5EF4-FFF2-40B4-BE49-F238E27FC236}">
                <a16:creationId xmlns:a16="http://schemas.microsoft.com/office/drawing/2014/main" id="{98F6BAB4-206A-45DC-9981-31DBA759005B}"/>
              </a:ext>
            </a:extLst>
          </p:cNvPr>
          <p:cNvSpPr>
            <a:spLocks xmlns:a="http://schemas.openxmlformats.org/drawingml/2006/main" noGrp="1"/>
          </p:cNvSpPr>
          <p:nvPr/>
        </p:nvSpPr>
        <p:spPr>
          <a:xfrm xmlns:a="http://schemas.openxmlformats.org/drawingml/2006/main">
            <a:off x="6276975" y="42386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Alcantara Compound, Barangay 51</a:t>
            </a:r>
          </a:p>
        </p:txBody>
      </p:sp>
      <p:sp>
        <p:nvSpPr>
          <p:cNvPr id="24" name="profile-902">
            <a:extLst xmlns:a="http://schemas.openxmlformats.org/drawingml/2006/main">
              <a:ext uri="{FF2B5EF4-FFF2-40B4-BE49-F238E27FC236}">
                <a16:creationId xmlns:a16="http://schemas.microsoft.com/office/drawing/2014/main" id="{5DC5E69C-E36B-465C-A5A9-71C7B88C6B69}"/>
              </a:ext>
            </a:extLst>
          </p:cNvPr>
          <p:cNvSpPr>
            <a:spLocks xmlns:a="http://schemas.openxmlformats.org/drawingml/2006/main" noGrp="1"/>
          </p:cNvSpPr>
          <p:nvPr/>
        </p:nvSpPr>
        <p:spPr>
          <a:xfrm xmlns:a="http://schemas.openxmlformats.org/drawingml/2006/main">
            <a:off x="6276975" y="456247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Pasay City, Philippines 1300</a:t>
            </a:r>
          </a:p>
        </p:txBody>
      </p:sp>
      <p:sp>
        <p:nvSpPr>
          <p:cNvPr id="25" name="profile-903">
            <a:extLst xmlns:a="http://schemas.openxmlformats.org/drawingml/2006/main">
              <a:ext uri="{FF2B5EF4-FFF2-40B4-BE49-F238E27FC236}">
                <a16:creationId xmlns:a16="http://schemas.microsoft.com/office/drawing/2014/main" id="{DB4077B1-81AD-45AF-8210-36976AF47E8D}"/>
              </a:ext>
            </a:extLst>
          </p:cNvPr>
          <p:cNvSpPr>
            <a:spLocks xmlns:a="http://schemas.openxmlformats.org/drawingml/2006/main" noGrp="1"/>
          </p:cNvSpPr>
          <p:nvPr/>
        </p:nvSpPr>
        <p:spPr>
          <a:xfrm xmlns:a="http://schemas.openxmlformats.org/drawingml/2006/main">
            <a:off x="400050" y="4895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marketing@oceanidessepticandpest.com</a:t>
            </a:r>
          </a:p>
        </p:txBody>
      </p:sp>
      <p:sp>
        <p:nvSpPr>
          <p:cNvPr id="26" name="profile-904">
            <a:extLst xmlns:a="http://schemas.openxmlformats.org/drawingml/2006/main">
              <a:ext uri="{FF2B5EF4-FFF2-40B4-BE49-F238E27FC236}">
                <a16:creationId xmlns:a16="http://schemas.microsoft.com/office/drawing/2014/main" id="{14327F86-4560-477D-B25C-B249C44BF4EC}"/>
              </a:ext>
            </a:extLst>
          </p:cNvPr>
          <p:cNvSpPr>
            <a:spLocks xmlns:a="http://schemas.openxmlformats.org/drawingml/2006/main" noGrp="1"/>
          </p:cNvSpPr>
          <p:nvPr/>
        </p:nvSpPr>
        <p:spPr>
          <a:xfrm xmlns:a="http://schemas.openxmlformats.org/drawingml/2006/main">
            <a:off x="400050" y="5276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corporate@oceanidessepticandpest.com</a:t>
            </a:r>
          </a:p>
        </p:txBody>
      </p:sp>
      <p:sp>
        <p:nvSpPr>
          <p:cNvPr id="27" name="profile-905">
            <a:extLst xmlns:a="http://schemas.openxmlformats.org/drawingml/2006/main">
              <a:ext uri="{FF2B5EF4-FFF2-40B4-BE49-F238E27FC236}">
                <a16:creationId xmlns:a16="http://schemas.microsoft.com/office/drawing/2014/main" id="{CA0C89BD-1260-489A-BC73-EA13E0578158}"/>
              </a:ext>
            </a:extLst>
          </p:cNvPr>
          <p:cNvSpPr>
            <a:spLocks xmlns:a="http://schemas.openxmlformats.org/drawingml/2006/main" noGrp="1"/>
          </p:cNvSpPr>
          <p:nvPr/>
        </p:nvSpPr>
        <p:spPr>
          <a:xfrm xmlns:a="http://schemas.openxmlformats.org/drawingml/2006/main">
            <a:off x="400050" y="5943600"/>
            <a:ext cx="11334750" cy="239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456079"/>
                </a:solidFill>
                <a:latin typeface="Segoe UI"/>
                <a:ea typeface="Segoe UI"/>
                <a:cs typeface="Segoe UI"/>
              </a:defRPr>
            </a:defPPr>
          </a:lstStyle>
          <a:p xmlns:a="http://schemas.openxmlformats.org/drawingml/2006/main">
            <a:pPr algn="l">
              <a:defRPr sz="1275" b="0">
                <a:solidFill>
                  <a:srgbClr val="456079"/>
                </a:solidFill>
                <a:latin typeface="Segoe UI"/>
                <a:ea typeface="Segoe UI"/>
                <a:cs typeface="Segoe UI"/>
              </a:defRPr>
            </a:pPr>
            <a:r>
              <a:rPr sz="1275" b="0">
                <a:solidFill>
                  <a:srgbClr val="456079"/>
                </a:solidFill>
                <a:latin typeface="Segoe UI"/>
                <a:ea typeface="Segoe UI"/>
                <a:cs typeface="Segoe UI"/>
              </a:rPr>
              <a:t>Please share the service, site location and preferred schedule so we can coordinate the next step.</a:t>
            </a:r>
          </a:p>
        </p:txBody>
      </p:sp>
    </p:spTree>
    <p:extLst>
      <p:ext uri="{BB962C8B-B14F-4D97-AF65-F5344CB8AC3E}">
        <p14:creationId xmlns:p14="http://schemas.microsoft.com/office/powerpoint/2010/main" val="115352153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profile-906">
            <a:extLst xmlns:a="http://schemas.openxmlformats.org/drawingml/2006/main">
              <a:ext uri="{FF2B5EF4-FFF2-40B4-BE49-F238E27FC236}">
                <a16:creationId xmlns:a16="http://schemas.microsoft.com/office/drawing/2014/main" id="{827A1228-FAD1-4E4A-BB5D-CDD81FCBD7F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07">
            <a:extLst xmlns:a="http://schemas.openxmlformats.org/drawingml/2006/main">
              <a:ext uri="{FF2B5EF4-FFF2-40B4-BE49-F238E27FC236}">
                <a16:creationId xmlns:a16="http://schemas.microsoft.com/office/drawing/2014/main" id="{C4A272D3-58DC-497D-BDB1-990F918C45E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5FFBB96-6179-4A84-ADA0-0219F9B05350}"/>
              </a:ext>
            </a:extLst>
          </p:cNvPr>
          <p:cNvPicPr>
            <a:picLocks xmlns:a="http://schemas.openxmlformats.org/drawingml/2006/main" noChangeAspect="1"/>
          </p:cNvPicPr>
          <p:nvPr/>
        </p:nvPicPr>
        <p:blipFill>
          <a:blip xmlns:r="http://schemas.openxmlformats.org/officeDocument/2006/relationships" xmlns:a="http://schemas.openxmlformats.org/drawingml/2006/main" r:embed="R4e58198ce352460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08">
            <a:extLst xmlns:a="http://schemas.openxmlformats.org/drawingml/2006/main">
              <a:ext uri="{FF2B5EF4-FFF2-40B4-BE49-F238E27FC236}">
                <a16:creationId xmlns:a16="http://schemas.microsoft.com/office/drawing/2014/main" id="{53EC9346-E7A4-4017-81F3-93258F13AFA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09">
            <a:extLst xmlns:a="http://schemas.openxmlformats.org/drawingml/2006/main">
              <a:ext uri="{FF2B5EF4-FFF2-40B4-BE49-F238E27FC236}">
                <a16:creationId xmlns:a16="http://schemas.microsoft.com/office/drawing/2014/main" id="{F400F555-CE5B-4B8D-88E8-59546FB169F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910">
            <a:extLst xmlns:a="http://schemas.openxmlformats.org/drawingml/2006/main">
              <a:ext uri="{FF2B5EF4-FFF2-40B4-BE49-F238E27FC236}">
                <a16:creationId xmlns:a16="http://schemas.microsoft.com/office/drawing/2014/main" id="{AB53EE57-3AF1-4885-B238-35CDE03E01F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911">
            <a:extLst xmlns:a="http://schemas.openxmlformats.org/drawingml/2006/main">
              <a:ext uri="{FF2B5EF4-FFF2-40B4-BE49-F238E27FC236}">
                <a16:creationId xmlns:a16="http://schemas.microsoft.com/office/drawing/2014/main" id="{1EA0397E-3D16-408F-9B75-E648EEBFA8D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12">
            <a:extLst xmlns:a="http://schemas.openxmlformats.org/drawingml/2006/main">
              <a:ext uri="{FF2B5EF4-FFF2-40B4-BE49-F238E27FC236}">
                <a16:creationId xmlns:a16="http://schemas.microsoft.com/office/drawing/2014/main" id="{688E42AF-62AE-4368-B348-D14A3BA5FA8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913">
            <a:extLst xmlns:a="http://schemas.openxmlformats.org/drawingml/2006/main">
              <a:ext uri="{FF2B5EF4-FFF2-40B4-BE49-F238E27FC236}">
                <a16:creationId xmlns:a16="http://schemas.microsoft.com/office/drawing/2014/main" id="{46D7BC51-134A-40CD-8D76-834BD7B036F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14">
            <a:extLst xmlns:a="http://schemas.openxmlformats.org/drawingml/2006/main">
              <a:ext uri="{FF2B5EF4-FFF2-40B4-BE49-F238E27FC236}">
                <a16:creationId xmlns:a16="http://schemas.microsoft.com/office/drawing/2014/main" id="{1049BE2D-F5F6-44C0-8767-1FB782613DB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15">
            <a:extLst xmlns:a="http://schemas.openxmlformats.org/drawingml/2006/main">
              <a:ext uri="{FF2B5EF4-FFF2-40B4-BE49-F238E27FC236}">
                <a16:creationId xmlns:a16="http://schemas.microsoft.com/office/drawing/2014/main" id="{70F27D69-2623-468E-AC28-A94BAA86C5F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16">
            <a:extLst xmlns:a="http://schemas.openxmlformats.org/drawingml/2006/main">
              <a:ext uri="{FF2B5EF4-FFF2-40B4-BE49-F238E27FC236}">
                <a16:creationId xmlns:a16="http://schemas.microsoft.com/office/drawing/2014/main" id="{78949C82-4E3E-4934-9107-53135C38B13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17">
            <a:extLst xmlns:a="http://schemas.openxmlformats.org/drawingml/2006/main">
              <a:ext uri="{FF2B5EF4-FFF2-40B4-BE49-F238E27FC236}">
                <a16:creationId xmlns:a16="http://schemas.microsoft.com/office/drawing/2014/main" id="{36F88960-2AAD-45A1-9DA3-3D58FD7935D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18">
            <a:extLst xmlns:a="http://schemas.openxmlformats.org/drawingml/2006/main">
              <a:ext uri="{FF2B5EF4-FFF2-40B4-BE49-F238E27FC236}">
                <a16:creationId xmlns:a16="http://schemas.microsoft.com/office/drawing/2014/main" id="{60A6F980-19D7-45FB-847E-785E1B4B10A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19">
            <a:extLst xmlns:a="http://schemas.openxmlformats.org/drawingml/2006/main">
              <a:ext uri="{FF2B5EF4-FFF2-40B4-BE49-F238E27FC236}">
                <a16:creationId xmlns:a16="http://schemas.microsoft.com/office/drawing/2014/main" id="{276B49E3-4158-4602-9DC0-AFDFF6A75FE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29</a:t>
            </a:r>
          </a:p>
        </p:txBody>
      </p:sp>
      <p:sp>
        <p:nvSpPr>
          <p:cNvPr id="16" name="profile-920">
            <a:extLst xmlns:a="http://schemas.openxmlformats.org/drawingml/2006/main">
              <a:ext uri="{FF2B5EF4-FFF2-40B4-BE49-F238E27FC236}">
                <a16:creationId xmlns:a16="http://schemas.microsoft.com/office/drawing/2014/main" id="{5A1675D0-3629-4688-B1C7-0B622A17F13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a:t>
            </a:r>
          </a:p>
        </p:txBody>
      </p:sp>
      <p:sp>
        <p:nvSpPr>
          <p:cNvPr id="17" name="profile-921">
            <a:extLst xmlns:a="http://schemas.openxmlformats.org/drawingml/2006/main">
              <a:ext uri="{FF2B5EF4-FFF2-40B4-BE49-F238E27FC236}">
                <a16:creationId xmlns:a16="http://schemas.microsoft.com/office/drawing/2014/main" id="{6B65EBE8-82A6-485A-B510-F589CB79C1B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22">
            <a:extLst xmlns:a="http://schemas.openxmlformats.org/drawingml/2006/main">
              <a:ext uri="{FF2B5EF4-FFF2-40B4-BE49-F238E27FC236}">
                <a16:creationId xmlns:a16="http://schemas.microsoft.com/office/drawing/2014/main" id="{0B6D100E-CD57-4AAA-BA8C-86EFCE59C9E1}"/>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23">
            <a:extLst xmlns:a="http://schemas.openxmlformats.org/drawingml/2006/main">
              <a:ext uri="{FF2B5EF4-FFF2-40B4-BE49-F238E27FC236}">
                <a16:creationId xmlns:a16="http://schemas.microsoft.com/office/drawing/2014/main" id="{093529FC-2345-405B-9AAF-6FF9B555E1AF}"/>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24">
            <a:extLst xmlns:a="http://schemas.openxmlformats.org/drawingml/2006/main">
              <a:ext uri="{FF2B5EF4-FFF2-40B4-BE49-F238E27FC236}">
                <a16:creationId xmlns:a16="http://schemas.microsoft.com/office/drawing/2014/main" id="{3330FC4F-0FE6-47FB-9067-567548780AA5}"/>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Caloocan</a:t>
            </a:r>
          </a:p>
        </p:txBody>
      </p:sp>
      <p:sp>
        <p:nvSpPr>
          <p:cNvPr id="21" name="profile-925">
            <a:extLst xmlns:a="http://schemas.openxmlformats.org/drawingml/2006/main">
              <a:ext uri="{FF2B5EF4-FFF2-40B4-BE49-F238E27FC236}">
                <a16:creationId xmlns:a16="http://schemas.microsoft.com/office/drawing/2014/main" id="{52C54B89-6F09-4978-82DE-AC2BC4418BB1}"/>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926">
            <a:extLst xmlns:a="http://schemas.openxmlformats.org/drawingml/2006/main">
              <a:ext uri="{FF2B5EF4-FFF2-40B4-BE49-F238E27FC236}">
                <a16:creationId xmlns:a16="http://schemas.microsoft.com/office/drawing/2014/main" id="{4815A317-070E-4663-92B8-7F398AE6F99D}"/>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Las Piñas</a:t>
            </a:r>
          </a:p>
        </p:txBody>
      </p:sp>
      <p:sp>
        <p:nvSpPr>
          <p:cNvPr id="23" name="profile-927">
            <a:extLst xmlns:a="http://schemas.openxmlformats.org/drawingml/2006/main">
              <a:ext uri="{FF2B5EF4-FFF2-40B4-BE49-F238E27FC236}">
                <a16:creationId xmlns:a16="http://schemas.microsoft.com/office/drawing/2014/main" id="{15774589-A8B7-4DF6-89B5-71B4F4C8A7D7}"/>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928">
            <a:extLst xmlns:a="http://schemas.openxmlformats.org/drawingml/2006/main">
              <a:ext uri="{FF2B5EF4-FFF2-40B4-BE49-F238E27FC236}">
                <a16:creationId xmlns:a16="http://schemas.microsoft.com/office/drawing/2014/main" id="{576AF00C-DC8E-42C6-959E-975F5008C26E}"/>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Makati</a:t>
            </a:r>
          </a:p>
        </p:txBody>
      </p:sp>
      <p:sp>
        <p:nvSpPr>
          <p:cNvPr id="25" name="profile-929">
            <a:extLst xmlns:a="http://schemas.openxmlformats.org/drawingml/2006/main">
              <a:ext uri="{FF2B5EF4-FFF2-40B4-BE49-F238E27FC236}">
                <a16:creationId xmlns:a16="http://schemas.microsoft.com/office/drawing/2014/main" id="{63035E62-A00B-40DD-84B4-695B02114358}"/>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930">
            <a:extLst xmlns:a="http://schemas.openxmlformats.org/drawingml/2006/main">
              <a:ext uri="{FF2B5EF4-FFF2-40B4-BE49-F238E27FC236}">
                <a16:creationId xmlns:a16="http://schemas.microsoft.com/office/drawing/2014/main" id="{1C92033D-DF6B-4D60-887F-74556B7F6A1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Malabon</a:t>
            </a:r>
          </a:p>
        </p:txBody>
      </p:sp>
      <p:sp>
        <p:nvSpPr>
          <p:cNvPr id="27" name="profile-931">
            <a:extLst xmlns:a="http://schemas.openxmlformats.org/drawingml/2006/main">
              <a:ext uri="{FF2B5EF4-FFF2-40B4-BE49-F238E27FC236}">
                <a16:creationId xmlns:a16="http://schemas.microsoft.com/office/drawing/2014/main" id="{F8A8069C-D9A1-4EAC-90B9-215E1EE33852}"/>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932">
            <a:extLst xmlns:a="http://schemas.openxmlformats.org/drawingml/2006/main">
              <a:ext uri="{FF2B5EF4-FFF2-40B4-BE49-F238E27FC236}">
                <a16:creationId xmlns:a16="http://schemas.microsoft.com/office/drawing/2014/main" id="{FFE606FE-D6F9-40D3-A831-7547DDFF7DAA}"/>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Mandaluyong</a:t>
            </a:r>
          </a:p>
        </p:txBody>
      </p:sp>
      <p:sp>
        <p:nvSpPr>
          <p:cNvPr id="29" name="profile-933">
            <a:extLst xmlns:a="http://schemas.openxmlformats.org/drawingml/2006/main">
              <a:ext uri="{FF2B5EF4-FFF2-40B4-BE49-F238E27FC236}">
                <a16:creationId xmlns:a16="http://schemas.microsoft.com/office/drawing/2014/main" id="{2DAA7B0D-C09B-4320-B5DB-3E7D31F36D91}"/>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934">
            <a:extLst xmlns:a="http://schemas.openxmlformats.org/drawingml/2006/main">
              <a:ext uri="{FF2B5EF4-FFF2-40B4-BE49-F238E27FC236}">
                <a16:creationId xmlns:a16="http://schemas.microsoft.com/office/drawing/2014/main" id="{2283C69B-A485-4AA9-91F2-442503C1F276}"/>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Manila</a:t>
            </a:r>
          </a:p>
        </p:txBody>
      </p:sp>
      <p:sp>
        <p:nvSpPr>
          <p:cNvPr id="31" name="profile-935">
            <a:extLst xmlns:a="http://schemas.openxmlformats.org/drawingml/2006/main">
              <a:ext uri="{FF2B5EF4-FFF2-40B4-BE49-F238E27FC236}">
                <a16:creationId xmlns:a16="http://schemas.microsoft.com/office/drawing/2014/main" id="{359A5530-E4C3-4721-BFCC-94B8B6AE199B}"/>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936">
            <a:extLst xmlns:a="http://schemas.openxmlformats.org/drawingml/2006/main">
              <a:ext uri="{FF2B5EF4-FFF2-40B4-BE49-F238E27FC236}">
                <a16:creationId xmlns:a16="http://schemas.microsoft.com/office/drawing/2014/main" id="{61C4D2D4-0CBA-4BA9-ABC2-2D9EF386C95E}"/>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Marikina</a:t>
            </a:r>
          </a:p>
        </p:txBody>
      </p:sp>
      <p:sp>
        <p:nvSpPr>
          <p:cNvPr id="33" name="profile-937">
            <a:extLst xmlns:a="http://schemas.openxmlformats.org/drawingml/2006/main">
              <a:ext uri="{FF2B5EF4-FFF2-40B4-BE49-F238E27FC236}">
                <a16:creationId xmlns:a16="http://schemas.microsoft.com/office/drawing/2014/main" id="{E6682F1B-3131-4E7D-8052-78E1E4ED4AE4}"/>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938">
            <a:extLst xmlns:a="http://schemas.openxmlformats.org/drawingml/2006/main">
              <a:ext uri="{FF2B5EF4-FFF2-40B4-BE49-F238E27FC236}">
                <a16:creationId xmlns:a16="http://schemas.microsoft.com/office/drawing/2014/main" id="{948EC866-B4E3-4972-A1A3-3C2A3C10DD76}"/>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Muntinlupa</a:t>
            </a:r>
          </a:p>
        </p:txBody>
      </p:sp>
      <p:sp>
        <p:nvSpPr>
          <p:cNvPr id="35" name="profile-939">
            <a:extLst xmlns:a="http://schemas.openxmlformats.org/drawingml/2006/main">
              <a:ext uri="{FF2B5EF4-FFF2-40B4-BE49-F238E27FC236}">
                <a16:creationId xmlns:a16="http://schemas.microsoft.com/office/drawing/2014/main" id="{9C759603-038D-4305-B6EC-BBBD01815B88}"/>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940">
            <a:extLst xmlns:a="http://schemas.openxmlformats.org/drawingml/2006/main">
              <a:ext uri="{FF2B5EF4-FFF2-40B4-BE49-F238E27FC236}">
                <a16:creationId xmlns:a16="http://schemas.microsoft.com/office/drawing/2014/main" id="{03291C3B-BF67-4BFD-AC27-BF841882CAAC}"/>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Navotas</a:t>
            </a:r>
          </a:p>
        </p:txBody>
      </p:sp>
      <p:sp>
        <p:nvSpPr>
          <p:cNvPr id="37" name="profile-941">
            <a:extLst xmlns:a="http://schemas.openxmlformats.org/drawingml/2006/main">
              <a:ext uri="{FF2B5EF4-FFF2-40B4-BE49-F238E27FC236}">
                <a16:creationId xmlns:a16="http://schemas.microsoft.com/office/drawing/2014/main" id="{9E97DC7A-7706-41F4-AC44-89E05179EEA9}"/>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942">
            <a:extLst xmlns:a="http://schemas.openxmlformats.org/drawingml/2006/main">
              <a:ext uri="{FF2B5EF4-FFF2-40B4-BE49-F238E27FC236}">
                <a16:creationId xmlns:a16="http://schemas.microsoft.com/office/drawing/2014/main" id="{91755E7B-A6DD-43B3-9723-52EE0A4AF58E}"/>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Parañaque</a:t>
            </a:r>
          </a:p>
        </p:txBody>
      </p:sp>
      <p:sp>
        <p:nvSpPr>
          <p:cNvPr id="39" name="profile-943">
            <a:extLst xmlns:a="http://schemas.openxmlformats.org/drawingml/2006/main">
              <a:ext uri="{FF2B5EF4-FFF2-40B4-BE49-F238E27FC236}">
                <a16:creationId xmlns:a16="http://schemas.microsoft.com/office/drawing/2014/main" id="{0F455D0A-8D93-4D16-B4AB-388296129104}"/>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944">
            <a:extLst xmlns:a="http://schemas.openxmlformats.org/drawingml/2006/main">
              <a:ext uri="{FF2B5EF4-FFF2-40B4-BE49-F238E27FC236}">
                <a16:creationId xmlns:a16="http://schemas.microsoft.com/office/drawing/2014/main" id="{CD138EAC-0394-4EE3-A024-81743AA56BAE}"/>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Pasay</a:t>
            </a:r>
          </a:p>
        </p:txBody>
      </p:sp>
      <p:sp>
        <p:nvSpPr>
          <p:cNvPr id="41" name="profile-945">
            <a:extLst xmlns:a="http://schemas.openxmlformats.org/drawingml/2006/main">
              <a:ext uri="{FF2B5EF4-FFF2-40B4-BE49-F238E27FC236}">
                <a16:creationId xmlns:a16="http://schemas.microsoft.com/office/drawing/2014/main" id="{085E05B6-E2A2-4479-BB7D-B81F8A4EAA22}"/>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946">
            <a:extLst xmlns:a="http://schemas.openxmlformats.org/drawingml/2006/main">
              <a:ext uri="{FF2B5EF4-FFF2-40B4-BE49-F238E27FC236}">
                <a16:creationId xmlns:a16="http://schemas.microsoft.com/office/drawing/2014/main" id="{97F7C95E-21A0-47AF-84B0-242B7358E909}"/>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Pasig</a:t>
            </a:r>
          </a:p>
        </p:txBody>
      </p:sp>
      <p:sp>
        <p:nvSpPr>
          <p:cNvPr id="43" name="profile-947">
            <a:extLst xmlns:a="http://schemas.openxmlformats.org/drawingml/2006/main">
              <a:ext uri="{FF2B5EF4-FFF2-40B4-BE49-F238E27FC236}">
                <a16:creationId xmlns:a16="http://schemas.microsoft.com/office/drawing/2014/main" id="{BED81FB7-7E70-48C1-9743-413B59728AC7}"/>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948">
            <a:extLst xmlns:a="http://schemas.openxmlformats.org/drawingml/2006/main">
              <a:ext uri="{FF2B5EF4-FFF2-40B4-BE49-F238E27FC236}">
                <a16:creationId xmlns:a16="http://schemas.microsoft.com/office/drawing/2014/main" id="{D98BDE5D-06E9-4159-8F1F-D26CFB87BEFC}"/>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Quezon City</a:t>
            </a:r>
          </a:p>
        </p:txBody>
      </p:sp>
      <p:sp>
        <p:nvSpPr>
          <p:cNvPr id="45" name="profile-949">
            <a:extLst xmlns:a="http://schemas.openxmlformats.org/drawingml/2006/main">
              <a:ext uri="{FF2B5EF4-FFF2-40B4-BE49-F238E27FC236}">
                <a16:creationId xmlns:a16="http://schemas.microsoft.com/office/drawing/2014/main" id="{4EE42CC0-FBDC-4D1A-AEC4-93B4D648CACB}"/>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950">
            <a:extLst xmlns:a="http://schemas.openxmlformats.org/drawingml/2006/main">
              <a:ext uri="{FF2B5EF4-FFF2-40B4-BE49-F238E27FC236}">
                <a16:creationId xmlns:a16="http://schemas.microsoft.com/office/drawing/2014/main" id="{8A4A5136-36F2-4E88-9A56-6DB078AA88F7}"/>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47" name="profile-951">
            <a:extLst xmlns:a="http://schemas.openxmlformats.org/drawingml/2006/main">
              <a:ext uri="{FF2B5EF4-FFF2-40B4-BE49-F238E27FC236}">
                <a16:creationId xmlns:a16="http://schemas.microsoft.com/office/drawing/2014/main" id="{403441F8-2E32-4BE0-924F-BC7F652E4265}"/>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952">
            <a:extLst xmlns:a="http://schemas.openxmlformats.org/drawingml/2006/main">
              <a:ext uri="{FF2B5EF4-FFF2-40B4-BE49-F238E27FC236}">
                <a16:creationId xmlns:a16="http://schemas.microsoft.com/office/drawing/2014/main" id="{09EB215F-B070-4A43-96B4-51FE8E5ED6D6}"/>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Taguig</a:t>
            </a:r>
          </a:p>
        </p:txBody>
      </p:sp>
      <p:sp>
        <p:nvSpPr>
          <p:cNvPr id="49" name="profile-953">
            <a:extLst xmlns:a="http://schemas.openxmlformats.org/drawingml/2006/main">
              <a:ext uri="{FF2B5EF4-FFF2-40B4-BE49-F238E27FC236}">
                <a16:creationId xmlns:a16="http://schemas.microsoft.com/office/drawing/2014/main" id="{123EFEFA-77F3-4841-AB06-1F57243B991A}"/>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954">
            <a:extLst xmlns:a="http://schemas.openxmlformats.org/drawingml/2006/main">
              <a:ext uri="{FF2B5EF4-FFF2-40B4-BE49-F238E27FC236}">
                <a16:creationId xmlns:a16="http://schemas.microsoft.com/office/drawing/2014/main" id="{DD0AD8F1-FE53-490E-BD29-731D48C3EFE6}"/>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Valenzuela</a:t>
            </a:r>
          </a:p>
        </p:txBody>
      </p:sp>
      <p:sp>
        <p:nvSpPr>
          <p:cNvPr id="51" name="profile-955">
            <a:extLst xmlns:a="http://schemas.openxmlformats.org/drawingml/2006/main">
              <a:ext uri="{FF2B5EF4-FFF2-40B4-BE49-F238E27FC236}">
                <a16:creationId xmlns:a16="http://schemas.microsoft.com/office/drawing/2014/main" id="{4C486ED5-2C76-412F-8EC9-7F59A77E8A63}"/>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956">
            <a:extLst xmlns:a="http://schemas.openxmlformats.org/drawingml/2006/main">
              <a:ext uri="{FF2B5EF4-FFF2-40B4-BE49-F238E27FC236}">
                <a16:creationId xmlns:a16="http://schemas.microsoft.com/office/drawing/2014/main" id="{1BA062F9-26A0-425E-9CFF-9630AD2E5CB4}"/>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Pateros</a:t>
            </a:r>
          </a:p>
        </p:txBody>
      </p:sp>
      <p:sp>
        <p:nvSpPr>
          <p:cNvPr id="53" name="profile-957">
            <a:extLst xmlns:a="http://schemas.openxmlformats.org/drawingml/2006/main">
              <a:ext uri="{FF2B5EF4-FFF2-40B4-BE49-F238E27FC236}">
                <a16:creationId xmlns:a16="http://schemas.microsoft.com/office/drawing/2014/main" id="{5A05A561-B5F2-444B-A760-57F5C554BE74}"/>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6139727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profile-958">
            <a:extLst xmlns:a="http://schemas.openxmlformats.org/drawingml/2006/main">
              <a:ext uri="{FF2B5EF4-FFF2-40B4-BE49-F238E27FC236}">
                <a16:creationId xmlns:a16="http://schemas.microsoft.com/office/drawing/2014/main" id="{2321ACAA-6465-48F1-8590-00D48E522259}"/>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59">
            <a:extLst xmlns:a="http://schemas.openxmlformats.org/drawingml/2006/main">
              <a:ext uri="{FF2B5EF4-FFF2-40B4-BE49-F238E27FC236}">
                <a16:creationId xmlns:a16="http://schemas.microsoft.com/office/drawing/2014/main" id="{05EFDBAA-CA86-4215-AA68-E82EE5DE859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0EDA953-3BD4-4489-99F7-EC106F01F757}"/>
              </a:ext>
            </a:extLst>
          </p:cNvPr>
          <p:cNvPicPr>
            <a:picLocks xmlns:a="http://schemas.openxmlformats.org/drawingml/2006/main" noChangeAspect="1"/>
          </p:cNvPicPr>
          <p:nvPr/>
        </p:nvPicPr>
        <p:blipFill>
          <a:blip xmlns:r="http://schemas.openxmlformats.org/officeDocument/2006/relationships" xmlns:a="http://schemas.openxmlformats.org/drawingml/2006/main" r:embed="Rff81a622417f4d2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60">
            <a:extLst xmlns:a="http://schemas.openxmlformats.org/drawingml/2006/main">
              <a:ext uri="{FF2B5EF4-FFF2-40B4-BE49-F238E27FC236}">
                <a16:creationId xmlns:a16="http://schemas.microsoft.com/office/drawing/2014/main" id="{E9A07E05-F7B6-4D44-8526-C0571BF0FC3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61">
            <a:extLst xmlns:a="http://schemas.openxmlformats.org/drawingml/2006/main">
              <a:ext uri="{FF2B5EF4-FFF2-40B4-BE49-F238E27FC236}">
                <a16:creationId xmlns:a16="http://schemas.microsoft.com/office/drawing/2014/main" id="{C27B0A99-A18E-4E43-97C4-DD306C182B2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962">
            <a:extLst xmlns:a="http://schemas.openxmlformats.org/drawingml/2006/main">
              <a:ext uri="{FF2B5EF4-FFF2-40B4-BE49-F238E27FC236}">
                <a16:creationId xmlns:a16="http://schemas.microsoft.com/office/drawing/2014/main" id="{8D66E09A-5854-4D3B-8A64-9CC888B5214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963">
            <a:extLst xmlns:a="http://schemas.openxmlformats.org/drawingml/2006/main">
              <a:ext uri="{FF2B5EF4-FFF2-40B4-BE49-F238E27FC236}">
                <a16:creationId xmlns:a16="http://schemas.microsoft.com/office/drawing/2014/main" id="{695FCCAD-C654-4E94-BA41-E1D8C201C29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64">
            <a:extLst xmlns:a="http://schemas.openxmlformats.org/drawingml/2006/main">
              <a:ext uri="{FF2B5EF4-FFF2-40B4-BE49-F238E27FC236}">
                <a16:creationId xmlns:a16="http://schemas.microsoft.com/office/drawing/2014/main" id="{0ABE198A-1B9B-4DC0-8D29-D1C56B07AF6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965">
            <a:extLst xmlns:a="http://schemas.openxmlformats.org/drawingml/2006/main">
              <a:ext uri="{FF2B5EF4-FFF2-40B4-BE49-F238E27FC236}">
                <a16:creationId xmlns:a16="http://schemas.microsoft.com/office/drawing/2014/main" id="{E0583421-D2B0-4467-AEA4-32D44B68A10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66">
            <a:extLst xmlns:a="http://schemas.openxmlformats.org/drawingml/2006/main">
              <a:ext uri="{FF2B5EF4-FFF2-40B4-BE49-F238E27FC236}">
                <a16:creationId xmlns:a16="http://schemas.microsoft.com/office/drawing/2014/main" id="{B3E651A6-9CCA-45A1-BCF1-6D4F8954946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67">
            <a:extLst xmlns:a="http://schemas.openxmlformats.org/drawingml/2006/main">
              <a:ext uri="{FF2B5EF4-FFF2-40B4-BE49-F238E27FC236}">
                <a16:creationId xmlns:a16="http://schemas.microsoft.com/office/drawing/2014/main" id="{20F3F119-7427-4935-8F2B-F11D529C838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68">
            <a:extLst xmlns:a="http://schemas.openxmlformats.org/drawingml/2006/main">
              <a:ext uri="{FF2B5EF4-FFF2-40B4-BE49-F238E27FC236}">
                <a16:creationId xmlns:a16="http://schemas.microsoft.com/office/drawing/2014/main" id="{1732F977-D9FD-4ACA-AA2C-6E7E964DB32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69">
            <a:extLst xmlns:a="http://schemas.openxmlformats.org/drawingml/2006/main">
              <a:ext uri="{FF2B5EF4-FFF2-40B4-BE49-F238E27FC236}">
                <a16:creationId xmlns:a16="http://schemas.microsoft.com/office/drawing/2014/main" id="{D613A42C-595A-4853-BB18-0DDF4A339D7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70">
            <a:extLst xmlns:a="http://schemas.openxmlformats.org/drawingml/2006/main">
              <a:ext uri="{FF2B5EF4-FFF2-40B4-BE49-F238E27FC236}">
                <a16:creationId xmlns:a16="http://schemas.microsoft.com/office/drawing/2014/main" id="{2D8235F1-21F1-43A8-8B46-953C04D941C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71">
            <a:extLst xmlns:a="http://schemas.openxmlformats.org/drawingml/2006/main">
              <a:ext uri="{FF2B5EF4-FFF2-40B4-BE49-F238E27FC236}">
                <a16:creationId xmlns:a16="http://schemas.microsoft.com/office/drawing/2014/main" id="{E0CCE2FB-6BF1-4B83-B915-6C5873144B9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30</a:t>
            </a:r>
          </a:p>
        </p:txBody>
      </p:sp>
      <p:sp>
        <p:nvSpPr>
          <p:cNvPr id="16" name="profile-972">
            <a:extLst xmlns:a="http://schemas.openxmlformats.org/drawingml/2006/main">
              <a:ext uri="{FF2B5EF4-FFF2-40B4-BE49-F238E27FC236}">
                <a16:creationId xmlns:a16="http://schemas.microsoft.com/office/drawing/2014/main" id="{30EC7486-D023-4E05-9E64-EDC3EF9E9CB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Cavite</a:t>
            </a:r>
          </a:p>
        </p:txBody>
      </p:sp>
      <p:sp>
        <p:nvSpPr>
          <p:cNvPr id="17" name="profile-973">
            <a:extLst xmlns:a="http://schemas.openxmlformats.org/drawingml/2006/main">
              <a:ext uri="{FF2B5EF4-FFF2-40B4-BE49-F238E27FC236}">
                <a16:creationId xmlns:a16="http://schemas.microsoft.com/office/drawing/2014/main" id="{F590E5F2-A645-4567-B9CF-F74A37B335B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74">
            <a:extLst xmlns:a="http://schemas.openxmlformats.org/drawingml/2006/main">
              <a:ext uri="{FF2B5EF4-FFF2-40B4-BE49-F238E27FC236}">
                <a16:creationId xmlns:a16="http://schemas.microsoft.com/office/drawing/2014/main" id="{F61714F7-CA52-4411-A994-2A5D7302D42A}"/>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75">
            <a:extLst xmlns:a="http://schemas.openxmlformats.org/drawingml/2006/main">
              <a:ext uri="{FF2B5EF4-FFF2-40B4-BE49-F238E27FC236}">
                <a16:creationId xmlns:a16="http://schemas.microsoft.com/office/drawing/2014/main" id="{52375747-F1C0-4F19-962C-5FED37890A46}"/>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76">
            <a:extLst xmlns:a="http://schemas.openxmlformats.org/drawingml/2006/main">
              <a:ext uri="{FF2B5EF4-FFF2-40B4-BE49-F238E27FC236}">
                <a16:creationId xmlns:a16="http://schemas.microsoft.com/office/drawing/2014/main" id="{E65855DF-2736-4B4E-98E3-CC294074A743}"/>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Bacoor</a:t>
            </a:r>
          </a:p>
        </p:txBody>
      </p:sp>
      <p:sp>
        <p:nvSpPr>
          <p:cNvPr id="21" name="profile-977">
            <a:extLst xmlns:a="http://schemas.openxmlformats.org/drawingml/2006/main">
              <a:ext uri="{FF2B5EF4-FFF2-40B4-BE49-F238E27FC236}">
                <a16:creationId xmlns:a16="http://schemas.microsoft.com/office/drawing/2014/main" id="{6B895384-90CC-492B-8142-A4F48AE96EBB}"/>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978">
            <a:extLst xmlns:a="http://schemas.openxmlformats.org/drawingml/2006/main">
              <a:ext uri="{FF2B5EF4-FFF2-40B4-BE49-F238E27FC236}">
                <a16:creationId xmlns:a16="http://schemas.microsoft.com/office/drawing/2014/main" id="{70D4E07C-AAA8-4311-9649-A4FA50A8FE3E}"/>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Carmona</a:t>
            </a:r>
          </a:p>
        </p:txBody>
      </p:sp>
      <p:sp>
        <p:nvSpPr>
          <p:cNvPr id="23" name="profile-979">
            <a:extLst xmlns:a="http://schemas.openxmlformats.org/drawingml/2006/main">
              <a:ext uri="{FF2B5EF4-FFF2-40B4-BE49-F238E27FC236}">
                <a16:creationId xmlns:a16="http://schemas.microsoft.com/office/drawing/2014/main" id="{712BA022-1131-497A-A351-9CC208B1FFA3}"/>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980">
            <a:extLst xmlns:a="http://schemas.openxmlformats.org/drawingml/2006/main">
              <a:ext uri="{FF2B5EF4-FFF2-40B4-BE49-F238E27FC236}">
                <a16:creationId xmlns:a16="http://schemas.microsoft.com/office/drawing/2014/main" id="{F509A6C7-AA19-48B6-BF9B-28936268C902}"/>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Cavite City</a:t>
            </a:r>
          </a:p>
        </p:txBody>
      </p:sp>
      <p:sp>
        <p:nvSpPr>
          <p:cNvPr id="25" name="profile-981">
            <a:extLst xmlns:a="http://schemas.openxmlformats.org/drawingml/2006/main">
              <a:ext uri="{FF2B5EF4-FFF2-40B4-BE49-F238E27FC236}">
                <a16:creationId xmlns:a16="http://schemas.microsoft.com/office/drawing/2014/main" id="{5516BBD0-D812-4885-85CD-28DFC0A8EE8F}"/>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982">
            <a:extLst xmlns:a="http://schemas.openxmlformats.org/drawingml/2006/main">
              <a:ext uri="{FF2B5EF4-FFF2-40B4-BE49-F238E27FC236}">
                <a16:creationId xmlns:a16="http://schemas.microsoft.com/office/drawing/2014/main" id="{6A396EEE-CEBC-4547-AE57-BCAB1EA3FC83}"/>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Dasmariñas</a:t>
            </a:r>
          </a:p>
        </p:txBody>
      </p:sp>
      <p:sp>
        <p:nvSpPr>
          <p:cNvPr id="27" name="profile-983">
            <a:extLst xmlns:a="http://schemas.openxmlformats.org/drawingml/2006/main">
              <a:ext uri="{FF2B5EF4-FFF2-40B4-BE49-F238E27FC236}">
                <a16:creationId xmlns:a16="http://schemas.microsoft.com/office/drawing/2014/main" id="{FAB23AEE-BAE7-4E90-A0C1-6591708E802F}"/>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984">
            <a:extLst xmlns:a="http://schemas.openxmlformats.org/drawingml/2006/main">
              <a:ext uri="{FF2B5EF4-FFF2-40B4-BE49-F238E27FC236}">
                <a16:creationId xmlns:a16="http://schemas.microsoft.com/office/drawing/2014/main" id="{A03A74FF-0356-4DBD-9546-3949C68F4054}"/>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Trias</a:t>
            </a:r>
          </a:p>
        </p:txBody>
      </p:sp>
      <p:sp>
        <p:nvSpPr>
          <p:cNvPr id="29" name="profile-985">
            <a:extLst xmlns:a="http://schemas.openxmlformats.org/drawingml/2006/main">
              <a:ext uri="{FF2B5EF4-FFF2-40B4-BE49-F238E27FC236}">
                <a16:creationId xmlns:a16="http://schemas.microsoft.com/office/drawing/2014/main" id="{4E0DEFB7-D7A5-4318-AFF8-2C3BEEB14ADF}"/>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986">
            <a:extLst xmlns:a="http://schemas.openxmlformats.org/drawingml/2006/main">
              <a:ext uri="{FF2B5EF4-FFF2-40B4-BE49-F238E27FC236}">
                <a16:creationId xmlns:a16="http://schemas.microsoft.com/office/drawing/2014/main" id="{4E3B51B9-6D5D-4F5A-9961-07790D1A0631}"/>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Imus</a:t>
            </a:r>
          </a:p>
        </p:txBody>
      </p:sp>
      <p:sp>
        <p:nvSpPr>
          <p:cNvPr id="31" name="profile-987">
            <a:extLst xmlns:a="http://schemas.openxmlformats.org/drawingml/2006/main">
              <a:ext uri="{FF2B5EF4-FFF2-40B4-BE49-F238E27FC236}">
                <a16:creationId xmlns:a16="http://schemas.microsoft.com/office/drawing/2014/main" id="{7EE524BE-0DAB-4700-84D9-1488135C3892}"/>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988">
            <a:extLst xmlns:a="http://schemas.openxmlformats.org/drawingml/2006/main">
              <a:ext uri="{FF2B5EF4-FFF2-40B4-BE49-F238E27FC236}">
                <a16:creationId xmlns:a16="http://schemas.microsoft.com/office/drawing/2014/main" id="{935074BC-3911-4433-8F35-6D86819E8C71}"/>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Tagaytay</a:t>
            </a:r>
          </a:p>
        </p:txBody>
      </p:sp>
      <p:sp>
        <p:nvSpPr>
          <p:cNvPr id="33" name="profile-989">
            <a:extLst xmlns:a="http://schemas.openxmlformats.org/drawingml/2006/main">
              <a:ext uri="{FF2B5EF4-FFF2-40B4-BE49-F238E27FC236}">
                <a16:creationId xmlns:a16="http://schemas.microsoft.com/office/drawing/2014/main" id="{F066BAD4-4B5D-44A3-815E-E89F5D33DC65}"/>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990">
            <a:extLst xmlns:a="http://schemas.openxmlformats.org/drawingml/2006/main">
              <a:ext uri="{FF2B5EF4-FFF2-40B4-BE49-F238E27FC236}">
                <a16:creationId xmlns:a16="http://schemas.microsoft.com/office/drawing/2014/main" id="{D03A5B80-2778-4DE3-9EC4-3438877F57A6}"/>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Trece Martires</a:t>
            </a:r>
          </a:p>
        </p:txBody>
      </p:sp>
      <p:sp>
        <p:nvSpPr>
          <p:cNvPr id="35" name="profile-991">
            <a:extLst xmlns:a="http://schemas.openxmlformats.org/drawingml/2006/main">
              <a:ext uri="{FF2B5EF4-FFF2-40B4-BE49-F238E27FC236}">
                <a16:creationId xmlns:a16="http://schemas.microsoft.com/office/drawing/2014/main" id="{B67C9D65-E350-4166-8FDF-AD934D774B99}"/>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992">
            <a:extLst xmlns:a="http://schemas.openxmlformats.org/drawingml/2006/main">
              <a:ext uri="{FF2B5EF4-FFF2-40B4-BE49-F238E27FC236}">
                <a16:creationId xmlns:a16="http://schemas.microsoft.com/office/drawing/2014/main" id="{1C79CF04-BD21-4AC3-AAC6-39145C0A42EB}"/>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Alfonso</a:t>
            </a:r>
          </a:p>
        </p:txBody>
      </p:sp>
      <p:sp>
        <p:nvSpPr>
          <p:cNvPr id="37" name="profile-993">
            <a:extLst xmlns:a="http://schemas.openxmlformats.org/drawingml/2006/main">
              <a:ext uri="{FF2B5EF4-FFF2-40B4-BE49-F238E27FC236}">
                <a16:creationId xmlns:a16="http://schemas.microsoft.com/office/drawing/2014/main" id="{6B1B4B20-827A-48F3-A6FF-6CAF1691BBB2}"/>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994">
            <a:extLst xmlns:a="http://schemas.openxmlformats.org/drawingml/2006/main">
              <a:ext uri="{FF2B5EF4-FFF2-40B4-BE49-F238E27FC236}">
                <a16:creationId xmlns:a16="http://schemas.microsoft.com/office/drawing/2014/main" id="{1857A1CF-D21E-4BC9-94E4-DE53ADE42F22}"/>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Amadeo</a:t>
            </a:r>
          </a:p>
        </p:txBody>
      </p:sp>
      <p:sp>
        <p:nvSpPr>
          <p:cNvPr id="39" name="profile-995">
            <a:extLst xmlns:a="http://schemas.openxmlformats.org/drawingml/2006/main">
              <a:ext uri="{FF2B5EF4-FFF2-40B4-BE49-F238E27FC236}">
                <a16:creationId xmlns:a16="http://schemas.microsoft.com/office/drawing/2014/main" id="{F7766B0B-B003-4E71-BEEB-9B2CEF61F434}"/>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996">
            <a:extLst xmlns:a="http://schemas.openxmlformats.org/drawingml/2006/main">
              <a:ext uri="{FF2B5EF4-FFF2-40B4-BE49-F238E27FC236}">
                <a16:creationId xmlns:a16="http://schemas.microsoft.com/office/drawing/2014/main" id="{EA161AE4-CBFD-466F-AD6E-5550FC64A88A}"/>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Emilio Aguinaldo</a:t>
            </a:r>
          </a:p>
        </p:txBody>
      </p:sp>
      <p:sp>
        <p:nvSpPr>
          <p:cNvPr id="41" name="profile-997">
            <a:extLst xmlns:a="http://schemas.openxmlformats.org/drawingml/2006/main">
              <a:ext uri="{FF2B5EF4-FFF2-40B4-BE49-F238E27FC236}">
                <a16:creationId xmlns:a16="http://schemas.microsoft.com/office/drawing/2014/main" id="{E555A6BF-7EBD-4EB9-B1ED-6AA02C197A8B}"/>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998">
            <a:extLst xmlns:a="http://schemas.openxmlformats.org/drawingml/2006/main">
              <a:ext uri="{FF2B5EF4-FFF2-40B4-BE49-F238E27FC236}">
                <a16:creationId xmlns:a16="http://schemas.microsoft.com/office/drawing/2014/main" id="{E26419AF-E312-45E8-BE85-FAFAF45FDA6E}"/>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Indang</a:t>
            </a:r>
          </a:p>
        </p:txBody>
      </p:sp>
      <p:sp>
        <p:nvSpPr>
          <p:cNvPr id="43" name="profile-999">
            <a:extLst xmlns:a="http://schemas.openxmlformats.org/drawingml/2006/main">
              <a:ext uri="{FF2B5EF4-FFF2-40B4-BE49-F238E27FC236}">
                <a16:creationId xmlns:a16="http://schemas.microsoft.com/office/drawing/2014/main" id="{C002EDC0-9D2C-4C84-A5C3-59605FB649CD}"/>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00">
            <a:extLst xmlns:a="http://schemas.openxmlformats.org/drawingml/2006/main">
              <a:ext uri="{FF2B5EF4-FFF2-40B4-BE49-F238E27FC236}">
                <a16:creationId xmlns:a16="http://schemas.microsoft.com/office/drawing/2014/main" id="{C98B4366-F6FA-4DB4-901A-33AAC4FC3E25}"/>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Kawit</a:t>
            </a:r>
          </a:p>
        </p:txBody>
      </p:sp>
      <p:sp>
        <p:nvSpPr>
          <p:cNvPr id="45" name="profile-1001">
            <a:extLst xmlns:a="http://schemas.openxmlformats.org/drawingml/2006/main">
              <a:ext uri="{FF2B5EF4-FFF2-40B4-BE49-F238E27FC236}">
                <a16:creationId xmlns:a16="http://schemas.microsoft.com/office/drawing/2014/main" id="{53DA457D-8ED4-4F1C-8D6E-E0DB2B33F788}"/>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02">
            <a:extLst xmlns:a="http://schemas.openxmlformats.org/drawingml/2006/main">
              <a:ext uri="{FF2B5EF4-FFF2-40B4-BE49-F238E27FC236}">
                <a16:creationId xmlns:a16="http://schemas.microsoft.com/office/drawing/2014/main" id="{9ED37D78-548E-4535-A5B8-AB63A95D621D}"/>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Magallanes</a:t>
            </a:r>
          </a:p>
        </p:txBody>
      </p:sp>
      <p:sp>
        <p:nvSpPr>
          <p:cNvPr id="47" name="profile-1003">
            <a:extLst xmlns:a="http://schemas.openxmlformats.org/drawingml/2006/main">
              <a:ext uri="{FF2B5EF4-FFF2-40B4-BE49-F238E27FC236}">
                <a16:creationId xmlns:a16="http://schemas.microsoft.com/office/drawing/2014/main" id="{A42DE829-C3E3-4604-B0A4-CC78805F4F7D}"/>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04">
            <a:extLst xmlns:a="http://schemas.openxmlformats.org/drawingml/2006/main">
              <a:ext uri="{FF2B5EF4-FFF2-40B4-BE49-F238E27FC236}">
                <a16:creationId xmlns:a16="http://schemas.microsoft.com/office/drawing/2014/main" id="{5633CAA8-EBE1-47CF-A8E1-D059315F506B}"/>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Maragondon</a:t>
            </a:r>
          </a:p>
        </p:txBody>
      </p:sp>
      <p:sp>
        <p:nvSpPr>
          <p:cNvPr id="49" name="profile-1005">
            <a:extLst xmlns:a="http://schemas.openxmlformats.org/drawingml/2006/main">
              <a:ext uri="{FF2B5EF4-FFF2-40B4-BE49-F238E27FC236}">
                <a16:creationId xmlns:a16="http://schemas.microsoft.com/office/drawing/2014/main" id="{9DC55248-27C5-49E4-8128-D5D318D5A3CA}"/>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006">
            <a:extLst xmlns:a="http://schemas.openxmlformats.org/drawingml/2006/main">
              <a:ext uri="{FF2B5EF4-FFF2-40B4-BE49-F238E27FC236}">
                <a16:creationId xmlns:a16="http://schemas.microsoft.com/office/drawing/2014/main" id="{B387FB0B-70F0-4C59-8CAC-C35E3B28B094}"/>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Mendez</a:t>
            </a:r>
          </a:p>
        </p:txBody>
      </p:sp>
      <p:sp>
        <p:nvSpPr>
          <p:cNvPr id="51" name="profile-1007">
            <a:extLst xmlns:a="http://schemas.openxmlformats.org/drawingml/2006/main">
              <a:ext uri="{FF2B5EF4-FFF2-40B4-BE49-F238E27FC236}">
                <a16:creationId xmlns:a16="http://schemas.microsoft.com/office/drawing/2014/main" id="{F83E0E45-B598-406E-B0DB-F093F57AE48A}"/>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008">
            <a:extLst xmlns:a="http://schemas.openxmlformats.org/drawingml/2006/main">
              <a:ext uri="{FF2B5EF4-FFF2-40B4-BE49-F238E27FC236}">
                <a16:creationId xmlns:a16="http://schemas.microsoft.com/office/drawing/2014/main" id="{AF29AB77-7DE8-402F-9D24-31A0CD87F97F}"/>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Naic</a:t>
            </a:r>
          </a:p>
        </p:txBody>
      </p:sp>
      <p:sp>
        <p:nvSpPr>
          <p:cNvPr id="53" name="profile-1009">
            <a:extLst xmlns:a="http://schemas.openxmlformats.org/drawingml/2006/main">
              <a:ext uri="{FF2B5EF4-FFF2-40B4-BE49-F238E27FC236}">
                <a16:creationId xmlns:a16="http://schemas.microsoft.com/office/drawing/2014/main" id="{1EABB4C8-E65F-4C26-999B-8FD9A2A0DF50}"/>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010">
            <a:extLst xmlns:a="http://schemas.openxmlformats.org/drawingml/2006/main">
              <a:ext uri="{FF2B5EF4-FFF2-40B4-BE49-F238E27FC236}">
                <a16:creationId xmlns:a16="http://schemas.microsoft.com/office/drawing/2014/main" id="{7EB56016-BBC0-451B-998B-8AA8AC278D7A}"/>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Noveleta</a:t>
            </a:r>
          </a:p>
        </p:txBody>
      </p:sp>
      <p:sp>
        <p:nvSpPr>
          <p:cNvPr id="55" name="profile-1011">
            <a:extLst xmlns:a="http://schemas.openxmlformats.org/drawingml/2006/main">
              <a:ext uri="{FF2B5EF4-FFF2-40B4-BE49-F238E27FC236}">
                <a16:creationId xmlns:a16="http://schemas.microsoft.com/office/drawing/2014/main" id="{A918FEE6-8C4C-4C64-AC87-2C50B70F69E6}"/>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012">
            <a:extLst xmlns:a="http://schemas.openxmlformats.org/drawingml/2006/main">
              <a:ext uri="{FF2B5EF4-FFF2-40B4-BE49-F238E27FC236}">
                <a16:creationId xmlns:a16="http://schemas.microsoft.com/office/drawing/2014/main" id="{F22BF4C0-C26A-4AAF-A905-17F9C20E4C2F}"/>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57" name="profile-1013">
            <a:extLst xmlns:a="http://schemas.openxmlformats.org/drawingml/2006/main">
              <a:ext uri="{FF2B5EF4-FFF2-40B4-BE49-F238E27FC236}">
                <a16:creationId xmlns:a16="http://schemas.microsoft.com/office/drawing/2014/main" id="{B335DAC2-6E85-4DF2-9BBA-B872C5A30679}"/>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014">
            <a:extLst xmlns:a="http://schemas.openxmlformats.org/drawingml/2006/main">
              <a:ext uri="{FF2B5EF4-FFF2-40B4-BE49-F238E27FC236}">
                <a16:creationId xmlns:a16="http://schemas.microsoft.com/office/drawing/2014/main" id="{ABD46D9D-F111-46C0-8B5B-DA6CABD1A75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Silang</a:t>
            </a:r>
          </a:p>
        </p:txBody>
      </p:sp>
      <p:sp>
        <p:nvSpPr>
          <p:cNvPr id="59" name="profile-1015">
            <a:extLst xmlns:a="http://schemas.openxmlformats.org/drawingml/2006/main">
              <a:ext uri="{FF2B5EF4-FFF2-40B4-BE49-F238E27FC236}">
                <a16:creationId xmlns:a16="http://schemas.microsoft.com/office/drawing/2014/main" id="{9818D07E-975D-4BEF-91A7-F33A0D9F2D3B}"/>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016">
            <a:extLst xmlns:a="http://schemas.openxmlformats.org/drawingml/2006/main">
              <a:ext uri="{FF2B5EF4-FFF2-40B4-BE49-F238E27FC236}">
                <a16:creationId xmlns:a16="http://schemas.microsoft.com/office/drawing/2014/main" id="{130DD901-B5BD-4849-B7E8-441E526A754C}"/>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Tanza</a:t>
            </a:r>
          </a:p>
        </p:txBody>
      </p:sp>
      <p:sp>
        <p:nvSpPr>
          <p:cNvPr id="61" name="profile-1017">
            <a:extLst xmlns:a="http://schemas.openxmlformats.org/drawingml/2006/main">
              <a:ext uri="{FF2B5EF4-FFF2-40B4-BE49-F238E27FC236}">
                <a16:creationId xmlns:a16="http://schemas.microsoft.com/office/drawing/2014/main" id="{ED8536B0-F413-4C8A-8E5B-C159DE97B4F7}"/>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018">
            <a:extLst xmlns:a="http://schemas.openxmlformats.org/drawingml/2006/main">
              <a:ext uri="{FF2B5EF4-FFF2-40B4-BE49-F238E27FC236}">
                <a16:creationId xmlns:a16="http://schemas.microsoft.com/office/drawing/2014/main" id="{8201FE54-9C49-4FA2-B226-B401C1538D44}"/>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Ternate</a:t>
            </a:r>
          </a:p>
        </p:txBody>
      </p:sp>
      <p:sp>
        <p:nvSpPr>
          <p:cNvPr id="63" name="profile-1019">
            <a:extLst xmlns:a="http://schemas.openxmlformats.org/drawingml/2006/main">
              <a:ext uri="{FF2B5EF4-FFF2-40B4-BE49-F238E27FC236}">
                <a16:creationId xmlns:a16="http://schemas.microsoft.com/office/drawing/2014/main" id="{588E9456-6CB7-4209-9D91-6D65F2F24C41}"/>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020">
            <a:extLst xmlns:a="http://schemas.openxmlformats.org/drawingml/2006/main">
              <a:ext uri="{FF2B5EF4-FFF2-40B4-BE49-F238E27FC236}">
                <a16:creationId xmlns:a16="http://schemas.microsoft.com/office/drawing/2014/main" id="{F7486D11-CB0A-4DB2-9000-67AC21BCCCD5}"/>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Mariano Alvarez</a:t>
            </a:r>
          </a:p>
        </p:txBody>
      </p:sp>
      <p:sp>
        <p:nvSpPr>
          <p:cNvPr id="65" name="profile-1021">
            <a:extLst xmlns:a="http://schemas.openxmlformats.org/drawingml/2006/main">
              <a:ext uri="{FF2B5EF4-FFF2-40B4-BE49-F238E27FC236}">
                <a16:creationId xmlns:a16="http://schemas.microsoft.com/office/drawing/2014/main" id="{B56F951F-0E83-499A-AEBA-A49BF6CDC8C4}"/>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55048025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profile-1022">
            <a:extLst xmlns:a="http://schemas.openxmlformats.org/drawingml/2006/main">
              <a:ext uri="{FF2B5EF4-FFF2-40B4-BE49-F238E27FC236}">
                <a16:creationId xmlns:a16="http://schemas.microsoft.com/office/drawing/2014/main" id="{CA8A08B0-7D1B-4A3C-9BF0-7AF05E2A528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023">
            <a:extLst xmlns:a="http://schemas.openxmlformats.org/drawingml/2006/main">
              <a:ext uri="{FF2B5EF4-FFF2-40B4-BE49-F238E27FC236}">
                <a16:creationId xmlns:a16="http://schemas.microsoft.com/office/drawing/2014/main" id="{825B7D61-4DB4-470C-8C54-8648F946EAD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799DEF1-0011-4CFC-B27F-41D07668B676}"/>
              </a:ext>
            </a:extLst>
          </p:cNvPr>
          <p:cNvPicPr>
            <a:picLocks xmlns:a="http://schemas.openxmlformats.org/drawingml/2006/main" noChangeAspect="1"/>
          </p:cNvPicPr>
          <p:nvPr/>
        </p:nvPicPr>
        <p:blipFill>
          <a:blip xmlns:r="http://schemas.openxmlformats.org/officeDocument/2006/relationships" xmlns:a="http://schemas.openxmlformats.org/drawingml/2006/main" r:embed="R5d75eb521b224e3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024">
            <a:extLst xmlns:a="http://schemas.openxmlformats.org/drawingml/2006/main">
              <a:ext uri="{FF2B5EF4-FFF2-40B4-BE49-F238E27FC236}">
                <a16:creationId xmlns:a16="http://schemas.microsoft.com/office/drawing/2014/main" id="{D966AE7E-F9B1-4DD4-AF38-2095C21EE73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025">
            <a:extLst xmlns:a="http://schemas.openxmlformats.org/drawingml/2006/main">
              <a:ext uri="{FF2B5EF4-FFF2-40B4-BE49-F238E27FC236}">
                <a16:creationId xmlns:a16="http://schemas.microsoft.com/office/drawing/2014/main" id="{2169B6DA-D1E7-41C8-BC11-EE770AB3721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026">
            <a:extLst xmlns:a="http://schemas.openxmlformats.org/drawingml/2006/main">
              <a:ext uri="{FF2B5EF4-FFF2-40B4-BE49-F238E27FC236}">
                <a16:creationId xmlns:a16="http://schemas.microsoft.com/office/drawing/2014/main" id="{E8D28103-CD10-40DB-9A0C-0D804E2D5D8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027">
            <a:extLst xmlns:a="http://schemas.openxmlformats.org/drawingml/2006/main">
              <a:ext uri="{FF2B5EF4-FFF2-40B4-BE49-F238E27FC236}">
                <a16:creationId xmlns:a16="http://schemas.microsoft.com/office/drawing/2014/main" id="{15E9A8E0-62B2-47BE-916C-EB721237BE4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028">
            <a:extLst xmlns:a="http://schemas.openxmlformats.org/drawingml/2006/main">
              <a:ext uri="{FF2B5EF4-FFF2-40B4-BE49-F238E27FC236}">
                <a16:creationId xmlns:a16="http://schemas.microsoft.com/office/drawing/2014/main" id="{6CA6E1A5-0AA4-4172-A330-FD920543F07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029">
            <a:extLst xmlns:a="http://schemas.openxmlformats.org/drawingml/2006/main">
              <a:ext uri="{FF2B5EF4-FFF2-40B4-BE49-F238E27FC236}">
                <a16:creationId xmlns:a16="http://schemas.microsoft.com/office/drawing/2014/main" id="{BA5CAEA1-2BD0-4C9E-AF30-6CF45D300B2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030">
            <a:extLst xmlns:a="http://schemas.openxmlformats.org/drawingml/2006/main">
              <a:ext uri="{FF2B5EF4-FFF2-40B4-BE49-F238E27FC236}">
                <a16:creationId xmlns:a16="http://schemas.microsoft.com/office/drawing/2014/main" id="{4ACDE88F-523C-4BAC-BABA-D62B26665C0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31">
            <a:extLst xmlns:a="http://schemas.openxmlformats.org/drawingml/2006/main">
              <a:ext uri="{FF2B5EF4-FFF2-40B4-BE49-F238E27FC236}">
                <a16:creationId xmlns:a16="http://schemas.microsoft.com/office/drawing/2014/main" id="{4757603E-A387-46FC-9DA2-AD4A95FFBBB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032">
            <a:extLst xmlns:a="http://schemas.openxmlformats.org/drawingml/2006/main">
              <a:ext uri="{FF2B5EF4-FFF2-40B4-BE49-F238E27FC236}">
                <a16:creationId xmlns:a16="http://schemas.microsoft.com/office/drawing/2014/main" id="{93F2D4FC-CE13-43E6-9244-CF83855510C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033">
            <a:extLst xmlns:a="http://schemas.openxmlformats.org/drawingml/2006/main">
              <a:ext uri="{FF2B5EF4-FFF2-40B4-BE49-F238E27FC236}">
                <a16:creationId xmlns:a16="http://schemas.microsoft.com/office/drawing/2014/main" id="{EB92654F-1026-4C1D-AB21-4D4405FBE3C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034">
            <a:extLst xmlns:a="http://schemas.openxmlformats.org/drawingml/2006/main">
              <a:ext uri="{FF2B5EF4-FFF2-40B4-BE49-F238E27FC236}">
                <a16:creationId xmlns:a16="http://schemas.microsoft.com/office/drawing/2014/main" id="{F5CC0CEC-EFD5-430B-9D29-4BC30911B12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035">
            <a:extLst xmlns:a="http://schemas.openxmlformats.org/drawingml/2006/main">
              <a:ext uri="{FF2B5EF4-FFF2-40B4-BE49-F238E27FC236}">
                <a16:creationId xmlns:a16="http://schemas.microsoft.com/office/drawing/2014/main" id="{37F47CEF-23BE-44A4-932A-4340F927F15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31</a:t>
            </a:r>
          </a:p>
        </p:txBody>
      </p:sp>
      <p:sp>
        <p:nvSpPr>
          <p:cNvPr id="16" name="profile-1036">
            <a:extLst xmlns:a="http://schemas.openxmlformats.org/drawingml/2006/main">
              <a:ext uri="{FF2B5EF4-FFF2-40B4-BE49-F238E27FC236}">
                <a16:creationId xmlns:a16="http://schemas.microsoft.com/office/drawing/2014/main" id="{85CBD38B-7B29-44CC-A3A7-2E137065311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Laguna</a:t>
            </a:r>
          </a:p>
        </p:txBody>
      </p:sp>
      <p:sp>
        <p:nvSpPr>
          <p:cNvPr id="17" name="profile-1037">
            <a:extLst xmlns:a="http://schemas.openxmlformats.org/drawingml/2006/main">
              <a:ext uri="{FF2B5EF4-FFF2-40B4-BE49-F238E27FC236}">
                <a16:creationId xmlns:a16="http://schemas.microsoft.com/office/drawing/2014/main" id="{9FF26971-D2B5-496E-9321-5848F28E904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038">
            <a:extLst xmlns:a="http://schemas.openxmlformats.org/drawingml/2006/main">
              <a:ext uri="{FF2B5EF4-FFF2-40B4-BE49-F238E27FC236}">
                <a16:creationId xmlns:a16="http://schemas.microsoft.com/office/drawing/2014/main" id="{8837EE46-F4B2-4D25-96FA-2896E5C122E9}"/>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039">
            <a:extLst xmlns:a="http://schemas.openxmlformats.org/drawingml/2006/main">
              <a:ext uri="{FF2B5EF4-FFF2-40B4-BE49-F238E27FC236}">
                <a16:creationId xmlns:a16="http://schemas.microsoft.com/office/drawing/2014/main" id="{567727E1-D574-4B30-9C26-F0FF348AF19D}"/>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040">
            <a:extLst xmlns:a="http://schemas.openxmlformats.org/drawingml/2006/main">
              <a:ext uri="{FF2B5EF4-FFF2-40B4-BE49-F238E27FC236}">
                <a16:creationId xmlns:a16="http://schemas.microsoft.com/office/drawing/2014/main" id="{CA033D7C-4E36-4352-B11E-CE9780916A04}"/>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Biñan</a:t>
            </a:r>
          </a:p>
        </p:txBody>
      </p:sp>
      <p:sp>
        <p:nvSpPr>
          <p:cNvPr id="21" name="profile-1041">
            <a:extLst xmlns:a="http://schemas.openxmlformats.org/drawingml/2006/main">
              <a:ext uri="{FF2B5EF4-FFF2-40B4-BE49-F238E27FC236}">
                <a16:creationId xmlns:a16="http://schemas.microsoft.com/office/drawing/2014/main" id="{9B4792D7-A314-4020-8351-A2563A889F5C}"/>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042">
            <a:extLst xmlns:a="http://schemas.openxmlformats.org/drawingml/2006/main">
              <a:ext uri="{FF2B5EF4-FFF2-40B4-BE49-F238E27FC236}">
                <a16:creationId xmlns:a16="http://schemas.microsoft.com/office/drawing/2014/main" id="{DE62E746-D876-425E-A5A0-C0129E184ACD}"/>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Cabuyao</a:t>
            </a:r>
          </a:p>
        </p:txBody>
      </p:sp>
      <p:sp>
        <p:nvSpPr>
          <p:cNvPr id="23" name="profile-1043">
            <a:extLst xmlns:a="http://schemas.openxmlformats.org/drawingml/2006/main">
              <a:ext uri="{FF2B5EF4-FFF2-40B4-BE49-F238E27FC236}">
                <a16:creationId xmlns:a16="http://schemas.microsoft.com/office/drawing/2014/main" id="{2B61E3D0-BA59-40FF-8F17-7BA20BC28FD3}"/>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044">
            <a:extLst xmlns:a="http://schemas.openxmlformats.org/drawingml/2006/main">
              <a:ext uri="{FF2B5EF4-FFF2-40B4-BE49-F238E27FC236}">
                <a16:creationId xmlns:a16="http://schemas.microsoft.com/office/drawing/2014/main" id="{6D570022-991C-464A-8E29-0A6FB46EEF43}"/>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Calamba</a:t>
            </a:r>
          </a:p>
        </p:txBody>
      </p:sp>
      <p:sp>
        <p:nvSpPr>
          <p:cNvPr id="25" name="profile-1045">
            <a:extLst xmlns:a="http://schemas.openxmlformats.org/drawingml/2006/main">
              <a:ext uri="{FF2B5EF4-FFF2-40B4-BE49-F238E27FC236}">
                <a16:creationId xmlns:a16="http://schemas.microsoft.com/office/drawing/2014/main" id="{9CF8F1D6-A96E-4065-AB7B-79ED28952A6B}"/>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046">
            <a:extLst xmlns:a="http://schemas.openxmlformats.org/drawingml/2006/main">
              <a:ext uri="{FF2B5EF4-FFF2-40B4-BE49-F238E27FC236}">
                <a16:creationId xmlns:a16="http://schemas.microsoft.com/office/drawing/2014/main" id="{09582E44-FE3D-439C-A7EA-399E41707197}"/>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Pablo</a:t>
            </a:r>
          </a:p>
        </p:txBody>
      </p:sp>
      <p:sp>
        <p:nvSpPr>
          <p:cNvPr id="27" name="profile-1047">
            <a:extLst xmlns:a="http://schemas.openxmlformats.org/drawingml/2006/main">
              <a:ext uri="{FF2B5EF4-FFF2-40B4-BE49-F238E27FC236}">
                <a16:creationId xmlns:a16="http://schemas.microsoft.com/office/drawing/2014/main" id="{5AA6BA11-6ED9-4DD0-89C4-AF1BB1244948}"/>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048">
            <a:extLst xmlns:a="http://schemas.openxmlformats.org/drawingml/2006/main">
              <a:ext uri="{FF2B5EF4-FFF2-40B4-BE49-F238E27FC236}">
                <a16:creationId xmlns:a16="http://schemas.microsoft.com/office/drawing/2014/main" id="{C429082A-1811-460C-A637-BCA94F2849BD}"/>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Pedro</a:t>
            </a:r>
          </a:p>
        </p:txBody>
      </p:sp>
      <p:sp>
        <p:nvSpPr>
          <p:cNvPr id="29" name="profile-1049">
            <a:extLst xmlns:a="http://schemas.openxmlformats.org/drawingml/2006/main">
              <a:ext uri="{FF2B5EF4-FFF2-40B4-BE49-F238E27FC236}">
                <a16:creationId xmlns:a16="http://schemas.microsoft.com/office/drawing/2014/main" id="{716F082A-D3FF-47CD-8DA1-56A65B77A672}"/>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050">
            <a:extLst xmlns:a="http://schemas.openxmlformats.org/drawingml/2006/main">
              <a:ext uri="{FF2B5EF4-FFF2-40B4-BE49-F238E27FC236}">
                <a16:creationId xmlns:a16="http://schemas.microsoft.com/office/drawing/2014/main" id="{4040867F-9EA5-4948-A4E8-E8B8C653665D}"/>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Rosa</a:t>
            </a:r>
          </a:p>
        </p:txBody>
      </p:sp>
      <p:sp>
        <p:nvSpPr>
          <p:cNvPr id="31" name="profile-1051">
            <a:extLst xmlns:a="http://schemas.openxmlformats.org/drawingml/2006/main">
              <a:ext uri="{FF2B5EF4-FFF2-40B4-BE49-F238E27FC236}">
                <a16:creationId xmlns:a16="http://schemas.microsoft.com/office/drawing/2014/main" id="{4034AAF7-C02E-4180-B20E-FE9B2BB6BE9D}"/>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052">
            <a:extLst xmlns:a="http://schemas.openxmlformats.org/drawingml/2006/main">
              <a:ext uri="{FF2B5EF4-FFF2-40B4-BE49-F238E27FC236}">
                <a16:creationId xmlns:a16="http://schemas.microsoft.com/office/drawing/2014/main" id="{C7B434FD-D672-4FB8-863F-92304C4433A2}"/>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Alaminos</a:t>
            </a:r>
          </a:p>
        </p:txBody>
      </p:sp>
      <p:sp>
        <p:nvSpPr>
          <p:cNvPr id="33" name="profile-1053">
            <a:extLst xmlns:a="http://schemas.openxmlformats.org/drawingml/2006/main">
              <a:ext uri="{FF2B5EF4-FFF2-40B4-BE49-F238E27FC236}">
                <a16:creationId xmlns:a16="http://schemas.microsoft.com/office/drawing/2014/main" id="{9FE86885-EE2C-4E79-A015-C645C5C50494}"/>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054">
            <a:extLst xmlns:a="http://schemas.openxmlformats.org/drawingml/2006/main">
              <a:ext uri="{FF2B5EF4-FFF2-40B4-BE49-F238E27FC236}">
                <a16:creationId xmlns:a16="http://schemas.microsoft.com/office/drawing/2014/main" id="{EEC8AF80-5CA8-4E52-9748-8324C3864B72}"/>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Bay</a:t>
            </a:r>
          </a:p>
        </p:txBody>
      </p:sp>
      <p:sp>
        <p:nvSpPr>
          <p:cNvPr id="35" name="profile-1055">
            <a:extLst xmlns:a="http://schemas.openxmlformats.org/drawingml/2006/main">
              <a:ext uri="{FF2B5EF4-FFF2-40B4-BE49-F238E27FC236}">
                <a16:creationId xmlns:a16="http://schemas.microsoft.com/office/drawing/2014/main" id="{3D89BD49-6A34-47EB-928F-A964FE56EC45}"/>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056">
            <a:extLst xmlns:a="http://schemas.openxmlformats.org/drawingml/2006/main">
              <a:ext uri="{FF2B5EF4-FFF2-40B4-BE49-F238E27FC236}">
                <a16:creationId xmlns:a16="http://schemas.microsoft.com/office/drawing/2014/main" id="{C4CFCFC3-71AC-46FF-881D-5012FE3DC6F6}"/>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Calauan</a:t>
            </a:r>
          </a:p>
        </p:txBody>
      </p:sp>
      <p:sp>
        <p:nvSpPr>
          <p:cNvPr id="37" name="profile-1057">
            <a:extLst xmlns:a="http://schemas.openxmlformats.org/drawingml/2006/main">
              <a:ext uri="{FF2B5EF4-FFF2-40B4-BE49-F238E27FC236}">
                <a16:creationId xmlns:a16="http://schemas.microsoft.com/office/drawing/2014/main" id="{001AEC1B-DEF3-469F-A065-CC059D9144BD}"/>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058">
            <a:extLst xmlns:a="http://schemas.openxmlformats.org/drawingml/2006/main">
              <a:ext uri="{FF2B5EF4-FFF2-40B4-BE49-F238E27FC236}">
                <a16:creationId xmlns:a16="http://schemas.microsoft.com/office/drawing/2014/main" id="{FBA8E180-4C37-495D-B59E-67FF94129C40}"/>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Cavinti</a:t>
            </a:r>
          </a:p>
        </p:txBody>
      </p:sp>
      <p:sp>
        <p:nvSpPr>
          <p:cNvPr id="39" name="profile-1059">
            <a:extLst xmlns:a="http://schemas.openxmlformats.org/drawingml/2006/main">
              <a:ext uri="{FF2B5EF4-FFF2-40B4-BE49-F238E27FC236}">
                <a16:creationId xmlns:a16="http://schemas.microsoft.com/office/drawing/2014/main" id="{FD8B9E88-D0DA-4767-8EB7-21E2200965DE}"/>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060">
            <a:extLst xmlns:a="http://schemas.openxmlformats.org/drawingml/2006/main">
              <a:ext uri="{FF2B5EF4-FFF2-40B4-BE49-F238E27FC236}">
                <a16:creationId xmlns:a16="http://schemas.microsoft.com/office/drawing/2014/main" id="{F19C0F5C-7711-4E15-8A9D-69F8F7541014}"/>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Famy</a:t>
            </a:r>
          </a:p>
        </p:txBody>
      </p:sp>
      <p:sp>
        <p:nvSpPr>
          <p:cNvPr id="41" name="profile-1061">
            <a:extLst xmlns:a="http://schemas.openxmlformats.org/drawingml/2006/main">
              <a:ext uri="{FF2B5EF4-FFF2-40B4-BE49-F238E27FC236}">
                <a16:creationId xmlns:a16="http://schemas.microsoft.com/office/drawing/2014/main" id="{0AA64746-7708-4FFC-8915-5469B04811D2}"/>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062">
            <a:extLst xmlns:a="http://schemas.openxmlformats.org/drawingml/2006/main">
              <a:ext uri="{FF2B5EF4-FFF2-40B4-BE49-F238E27FC236}">
                <a16:creationId xmlns:a16="http://schemas.microsoft.com/office/drawing/2014/main" id="{0DF39D0D-B0B6-42EB-BB98-5AA4B99B903A}"/>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Kalayaan</a:t>
            </a:r>
          </a:p>
        </p:txBody>
      </p:sp>
      <p:sp>
        <p:nvSpPr>
          <p:cNvPr id="43" name="profile-1063">
            <a:extLst xmlns:a="http://schemas.openxmlformats.org/drawingml/2006/main">
              <a:ext uri="{FF2B5EF4-FFF2-40B4-BE49-F238E27FC236}">
                <a16:creationId xmlns:a16="http://schemas.microsoft.com/office/drawing/2014/main" id="{25B93F6F-D8FA-4464-A5E9-DC3B9503C225}"/>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64">
            <a:extLst xmlns:a="http://schemas.openxmlformats.org/drawingml/2006/main">
              <a:ext uri="{FF2B5EF4-FFF2-40B4-BE49-F238E27FC236}">
                <a16:creationId xmlns:a16="http://schemas.microsoft.com/office/drawing/2014/main" id="{7E7E2459-3175-4817-A277-897978F9DFC9}"/>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Liliw</a:t>
            </a:r>
          </a:p>
        </p:txBody>
      </p:sp>
      <p:sp>
        <p:nvSpPr>
          <p:cNvPr id="45" name="profile-1065">
            <a:extLst xmlns:a="http://schemas.openxmlformats.org/drawingml/2006/main">
              <a:ext uri="{FF2B5EF4-FFF2-40B4-BE49-F238E27FC236}">
                <a16:creationId xmlns:a16="http://schemas.microsoft.com/office/drawing/2014/main" id="{5B85AFC3-83CA-4595-8ACF-4C5A8AEA8937}"/>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66">
            <a:extLst xmlns:a="http://schemas.openxmlformats.org/drawingml/2006/main">
              <a:ext uri="{FF2B5EF4-FFF2-40B4-BE49-F238E27FC236}">
                <a16:creationId xmlns:a16="http://schemas.microsoft.com/office/drawing/2014/main" id="{34282ABD-DABC-41A7-BCA0-E65E3D1C4496}"/>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Los Baños</a:t>
            </a:r>
          </a:p>
        </p:txBody>
      </p:sp>
      <p:sp>
        <p:nvSpPr>
          <p:cNvPr id="47" name="profile-1067">
            <a:extLst xmlns:a="http://schemas.openxmlformats.org/drawingml/2006/main">
              <a:ext uri="{FF2B5EF4-FFF2-40B4-BE49-F238E27FC236}">
                <a16:creationId xmlns:a16="http://schemas.microsoft.com/office/drawing/2014/main" id="{B1057050-86C1-4054-BB30-CBEC578911AA}"/>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68">
            <a:extLst xmlns:a="http://schemas.openxmlformats.org/drawingml/2006/main">
              <a:ext uri="{FF2B5EF4-FFF2-40B4-BE49-F238E27FC236}">
                <a16:creationId xmlns:a16="http://schemas.microsoft.com/office/drawing/2014/main" id="{608A7160-2788-482E-98E9-188E0A321986}"/>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Luisiana</a:t>
            </a:r>
          </a:p>
        </p:txBody>
      </p:sp>
      <p:sp>
        <p:nvSpPr>
          <p:cNvPr id="49" name="profile-1069">
            <a:extLst xmlns:a="http://schemas.openxmlformats.org/drawingml/2006/main">
              <a:ext uri="{FF2B5EF4-FFF2-40B4-BE49-F238E27FC236}">
                <a16:creationId xmlns:a16="http://schemas.microsoft.com/office/drawing/2014/main" id="{9A271C7B-6731-4F6B-A297-E23ACF2502AE}"/>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070">
            <a:extLst xmlns:a="http://schemas.openxmlformats.org/drawingml/2006/main">
              <a:ext uri="{FF2B5EF4-FFF2-40B4-BE49-F238E27FC236}">
                <a16:creationId xmlns:a16="http://schemas.microsoft.com/office/drawing/2014/main" id="{F1A51410-348D-404A-852F-6F0D601586C2}"/>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Lumban</a:t>
            </a:r>
          </a:p>
        </p:txBody>
      </p:sp>
      <p:sp>
        <p:nvSpPr>
          <p:cNvPr id="51" name="profile-1071">
            <a:extLst xmlns:a="http://schemas.openxmlformats.org/drawingml/2006/main">
              <a:ext uri="{FF2B5EF4-FFF2-40B4-BE49-F238E27FC236}">
                <a16:creationId xmlns:a16="http://schemas.microsoft.com/office/drawing/2014/main" id="{EBA531A5-B5E6-4B9C-A035-A6883BC3F54D}"/>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072">
            <a:extLst xmlns:a="http://schemas.openxmlformats.org/drawingml/2006/main">
              <a:ext uri="{FF2B5EF4-FFF2-40B4-BE49-F238E27FC236}">
                <a16:creationId xmlns:a16="http://schemas.microsoft.com/office/drawing/2014/main" id="{86DE827A-2E88-4A0D-97B9-565348797A27}"/>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Mabitac</a:t>
            </a:r>
          </a:p>
        </p:txBody>
      </p:sp>
      <p:sp>
        <p:nvSpPr>
          <p:cNvPr id="53" name="profile-1073">
            <a:extLst xmlns:a="http://schemas.openxmlformats.org/drawingml/2006/main">
              <a:ext uri="{FF2B5EF4-FFF2-40B4-BE49-F238E27FC236}">
                <a16:creationId xmlns:a16="http://schemas.microsoft.com/office/drawing/2014/main" id="{9E977C1B-EA4B-4C23-B254-9E006957833A}"/>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074">
            <a:extLst xmlns:a="http://schemas.openxmlformats.org/drawingml/2006/main">
              <a:ext uri="{FF2B5EF4-FFF2-40B4-BE49-F238E27FC236}">
                <a16:creationId xmlns:a16="http://schemas.microsoft.com/office/drawing/2014/main" id="{5DDD9618-515B-4018-B6CF-E050898400F0}"/>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Magdalena</a:t>
            </a:r>
          </a:p>
        </p:txBody>
      </p:sp>
      <p:sp>
        <p:nvSpPr>
          <p:cNvPr id="55" name="profile-1075">
            <a:extLst xmlns:a="http://schemas.openxmlformats.org/drawingml/2006/main">
              <a:ext uri="{FF2B5EF4-FFF2-40B4-BE49-F238E27FC236}">
                <a16:creationId xmlns:a16="http://schemas.microsoft.com/office/drawing/2014/main" id="{BCE08E62-A4B6-4D56-AF9A-52ACAA85424D}"/>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076">
            <a:extLst xmlns:a="http://schemas.openxmlformats.org/drawingml/2006/main">
              <a:ext uri="{FF2B5EF4-FFF2-40B4-BE49-F238E27FC236}">
                <a16:creationId xmlns:a16="http://schemas.microsoft.com/office/drawing/2014/main" id="{5E724DB0-D3E0-4565-A1E5-DA4FC81831F1}"/>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Majayjay</a:t>
            </a:r>
          </a:p>
        </p:txBody>
      </p:sp>
      <p:sp>
        <p:nvSpPr>
          <p:cNvPr id="57" name="profile-1077">
            <a:extLst xmlns:a="http://schemas.openxmlformats.org/drawingml/2006/main">
              <a:ext uri="{FF2B5EF4-FFF2-40B4-BE49-F238E27FC236}">
                <a16:creationId xmlns:a16="http://schemas.microsoft.com/office/drawing/2014/main" id="{66887730-8CB3-443A-82D5-095AF0BF33D9}"/>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078">
            <a:extLst xmlns:a="http://schemas.openxmlformats.org/drawingml/2006/main">
              <a:ext uri="{FF2B5EF4-FFF2-40B4-BE49-F238E27FC236}">
                <a16:creationId xmlns:a16="http://schemas.microsoft.com/office/drawing/2014/main" id="{34CEC087-0CA1-463F-ABB6-B4065A94C7A8}"/>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Nagcarlan</a:t>
            </a:r>
          </a:p>
        </p:txBody>
      </p:sp>
      <p:sp>
        <p:nvSpPr>
          <p:cNvPr id="59" name="profile-1079">
            <a:extLst xmlns:a="http://schemas.openxmlformats.org/drawingml/2006/main">
              <a:ext uri="{FF2B5EF4-FFF2-40B4-BE49-F238E27FC236}">
                <a16:creationId xmlns:a16="http://schemas.microsoft.com/office/drawing/2014/main" id="{7ACBBB6B-D621-488D-A4F0-5E9ECA987371}"/>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080">
            <a:extLst xmlns:a="http://schemas.openxmlformats.org/drawingml/2006/main">
              <a:ext uri="{FF2B5EF4-FFF2-40B4-BE49-F238E27FC236}">
                <a16:creationId xmlns:a16="http://schemas.microsoft.com/office/drawing/2014/main" id="{BED42844-ED5C-48E1-A182-CE6E9063A0E1}"/>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Paete</a:t>
            </a:r>
          </a:p>
        </p:txBody>
      </p:sp>
      <p:sp>
        <p:nvSpPr>
          <p:cNvPr id="61" name="profile-1081">
            <a:extLst xmlns:a="http://schemas.openxmlformats.org/drawingml/2006/main">
              <a:ext uri="{FF2B5EF4-FFF2-40B4-BE49-F238E27FC236}">
                <a16:creationId xmlns:a16="http://schemas.microsoft.com/office/drawing/2014/main" id="{F0E5ABD0-37D9-4D45-A174-9BC44491783F}"/>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082">
            <a:extLst xmlns:a="http://schemas.openxmlformats.org/drawingml/2006/main">
              <a:ext uri="{FF2B5EF4-FFF2-40B4-BE49-F238E27FC236}">
                <a16:creationId xmlns:a16="http://schemas.microsoft.com/office/drawing/2014/main" id="{BE291F8A-E48A-4101-858A-588C1485B8BE}"/>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Pagsanjan</a:t>
            </a:r>
          </a:p>
        </p:txBody>
      </p:sp>
      <p:sp>
        <p:nvSpPr>
          <p:cNvPr id="63" name="profile-1083">
            <a:extLst xmlns:a="http://schemas.openxmlformats.org/drawingml/2006/main">
              <a:ext uri="{FF2B5EF4-FFF2-40B4-BE49-F238E27FC236}">
                <a16:creationId xmlns:a16="http://schemas.microsoft.com/office/drawing/2014/main" id="{F4843C04-E388-4B53-8BD9-F91851B24797}"/>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084">
            <a:extLst xmlns:a="http://schemas.openxmlformats.org/drawingml/2006/main">
              <a:ext uri="{FF2B5EF4-FFF2-40B4-BE49-F238E27FC236}">
                <a16:creationId xmlns:a16="http://schemas.microsoft.com/office/drawing/2014/main" id="{8ED408FF-8DC7-471D-9362-AAD22B090827}"/>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Pakil</a:t>
            </a:r>
          </a:p>
        </p:txBody>
      </p:sp>
      <p:sp>
        <p:nvSpPr>
          <p:cNvPr id="65" name="profile-1085">
            <a:extLst xmlns:a="http://schemas.openxmlformats.org/drawingml/2006/main">
              <a:ext uri="{FF2B5EF4-FFF2-40B4-BE49-F238E27FC236}">
                <a16:creationId xmlns:a16="http://schemas.microsoft.com/office/drawing/2014/main" id="{9CD62D45-C8A1-4031-94EB-D30903FADB9A}"/>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086">
            <a:extLst xmlns:a="http://schemas.openxmlformats.org/drawingml/2006/main">
              <a:ext uri="{FF2B5EF4-FFF2-40B4-BE49-F238E27FC236}">
                <a16:creationId xmlns:a16="http://schemas.microsoft.com/office/drawing/2014/main" id="{2F7A0256-C63C-4032-90D4-CCF882D854C4}"/>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Pangil</a:t>
            </a:r>
          </a:p>
        </p:txBody>
      </p:sp>
      <p:sp>
        <p:nvSpPr>
          <p:cNvPr id="67" name="profile-1087">
            <a:extLst xmlns:a="http://schemas.openxmlformats.org/drawingml/2006/main">
              <a:ext uri="{FF2B5EF4-FFF2-40B4-BE49-F238E27FC236}">
                <a16:creationId xmlns:a16="http://schemas.microsoft.com/office/drawing/2014/main" id="{3E43634C-C1DE-430F-9EFB-2D1085BDD5E0}"/>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088">
            <a:extLst xmlns:a="http://schemas.openxmlformats.org/drawingml/2006/main">
              <a:ext uri="{FF2B5EF4-FFF2-40B4-BE49-F238E27FC236}">
                <a16:creationId xmlns:a16="http://schemas.microsoft.com/office/drawing/2014/main" id="{F43016D3-EC8C-40B7-B694-AF4E3E842A5E}"/>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a:t>
            </a:r>
          </a:p>
        </p:txBody>
      </p:sp>
      <p:sp>
        <p:nvSpPr>
          <p:cNvPr id="69" name="profile-1089">
            <a:extLst xmlns:a="http://schemas.openxmlformats.org/drawingml/2006/main">
              <a:ext uri="{FF2B5EF4-FFF2-40B4-BE49-F238E27FC236}">
                <a16:creationId xmlns:a16="http://schemas.microsoft.com/office/drawing/2014/main" id="{0DCECE15-2E9B-436A-8AB2-FF99390EFDD0}"/>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090">
            <a:extLst xmlns:a="http://schemas.openxmlformats.org/drawingml/2006/main">
              <a:ext uri="{FF2B5EF4-FFF2-40B4-BE49-F238E27FC236}">
                <a16:creationId xmlns:a16="http://schemas.microsoft.com/office/drawing/2014/main" id="{E7A04DF4-4E46-44EF-883A-A727614F1A2C}"/>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Rizal</a:t>
            </a:r>
          </a:p>
        </p:txBody>
      </p:sp>
      <p:sp>
        <p:nvSpPr>
          <p:cNvPr id="71" name="profile-1091">
            <a:extLst xmlns:a="http://schemas.openxmlformats.org/drawingml/2006/main">
              <a:ext uri="{FF2B5EF4-FFF2-40B4-BE49-F238E27FC236}">
                <a16:creationId xmlns:a16="http://schemas.microsoft.com/office/drawing/2014/main" id="{6491BC51-7A33-4A59-8F41-BB74C431AE93}"/>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092">
            <a:extLst xmlns:a="http://schemas.openxmlformats.org/drawingml/2006/main">
              <a:ext uri="{FF2B5EF4-FFF2-40B4-BE49-F238E27FC236}">
                <a16:creationId xmlns:a16="http://schemas.microsoft.com/office/drawing/2014/main" id="{AA9516B7-A285-4064-8314-7F359CA7FE93}"/>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73" name="profile-1093">
            <a:extLst xmlns:a="http://schemas.openxmlformats.org/drawingml/2006/main">
              <a:ext uri="{FF2B5EF4-FFF2-40B4-BE49-F238E27FC236}">
                <a16:creationId xmlns:a16="http://schemas.microsoft.com/office/drawing/2014/main" id="{DDA2FDE0-A133-434A-AEEF-46D57C1B131C}"/>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094">
            <a:extLst xmlns:a="http://schemas.openxmlformats.org/drawingml/2006/main">
              <a:ext uri="{FF2B5EF4-FFF2-40B4-BE49-F238E27FC236}">
                <a16:creationId xmlns:a16="http://schemas.microsoft.com/office/drawing/2014/main" id="{0B39A236-F6F5-4AA6-9096-552237166E16}"/>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75" name="profile-1095">
            <a:extLst xmlns:a="http://schemas.openxmlformats.org/drawingml/2006/main">
              <a:ext uri="{FF2B5EF4-FFF2-40B4-BE49-F238E27FC236}">
                <a16:creationId xmlns:a16="http://schemas.microsoft.com/office/drawing/2014/main" id="{9E3538EC-15AA-4487-8A49-F946D2861CC9}"/>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096">
            <a:extLst xmlns:a="http://schemas.openxmlformats.org/drawingml/2006/main">
              <a:ext uri="{FF2B5EF4-FFF2-40B4-BE49-F238E27FC236}">
                <a16:creationId xmlns:a16="http://schemas.microsoft.com/office/drawing/2014/main" id="{89A81C06-9586-4BBA-AE33-45E81FA54F7B}"/>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Siniloan</a:t>
            </a:r>
          </a:p>
        </p:txBody>
      </p:sp>
      <p:sp>
        <p:nvSpPr>
          <p:cNvPr id="77" name="profile-1097">
            <a:extLst xmlns:a="http://schemas.openxmlformats.org/drawingml/2006/main">
              <a:ext uri="{FF2B5EF4-FFF2-40B4-BE49-F238E27FC236}">
                <a16:creationId xmlns:a16="http://schemas.microsoft.com/office/drawing/2014/main" id="{5FDBA21F-4FA1-4FA0-924F-C8F34DBA074A}"/>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098">
            <a:extLst xmlns:a="http://schemas.openxmlformats.org/drawingml/2006/main">
              <a:ext uri="{FF2B5EF4-FFF2-40B4-BE49-F238E27FC236}">
                <a16:creationId xmlns:a16="http://schemas.microsoft.com/office/drawing/2014/main" id="{1A5E0D48-D3C6-440E-B38A-C88CB5F2120E}"/>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Victoria</a:t>
            </a:r>
          </a:p>
        </p:txBody>
      </p:sp>
      <p:sp>
        <p:nvSpPr>
          <p:cNvPr id="79" name="profile-1099">
            <a:extLst xmlns:a="http://schemas.openxmlformats.org/drawingml/2006/main">
              <a:ext uri="{FF2B5EF4-FFF2-40B4-BE49-F238E27FC236}">
                <a16:creationId xmlns:a16="http://schemas.microsoft.com/office/drawing/2014/main" id="{1F0D3B79-429C-47EA-A375-CD148DB71357}"/>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6938523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profile-1100">
            <a:extLst xmlns:a="http://schemas.openxmlformats.org/drawingml/2006/main">
              <a:ext uri="{FF2B5EF4-FFF2-40B4-BE49-F238E27FC236}">
                <a16:creationId xmlns:a16="http://schemas.microsoft.com/office/drawing/2014/main" id="{CDFF00E3-605A-4EE0-8C0B-600A962FA65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101">
            <a:extLst xmlns:a="http://schemas.openxmlformats.org/drawingml/2006/main">
              <a:ext uri="{FF2B5EF4-FFF2-40B4-BE49-F238E27FC236}">
                <a16:creationId xmlns:a16="http://schemas.microsoft.com/office/drawing/2014/main" id="{AA79B116-CBFF-46F3-8302-0A890F77C82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801E4F3-160D-47AB-9AB1-1325F58D5BC0}"/>
              </a:ext>
            </a:extLst>
          </p:cNvPr>
          <p:cNvPicPr>
            <a:picLocks xmlns:a="http://schemas.openxmlformats.org/drawingml/2006/main" noChangeAspect="1"/>
          </p:cNvPicPr>
          <p:nvPr/>
        </p:nvPicPr>
        <p:blipFill>
          <a:blip xmlns:r="http://schemas.openxmlformats.org/officeDocument/2006/relationships" xmlns:a="http://schemas.openxmlformats.org/drawingml/2006/main" r:embed="Rb9061a88ea8b417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102">
            <a:extLst xmlns:a="http://schemas.openxmlformats.org/drawingml/2006/main">
              <a:ext uri="{FF2B5EF4-FFF2-40B4-BE49-F238E27FC236}">
                <a16:creationId xmlns:a16="http://schemas.microsoft.com/office/drawing/2014/main" id="{5523DF4B-4234-4EDC-8AE4-608548D1F93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103">
            <a:extLst xmlns:a="http://schemas.openxmlformats.org/drawingml/2006/main">
              <a:ext uri="{FF2B5EF4-FFF2-40B4-BE49-F238E27FC236}">
                <a16:creationId xmlns:a16="http://schemas.microsoft.com/office/drawing/2014/main" id="{3AA3053F-6F63-43EF-8972-58AD5B57A45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104">
            <a:extLst xmlns:a="http://schemas.openxmlformats.org/drawingml/2006/main">
              <a:ext uri="{FF2B5EF4-FFF2-40B4-BE49-F238E27FC236}">
                <a16:creationId xmlns:a16="http://schemas.microsoft.com/office/drawing/2014/main" id="{4CEF5BC8-A1D4-462E-AA46-FE35D64AD01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105">
            <a:extLst xmlns:a="http://schemas.openxmlformats.org/drawingml/2006/main">
              <a:ext uri="{FF2B5EF4-FFF2-40B4-BE49-F238E27FC236}">
                <a16:creationId xmlns:a16="http://schemas.microsoft.com/office/drawing/2014/main" id="{9D1C1B80-6F1E-49A9-9FB6-E5EDCC3DECF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106">
            <a:extLst xmlns:a="http://schemas.openxmlformats.org/drawingml/2006/main">
              <a:ext uri="{FF2B5EF4-FFF2-40B4-BE49-F238E27FC236}">
                <a16:creationId xmlns:a16="http://schemas.microsoft.com/office/drawing/2014/main" id="{F2DB0766-3F62-4F3C-A364-2BAD3B0D82A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107">
            <a:extLst xmlns:a="http://schemas.openxmlformats.org/drawingml/2006/main">
              <a:ext uri="{FF2B5EF4-FFF2-40B4-BE49-F238E27FC236}">
                <a16:creationId xmlns:a16="http://schemas.microsoft.com/office/drawing/2014/main" id="{DF58B759-B626-4E56-B37C-2F9B02BF7C5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108">
            <a:extLst xmlns:a="http://schemas.openxmlformats.org/drawingml/2006/main">
              <a:ext uri="{FF2B5EF4-FFF2-40B4-BE49-F238E27FC236}">
                <a16:creationId xmlns:a16="http://schemas.microsoft.com/office/drawing/2014/main" id="{6593B940-B629-4C44-B095-7C43B1BD567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109">
            <a:extLst xmlns:a="http://schemas.openxmlformats.org/drawingml/2006/main">
              <a:ext uri="{FF2B5EF4-FFF2-40B4-BE49-F238E27FC236}">
                <a16:creationId xmlns:a16="http://schemas.microsoft.com/office/drawing/2014/main" id="{B9E6631A-0F45-4133-8396-B6C4FAC8033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10">
            <a:extLst xmlns:a="http://schemas.openxmlformats.org/drawingml/2006/main">
              <a:ext uri="{FF2B5EF4-FFF2-40B4-BE49-F238E27FC236}">
                <a16:creationId xmlns:a16="http://schemas.microsoft.com/office/drawing/2014/main" id="{85EDE399-FF65-4884-9A52-89B9060B26D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111">
            <a:extLst xmlns:a="http://schemas.openxmlformats.org/drawingml/2006/main">
              <a:ext uri="{FF2B5EF4-FFF2-40B4-BE49-F238E27FC236}">
                <a16:creationId xmlns:a16="http://schemas.microsoft.com/office/drawing/2014/main" id="{20F1A596-389F-4A3F-B74B-EAED9D14D7C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112">
            <a:extLst xmlns:a="http://schemas.openxmlformats.org/drawingml/2006/main">
              <a:ext uri="{FF2B5EF4-FFF2-40B4-BE49-F238E27FC236}">
                <a16:creationId xmlns:a16="http://schemas.microsoft.com/office/drawing/2014/main" id="{4BF93475-33A7-40A7-8416-78A1CD41B5D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113">
            <a:extLst xmlns:a="http://schemas.openxmlformats.org/drawingml/2006/main">
              <a:ext uri="{FF2B5EF4-FFF2-40B4-BE49-F238E27FC236}">
                <a16:creationId xmlns:a16="http://schemas.microsoft.com/office/drawing/2014/main" id="{3C654FC5-2F90-4E6F-A677-2DDB09F5496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32</a:t>
            </a:r>
          </a:p>
        </p:txBody>
      </p:sp>
      <p:sp>
        <p:nvSpPr>
          <p:cNvPr id="16" name="profile-1114">
            <a:extLst xmlns:a="http://schemas.openxmlformats.org/drawingml/2006/main">
              <a:ext uri="{FF2B5EF4-FFF2-40B4-BE49-F238E27FC236}">
                <a16:creationId xmlns:a16="http://schemas.microsoft.com/office/drawing/2014/main" id="{04271A20-60E1-4957-B190-A96035328C1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Batangas</a:t>
            </a:r>
          </a:p>
        </p:txBody>
      </p:sp>
      <p:sp>
        <p:nvSpPr>
          <p:cNvPr id="17" name="profile-1115">
            <a:extLst xmlns:a="http://schemas.openxmlformats.org/drawingml/2006/main">
              <a:ext uri="{FF2B5EF4-FFF2-40B4-BE49-F238E27FC236}">
                <a16:creationId xmlns:a16="http://schemas.microsoft.com/office/drawing/2014/main" id="{D60C524C-7C7C-4BCD-A54E-4DC8EB88D30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116">
            <a:extLst xmlns:a="http://schemas.openxmlformats.org/drawingml/2006/main">
              <a:ext uri="{FF2B5EF4-FFF2-40B4-BE49-F238E27FC236}">
                <a16:creationId xmlns:a16="http://schemas.microsoft.com/office/drawing/2014/main" id="{FCB329A3-9BBF-4717-B659-9E3B84E70513}"/>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117">
            <a:extLst xmlns:a="http://schemas.openxmlformats.org/drawingml/2006/main">
              <a:ext uri="{FF2B5EF4-FFF2-40B4-BE49-F238E27FC236}">
                <a16:creationId xmlns:a16="http://schemas.microsoft.com/office/drawing/2014/main" id="{36344D67-2E51-455F-88C0-F9353E9406C4}"/>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118">
            <a:extLst xmlns:a="http://schemas.openxmlformats.org/drawingml/2006/main">
              <a:ext uri="{FF2B5EF4-FFF2-40B4-BE49-F238E27FC236}">
                <a16:creationId xmlns:a16="http://schemas.microsoft.com/office/drawing/2014/main" id="{181071DF-CA4B-4A4C-8F35-C6C50574B7D0}"/>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Batangas City</a:t>
            </a:r>
          </a:p>
        </p:txBody>
      </p:sp>
      <p:sp>
        <p:nvSpPr>
          <p:cNvPr id="21" name="profile-1119">
            <a:extLst xmlns:a="http://schemas.openxmlformats.org/drawingml/2006/main">
              <a:ext uri="{FF2B5EF4-FFF2-40B4-BE49-F238E27FC236}">
                <a16:creationId xmlns:a16="http://schemas.microsoft.com/office/drawing/2014/main" id="{8D115847-1246-483F-8A50-86914D740D05}"/>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120">
            <a:extLst xmlns:a="http://schemas.openxmlformats.org/drawingml/2006/main">
              <a:ext uri="{FF2B5EF4-FFF2-40B4-BE49-F238E27FC236}">
                <a16:creationId xmlns:a16="http://schemas.microsoft.com/office/drawing/2014/main" id="{6C62C162-E1A0-4972-9334-DEA0CD0D8A02}"/>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Calaca</a:t>
            </a:r>
          </a:p>
        </p:txBody>
      </p:sp>
      <p:sp>
        <p:nvSpPr>
          <p:cNvPr id="23" name="profile-1121">
            <a:extLst xmlns:a="http://schemas.openxmlformats.org/drawingml/2006/main">
              <a:ext uri="{FF2B5EF4-FFF2-40B4-BE49-F238E27FC236}">
                <a16:creationId xmlns:a16="http://schemas.microsoft.com/office/drawing/2014/main" id="{961CDF53-8947-4FB5-AA2E-7E1740954579}"/>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122">
            <a:extLst xmlns:a="http://schemas.openxmlformats.org/drawingml/2006/main">
              <a:ext uri="{FF2B5EF4-FFF2-40B4-BE49-F238E27FC236}">
                <a16:creationId xmlns:a16="http://schemas.microsoft.com/office/drawing/2014/main" id="{6112E38B-D098-4D66-BC0B-528C095E800E}"/>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Lipa</a:t>
            </a:r>
          </a:p>
        </p:txBody>
      </p:sp>
      <p:sp>
        <p:nvSpPr>
          <p:cNvPr id="25" name="profile-1123">
            <a:extLst xmlns:a="http://schemas.openxmlformats.org/drawingml/2006/main">
              <a:ext uri="{FF2B5EF4-FFF2-40B4-BE49-F238E27FC236}">
                <a16:creationId xmlns:a16="http://schemas.microsoft.com/office/drawing/2014/main" id="{E491AB94-4C38-4379-9508-DC3D91F4D0B9}"/>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124">
            <a:extLst xmlns:a="http://schemas.openxmlformats.org/drawingml/2006/main">
              <a:ext uri="{FF2B5EF4-FFF2-40B4-BE49-F238E27FC236}">
                <a16:creationId xmlns:a16="http://schemas.microsoft.com/office/drawing/2014/main" id="{3B44FADE-9253-4CB1-ACA9-7969B8692B3E}"/>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27" name="profile-1125">
            <a:extLst xmlns:a="http://schemas.openxmlformats.org/drawingml/2006/main">
              <a:ext uri="{FF2B5EF4-FFF2-40B4-BE49-F238E27FC236}">
                <a16:creationId xmlns:a16="http://schemas.microsoft.com/office/drawing/2014/main" id="{0309118E-3A24-4F32-BCCE-BE65A27A3BCA}"/>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126">
            <a:extLst xmlns:a="http://schemas.openxmlformats.org/drawingml/2006/main">
              <a:ext uri="{FF2B5EF4-FFF2-40B4-BE49-F238E27FC236}">
                <a16:creationId xmlns:a16="http://schemas.microsoft.com/office/drawing/2014/main" id="{7785F3DF-C9A1-4338-85FC-053AF41042F5}"/>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Tanauan</a:t>
            </a:r>
          </a:p>
        </p:txBody>
      </p:sp>
      <p:sp>
        <p:nvSpPr>
          <p:cNvPr id="29" name="profile-1127">
            <a:extLst xmlns:a="http://schemas.openxmlformats.org/drawingml/2006/main">
              <a:ext uri="{FF2B5EF4-FFF2-40B4-BE49-F238E27FC236}">
                <a16:creationId xmlns:a16="http://schemas.microsoft.com/office/drawing/2014/main" id="{3B43B4FA-5422-44AD-A731-AC52250BB7C1}"/>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128">
            <a:extLst xmlns:a="http://schemas.openxmlformats.org/drawingml/2006/main">
              <a:ext uri="{FF2B5EF4-FFF2-40B4-BE49-F238E27FC236}">
                <a16:creationId xmlns:a16="http://schemas.microsoft.com/office/drawing/2014/main" id="{885102AD-1B7A-4C38-A832-7A72458DF423}"/>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Agoncillo</a:t>
            </a:r>
          </a:p>
        </p:txBody>
      </p:sp>
      <p:sp>
        <p:nvSpPr>
          <p:cNvPr id="31" name="profile-1129">
            <a:extLst xmlns:a="http://schemas.openxmlformats.org/drawingml/2006/main">
              <a:ext uri="{FF2B5EF4-FFF2-40B4-BE49-F238E27FC236}">
                <a16:creationId xmlns:a16="http://schemas.microsoft.com/office/drawing/2014/main" id="{F0353199-D49B-4FFE-BB18-F436DF165DB8}"/>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130">
            <a:extLst xmlns:a="http://schemas.openxmlformats.org/drawingml/2006/main">
              <a:ext uri="{FF2B5EF4-FFF2-40B4-BE49-F238E27FC236}">
                <a16:creationId xmlns:a16="http://schemas.microsoft.com/office/drawing/2014/main" id="{3DB80091-C97E-447B-8D0F-CD8F6CB56927}"/>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Alitagtag</a:t>
            </a:r>
          </a:p>
        </p:txBody>
      </p:sp>
      <p:sp>
        <p:nvSpPr>
          <p:cNvPr id="33" name="profile-1131">
            <a:extLst xmlns:a="http://schemas.openxmlformats.org/drawingml/2006/main">
              <a:ext uri="{FF2B5EF4-FFF2-40B4-BE49-F238E27FC236}">
                <a16:creationId xmlns:a16="http://schemas.microsoft.com/office/drawing/2014/main" id="{47892C34-73D6-465F-8F2F-FB63F090127E}"/>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132">
            <a:extLst xmlns:a="http://schemas.openxmlformats.org/drawingml/2006/main">
              <a:ext uri="{FF2B5EF4-FFF2-40B4-BE49-F238E27FC236}">
                <a16:creationId xmlns:a16="http://schemas.microsoft.com/office/drawing/2014/main" id="{CD904663-8D36-4B75-97CC-A32C039B6C28}"/>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Balayan</a:t>
            </a:r>
          </a:p>
        </p:txBody>
      </p:sp>
      <p:sp>
        <p:nvSpPr>
          <p:cNvPr id="35" name="profile-1133">
            <a:extLst xmlns:a="http://schemas.openxmlformats.org/drawingml/2006/main">
              <a:ext uri="{FF2B5EF4-FFF2-40B4-BE49-F238E27FC236}">
                <a16:creationId xmlns:a16="http://schemas.microsoft.com/office/drawing/2014/main" id="{0986E6E1-0B15-49C5-B9DE-A5D4B143B37B}"/>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134">
            <a:extLst xmlns:a="http://schemas.openxmlformats.org/drawingml/2006/main">
              <a:ext uri="{FF2B5EF4-FFF2-40B4-BE49-F238E27FC236}">
                <a16:creationId xmlns:a16="http://schemas.microsoft.com/office/drawing/2014/main" id="{E5658309-92D3-4706-9A01-D5869131F482}"/>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Balete</a:t>
            </a:r>
          </a:p>
        </p:txBody>
      </p:sp>
      <p:sp>
        <p:nvSpPr>
          <p:cNvPr id="37" name="profile-1135">
            <a:extLst xmlns:a="http://schemas.openxmlformats.org/drawingml/2006/main">
              <a:ext uri="{FF2B5EF4-FFF2-40B4-BE49-F238E27FC236}">
                <a16:creationId xmlns:a16="http://schemas.microsoft.com/office/drawing/2014/main" id="{2B6399FD-E890-4468-9338-46DF76C26D04}"/>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136">
            <a:extLst xmlns:a="http://schemas.openxmlformats.org/drawingml/2006/main">
              <a:ext uri="{FF2B5EF4-FFF2-40B4-BE49-F238E27FC236}">
                <a16:creationId xmlns:a16="http://schemas.microsoft.com/office/drawing/2014/main" id="{07DC0CFB-DDB0-4E6B-AA36-6DF2AD43E10B}"/>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Bauan</a:t>
            </a:r>
          </a:p>
        </p:txBody>
      </p:sp>
      <p:sp>
        <p:nvSpPr>
          <p:cNvPr id="39" name="profile-1137">
            <a:extLst xmlns:a="http://schemas.openxmlformats.org/drawingml/2006/main">
              <a:ext uri="{FF2B5EF4-FFF2-40B4-BE49-F238E27FC236}">
                <a16:creationId xmlns:a16="http://schemas.microsoft.com/office/drawing/2014/main" id="{37113916-0FA9-4B31-93D7-B3A956461140}"/>
              </a:ext>
            </a:extLst>
          </p:cNvPr>
          <p:cNvSpPr>
            <a:spLocks xmlns:a="http://schemas.openxmlformats.org/drawingml/2006/main" noGrp="1"/>
          </p:cNvSpPr>
          <p:nvPr/>
        </p:nvSpPr>
        <p:spPr>
          <a:xfrm xmlns:a="http://schemas.openxmlformats.org/drawingml/2006/main">
            <a:off x="400050"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38">
            <a:extLst xmlns:a="http://schemas.openxmlformats.org/drawingml/2006/main">
              <a:ext uri="{FF2B5EF4-FFF2-40B4-BE49-F238E27FC236}">
                <a16:creationId xmlns:a16="http://schemas.microsoft.com/office/drawing/2014/main" id="{6EA484EC-0533-465D-B089-9091E2EDA086}"/>
              </a:ext>
            </a:extLst>
          </p:cNvPr>
          <p:cNvSpPr>
            <a:spLocks xmlns:a="http://schemas.openxmlformats.org/drawingml/2006/main" noGrp="1"/>
          </p:cNvSpPr>
          <p:nvPr/>
        </p:nvSpPr>
        <p:spPr>
          <a:xfrm xmlns:a="http://schemas.openxmlformats.org/drawingml/2006/main">
            <a:off x="571500"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Calatagan</a:t>
            </a:r>
          </a:p>
        </p:txBody>
      </p:sp>
      <p:sp>
        <p:nvSpPr>
          <p:cNvPr id="41" name="profile-1139">
            <a:extLst xmlns:a="http://schemas.openxmlformats.org/drawingml/2006/main">
              <a:ext uri="{FF2B5EF4-FFF2-40B4-BE49-F238E27FC236}">
                <a16:creationId xmlns:a16="http://schemas.microsoft.com/office/drawing/2014/main" id="{3A77E1BE-EA30-4917-84FB-ABB612D4FD7B}"/>
              </a:ext>
            </a:extLst>
          </p:cNvPr>
          <p:cNvSpPr>
            <a:spLocks xmlns:a="http://schemas.openxmlformats.org/drawingml/2006/main" noGrp="1"/>
          </p:cNvSpPr>
          <p:nvPr/>
        </p:nvSpPr>
        <p:spPr>
          <a:xfrm xmlns:a="http://schemas.openxmlformats.org/drawingml/2006/main">
            <a:off x="400050"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140">
            <a:extLst xmlns:a="http://schemas.openxmlformats.org/drawingml/2006/main">
              <a:ext uri="{FF2B5EF4-FFF2-40B4-BE49-F238E27FC236}">
                <a16:creationId xmlns:a16="http://schemas.microsoft.com/office/drawing/2014/main" id="{0871AE35-2D01-4637-AC18-C1BF3644ECC3}"/>
              </a:ext>
            </a:extLst>
          </p:cNvPr>
          <p:cNvSpPr>
            <a:spLocks xmlns:a="http://schemas.openxmlformats.org/drawingml/2006/main" noGrp="1"/>
          </p:cNvSpPr>
          <p:nvPr/>
        </p:nvSpPr>
        <p:spPr>
          <a:xfrm xmlns:a="http://schemas.openxmlformats.org/drawingml/2006/main">
            <a:off x="571500"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Cuenca</a:t>
            </a:r>
          </a:p>
        </p:txBody>
      </p:sp>
      <p:sp>
        <p:nvSpPr>
          <p:cNvPr id="43" name="profile-1141">
            <a:extLst xmlns:a="http://schemas.openxmlformats.org/drawingml/2006/main">
              <a:ext uri="{FF2B5EF4-FFF2-40B4-BE49-F238E27FC236}">
                <a16:creationId xmlns:a16="http://schemas.microsoft.com/office/drawing/2014/main" id="{A9A45D41-23CA-441F-8A12-0ADD20FF0077}"/>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142">
            <a:extLst xmlns:a="http://schemas.openxmlformats.org/drawingml/2006/main">
              <a:ext uri="{FF2B5EF4-FFF2-40B4-BE49-F238E27FC236}">
                <a16:creationId xmlns:a16="http://schemas.microsoft.com/office/drawing/2014/main" id="{6C38EB0C-0C35-42D2-A021-B3A6A3EFBA25}"/>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Ibaan</a:t>
            </a:r>
          </a:p>
        </p:txBody>
      </p:sp>
      <p:sp>
        <p:nvSpPr>
          <p:cNvPr id="45" name="profile-1143">
            <a:extLst xmlns:a="http://schemas.openxmlformats.org/drawingml/2006/main">
              <a:ext uri="{FF2B5EF4-FFF2-40B4-BE49-F238E27FC236}">
                <a16:creationId xmlns:a16="http://schemas.microsoft.com/office/drawing/2014/main" id="{C0868BAE-53F2-48C5-9FB6-44AD2466DED2}"/>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144">
            <a:extLst xmlns:a="http://schemas.openxmlformats.org/drawingml/2006/main">
              <a:ext uri="{FF2B5EF4-FFF2-40B4-BE49-F238E27FC236}">
                <a16:creationId xmlns:a16="http://schemas.microsoft.com/office/drawing/2014/main" id="{0A5E532A-04DB-4341-B230-75A390FC5229}"/>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Laurel</a:t>
            </a:r>
          </a:p>
        </p:txBody>
      </p:sp>
      <p:sp>
        <p:nvSpPr>
          <p:cNvPr id="47" name="profile-1145">
            <a:extLst xmlns:a="http://schemas.openxmlformats.org/drawingml/2006/main">
              <a:ext uri="{FF2B5EF4-FFF2-40B4-BE49-F238E27FC236}">
                <a16:creationId xmlns:a16="http://schemas.microsoft.com/office/drawing/2014/main" id="{D2A2D81F-DFA6-4D29-9ACB-9E0FFAC15900}"/>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146">
            <a:extLst xmlns:a="http://schemas.openxmlformats.org/drawingml/2006/main">
              <a:ext uri="{FF2B5EF4-FFF2-40B4-BE49-F238E27FC236}">
                <a16:creationId xmlns:a16="http://schemas.microsoft.com/office/drawing/2014/main" id="{1971AABB-41F0-4570-B70B-7C4A77620462}"/>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Lemery</a:t>
            </a:r>
          </a:p>
        </p:txBody>
      </p:sp>
      <p:sp>
        <p:nvSpPr>
          <p:cNvPr id="49" name="profile-1147">
            <a:extLst xmlns:a="http://schemas.openxmlformats.org/drawingml/2006/main">
              <a:ext uri="{FF2B5EF4-FFF2-40B4-BE49-F238E27FC236}">
                <a16:creationId xmlns:a16="http://schemas.microsoft.com/office/drawing/2014/main" id="{C793C838-D8EE-4506-ABFD-C6E2678C6B46}"/>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148">
            <a:extLst xmlns:a="http://schemas.openxmlformats.org/drawingml/2006/main">
              <a:ext uri="{FF2B5EF4-FFF2-40B4-BE49-F238E27FC236}">
                <a16:creationId xmlns:a16="http://schemas.microsoft.com/office/drawing/2014/main" id="{A7E0EBEE-7190-4F6D-9F86-63DF33992D5B}"/>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Lian</a:t>
            </a:r>
          </a:p>
        </p:txBody>
      </p:sp>
      <p:sp>
        <p:nvSpPr>
          <p:cNvPr id="51" name="profile-1149">
            <a:extLst xmlns:a="http://schemas.openxmlformats.org/drawingml/2006/main">
              <a:ext uri="{FF2B5EF4-FFF2-40B4-BE49-F238E27FC236}">
                <a16:creationId xmlns:a16="http://schemas.microsoft.com/office/drawing/2014/main" id="{8A77F043-E4F9-4370-8E74-A49C8964CC35}"/>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150">
            <a:extLst xmlns:a="http://schemas.openxmlformats.org/drawingml/2006/main">
              <a:ext uri="{FF2B5EF4-FFF2-40B4-BE49-F238E27FC236}">
                <a16:creationId xmlns:a16="http://schemas.microsoft.com/office/drawing/2014/main" id="{C918F680-0CC3-4F0E-A662-A1CCE119670C}"/>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Lobo</a:t>
            </a:r>
          </a:p>
        </p:txBody>
      </p:sp>
      <p:sp>
        <p:nvSpPr>
          <p:cNvPr id="53" name="profile-1151">
            <a:extLst xmlns:a="http://schemas.openxmlformats.org/drawingml/2006/main">
              <a:ext uri="{FF2B5EF4-FFF2-40B4-BE49-F238E27FC236}">
                <a16:creationId xmlns:a16="http://schemas.microsoft.com/office/drawing/2014/main" id="{9A83E9C5-2BD5-4D2E-AA69-3FB1DEA90BDA}"/>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152">
            <a:extLst xmlns:a="http://schemas.openxmlformats.org/drawingml/2006/main">
              <a:ext uri="{FF2B5EF4-FFF2-40B4-BE49-F238E27FC236}">
                <a16:creationId xmlns:a16="http://schemas.microsoft.com/office/drawing/2014/main" id="{7033368B-614F-4DD4-9CF0-C321092CEE46}"/>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Mabini</a:t>
            </a:r>
          </a:p>
        </p:txBody>
      </p:sp>
      <p:sp>
        <p:nvSpPr>
          <p:cNvPr id="55" name="profile-1153">
            <a:extLst xmlns:a="http://schemas.openxmlformats.org/drawingml/2006/main">
              <a:ext uri="{FF2B5EF4-FFF2-40B4-BE49-F238E27FC236}">
                <a16:creationId xmlns:a16="http://schemas.microsoft.com/office/drawing/2014/main" id="{90ABEC42-226F-4623-A4CF-6D85A3C8358F}"/>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154">
            <a:extLst xmlns:a="http://schemas.openxmlformats.org/drawingml/2006/main">
              <a:ext uri="{FF2B5EF4-FFF2-40B4-BE49-F238E27FC236}">
                <a16:creationId xmlns:a16="http://schemas.microsoft.com/office/drawing/2014/main" id="{EDFAB5B6-4100-4A8A-B1B0-821C1B1877A1}"/>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Malvar</a:t>
            </a:r>
          </a:p>
        </p:txBody>
      </p:sp>
      <p:sp>
        <p:nvSpPr>
          <p:cNvPr id="57" name="profile-1155">
            <a:extLst xmlns:a="http://schemas.openxmlformats.org/drawingml/2006/main">
              <a:ext uri="{FF2B5EF4-FFF2-40B4-BE49-F238E27FC236}">
                <a16:creationId xmlns:a16="http://schemas.microsoft.com/office/drawing/2014/main" id="{CC2DDA43-0CDA-4E67-98C0-C51A9D222C42}"/>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156">
            <a:extLst xmlns:a="http://schemas.openxmlformats.org/drawingml/2006/main">
              <a:ext uri="{FF2B5EF4-FFF2-40B4-BE49-F238E27FC236}">
                <a16:creationId xmlns:a16="http://schemas.microsoft.com/office/drawing/2014/main" id="{ACFBFA44-9EDD-4537-B7ED-52CEC41744D1}"/>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Mataasnakahoy</a:t>
            </a:r>
          </a:p>
        </p:txBody>
      </p:sp>
      <p:sp>
        <p:nvSpPr>
          <p:cNvPr id="59" name="profile-1157">
            <a:extLst xmlns:a="http://schemas.openxmlformats.org/drawingml/2006/main">
              <a:ext uri="{FF2B5EF4-FFF2-40B4-BE49-F238E27FC236}">
                <a16:creationId xmlns:a16="http://schemas.microsoft.com/office/drawing/2014/main" id="{B7C34ACA-CBCD-435A-B2E1-93E501992DB7}"/>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158">
            <a:extLst xmlns:a="http://schemas.openxmlformats.org/drawingml/2006/main">
              <a:ext uri="{FF2B5EF4-FFF2-40B4-BE49-F238E27FC236}">
                <a16:creationId xmlns:a16="http://schemas.microsoft.com/office/drawing/2014/main" id="{7DFFF0BB-0F92-4BAC-BA9B-09A035A8DBB1}"/>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Nasugbu</a:t>
            </a:r>
          </a:p>
        </p:txBody>
      </p:sp>
      <p:sp>
        <p:nvSpPr>
          <p:cNvPr id="61" name="profile-1159">
            <a:extLst xmlns:a="http://schemas.openxmlformats.org/drawingml/2006/main">
              <a:ext uri="{FF2B5EF4-FFF2-40B4-BE49-F238E27FC236}">
                <a16:creationId xmlns:a16="http://schemas.microsoft.com/office/drawing/2014/main" id="{2183071B-F7F7-4DB5-9503-5FB9BC438F40}"/>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160">
            <a:extLst xmlns:a="http://schemas.openxmlformats.org/drawingml/2006/main">
              <a:ext uri="{FF2B5EF4-FFF2-40B4-BE49-F238E27FC236}">
                <a16:creationId xmlns:a16="http://schemas.microsoft.com/office/drawing/2014/main" id="{173136F6-6945-41C7-BCF5-19468F9C66D4}"/>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Padre Garcia</a:t>
            </a:r>
          </a:p>
        </p:txBody>
      </p:sp>
      <p:sp>
        <p:nvSpPr>
          <p:cNvPr id="63" name="profile-1161">
            <a:extLst xmlns:a="http://schemas.openxmlformats.org/drawingml/2006/main">
              <a:ext uri="{FF2B5EF4-FFF2-40B4-BE49-F238E27FC236}">
                <a16:creationId xmlns:a16="http://schemas.microsoft.com/office/drawing/2014/main" id="{5D7F751B-2BF1-4951-898F-D1B2A7805799}"/>
              </a:ext>
            </a:extLst>
          </p:cNvPr>
          <p:cNvSpPr>
            <a:spLocks xmlns:a="http://schemas.openxmlformats.org/drawingml/2006/main" noGrp="1"/>
          </p:cNvSpPr>
          <p:nvPr/>
        </p:nvSpPr>
        <p:spPr>
          <a:xfrm xmlns:a="http://schemas.openxmlformats.org/drawingml/2006/main">
            <a:off x="4276725"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162">
            <a:extLst xmlns:a="http://schemas.openxmlformats.org/drawingml/2006/main">
              <a:ext uri="{FF2B5EF4-FFF2-40B4-BE49-F238E27FC236}">
                <a16:creationId xmlns:a16="http://schemas.microsoft.com/office/drawing/2014/main" id="{43B9D571-0E8C-4EC0-80D9-EE00B2ED6A28}"/>
              </a:ext>
            </a:extLst>
          </p:cNvPr>
          <p:cNvSpPr>
            <a:spLocks xmlns:a="http://schemas.openxmlformats.org/drawingml/2006/main" noGrp="1"/>
          </p:cNvSpPr>
          <p:nvPr/>
        </p:nvSpPr>
        <p:spPr>
          <a:xfrm xmlns:a="http://schemas.openxmlformats.org/drawingml/2006/main">
            <a:off x="4448175"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65" name="profile-1163">
            <a:extLst xmlns:a="http://schemas.openxmlformats.org/drawingml/2006/main">
              <a:ext uri="{FF2B5EF4-FFF2-40B4-BE49-F238E27FC236}">
                <a16:creationId xmlns:a16="http://schemas.microsoft.com/office/drawing/2014/main" id="{5C7D50B2-7D9F-471D-BDFF-094A180E17E3}"/>
              </a:ext>
            </a:extLst>
          </p:cNvPr>
          <p:cNvSpPr>
            <a:spLocks xmlns:a="http://schemas.openxmlformats.org/drawingml/2006/main" noGrp="1"/>
          </p:cNvSpPr>
          <p:nvPr/>
        </p:nvSpPr>
        <p:spPr>
          <a:xfrm xmlns:a="http://schemas.openxmlformats.org/drawingml/2006/main">
            <a:off x="4276725"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164">
            <a:extLst xmlns:a="http://schemas.openxmlformats.org/drawingml/2006/main">
              <a:ext uri="{FF2B5EF4-FFF2-40B4-BE49-F238E27FC236}">
                <a16:creationId xmlns:a16="http://schemas.microsoft.com/office/drawing/2014/main" id="{1382E370-6EBC-4BFA-BEF7-4A42231C0B6E}"/>
              </a:ext>
            </a:extLst>
          </p:cNvPr>
          <p:cNvSpPr>
            <a:spLocks xmlns:a="http://schemas.openxmlformats.org/drawingml/2006/main" noGrp="1"/>
          </p:cNvSpPr>
          <p:nvPr/>
        </p:nvSpPr>
        <p:spPr>
          <a:xfrm xmlns:a="http://schemas.openxmlformats.org/drawingml/2006/main">
            <a:off x="4448175"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a:t>
            </a:r>
          </a:p>
        </p:txBody>
      </p:sp>
      <p:sp>
        <p:nvSpPr>
          <p:cNvPr id="67" name="profile-1165">
            <a:extLst xmlns:a="http://schemas.openxmlformats.org/drawingml/2006/main">
              <a:ext uri="{FF2B5EF4-FFF2-40B4-BE49-F238E27FC236}">
                <a16:creationId xmlns:a16="http://schemas.microsoft.com/office/drawing/2014/main" id="{4F9D99A0-DEA8-4A65-A61D-4ED73E6C389A}"/>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166">
            <a:extLst xmlns:a="http://schemas.openxmlformats.org/drawingml/2006/main">
              <a:ext uri="{FF2B5EF4-FFF2-40B4-BE49-F238E27FC236}">
                <a16:creationId xmlns:a16="http://schemas.microsoft.com/office/drawing/2014/main" id="{F2A73569-23F2-4FAF-B491-E8DA1FDBA815}"/>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69" name="profile-1167">
            <a:extLst xmlns:a="http://schemas.openxmlformats.org/drawingml/2006/main">
              <a:ext uri="{FF2B5EF4-FFF2-40B4-BE49-F238E27FC236}">
                <a16:creationId xmlns:a16="http://schemas.microsoft.com/office/drawing/2014/main" id="{18F98C59-18A6-48DF-999C-E60A7AC4D6F9}"/>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168">
            <a:extLst xmlns:a="http://schemas.openxmlformats.org/drawingml/2006/main">
              <a:ext uri="{FF2B5EF4-FFF2-40B4-BE49-F238E27FC236}">
                <a16:creationId xmlns:a16="http://schemas.microsoft.com/office/drawing/2014/main" id="{0D96C907-7F28-4200-BF27-C86D688B29A1}"/>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71" name="profile-1169">
            <a:extLst xmlns:a="http://schemas.openxmlformats.org/drawingml/2006/main">
              <a:ext uri="{FF2B5EF4-FFF2-40B4-BE49-F238E27FC236}">
                <a16:creationId xmlns:a16="http://schemas.microsoft.com/office/drawing/2014/main" id="{CCBA1891-B002-4784-9BF0-D420BF7EF3E6}"/>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170">
            <a:extLst xmlns:a="http://schemas.openxmlformats.org/drawingml/2006/main">
              <a:ext uri="{FF2B5EF4-FFF2-40B4-BE49-F238E27FC236}">
                <a16:creationId xmlns:a16="http://schemas.microsoft.com/office/drawing/2014/main" id="{C885052D-A6CF-4602-B264-F14059A019B0}"/>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Nicolas</a:t>
            </a:r>
          </a:p>
        </p:txBody>
      </p:sp>
      <p:sp>
        <p:nvSpPr>
          <p:cNvPr id="73" name="profile-1171">
            <a:extLst xmlns:a="http://schemas.openxmlformats.org/drawingml/2006/main">
              <a:ext uri="{FF2B5EF4-FFF2-40B4-BE49-F238E27FC236}">
                <a16:creationId xmlns:a16="http://schemas.microsoft.com/office/drawing/2014/main" id="{012F49F5-5A97-4850-8747-300A860CF8B8}"/>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172">
            <a:extLst xmlns:a="http://schemas.openxmlformats.org/drawingml/2006/main">
              <a:ext uri="{FF2B5EF4-FFF2-40B4-BE49-F238E27FC236}">
                <a16:creationId xmlns:a16="http://schemas.microsoft.com/office/drawing/2014/main" id="{AE84BC2F-632E-4C43-B81C-B1BC4EC63F1C}"/>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Pascual</a:t>
            </a:r>
          </a:p>
        </p:txBody>
      </p:sp>
      <p:sp>
        <p:nvSpPr>
          <p:cNvPr id="75" name="profile-1173">
            <a:extLst xmlns:a="http://schemas.openxmlformats.org/drawingml/2006/main">
              <a:ext uri="{FF2B5EF4-FFF2-40B4-BE49-F238E27FC236}">
                <a16:creationId xmlns:a16="http://schemas.microsoft.com/office/drawing/2014/main" id="{88634946-49E9-4234-9103-C583C15A74FB}"/>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174">
            <a:extLst xmlns:a="http://schemas.openxmlformats.org/drawingml/2006/main">
              <a:ext uri="{FF2B5EF4-FFF2-40B4-BE49-F238E27FC236}">
                <a16:creationId xmlns:a16="http://schemas.microsoft.com/office/drawing/2014/main" id="{E3917F02-DE0D-4072-8B8B-845054A2892F}"/>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Teresita</a:t>
            </a:r>
          </a:p>
        </p:txBody>
      </p:sp>
      <p:sp>
        <p:nvSpPr>
          <p:cNvPr id="77" name="profile-1175">
            <a:extLst xmlns:a="http://schemas.openxmlformats.org/drawingml/2006/main">
              <a:ext uri="{FF2B5EF4-FFF2-40B4-BE49-F238E27FC236}">
                <a16:creationId xmlns:a16="http://schemas.microsoft.com/office/drawing/2014/main" id="{E70D8645-4B78-401A-9FD7-0FA05DC00097}"/>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176">
            <a:extLst xmlns:a="http://schemas.openxmlformats.org/drawingml/2006/main">
              <a:ext uri="{FF2B5EF4-FFF2-40B4-BE49-F238E27FC236}">
                <a16:creationId xmlns:a16="http://schemas.microsoft.com/office/drawing/2014/main" id="{89F3538E-866F-47C6-A2AF-7D29A6D32E51}"/>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Taal</a:t>
            </a:r>
          </a:p>
        </p:txBody>
      </p:sp>
      <p:sp>
        <p:nvSpPr>
          <p:cNvPr id="79" name="profile-1177">
            <a:extLst xmlns:a="http://schemas.openxmlformats.org/drawingml/2006/main">
              <a:ext uri="{FF2B5EF4-FFF2-40B4-BE49-F238E27FC236}">
                <a16:creationId xmlns:a16="http://schemas.microsoft.com/office/drawing/2014/main" id="{F23597D3-9A62-4658-BADB-77BDC93B856F}"/>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0" name="profile-1178">
            <a:extLst xmlns:a="http://schemas.openxmlformats.org/drawingml/2006/main">
              <a:ext uri="{FF2B5EF4-FFF2-40B4-BE49-F238E27FC236}">
                <a16:creationId xmlns:a16="http://schemas.microsoft.com/office/drawing/2014/main" id="{EAC6C5E5-9082-4B82-8FC5-C3A03E42C37B}"/>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Talisay</a:t>
            </a:r>
          </a:p>
        </p:txBody>
      </p:sp>
      <p:sp>
        <p:nvSpPr>
          <p:cNvPr id="81" name="profile-1179">
            <a:extLst xmlns:a="http://schemas.openxmlformats.org/drawingml/2006/main">
              <a:ext uri="{FF2B5EF4-FFF2-40B4-BE49-F238E27FC236}">
                <a16:creationId xmlns:a16="http://schemas.microsoft.com/office/drawing/2014/main" id="{8CA65A8D-8299-4568-A913-6D7A651D7383}"/>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2" name="profile-1180">
            <a:extLst xmlns:a="http://schemas.openxmlformats.org/drawingml/2006/main">
              <a:ext uri="{FF2B5EF4-FFF2-40B4-BE49-F238E27FC236}">
                <a16:creationId xmlns:a16="http://schemas.microsoft.com/office/drawing/2014/main" id="{62328633-F534-4177-9B63-708791EB06E2}"/>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Taysan</a:t>
            </a:r>
          </a:p>
        </p:txBody>
      </p:sp>
      <p:sp>
        <p:nvSpPr>
          <p:cNvPr id="83" name="profile-1181">
            <a:extLst xmlns:a="http://schemas.openxmlformats.org/drawingml/2006/main">
              <a:ext uri="{FF2B5EF4-FFF2-40B4-BE49-F238E27FC236}">
                <a16:creationId xmlns:a16="http://schemas.microsoft.com/office/drawing/2014/main" id="{64B69715-AF2E-416A-BD5E-CF3E3988E8FA}"/>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4" name="profile-1182">
            <a:extLst xmlns:a="http://schemas.openxmlformats.org/drawingml/2006/main">
              <a:ext uri="{FF2B5EF4-FFF2-40B4-BE49-F238E27FC236}">
                <a16:creationId xmlns:a16="http://schemas.microsoft.com/office/drawing/2014/main" id="{38BA07C6-A1DD-4633-8641-91A9DA38DD63}"/>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Tingloy</a:t>
            </a:r>
          </a:p>
        </p:txBody>
      </p:sp>
      <p:sp>
        <p:nvSpPr>
          <p:cNvPr id="85" name="profile-1183">
            <a:extLst xmlns:a="http://schemas.openxmlformats.org/drawingml/2006/main">
              <a:ext uri="{FF2B5EF4-FFF2-40B4-BE49-F238E27FC236}">
                <a16:creationId xmlns:a16="http://schemas.microsoft.com/office/drawing/2014/main" id="{CE675965-0E00-439B-95D8-6D76E791A756}"/>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6" name="profile-1184">
            <a:extLst xmlns:a="http://schemas.openxmlformats.org/drawingml/2006/main">
              <a:ext uri="{FF2B5EF4-FFF2-40B4-BE49-F238E27FC236}">
                <a16:creationId xmlns:a16="http://schemas.microsoft.com/office/drawing/2014/main" id="{420E3BC3-F223-4725-8018-44C79651C1EE}"/>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Tuy</a:t>
            </a:r>
          </a:p>
        </p:txBody>
      </p:sp>
      <p:sp>
        <p:nvSpPr>
          <p:cNvPr id="87" name="profile-1185">
            <a:extLst xmlns:a="http://schemas.openxmlformats.org/drawingml/2006/main">
              <a:ext uri="{FF2B5EF4-FFF2-40B4-BE49-F238E27FC236}">
                <a16:creationId xmlns:a16="http://schemas.microsoft.com/office/drawing/2014/main" id="{B8A95E30-02A6-476F-80FD-D3EA95CB9BE3}"/>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48595384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186">
            <a:extLst xmlns:a="http://schemas.openxmlformats.org/drawingml/2006/main">
              <a:ext uri="{FF2B5EF4-FFF2-40B4-BE49-F238E27FC236}">
                <a16:creationId xmlns:a16="http://schemas.microsoft.com/office/drawing/2014/main" id="{C1998C32-E8FC-41C9-8315-1E2393660AC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187">
            <a:extLst xmlns:a="http://schemas.openxmlformats.org/drawingml/2006/main">
              <a:ext uri="{FF2B5EF4-FFF2-40B4-BE49-F238E27FC236}">
                <a16:creationId xmlns:a16="http://schemas.microsoft.com/office/drawing/2014/main" id="{190C631D-E13D-4E6E-AF07-E4CCA9E6AAB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A8803FD-28AB-4BF4-A230-AE6E0EEED5EE}"/>
              </a:ext>
            </a:extLst>
          </p:cNvPr>
          <p:cNvPicPr>
            <a:picLocks xmlns:a="http://schemas.openxmlformats.org/drawingml/2006/main" noChangeAspect="1"/>
          </p:cNvPicPr>
          <p:nvPr/>
        </p:nvPicPr>
        <p:blipFill>
          <a:blip xmlns:r="http://schemas.openxmlformats.org/officeDocument/2006/relationships" xmlns:a="http://schemas.openxmlformats.org/drawingml/2006/main" r:embed="R4eecd583d86d436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188">
            <a:extLst xmlns:a="http://schemas.openxmlformats.org/drawingml/2006/main">
              <a:ext uri="{FF2B5EF4-FFF2-40B4-BE49-F238E27FC236}">
                <a16:creationId xmlns:a16="http://schemas.microsoft.com/office/drawing/2014/main" id="{555893E7-3709-4324-8BE6-2465B892306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189">
            <a:extLst xmlns:a="http://schemas.openxmlformats.org/drawingml/2006/main">
              <a:ext uri="{FF2B5EF4-FFF2-40B4-BE49-F238E27FC236}">
                <a16:creationId xmlns:a16="http://schemas.microsoft.com/office/drawing/2014/main" id="{5FB9E663-BE93-4A50-BBCD-C4B222F88C1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190">
            <a:extLst xmlns:a="http://schemas.openxmlformats.org/drawingml/2006/main">
              <a:ext uri="{FF2B5EF4-FFF2-40B4-BE49-F238E27FC236}">
                <a16:creationId xmlns:a16="http://schemas.microsoft.com/office/drawing/2014/main" id="{FFB4FBB3-091F-4299-9AB6-B646A5B70F3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191">
            <a:extLst xmlns:a="http://schemas.openxmlformats.org/drawingml/2006/main">
              <a:ext uri="{FF2B5EF4-FFF2-40B4-BE49-F238E27FC236}">
                <a16:creationId xmlns:a16="http://schemas.microsoft.com/office/drawing/2014/main" id="{9EEFA597-6F62-4E90-9896-0792572AE83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192">
            <a:extLst xmlns:a="http://schemas.openxmlformats.org/drawingml/2006/main">
              <a:ext uri="{FF2B5EF4-FFF2-40B4-BE49-F238E27FC236}">
                <a16:creationId xmlns:a16="http://schemas.microsoft.com/office/drawing/2014/main" id="{2525B436-C09C-45BE-9643-C1D9F15CC15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193">
            <a:extLst xmlns:a="http://schemas.openxmlformats.org/drawingml/2006/main">
              <a:ext uri="{FF2B5EF4-FFF2-40B4-BE49-F238E27FC236}">
                <a16:creationId xmlns:a16="http://schemas.microsoft.com/office/drawing/2014/main" id="{93FAA906-0B77-449D-992F-24725057754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194">
            <a:extLst xmlns:a="http://schemas.openxmlformats.org/drawingml/2006/main">
              <a:ext uri="{FF2B5EF4-FFF2-40B4-BE49-F238E27FC236}">
                <a16:creationId xmlns:a16="http://schemas.microsoft.com/office/drawing/2014/main" id="{BB6756D9-306E-4D67-9668-9FD6B678F52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195">
            <a:extLst xmlns:a="http://schemas.openxmlformats.org/drawingml/2006/main">
              <a:ext uri="{FF2B5EF4-FFF2-40B4-BE49-F238E27FC236}">
                <a16:creationId xmlns:a16="http://schemas.microsoft.com/office/drawing/2014/main" id="{654DA67B-53C1-442C-814C-E03A8D5325F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96">
            <a:extLst xmlns:a="http://schemas.openxmlformats.org/drawingml/2006/main">
              <a:ext uri="{FF2B5EF4-FFF2-40B4-BE49-F238E27FC236}">
                <a16:creationId xmlns:a16="http://schemas.microsoft.com/office/drawing/2014/main" id="{9903521B-18B4-4D42-A2C1-D5F7A813CCD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197">
            <a:extLst xmlns:a="http://schemas.openxmlformats.org/drawingml/2006/main">
              <a:ext uri="{FF2B5EF4-FFF2-40B4-BE49-F238E27FC236}">
                <a16:creationId xmlns:a16="http://schemas.microsoft.com/office/drawing/2014/main" id="{1DE9F30D-D21A-49AC-9791-2A38E47BF9A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198">
            <a:extLst xmlns:a="http://schemas.openxmlformats.org/drawingml/2006/main">
              <a:ext uri="{FF2B5EF4-FFF2-40B4-BE49-F238E27FC236}">
                <a16:creationId xmlns:a16="http://schemas.microsoft.com/office/drawing/2014/main" id="{DEEB99E9-CFE1-474C-9D91-BB1E3150E17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199">
            <a:extLst xmlns:a="http://schemas.openxmlformats.org/drawingml/2006/main">
              <a:ext uri="{FF2B5EF4-FFF2-40B4-BE49-F238E27FC236}">
                <a16:creationId xmlns:a16="http://schemas.microsoft.com/office/drawing/2014/main" id="{B4D4BDA3-9A9B-44B2-B55C-4616C06A254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33</a:t>
            </a:r>
          </a:p>
        </p:txBody>
      </p:sp>
      <p:sp>
        <p:nvSpPr>
          <p:cNvPr id="16" name="profile-1200">
            <a:extLst xmlns:a="http://schemas.openxmlformats.org/drawingml/2006/main">
              <a:ext uri="{FF2B5EF4-FFF2-40B4-BE49-F238E27FC236}">
                <a16:creationId xmlns:a16="http://schemas.microsoft.com/office/drawing/2014/main" id="{00741171-8DC9-4A50-812C-68F65409FAF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Rizal</a:t>
            </a:r>
          </a:p>
        </p:txBody>
      </p:sp>
      <p:sp>
        <p:nvSpPr>
          <p:cNvPr id="17" name="profile-1201">
            <a:extLst xmlns:a="http://schemas.openxmlformats.org/drawingml/2006/main">
              <a:ext uri="{FF2B5EF4-FFF2-40B4-BE49-F238E27FC236}">
                <a16:creationId xmlns:a16="http://schemas.microsoft.com/office/drawing/2014/main" id="{152B1F40-BD9D-4494-B2B1-909018FDAB2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02">
            <a:extLst xmlns:a="http://schemas.openxmlformats.org/drawingml/2006/main">
              <a:ext uri="{FF2B5EF4-FFF2-40B4-BE49-F238E27FC236}">
                <a16:creationId xmlns:a16="http://schemas.microsoft.com/office/drawing/2014/main" id="{B0A282A7-5FCD-456C-8C9B-EF5662F14537}"/>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03">
            <a:extLst xmlns:a="http://schemas.openxmlformats.org/drawingml/2006/main">
              <a:ext uri="{FF2B5EF4-FFF2-40B4-BE49-F238E27FC236}">
                <a16:creationId xmlns:a16="http://schemas.microsoft.com/office/drawing/2014/main" id="{7DBA283C-1A34-4D97-B32D-6887408BFE77}"/>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04">
            <a:extLst xmlns:a="http://schemas.openxmlformats.org/drawingml/2006/main">
              <a:ext uri="{FF2B5EF4-FFF2-40B4-BE49-F238E27FC236}">
                <a16:creationId xmlns:a16="http://schemas.microsoft.com/office/drawing/2014/main" id="{D54CACDD-AF7B-480A-9350-2C849CEFD2CB}"/>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Antipolo</a:t>
            </a:r>
          </a:p>
        </p:txBody>
      </p:sp>
      <p:sp>
        <p:nvSpPr>
          <p:cNvPr id="21" name="profile-1205">
            <a:extLst xmlns:a="http://schemas.openxmlformats.org/drawingml/2006/main">
              <a:ext uri="{FF2B5EF4-FFF2-40B4-BE49-F238E27FC236}">
                <a16:creationId xmlns:a16="http://schemas.microsoft.com/office/drawing/2014/main" id="{6C4A15D9-858B-4937-9380-828410BD6629}"/>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06">
            <a:extLst xmlns:a="http://schemas.openxmlformats.org/drawingml/2006/main">
              <a:ext uri="{FF2B5EF4-FFF2-40B4-BE49-F238E27FC236}">
                <a16:creationId xmlns:a16="http://schemas.microsoft.com/office/drawing/2014/main" id="{74D42901-DECA-49B1-8D62-6671A7E329AE}"/>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Angono</a:t>
            </a:r>
          </a:p>
        </p:txBody>
      </p:sp>
      <p:sp>
        <p:nvSpPr>
          <p:cNvPr id="23" name="profile-1207">
            <a:extLst xmlns:a="http://schemas.openxmlformats.org/drawingml/2006/main">
              <a:ext uri="{FF2B5EF4-FFF2-40B4-BE49-F238E27FC236}">
                <a16:creationId xmlns:a16="http://schemas.microsoft.com/office/drawing/2014/main" id="{D23AD20F-2AF4-4245-AEF5-06EBAE4E392A}"/>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08">
            <a:extLst xmlns:a="http://schemas.openxmlformats.org/drawingml/2006/main">
              <a:ext uri="{FF2B5EF4-FFF2-40B4-BE49-F238E27FC236}">
                <a16:creationId xmlns:a16="http://schemas.microsoft.com/office/drawing/2014/main" id="{8C0B9D89-99BC-4EC4-9C32-5636C18AF36F}"/>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Baras</a:t>
            </a:r>
          </a:p>
        </p:txBody>
      </p:sp>
      <p:sp>
        <p:nvSpPr>
          <p:cNvPr id="25" name="profile-1209">
            <a:extLst xmlns:a="http://schemas.openxmlformats.org/drawingml/2006/main">
              <a:ext uri="{FF2B5EF4-FFF2-40B4-BE49-F238E27FC236}">
                <a16:creationId xmlns:a16="http://schemas.microsoft.com/office/drawing/2014/main" id="{D8769BAA-DCE8-4E1E-89DC-50C85645E84D}"/>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10">
            <a:extLst xmlns:a="http://schemas.openxmlformats.org/drawingml/2006/main">
              <a:ext uri="{FF2B5EF4-FFF2-40B4-BE49-F238E27FC236}">
                <a16:creationId xmlns:a16="http://schemas.microsoft.com/office/drawing/2014/main" id="{A819A1B7-4EB3-4CE2-BF1F-B003F13092CF}"/>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Binangonan</a:t>
            </a:r>
          </a:p>
        </p:txBody>
      </p:sp>
      <p:sp>
        <p:nvSpPr>
          <p:cNvPr id="27" name="profile-1211">
            <a:extLst xmlns:a="http://schemas.openxmlformats.org/drawingml/2006/main">
              <a:ext uri="{FF2B5EF4-FFF2-40B4-BE49-F238E27FC236}">
                <a16:creationId xmlns:a16="http://schemas.microsoft.com/office/drawing/2014/main" id="{302ED956-07E5-41D4-A3BB-82C0735523FD}"/>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12">
            <a:extLst xmlns:a="http://schemas.openxmlformats.org/drawingml/2006/main">
              <a:ext uri="{FF2B5EF4-FFF2-40B4-BE49-F238E27FC236}">
                <a16:creationId xmlns:a16="http://schemas.microsoft.com/office/drawing/2014/main" id="{58051D0C-FE01-4169-B0A6-D19A6A045F16}"/>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Cainta</a:t>
            </a:r>
          </a:p>
        </p:txBody>
      </p:sp>
      <p:sp>
        <p:nvSpPr>
          <p:cNvPr id="29" name="profile-1213">
            <a:extLst xmlns:a="http://schemas.openxmlformats.org/drawingml/2006/main">
              <a:ext uri="{FF2B5EF4-FFF2-40B4-BE49-F238E27FC236}">
                <a16:creationId xmlns:a16="http://schemas.microsoft.com/office/drawing/2014/main" id="{F0F237FE-40C3-4B47-9255-E7FD422CA82E}"/>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14">
            <a:extLst xmlns:a="http://schemas.openxmlformats.org/drawingml/2006/main">
              <a:ext uri="{FF2B5EF4-FFF2-40B4-BE49-F238E27FC236}">
                <a16:creationId xmlns:a16="http://schemas.microsoft.com/office/drawing/2014/main" id="{D0608E6E-4623-4E31-821E-C97EF6B2812F}"/>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Cardona</a:t>
            </a:r>
          </a:p>
        </p:txBody>
      </p:sp>
      <p:sp>
        <p:nvSpPr>
          <p:cNvPr id="31" name="profile-1215">
            <a:extLst xmlns:a="http://schemas.openxmlformats.org/drawingml/2006/main">
              <a:ext uri="{FF2B5EF4-FFF2-40B4-BE49-F238E27FC236}">
                <a16:creationId xmlns:a16="http://schemas.microsoft.com/office/drawing/2014/main" id="{54F0FE06-6DD7-4DFD-BE51-287238D463AB}"/>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16">
            <a:extLst xmlns:a="http://schemas.openxmlformats.org/drawingml/2006/main">
              <a:ext uri="{FF2B5EF4-FFF2-40B4-BE49-F238E27FC236}">
                <a16:creationId xmlns:a16="http://schemas.microsoft.com/office/drawing/2014/main" id="{99CE99D0-0FEF-4B8C-A130-F5905C402863}"/>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Jala-Jala</a:t>
            </a:r>
          </a:p>
        </p:txBody>
      </p:sp>
      <p:sp>
        <p:nvSpPr>
          <p:cNvPr id="33" name="profile-1217">
            <a:extLst xmlns:a="http://schemas.openxmlformats.org/drawingml/2006/main">
              <a:ext uri="{FF2B5EF4-FFF2-40B4-BE49-F238E27FC236}">
                <a16:creationId xmlns:a16="http://schemas.microsoft.com/office/drawing/2014/main" id="{BEC68D87-DAB8-467E-B608-3EAE9B974605}"/>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18">
            <a:extLst xmlns:a="http://schemas.openxmlformats.org/drawingml/2006/main">
              <a:ext uri="{FF2B5EF4-FFF2-40B4-BE49-F238E27FC236}">
                <a16:creationId xmlns:a16="http://schemas.microsoft.com/office/drawing/2014/main" id="{B843E4AB-7EA8-437C-80B5-C5F99E1D1A88}"/>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Rodriguez</a:t>
            </a:r>
          </a:p>
        </p:txBody>
      </p:sp>
      <p:sp>
        <p:nvSpPr>
          <p:cNvPr id="35" name="profile-1219">
            <a:extLst xmlns:a="http://schemas.openxmlformats.org/drawingml/2006/main">
              <a:ext uri="{FF2B5EF4-FFF2-40B4-BE49-F238E27FC236}">
                <a16:creationId xmlns:a16="http://schemas.microsoft.com/office/drawing/2014/main" id="{1A443C86-D0BE-4FEB-B556-F6D4C9684341}"/>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20">
            <a:extLst xmlns:a="http://schemas.openxmlformats.org/drawingml/2006/main">
              <a:ext uri="{FF2B5EF4-FFF2-40B4-BE49-F238E27FC236}">
                <a16:creationId xmlns:a16="http://schemas.microsoft.com/office/drawing/2014/main" id="{FB09E7D9-E2AF-4C0E-9BB5-81493404BCCF}"/>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7" name="profile-1221">
            <a:extLst xmlns:a="http://schemas.openxmlformats.org/drawingml/2006/main">
              <a:ext uri="{FF2B5EF4-FFF2-40B4-BE49-F238E27FC236}">
                <a16:creationId xmlns:a16="http://schemas.microsoft.com/office/drawing/2014/main" id="{EA174048-71C7-4FBA-8B44-D7F901E49227}"/>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22">
            <a:extLst xmlns:a="http://schemas.openxmlformats.org/drawingml/2006/main">
              <a:ext uri="{FF2B5EF4-FFF2-40B4-BE49-F238E27FC236}">
                <a16:creationId xmlns:a16="http://schemas.microsoft.com/office/drawing/2014/main" id="{748F1907-8B20-49D1-A9A7-EA98D899406C}"/>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Pililla</a:t>
            </a:r>
          </a:p>
        </p:txBody>
      </p:sp>
      <p:sp>
        <p:nvSpPr>
          <p:cNvPr id="39" name="profile-1223">
            <a:extLst xmlns:a="http://schemas.openxmlformats.org/drawingml/2006/main">
              <a:ext uri="{FF2B5EF4-FFF2-40B4-BE49-F238E27FC236}">
                <a16:creationId xmlns:a16="http://schemas.microsoft.com/office/drawing/2014/main" id="{7ACFA407-499A-4685-8F67-E9A0E87F915F}"/>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24">
            <a:extLst xmlns:a="http://schemas.openxmlformats.org/drawingml/2006/main">
              <a:ext uri="{FF2B5EF4-FFF2-40B4-BE49-F238E27FC236}">
                <a16:creationId xmlns:a16="http://schemas.microsoft.com/office/drawing/2014/main" id="{5B7C3DC2-6E4A-4DBE-8AC6-F651D3675925}"/>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Mateo</a:t>
            </a:r>
          </a:p>
        </p:txBody>
      </p:sp>
      <p:sp>
        <p:nvSpPr>
          <p:cNvPr id="41" name="profile-1225">
            <a:extLst xmlns:a="http://schemas.openxmlformats.org/drawingml/2006/main">
              <a:ext uri="{FF2B5EF4-FFF2-40B4-BE49-F238E27FC236}">
                <a16:creationId xmlns:a16="http://schemas.microsoft.com/office/drawing/2014/main" id="{1EF692AD-EC93-4AAD-8F86-B3124CC0D669}"/>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26">
            <a:extLst xmlns:a="http://schemas.openxmlformats.org/drawingml/2006/main">
              <a:ext uri="{FF2B5EF4-FFF2-40B4-BE49-F238E27FC236}">
                <a16:creationId xmlns:a16="http://schemas.microsoft.com/office/drawing/2014/main" id="{86ADBF1D-B2FA-47CF-9964-EB13D6B427AE}"/>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Tanay</a:t>
            </a:r>
          </a:p>
        </p:txBody>
      </p:sp>
      <p:sp>
        <p:nvSpPr>
          <p:cNvPr id="43" name="profile-1227">
            <a:extLst xmlns:a="http://schemas.openxmlformats.org/drawingml/2006/main">
              <a:ext uri="{FF2B5EF4-FFF2-40B4-BE49-F238E27FC236}">
                <a16:creationId xmlns:a16="http://schemas.microsoft.com/office/drawing/2014/main" id="{BE4656D5-1551-4B99-9EAF-E0810E3AC6B0}"/>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28">
            <a:extLst xmlns:a="http://schemas.openxmlformats.org/drawingml/2006/main">
              <a:ext uri="{FF2B5EF4-FFF2-40B4-BE49-F238E27FC236}">
                <a16:creationId xmlns:a16="http://schemas.microsoft.com/office/drawing/2014/main" id="{4AD7EFF7-C993-4979-8185-7BBAA42BCE3B}"/>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Taytay</a:t>
            </a:r>
          </a:p>
        </p:txBody>
      </p:sp>
      <p:sp>
        <p:nvSpPr>
          <p:cNvPr id="45" name="profile-1229">
            <a:extLst xmlns:a="http://schemas.openxmlformats.org/drawingml/2006/main">
              <a:ext uri="{FF2B5EF4-FFF2-40B4-BE49-F238E27FC236}">
                <a16:creationId xmlns:a16="http://schemas.microsoft.com/office/drawing/2014/main" id="{C2591C37-E39A-479C-B052-570371AC47A9}"/>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30">
            <a:extLst xmlns:a="http://schemas.openxmlformats.org/drawingml/2006/main">
              <a:ext uri="{FF2B5EF4-FFF2-40B4-BE49-F238E27FC236}">
                <a16:creationId xmlns:a16="http://schemas.microsoft.com/office/drawing/2014/main" id="{00FC1A22-04A0-4867-8DB1-20C563B14A91}"/>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Teresa</a:t>
            </a:r>
          </a:p>
        </p:txBody>
      </p:sp>
      <p:sp>
        <p:nvSpPr>
          <p:cNvPr id="47" name="profile-1231">
            <a:extLst xmlns:a="http://schemas.openxmlformats.org/drawingml/2006/main">
              <a:ext uri="{FF2B5EF4-FFF2-40B4-BE49-F238E27FC236}">
                <a16:creationId xmlns:a16="http://schemas.microsoft.com/office/drawing/2014/main" id="{842065E6-37A7-487F-B5EA-C3C541689234}"/>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1924469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rofile-1232">
            <a:extLst xmlns:a="http://schemas.openxmlformats.org/drawingml/2006/main">
              <a:ext uri="{FF2B5EF4-FFF2-40B4-BE49-F238E27FC236}">
                <a16:creationId xmlns:a16="http://schemas.microsoft.com/office/drawing/2014/main" id="{05DE6BE1-100D-4F01-B660-0FC4DF1C2E0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33">
            <a:extLst xmlns:a="http://schemas.openxmlformats.org/drawingml/2006/main">
              <a:ext uri="{FF2B5EF4-FFF2-40B4-BE49-F238E27FC236}">
                <a16:creationId xmlns:a16="http://schemas.microsoft.com/office/drawing/2014/main" id="{CF91AB09-8AEC-4A45-9030-AFC99EBF12A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4C83D56-DF63-4E65-A59C-DA50B69606C6}"/>
              </a:ext>
            </a:extLst>
          </p:cNvPr>
          <p:cNvPicPr>
            <a:picLocks xmlns:a="http://schemas.openxmlformats.org/drawingml/2006/main" noChangeAspect="1"/>
          </p:cNvPicPr>
          <p:nvPr/>
        </p:nvPicPr>
        <p:blipFill>
          <a:blip xmlns:r="http://schemas.openxmlformats.org/officeDocument/2006/relationships" xmlns:a="http://schemas.openxmlformats.org/drawingml/2006/main" r:embed="R164d5aa7b871447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34">
            <a:extLst xmlns:a="http://schemas.openxmlformats.org/drawingml/2006/main">
              <a:ext uri="{FF2B5EF4-FFF2-40B4-BE49-F238E27FC236}">
                <a16:creationId xmlns:a16="http://schemas.microsoft.com/office/drawing/2014/main" id="{C44C24A7-06D3-4541-AAA7-D731FA8BE77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35">
            <a:extLst xmlns:a="http://schemas.openxmlformats.org/drawingml/2006/main">
              <a:ext uri="{FF2B5EF4-FFF2-40B4-BE49-F238E27FC236}">
                <a16:creationId xmlns:a16="http://schemas.microsoft.com/office/drawing/2014/main" id="{73EEC894-570E-4131-AC96-E122FB11861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236">
            <a:extLst xmlns:a="http://schemas.openxmlformats.org/drawingml/2006/main">
              <a:ext uri="{FF2B5EF4-FFF2-40B4-BE49-F238E27FC236}">
                <a16:creationId xmlns:a16="http://schemas.microsoft.com/office/drawing/2014/main" id="{FC49FDDB-AFBA-49AA-B0DC-C4A94621125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237">
            <a:extLst xmlns:a="http://schemas.openxmlformats.org/drawingml/2006/main">
              <a:ext uri="{FF2B5EF4-FFF2-40B4-BE49-F238E27FC236}">
                <a16:creationId xmlns:a16="http://schemas.microsoft.com/office/drawing/2014/main" id="{406AD7FB-0C68-427A-80B6-60A475340A3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238">
            <a:extLst xmlns:a="http://schemas.openxmlformats.org/drawingml/2006/main">
              <a:ext uri="{FF2B5EF4-FFF2-40B4-BE49-F238E27FC236}">
                <a16:creationId xmlns:a16="http://schemas.microsoft.com/office/drawing/2014/main" id="{F248BC75-EC4F-45AD-8FA7-70AB78FF078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239">
            <a:extLst xmlns:a="http://schemas.openxmlformats.org/drawingml/2006/main">
              <a:ext uri="{FF2B5EF4-FFF2-40B4-BE49-F238E27FC236}">
                <a16:creationId xmlns:a16="http://schemas.microsoft.com/office/drawing/2014/main" id="{37F327DF-1F41-4E03-BDE1-5FA3D920D2E0}"/>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240">
            <a:extLst xmlns:a="http://schemas.openxmlformats.org/drawingml/2006/main">
              <a:ext uri="{FF2B5EF4-FFF2-40B4-BE49-F238E27FC236}">
                <a16:creationId xmlns:a16="http://schemas.microsoft.com/office/drawing/2014/main" id="{01BB5B4F-B4C8-47B7-9B72-CA1C842C5C1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241">
            <a:extLst xmlns:a="http://schemas.openxmlformats.org/drawingml/2006/main">
              <a:ext uri="{FF2B5EF4-FFF2-40B4-BE49-F238E27FC236}">
                <a16:creationId xmlns:a16="http://schemas.microsoft.com/office/drawing/2014/main" id="{21BA1CCD-3CBA-4896-AAE4-B23000E4C16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242">
            <a:extLst xmlns:a="http://schemas.openxmlformats.org/drawingml/2006/main">
              <a:ext uri="{FF2B5EF4-FFF2-40B4-BE49-F238E27FC236}">
                <a16:creationId xmlns:a16="http://schemas.microsoft.com/office/drawing/2014/main" id="{0B3DAC2A-2923-4122-97D2-AC8C19FF87F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43">
            <a:extLst xmlns:a="http://schemas.openxmlformats.org/drawingml/2006/main">
              <a:ext uri="{FF2B5EF4-FFF2-40B4-BE49-F238E27FC236}">
                <a16:creationId xmlns:a16="http://schemas.microsoft.com/office/drawing/2014/main" id="{67E08DAA-6EE5-4F04-A326-66784202B26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244">
            <a:extLst xmlns:a="http://schemas.openxmlformats.org/drawingml/2006/main">
              <a:ext uri="{FF2B5EF4-FFF2-40B4-BE49-F238E27FC236}">
                <a16:creationId xmlns:a16="http://schemas.microsoft.com/office/drawing/2014/main" id="{F1A1A621-FDAE-4258-9C27-3DBF2CC4059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245">
            <a:extLst xmlns:a="http://schemas.openxmlformats.org/drawingml/2006/main">
              <a:ext uri="{FF2B5EF4-FFF2-40B4-BE49-F238E27FC236}">
                <a16:creationId xmlns:a16="http://schemas.microsoft.com/office/drawing/2014/main" id="{53B19B7E-B896-47B3-BC6E-A3A902DAE29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34</a:t>
            </a:r>
          </a:p>
        </p:txBody>
      </p:sp>
      <p:sp>
        <p:nvSpPr>
          <p:cNvPr id="16" name="profile-1246">
            <a:extLst xmlns:a="http://schemas.openxmlformats.org/drawingml/2006/main">
              <a:ext uri="{FF2B5EF4-FFF2-40B4-BE49-F238E27FC236}">
                <a16:creationId xmlns:a16="http://schemas.microsoft.com/office/drawing/2014/main" id="{45996FB8-B9D6-49C4-963F-53C0F13DE82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Bulacan</a:t>
            </a:r>
          </a:p>
        </p:txBody>
      </p:sp>
      <p:sp>
        <p:nvSpPr>
          <p:cNvPr id="17" name="profile-1247">
            <a:extLst xmlns:a="http://schemas.openxmlformats.org/drawingml/2006/main">
              <a:ext uri="{FF2B5EF4-FFF2-40B4-BE49-F238E27FC236}">
                <a16:creationId xmlns:a16="http://schemas.microsoft.com/office/drawing/2014/main" id="{E89C546C-CD0F-474B-817A-8F26CF888A3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48">
            <a:extLst xmlns:a="http://schemas.openxmlformats.org/drawingml/2006/main">
              <a:ext uri="{FF2B5EF4-FFF2-40B4-BE49-F238E27FC236}">
                <a16:creationId xmlns:a16="http://schemas.microsoft.com/office/drawing/2014/main" id="{10A7C12D-6438-408B-9334-6EA2280A8AC4}"/>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49">
            <a:extLst xmlns:a="http://schemas.openxmlformats.org/drawingml/2006/main">
              <a:ext uri="{FF2B5EF4-FFF2-40B4-BE49-F238E27FC236}">
                <a16:creationId xmlns:a16="http://schemas.microsoft.com/office/drawing/2014/main" id="{8975567C-A356-4CF7-9E8E-B3FF296A7EB2}"/>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50">
            <a:extLst xmlns:a="http://schemas.openxmlformats.org/drawingml/2006/main">
              <a:ext uri="{FF2B5EF4-FFF2-40B4-BE49-F238E27FC236}">
                <a16:creationId xmlns:a16="http://schemas.microsoft.com/office/drawing/2014/main" id="{4DA8048C-31C9-410F-AC76-BD15334DBB75}"/>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Baliwag</a:t>
            </a:r>
          </a:p>
        </p:txBody>
      </p:sp>
      <p:sp>
        <p:nvSpPr>
          <p:cNvPr id="21" name="profile-1251">
            <a:extLst xmlns:a="http://schemas.openxmlformats.org/drawingml/2006/main">
              <a:ext uri="{FF2B5EF4-FFF2-40B4-BE49-F238E27FC236}">
                <a16:creationId xmlns:a16="http://schemas.microsoft.com/office/drawing/2014/main" id="{A147C848-0CFA-4120-AA0D-F680AA8FEFC1}"/>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52">
            <a:extLst xmlns:a="http://schemas.openxmlformats.org/drawingml/2006/main">
              <a:ext uri="{FF2B5EF4-FFF2-40B4-BE49-F238E27FC236}">
                <a16:creationId xmlns:a16="http://schemas.microsoft.com/office/drawing/2014/main" id="{F743A587-13B6-4609-9C92-6A4493EBB59B}"/>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Malolos</a:t>
            </a:r>
          </a:p>
        </p:txBody>
      </p:sp>
      <p:sp>
        <p:nvSpPr>
          <p:cNvPr id="23" name="profile-1253">
            <a:extLst xmlns:a="http://schemas.openxmlformats.org/drawingml/2006/main">
              <a:ext uri="{FF2B5EF4-FFF2-40B4-BE49-F238E27FC236}">
                <a16:creationId xmlns:a16="http://schemas.microsoft.com/office/drawing/2014/main" id="{A745731A-065F-4EC4-8A39-F0CB1232CE62}"/>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54">
            <a:extLst xmlns:a="http://schemas.openxmlformats.org/drawingml/2006/main">
              <a:ext uri="{FF2B5EF4-FFF2-40B4-BE49-F238E27FC236}">
                <a16:creationId xmlns:a16="http://schemas.microsoft.com/office/drawing/2014/main" id="{90E04C96-772C-48EC-A31B-02112EA0620F}"/>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Meycauayan</a:t>
            </a:r>
          </a:p>
        </p:txBody>
      </p:sp>
      <p:sp>
        <p:nvSpPr>
          <p:cNvPr id="25" name="profile-1255">
            <a:extLst xmlns:a="http://schemas.openxmlformats.org/drawingml/2006/main">
              <a:ext uri="{FF2B5EF4-FFF2-40B4-BE49-F238E27FC236}">
                <a16:creationId xmlns:a16="http://schemas.microsoft.com/office/drawing/2014/main" id="{97846DC1-EAF6-425E-8B9B-CFC6FDD29C2F}"/>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56">
            <a:extLst xmlns:a="http://schemas.openxmlformats.org/drawingml/2006/main">
              <a:ext uri="{FF2B5EF4-FFF2-40B4-BE49-F238E27FC236}">
                <a16:creationId xmlns:a16="http://schemas.microsoft.com/office/drawing/2014/main" id="{0C5547BF-EA52-4C4C-834C-14FE5695B550}"/>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 del Monte</a:t>
            </a:r>
          </a:p>
        </p:txBody>
      </p:sp>
      <p:sp>
        <p:nvSpPr>
          <p:cNvPr id="27" name="profile-1257">
            <a:extLst xmlns:a="http://schemas.openxmlformats.org/drawingml/2006/main">
              <a:ext uri="{FF2B5EF4-FFF2-40B4-BE49-F238E27FC236}">
                <a16:creationId xmlns:a16="http://schemas.microsoft.com/office/drawing/2014/main" id="{0BC5348E-AE16-458A-9231-593E17192EEA}"/>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58">
            <a:extLst xmlns:a="http://schemas.openxmlformats.org/drawingml/2006/main">
              <a:ext uri="{FF2B5EF4-FFF2-40B4-BE49-F238E27FC236}">
                <a16:creationId xmlns:a16="http://schemas.microsoft.com/office/drawing/2014/main" id="{CE4E9E85-3BCC-453D-86AD-D9E3CD99D18B}"/>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Angat</a:t>
            </a:r>
          </a:p>
        </p:txBody>
      </p:sp>
      <p:sp>
        <p:nvSpPr>
          <p:cNvPr id="29" name="profile-1259">
            <a:extLst xmlns:a="http://schemas.openxmlformats.org/drawingml/2006/main">
              <a:ext uri="{FF2B5EF4-FFF2-40B4-BE49-F238E27FC236}">
                <a16:creationId xmlns:a16="http://schemas.microsoft.com/office/drawing/2014/main" id="{A569F5C7-3A67-459A-8ED6-4BE57DE2FA55}"/>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60">
            <a:extLst xmlns:a="http://schemas.openxmlformats.org/drawingml/2006/main">
              <a:ext uri="{FF2B5EF4-FFF2-40B4-BE49-F238E27FC236}">
                <a16:creationId xmlns:a16="http://schemas.microsoft.com/office/drawing/2014/main" id="{11272F0E-325C-408E-8C98-D7AEB0476D1F}"/>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Balagtas</a:t>
            </a:r>
          </a:p>
        </p:txBody>
      </p:sp>
      <p:sp>
        <p:nvSpPr>
          <p:cNvPr id="31" name="profile-1261">
            <a:extLst xmlns:a="http://schemas.openxmlformats.org/drawingml/2006/main">
              <a:ext uri="{FF2B5EF4-FFF2-40B4-BE49-F238E27FC236}">
                <a16:creationId xmlns:a16="http://schemas.microsoft.com/office/drawing/2014/main" id="{A5401552-6B8E-4D72-96AF-7A5E75B19634}"/>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62">
            <a:extLst xmlns:a="http://schemas.openxmlformats.org/drawingml/2006/main">
              <a:ext uri="{FF2B5EF4-FFF2-40B4-BE49-F238E27FC236}">
                <a16:creationId xmlns:a16="http://schemas.microsoft.com/office/drawing/2014/main" id="{FE788675-7226-46A6-9194-4251D12BE6EE}"/>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Bocaue</a:t>
            </a:r>
          </a:p>
        </p:txBody>
      </p:sp>
      <p:sp>
        <p:nvSpPr>
          <p:cNvPr id="33" name="profile-1263">
            <a:extLst xmlns:a="http://schemas.openxmlformats.org/drawingml/2006/main">
              <a:ext uri="{FF2B5EF4-FFF2-40B4-BE49-F238E27FC236}">
                <a16:creationId xmlns:a16="http://schemas.microsoft.com/office/drawing/2014/main" id="{16C21494-7A42-4D58-BEE4-6542D8E0179C}"/>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64">
            <a:extLst xmlns:a="http://schemas.openxmlformats.org/drawingml/2006/main">
              <a:ext uri="{FF2B5EF4-FFF2-40B4-BE49-F238E27FC236}">
                <a16:creationId xmlns:a16="http://schemas.microsoft.com/office/drawing/2014/main" id="{8D934995-0D5C-4CDE-8929-B9820FE7CE97}"/>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Bulacan</a:t>
            </a:r>
          </a:p>
        </p:txBody>
      </p:sp>
      <p:sp>
        <p:nvSpPr>
          <p:cNvPr id="35" name="profile-1265">
            <a:extLst xmlns:a="http://schemas.openxmlformats.org/drawingml/2006/main">
              <a:ext uri="{FF2B5EF4-FFF2-40B4-BE49-F238E27FC236}">
                <a16:creationId xmlns:a16="http://schemas.microsoft.com/office/drawing/2014/main" id="{920A0F63-9969-4506-8946-B80845E8A019}"/>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66">
            <a:extLst xmlns:a="http://schemas.openxmlformats.org/drawingml/2006/main">
              <a:ext uri="{FF2B5EF4-FFF2-40B4-BE49-F238E27FC236}">
                <a16:creationId xmlns:a16="http://schemas.microsoft.com/office/drawing/2014/main" id="{6F41D6B1-885C-4FD9-9EC0-66450F49FFDE}"/>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Bustos</a:t>
            </a:r>
          </a:p>
        </p:txBody>
      </p:sp>
      <p:sp>
        <p:nvSpPr>
          <p:cNvPr id="37" name="profile-1267">
            <a:extLst xmlns:a="http://schemas.openxmlformats.org/drawingml/2006/main">
              <a:ext uri="{FF2B5EF4-FFF2-40B4-BE49-F238E27FC236}">
                <a16:creationId xmlns:a16="http://schemas.microsoft.com/office/drawing/2014/main" id="{1F093FDA-C2E7-441F-A5C1-6ADF7E051679}"/>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68">
            <a:extLst xmlns:a="http://schemas.openxmlformats.org/drawingml/2006/main">
              <a:ext uri="{FF2B5EF4-FFF2-40B4-BE49-F238E27FC236}">
                <a16:creationId xmlns:a16="http://schemas.microsoft.com/office/drawing/2014/main" id="{6E531DF1-5338-456B-BEE2-7AC8CA900A61}"/>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Calumpit</a:t>
            </a:r>
          </a:p>
        </p:txBody>
      </p:sp>
      <p:sp>
        <p:nvSpPr>
          <p:cNvPr id="39" name="profile-1269">
            <a:extLst xmlns:a="http://schemas.openxmlformats.org/drawingml/2006/main">
              <a:ext uri="{FF2B5EF4-FFF2-40B4-BE49-F238E27FC236}">
                <a16:creationId xmlns:a16="http://schemas.microsoft.com/office/drawing/2014/main" id="{4DB521A5-BDED-46AA-A841-F661EAA92831}"/>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70">
            <a:extLst xmlns:a="http://schemas.openxmlformats.org/drawingml/2006/main">
              <a:ext uri="{FF2B5EF4-FFF2-40B4-BE49-F238E27FC236}">
                <a16:creationId xmlns:a16="http://schemas.microsoft.com/office/drawing/2014/main" id="{A9F6982D-F565-45A3-B4F0-409D2F144D22}"/>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Guiguinto</a:t>
            </a:r>
          </a:p>
        </p:txBody>
      </p:sp>
      <p:sp>
        <p:nvSpPr>
          <p:cNvPr id="41" name="profile-1271">
            <a:extLst xmlns:a="http://schemas.openxmlformats.org/drawingml/2006/main">
              <a:ext uri="{FF2B5EF4-FFF2-40B4-BE49-F238E27FC236}">
                <a16:creationId xmlns:a16="http://schemas.microsoft.com/office/drawing/2014/main" id="{181538C0-79CD-40E9-ABAA-B2BA5A5D01CA}"/>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72">
            <a:extLst xmlns:a="http://schemas.openxmlformats.org/drawingml/2006/main">
              <a:ext uri="{FF2B5EF4-FFF2-40B4-BE49-F238E27FC236}">
                <a16:creationId xmlns:a16="http://schemas.microsoft.com/office/drawing/2014/main" id="{97567A28-9A5B-4C13-B605-2239642A36D0}"/>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Hagonoy</a:t>
            </a:r>
          </a:p>
        </p:txBody>
      </p:sp>
      <p:sp>
        <p:nvSpPr>
          <p:cNvPr id="43" name="profile-1273">
            <a:extLst xmlns:a="http://schemas.openxmlformats.org/drawingml/2006/main">
              <a:ext uri="{FF2B5EF4-FFF2-40B4-BE49-F238E27FC236}">
                <a16:creationId xmlns:a16="http://schemas.microsoft.com/office/drawing/2014/main" id="{6C0AC49A-B217-49F7-A171-77B863DFD1EB}"/>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74">
            <a:extLst xmlns:a="http://schemas.openxmlformats.org/drawingml/2006/main">
              <a:ext uri="{FF2B5EF4-FFF2-40B4-BE49-F238E27FC236}">
                <a16:creationId xmlns:a16="http://schemas.microsoft.com/office/drawing/2014/main" id="{439DB7AC-1ABA-449F-B0CA-5A90ACBD2030}"/>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Marilao</a:t>
            </a:r>
          </a:p>
        </p:txBody>
      </p:sp>
      <p:sp>
        <p:nvSpPr>
          <p:cNvPr id="45" name="profile-1275">
            <a:extLst xmlns:a="http://schemas.openxmlformats.org/drawingml/2006/main">
              <a:ext uri="{FF2B5EF4-FFF2-40B4-BE49-F238E27FC236}">
                <a16:creationId xmlns:a16="http://schemas.microsoft.com/office/drawing/2014/main" id="{D1F1C732-2E7D-4F5A-B657-BC4C7E4A87F7}"/>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76">
            <a:extLst xmlns:a="http://schemas.openxmlformats.org/drawingml/2006/main">
              <a:ext uri="{FF2B5EF4-FFF2-40B4-BE49-F238E27FC236}">
                <a16:creationId xmlns:a16="http://schemas.microsoft.com/office/drawing/2014/main" id="{518A59E0-0334-4077-AD5A-00E19EB7CD22}"/>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Norzagaray</a:t>
            </a:r>
          </a:p>
        </p:txBody>
      </p:sp>
      <p:sp>
        <p:nvSpPr>
          <p:cNvPr id="47" name="profile-1277">
            <a:extLst xmlns:a="http://schemas.openxmlformats.org/drawingml/2006/main">
              <a:ext uri="{FF2B5EF4-FFF2-40B4-BE49-F238E27FC236}">
                <a16:creationId xmlns:a16="http://schemas.microsoft.com/office/drawing/2014/main" id="{181C6015-6D6B-48BE-B484-B42E38397111}"/>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278">
            <a:extLst xmlns:a="http://schemas.openxmlformats.org/drawingml/2006/main">
              <a:ext uri="{FF2B5EF4-FFF2-40B4-BE49-F238E27FC236}">
                <a16:creationId xmlns:a16="http://schemas.microsoft.com/office/drawing/2014/main" id="{E8F997DC-1FC6-465D-964A-3568AB7123AF}"/>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Obando</a:t>
            </a:r>
          </a:p>
        </p:txBody>
      </p:sp>
      <p:sp>
        <p:nvSpPr>
          <p:cNvPr id="49" name="profile-1279">
            <a:extLst xmlns:a="http://schemas.openxmlformats.org/drawingml/2006/main">
              <a:ext uri="{FF2B5EF4-FFF2-40B4-BE49-F238E27FC236}">
                <a16:creationId xmlns:a16="http://schemas.microsoft.com/office/drawing/2014/main" id="{FEB4676F-A8BC-4738-8706-79BC42A223A1}"/>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280">
            <a:extLst xmlns:a="http://schemas.openxmlformats.org/drawingml/2006/main">
              <a:ext uri="{FF2B5EF4-FFF2-40B4-BE49-F238E27FC236}">
                <a16:creationId xmlns:a16="http://schemas.microsoft.com/office/drawing/2014/main" id="{B4297052-68CF-479D-8A8A-346AF917F390}"/>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Pandi</a:t>
            </a:r>
          </a:p>
        </p:txBody>
      </p:sp>
      <p:sp>
        <p:nvSpPr>
          <p:cNvPr id="51" name="profile-1281">
            <a:extLst xmlns:a="http://schemas.openxmlformats.org/drawingml/2006/main">
              <a:ext uri="{FF2B5EF4-FFF2-40B4-BE49-F238E27FC236}">
                <a16:creationId xmlns:a16="http://schemas.microsoft.com/office/drawing/2014/main" id="{99AAEE31-8F24-4360-83B8-7EDEB3AD8189}"/>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282">
            <a:extLst xmlns:a="http://schemas.openxmlformats.org/drawingml/2006/main">
              <a:ext uri="{FF2B5EF4-FFF2-40B4-BE49-F238E27FC236}">
                <a16:creationId xmlns:a16="http://schemas.microsoft.com/office/drawing/2014/main" id="{AB5E2493-763C-439B-A18C-8F3C89CFCB29}"/>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Paombong</a:t>
            </a:r>
          </a:p>
        </p:txBody>
      </p:sp>
      <p:sp>
        <p:nvSpPr>
          <p:cNvPr id="53" name="profile-1283">
            <a:extLst xmlns:a="http://schemas.openxmlformats.org/drawingml/2006/main">
              <a:ext uri="{FF2B5EF4-FFF2-40B4-BE49-F238E27FC236}">
                <a16:creationId xmlns:a16="http://schemas.microsoft.com/office/drawing/2014/main" id="{E59E96F1-B4E9-4F51-AC41-68FC6D974FF8}"/>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284">
            <a:extLst xmlns:a="http://schemas.openxmlformats.org/drawingml/2006/main">
              <a:ext uri="{FF2B5EF4-FFF2-40B4-BE49-F238E27FC236}">
                <a16:creationId xmlns:a16="http://schemas.microsoft.com/office/drawing/2014/main" id="{4D520E16-1848-47F2-952D-8C702067B008}"/>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Plaridel</a:t>
            </a:r>
          </a:p>
        </p:txBody>
      </p:sp>
      <p:sp>
        <p:nvSpPr>
          <p:cNvPr id="55" name="profile-1285">
            <a:extLst xmlns:a="http://schemas.openxmlformats.org/drawingml/2006/main">
              <a:ext uri="{FF2B5EF4-FFF2-40B4-BE49-F238E27FC236}">
                <a16:creationId xmlns:a16="http://schemas.microsoft.com/office/drawing/2014/main" id="{4244201D-7DF7-4F13-9F12-D322F1A28371}"/>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286">
            <a:extLst xmlns:a="http://schemas.openxmlformats.org/drawingml/2006/main">
              <a:ext uri="{FF2B5EF4-FFF2-40B4-BE49-F238E27FC236}">
                <a16:creationId xmlns:a16="http://schemas.microsoft.com/office/drawing/2014/main" id="{580F59A9-3D6F-4075-B20C-B02390FB04D0}"/>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Pulilan</a:t>
            </a:r>
          </a:p>
        </p:txBody>
      </p:sp>
      <p:sp>
        <p:nvSpPr>
          <p:cNvPr id="57" name="profile-1287">
            <a:extLst xmlns:a="http://schemas.openxmlformats.org/drawingml/2006/main">
              <a:ext uri="{FF2B5EF4-FFF2-40B4-BE49-F238E27FC236}">
                <a16:creationId xmlns:a16="http://schemas.microsoft.com/office/drawing/2014/main" id="{2840B89A-4695-420E-96B8-5588DC23EF35}"/>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288">
            <a:extLst xmlns:a="http://schemas.openxmlformats.org/drawingml/2006/main">
              <a:ext uri="{FF2B5EF4-FFF2-40B4-BE49-F238E27FC236}">
                <a16:creationId xmlns:a16="http://schemas.microsoft.com/office/drawing/2014/main" id="{06A45E77-EE17-4FFE-BE7B-2F07CC435EF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Ildefonso</a:t>
            </a:r>
          </a:p>
        </p:txBody>
      </p:sp>
      <p:sp>
        <p:nvSpPr>
          <p:cNvPr id="59" name="profile-1289">
            <a:extLst xmlns:a="http://schemas.openxmlformats.org/drawingml/2006/main">
              <a:ext uri="{FF2B5EF4-FFF2-40B4-BE49-F238E27FC236}">
                <a16:creationId xmlns:a16="http://schemas.microsoft.com/office/drawing/2014/main" id="{E71279BB-8590-40BF-A1E3-896E9ADB8222}"/>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290">
            <a:extLst xmlns:a="http://schemas.openxmlformats.org/drawingml/2006/main">
              <a:ext uri="{FF2B5EF4-FFF2-40B4-BE49-F238E27FC236}">
                <a16:creationId xmlns:a16="http://schemas.microsoft.com/office/drawing/2014/main" id="{AD10C217-6630-4D23-9319-E6A00273A509}"/>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Miguel</a:t>
            </a:r>
          </a:p>
        </p:txBody>
      </p:sp>
      <p:sp>
        <p:nvSpPr>
          <p:cNvPr id="61" name="profile-1291">
            <a:extLst xmlns:a="http://schemas.openxmlformats.org/drawingml/2006/main">
              <a:ext uri="{FF2B5EF4-FFF2-40B4-BE49-F238E27FC236}">
                <a16:creationId xmlns:a16="http://schemas.microsoft.com/office/drawing/2014/main" id="{8638167A-2CF9-4F0D-B7D1-D831E06F4FAE}"/>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292">
            <a:extLst xmlns:a="http://schemas.openxmlformats.org/drawingml/2006/main">
              <a:ext uri="{FF2B5EF4-FFF2-40B4-BE49-F238E27FC236}">
                <a16:creationId xmlns:a16="http://schemas.microsoft.com/office/drawing/2014/main" id="{2CB80521-F1AF-4C73-B893-1A186CB2B3D3}"/>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Rafael</a:t>
            </a:r>
          </a:p>
        </p:txBody>
      </p:sp>
      <p:sp>
        <p:nvSpPr>
          <p:cNvPr id="63" name="profile-1293">
            <a:extLst xmlns:a="http://schemas.openxmlformats.org/drawingml/2006/main">
              <a:ext uri="{FF2B5EF4-FFF2-40B4-BE49-F238E27FC236}">
                <a16:creationId xmlns:a16="http://schemas.microsoft.com/office/drawing/2014/main" id="{E8F923E1-78F2-4F8A-AFC2-C6D6FB426B80}"/>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294">
            <a:extLst xmlns:a="http://schemas.openxmlformats.org/drawingml/2006/main">
              <a:ext uri="{FF2B5EF4-FFF2-40B4-BE49-F238E27FC236}">
                <a16:creationId xmlns:a16="http://schemas.microsoft.com/office/drawing/2014/main" id="{C1707FA3-1CAC-4A3E-B131-E27FA3F50360}"/>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65" name="profile-1295">
            <a:extLst xmlns:a="http://schemas.openxmlformats.org/drawingml/2006/main">
              <a:ext uri="{FF2B5EF4-FFF2-40B4-BE49-F238E27FC236}">
                <a16:creationId xmlns:a16="http://schemas.microsoft.com/office/drawing/2014/main" id="{5D184019-5804-4D28-A5BC-47E50CF7A90F}"/>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296">
            <a:extLst xmlns:a="http://schemas.openxmlformats.org/drawingml/2006/main">
              <a:ext uri="{FF2B5EF4-FFF2-40B4-BE49-F238E27FC236}">
                <a16:creationId xmlns:a16="http://schemas.microsoft.com/office/drawing/2014/main" id="{3BB9364A-F8C8-4336-BF7E-8189670F5E13}"/>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Doña Remedios Trinidad</a:t>
            </a:r>
          </a:p>
        </p:txBody>
      </p:sp>
      <p:sp>
        <p:nvSpPr>
          <p:cNvPr id="67" name="profile-1297">
            <a:extLst xmlns:a="http://schemas.openxmlformats.org/drawingml/2006/main">
              <a:ext uri="{FF2B5EF4-FFF2-40B4-BE49-F238E27FC236}">
                <a16:creationId xmlns:a16="http://schemas.microsoft.com/office/drawing/2014/main" id="{EF1B049C-3AE8-4BCC-9239-C737612AEBEB}"/>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65806488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profile-1298">
            <a:extLst xmlns:a="http://schemas.openxmlformats.org/drawingml/2006/main">
              <a:ext uri="{FF2B5EF4-FFF2-40B4-BE49-F238E27FC236}">
                <a16:creationId xmlns:a16="http://schemas.microsoft.com/office/drawing/2014/main" id="{2C7427C3-D6B2-4CE8-859D-44173C06D6C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99">
            <a:extLst xmlns:a="http://schemas.openxmlformats.org/drawingml/2006/main">
              <a:ext uri="{FF2B5EF4-FFF2-40B4-BE49-F238E27FC236}">
                <a16:creationId xmlns:a16="http://schemas.microsoft.com/office/drawing/2014/main" id="{AA46D1D7-9C0D-42D4-A16A-5D147EF5EDC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4B397D6-1B00-41AB-82BD-2DF27A2A6613}"/>
              </a:ext>
            </a:extLst>
          </p:cNvPr>
          <p:cNvPicPr>
            <a:picLocks xmlns:a="http://schemas.openxmlformats.org/drawingml/2006/main" noChangeAspect="1"/>
          </p:cNvPicPr>
          <p:nvPr/>
        </p:nvPicPr>
        <p:blipFill>
          <a:blip xmlns:r="http://schemas.openxmlformats.org/officeDocument/2006/relationships" xmlns:a="http://schemas.openxmlformats.org/drawingml/2006/main" r:embed="R8d289d4ca85f491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00">
            <a:extLst xmlns:a="http://schemas.openxmlformats.org/drawingml/2006/main">
              <a:ext uri="{FF2B5EF4-FFF2-40B4-BE49-F238E27FC236}">
                <a16:creationId xmlns:a16="http://schemas.microsoft.com/office/drawing/2014/main" id="{D80E0E4A-CD66-46B7-AA5A-367A26E9182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01">
            <a:extLst xmlns:a="http://schemas.openxmlformats.org/drawingml/2006/main">
              <a:ext uri="{FF2B5EF4-FFF2-40B4-BE49-F238E27FC236}">
                <a16:creationId xmlns:a16="http://schemas.microsoft.com/office/drawing/2014/main" id="{11232965-5E7A-475F-894C-89476773BE5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302">
            <a:extLst xmlns:a="http://schemas.openxmlformats.org/drawingml/2006/main">
              <a:ext uri="{FF2B5EF4-FFF2-40B4-BE49-F238E27FC236}">
                <a16:creationId xmlns:a16="http://schemas.microsoft.com/office/drawing/2014/main" id="{7C2DF71C-2040-4049-BF7B-E3AD3462548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03">
            <a:extLst xmlns:a="http://schemas.openxmlformats.org/drawingml/2006/main">
              <a:ext uri="{FF2B5EF4-FFF2-40B4-BE49-F238E27FC236}">
                <a16:creationId xmlns:a16="http://schemas.microsoft.com/office/drawing/2014/main" id="{9CCACD61-FAB4-4E82-852C-0565EDCFFED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04">
            <a:extLst xmlns:a="http://schemas.openxmlformats.org/drawingml/2006/main">
              <a:ext uri="{FF2B5EF4-FFF2-40B4-BE49-F238E27FC236}">
                <a16:creationId xmlns:a16="http://schemas.microsoft.com/office/drawing/2014/main" id="{95F2AF5C-90B8-4BC5-991B-658E34E61FF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05">
            <a:extLst xmlns:a="http://schemas.openxmlformats.org/drawingml/2006/main">
              <a:ext uri="{FF2B5EF4-FFF2-40B4-BE49-F238E27FC236}">
                <a16:creationId xmlns:a16="http://schemas.microsoft.com/office/drawing/2014/main" id="{7C19EC83-67A1-4703-9E3B-8F701725D84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06">
            <a:extLst xmlns:a="http://schemas.openxmlformats.org/drawingml/2006/main">
              <a:ext uri="{FF2B5EF4-FFF2-40B4-BE49-F238E27FC236}">
                <a16:creationId xmlns:a16="http://schemas.microsoft.com/office/drawing/2014/main" id="{F4F24988-C19E-4821-9405-5A3636108C0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07">
            <a:extLst xmlns:a="http://schemas.openxmlformats.org/drawingml/2006/main">
              <a:ext uri="{FF2B5EF4-FFF2-40B4-BE49-F238E27FC236}">
                <a16:creationId xmlns:a16="http://schemas.microsoft.com/office/drawing/2014/main" id="{A5BE7020-543D-403C-9C18-B2EC2ED5177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08">
            <a:extLst xmlns:a="http://schemas.openxmlformats.org/drawingml/2006/main">
              <a:ext uri="{FF2B5EF4-FFF2-40B4-BE49-F238E27FC236}">
                <a16:creationId xmlns:a16="http://schemas.microsoft.com/office/drawing/2014/main" id="{26A8C706-6D6A-47D5-9AD6-E78EB9BB2A4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09">
            <a:extLst xmlns:a="http://schemas.openxmlformats.org/drawingml/2006/main">
              <a:ext uri="{FF2B5EF4-FFF2-40B4-BE49-F238E27FC236}">
                <a16:creationId xmlns:a16="http://schemas.microsoft.com/office/drawing/2014/main" id="{CD1CEDE3-1BD7-446B-BF69-73919EFF2C4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10">
            <a:extLst xmlns:a="http://schemas.openxmlformats.org/drawingml/2006/main">
              <a:ext uri="{FF2B5EF4-FFF2-40B4-BE49-F238E27FC236}">
                <a16:creationId xmlns:a16="http://schemas.microsoft.com/office/drawing/2014/main" id="{B814C75D-5218-4404-8C6E-665AE2FF89C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11">
            <a:extLst xmlns:a="http://schemas.openxmlformats.org/drawingml/2006/main">
              <a:ext uri="{FF2B5EF4-FFF2-40B4-BE49-F238E27FC236}">
                <a16:creationId xmlns:a16="http://schemas.microsoft.com/office/drawing/2014/main" id="{69B06029-1267-4148-84DC-EA56795CF7C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35</a:t>
            </a:r>
          </a:p>
        </p:txBody>
      </p:sp>
      <p:sp>
        <p:nvSpPr>
          <p:cNvPr id="16" name="profile-1312">
            <a:extLst xmlns:a="http://schemas.openxmlformats.org/drawingml/2006/main">
              <a:ext uri="{FF2B5EF4-FFF2-40B4-BE49-F238E27FC236}">
                <a16:creationId xmlns:a16="http://schemas.microsoft.com/office/drawing/2014/main" id="{C8D76A28-A00A-43AA-8085-C89E4786DB8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Pampanga and Angeles</a:t>
            </a:r>
          </a:p>
        </p:txBody>
      </p:sp>
      <p:sp>
        <p:nvSpPr>
          <p:cNvPr id="17" name="profile-1313">
            <a:extLst xmlns:a="http://schemas.openxmlformats.org/drawingml/2006/main">
              <a:ext uri="{FF2B5EF4-FFF2-40B4-BE49-F238E27FC236}">
                <a16:creationId xmlns:a16="http://schemas.microsoft.com/office/drawing/2014/main" id="{30C5C4FE-466B-46C1-83E0-40467D31499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14">
            <a:extLst xmlns:a="http://schemas.openxmlformats.org/drawingml/2006/main">
              <a:ext uri="{FF2B5EF4-FFF2-40B4-BE49-F238E27FC236}">
                <a16:creationId xmlns:a16="http://schemas.microsoft.com/office/drawing/2014/main" id="{DFCCA056-6055-4B6B-A210-E86C2E949A7B}"/>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315">
            <a:extLst xmlns:a="http://schemas.openxmlformats.org/drawingml/2006/main">
              <a:ext uri="{FF2B5EF4-FFF2-40B4-BE49-F238E27FC236}">
                <a16:creationId xmlns:a16="http://schemas.microsoft.com/office/drawing/2014/main" id="{AA0404CB-F380-439A-AABA-B0441BA8B718}"/>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316">
            <a:extLst xmlns:a="http://schemas.openxmlformats.org/drawingml/2006/main">
              <a:ext uri="{FF2B5EF4-FFF2-40B4-BE49-F238E27FC236}">
                <a16:creationId xmlns:a16="http://schemas.microsoft.com/office/drawing/2014/main" id="{BFF215B0-27B0-4551-A761-EED95E783380}"/>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Angeles</a:t>
            </a:r>
          </a:p>
        </p:txBody>
      </p:sp>
      <p:sp>
        <p:nvSpPr>
          <p:cNvPr id="21" name="profile-1317">
            <a:extLst xmlns:a="http://schemas.openxmlformats.org/drawingml/2006/main">
              <a:ext uri="{FF2B5EF4-FFF2-40B4-BE49-F238E27FC236}">
                <a16:creationId xmlns:a16="http://schemas.microsoft.com/office/drawing/2014/main" id="{EA7876DD-973A-410E-B725-57724A6AFA09}"/>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318">
            <a:extLst xmlns:a="http://schemas.openxmlformats.org/drawingml/2006/main">
              <a:ext uri="{FF2B5EF4-FFF2-40B4-BE49-F238E27FC236}">
                <a16:creationId xmlns:a16="http://schemas.microsoft.com/office/drawing/2014/main" id="{007A0FD9-33B5-452B-8A84-62072CA26286}"/>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Mabalacat</a:t>
            </a:r>
          </a:p>
        </p:txBody>
      </p:sp>
      <p:sp>
        <p:nvSpPr>
          <p:cNvPr id="23" name="profile-1319">
            <a:extLst xmlns:a="http://schemas.openxmlformats.org/drawingml/2006/main">
              <a:ext uri="{FF2B5EF4-FFF2-40B4-BE49-F238E27FC236}">
                <a16:creationId xmlns:a16="http://schemas.microsoft.com/office/drawing/2014/main" id="{D980C261-FEE9-43F4-84FD-B39CEDAAEDE8}"/>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320">
            <a:extLst xmlns:a="http://schemas.openxmlformats.org/drawingml/2006/main">
              <a:ext uri="{FF2B5EF4-FFF2-40B4-BE49-F238E27FC236}">
                <a16:creationId xmlns:a16="http://schemas.microsoft.com/office/drawing/2014/main" id="{18B297CF-3EF8-47D3-B757-21C359FE72A7}"/>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Fernando</a:t>
            </a:r>
          </a:p>
        </p:txBody>
      </p:sp>
      <p:sp>
        <p:nvSpPr>
          <p:cNvPr id="25" name="profile-1321">
            <a:extLst xmlns:a="http://schemas.openxmlformats.org/drawingml/2006/main">
              <a:ext uri="{FF2B5EF4-FFF2-40B4-BE49-F238E27FC236}">
                <a16:creationId xmlns:a16="http://schemas.microsoft.com/office/drawing/2014/main" id="{D8D82E74-929F-45C8-9F1F-AE9947216F1C}"/>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322">
            <a:extLst xmlns:a="http://schemas.openxmlformats.org/drawingml/2006/main">
              <a:ext uri="{FF2B5EF4-FFF2-40B4-BE49-F238E27FC236}">
                <a16:creationId xmlns:a16="http://schemas.microsoft.com/office/drawing/2014/main" id="{0FD33E68-1B28-4FC2-9F73-7DD6301BA7C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Apalit</a:t>
            </a:r>
          </a:p>
        </p:txBody>
      </p:sp>
      <p:sp>
        <p:nvSpPr>
          <p:cNvPr id="27" name="profile-1323">
            <a:extLst xmlns:a="http://schemas.openxmlformats.org/drawingml/2006/main">
              <a:ext uri="{FF2B5EF4-FFF2-40B4-BE49-F238E27FC236}">
                <a16:creationId xmlns:a16="http://schemas.microsoft.com/office/drawing/2014/main" id="{751A00C5-7BDB-40D7-96B8-7817BCC865C6}"/>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324">
            <a:extLst xmlns:a="http://schemas.openxmlformats.org/drawingml/2006/main">
              <a:ext uri="{FF2B5EF4-FFF2-40B4-BE49-F238E27FC236}">
                <a16:creationId xmlns:a16="http://schemas.microsoft.com/office/drawing/2014/main" id="{7908B26F-AC8D-49D5-AD77-FF26D1DD1385}"/>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Arayat</a:t>
            </a:r>
          </a:p>
        </p:txBody>
      </p:sp>
      <p:sp>
        <p:nvSpPr>
          <p:cNvPr id="29" name="profile-1325">
            <a:extLst xmlns:a="http://schemas.openxmlformats.org/drawingml/2006/main">
              <a:ext uri="{FF2B5EF4-FFF2-40B4-BE49-F238E27FC236}">
                <a16:creationId xmlns:a16="http://schemas.microsoft.com/office/drawing/2014/main" id="{1A13C277-9DF9-479C-B50F-ECB9B829B1F7}"/>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326">
            <a:extLst xmlns:a="http://schemas.openxmlformats.org/drawingml/2006/main">
              <a:ext uri="{FF2B5EF4-FFF2-40B4-BE49-F238E27FC236}">
                <a16:creationId xmlns:a16="http://schemas.microsoft.com/office/drawing/2014/main" id="{1188D0DE-5BA6-4EB2-9936-24A48652DB08}"/>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Bacolor</a:t>
            </a:r>
          </a:p>
        </p:txBody>
      </p:sp>
      <p:sp>
        <p:nvSpPr>
          <p:cNvPr id="31" name="profile-1327">
            <a:extLst xmlns:a="http://schemas.openxmlformats.org/drawingml/2006/main">
              <a:ext uri="{FF2B5EF4-FFF2-40B4-BE49-F238E27FC236}">
                <a16:creationId xmlns:a16="http://schemas.microsoft.com/office/drawing/2014/main" id="{32D4C49B-1930-41C2-B325-C59C7624DA3F}"/>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328">
            <a:extLst xmlns:a="http://schemas.openxmlformats.org/drawingml/2006/main">
              <a:ext uri="{FF2B5EF4-FFF2-40B4-BE49-F238E27FC236}">
                <a16:creationId xmlns:a16="http://schemas.microsoft.com/office/drawing/2014/main" id="{19116B5D-634C-4238-BD7C-01CBEDAB2BA2}"/>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Candaba</a:t>
            </a:r>
          </a:p>
        </p:txBody>
      </p:sp>
      <p:sp>
        <p:nvSpPr>
          <p:cNvPr id="33" name="profile-1329">
            <a:extLst xmlns:a="http://schemas.openxmlformats.org/drawingml/2006/main">
              <a:ext uri="{FF2B5EF4-FFF2-40B4-BE49-F238E27FC236}">
                <a16:creationId xmlns:a16="http://schemas.microsoft.com/office/drawing/2014/main" id="{B7AED313-BA73-4444-AE07-AA540ECCB315}"/>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330">
            <a:extLst xmlns:a="http://schemas.openxmlformats.org/drawingml/2006/main">
              <a:ext uri="{FF2B5EF4-FFF2-40B4-BE49-F238E27FC236}">
                <a16:creationId xmlns:a16="http://schemas.microsoft.com/office/drawing/2014/main" id="{4D2FB3D1-4ED0-4FCE-9CAB-65DADA9FDA73}"/>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Floridablanca</a:t>
            </a:r>
          </a:p>
        </p:txBody>
      </p:sp>
      <p:sp>
        <p:nvSpPr>
          <p:cNvPr id="35" name="profile-1331">
            <a:extLst xmlns:a="http://schemas.openxmlformats.org/drawingml/2006/main">
              <a:ext uri="{FF2B5EF4-FFF2-40B4-BE49-F238E27FC236}">
                <a16:creationId xmlns:a16="http://schemas.microsoft.com/office/drawing/2014/main" id="{F655D20F-5E3B-4393-B7A5-4E084A725E82}"/>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332">
            <a:extLst xmlns:a="http://schemas.openxmlformats.org/drawingml/2006/main">
              <a:ext uri="{FF2B5EF4-FFF2-40B4-BE49-F238E27FC236}">
                <a16:creationId xmlns:a16="http://schemas.microsoft.com/office/drawing/2014/main" id="{894E1E0E-DA51-4990-9F66-758206C34A6C}"/>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Guagua</a:t>
            </a:r>
          </a:p>
        </p:txBody>
      </p:sp>
      <p:sp>
        <p:nvSpPr>
          <p:cNvPr id="37" name="profile-1333">
            <a:extLst xmlns:a="http://schemas.openxmlformats.org/drawingml/2006/main">
              <a:ext uri="{FF2B5EF4-FFF2-40B4-BE49-F238E27FC236}">
                <a16:creationId xmlns:a16="http://schemas.microsoft.com/office/drawing/2014/main" id="{91D7FFA1-58CC-4541-83CA-3FF66EA0F0C1}"/>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334">
            <a:extLst xmlns:a="http://schemas.openxmlformats.org/drawingml/2006/main">
              <a:ext uri="{FF2B5EF4-FFF2-40B4-BE49-F238E27FC236}">
                <a16:creationId xmlns:a16="http://schemas.microsoft.com/office/drawing/2014/main" id="{B484ADA6-43F6-4857-B5AD-B8D77621AAF8}"/>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Lubao</a:t>
            </a:r>
          </a:p>
        </p:txBody>
      </p:sp>
      <p:sp>
        <p:nvSpPr>
          <p:cNvPr id="39" name="profile-1335">
            <a:extLst xmlns:a="http://schemas.openxmlformats.org/drawingml/2006/main">
              <a:ext uri="{FF2B5EF4-FFF2-40B4-BE49-F238E27FC236}">
                <a16:creationId xmlns:a16="http://schemas.microsoft.com/office/drawing/2014/main" id="{4FA23647-64BA-48F9-8B0F-14420C54950E}"/>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336">
            <a:extLst xmlns:a="http://schemas.openxmlformats.org/drawingml/2006/main">
              <a:ext uri="{FF2B5EF4-FFF2-40B4-BE49-F238E27FC236}">
                <a16:creationId xmlns:a16="http://schemas.microsoft.com/office/drawing/2014/main" id="{58A22CC4-0161-404E-9C89-0B8A9C9991B5}"/>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Macabebe</a:t>
            </a:r>
          </a:p>
        </p:txBody>
      </p:sp>
      <p:sp>
        <p:nvSpPr>
          <p:cNvPr id="41" name="profile-1337">
            <a:extLst xmlns:a="http://schemas.openxmlformats.org/drawingml/2006/main">
              <a:ext uri="{FF2B5EF4-FFF2-40B4-BE49-F238E27FC236}">
                <a16:creationId xmlns:a16="http://schemas.microsoft.com/office/drawing/2014/main" id="{63735E7F-CBA5-41A5-AE6E-11E1E40E0CD2}"/>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338">
            <a:extLst xmlns:a="http://schemas.openxmlformats.org/drawingml/2006/main">
              <a:ext uri="{FF2B5EF4-FFF2-40B4-BE49-F238E27FC236}">
                <a16:creationId xmlns:a16="http://schemas.microsoft.com/office/drawing/2014/main" id="{91FF0C6E-A35D-4C9E-B0A7-BB84D96EC95C}"/>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Magalang</a:t>
            </a:r>
          </a:p>
        </p:txBody>
      </p:sp>
      <p:sp>
        <p:nvSpPr>
          <p:cNvPr id="43" name="profile-1339">
            <a:extLst xmlns:a="http://schemas.openxmlformats.org/drawingml/2006/main">
              <a:ext uri="{FF2B5EF4-FFF2-40B4-BE49-F238E27FC236}">
                <a16:creationId xmlns:a16="http://schemas.microsoft.com/office/drawing/2014/main" id="{2A7CB45B-6332-4B8E-A914-AC5BC5A66494}"/>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340">
            <a:extLst xmlns:a="http://schemas.openxmlformats.org/drawingml/2006/main">
              <a:ext uri="{FF2B5EF4-FFF2-40B4-BE49-F238E27FC236}">
                <a16:creationId xmlns:a16="http://schemas.microsoft.com/office/drawing/2014/main" id="{9BB6811D-8F71-455D-A600-B6F4B3325ACA}"/>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Masantol</a:t>
            </a:r>
          </a:p>
        </p:txBody>
      </p:sp>
      <p:sp>
        <p:nvSpPr>
          <p:cNvPr id="45" name="profile-1341">
            <a:extLst xmlns:a="http://schemas.openxmlformats.org/drawingml/2006/main">
              <a:ext uri="{FF2B5EF4-FFF2-40B4-BE49-F238E27FC236}">
                <a16:creationId xmlns:a16="http://schemas.microsoft.com/office/drawing/2014/main" id="{AF1F5349-9A7B-4522-94F2-B6EE574F53CC}"/>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342">
            <a:extLst xmlns:a="http://schemas.openxmlformats.org/drawingml/2006/main">
              <a:ext uri="{FF2B5EF4-FFF2-40B4-BE49-F238E27FC236}">
                <a16:creationId xmlns:a16="http://schemas.microsoft.com/office/drawing/2014/main" id="{3C3354E2-42E0-4040-B635-294F1C371CBB}"/>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Mexico</a:t>
            </a:r>
          </a:p>
        </p:txBody>
      </p:sp>
      <p:sp>
        <p:nvSpPr>
          <p:cNvPr id="47" name="profile-1343">
            <a:extLst xmlns:a="http://schemas.openxmlformats.org/drawingml/2006/main">
              <a:ext uri="{FF2B5EF4-FFF2-40B4-BE49-F238E27FC236}">
                <a16:creationId xmlns:a16="http://schemas.microsoft.com/office/drawing/2014/main" id="{470F7C1A-377C-4370-A329-6178774093B4}"/>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344">
            <a:extLst xmlns:a="http://schemas.openxmlformats.org/drawingml/2006/main">
              <a:ext uri="{FF2B5EF4-FFF2-40B4-BE49-F238E27FC236}">
                <a16:creationId xmlns:a16="http://schemas.microsoft.com/office/drawing/2014/main" id="{50E2DC46-D3D0-4951-B26A-E985086691F0}"/>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Minalin</a:t>
            </a:r>
          </a:p>
        </p:txBody>
      </p:sp>
      <p:sp>
        <p:nvSpPr>
          <p:cNvPr id="49" name="profile-1345">
            <a:extLst xmlns:a="http://schemas.openxmlformats.org/drawingml/2006/main">
              <a:ext uri="{FF2B5EF4-FFF2-40B4-BE49-F238E27FC236}">
                <a16:creationId xmlns:a16="http://schemas.microsoft.com/office/drawing/2014/main" id="{C967F982-D6E6-4B86-BE4F-03B7FB96E298}"/>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346">
            <a:extLst xmlns:a="http://schemas.openxmlformats.org/drawingml/2006/main">
              <a:ext uri="{FF2B5EF4-FFF2-40B4-BE49-F238E27FC236}">
                <a16:creationId xmlns:a16="http://schemas.microsoft.com/office/drawing/2014/main" id="{6B27B4A4-0D70-4CDE-A586-445DBB2D99C9}"/>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Porac</a:t>
            </a:r>
          </a:p>
        </p:txBody>
      </p:sp>
      <p:sp>
        <p:nvSpPr>
          <p:cNvPr id="51" name="profile-1347">
            <a:extLst xmlns:a="http://schemas.openxmlformats.org/drawingml/2006/main">
              <a:ext uri="{FF2B5EF4-FFF2-40B4-BE49-F238E27FC236}">
                <a16:creationId xmlns:a16="http://schemas.microsoft.com/office/drawing/2014/main" id="{58279DED-6D67-471C-BAAC-FAC22808A0EB}"/>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348">
            <a:extLst xmlns:a="http://schemas.openxmlformats.org/drawingml/2006/main">
              <a:ext uri="{FF2B5EF4-FFF2-40B4-BE49-F238E27FC236}">
                <a16:creationId xmlns:a16="http://schemas.microsoft.com/office/drawing/2014/main" id="{F66977A3-37B8-441E-AD47-CBE1B39B0355}"/>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53" name="profile-1349">
            <a:extLst xmlns:a="http://schemas.openxmlformats.org/drawingml/2006/main">
              <a:ext uri="{FF2B5EF4-FFF2-40B4-BE49-F238E27FC236}">
                <a16:creationId xmlns:a16="http://schemas.microsoft.com/office/drawing/2014/main" id="{D27D7369-6F1D-4F2D-9831-CEC095F97F9B}"/>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350">
            <a:extLst xmlns:a="http://schemas.openxmlformats.org/drawingml/2006/main">
              <a:ext uri="{FF2B5EF4-FFF2-40B4-BE49-F238E27FC236}">
                <a16:creationId xmlns:a16="http://schemas.microsoft.com/office/drawing/2014/main" id="{85A3282F-394C-436C-9BD9-25F3052F3515}"/>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Simon</a:t>
            </a:r>
          </a:p>
        </p:txBody>
      </p:sp>
      <p:sp>
        <p:nvSpPr>
          <p:cNvPr id="55" name="profile-1351">
            <a:extLst xmlns:a="http://schemas.openxmlformats.org/drawingml/2006/main">
              <a:ext uri="{FF2B5EF4-FFF2-40B4-BE49-F238E27FC236}">
                <a16:creationId xmlns:a16="http://schemas.microsoft.com/office/drawing/2014/main" id="{A5BA6749-C98A-414E-B3BF-E694226DFD65}"/>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352">
            <a:extLst xmlns:a="http://schemas.openxmlformats.org/drawingml/2006/main">
              <a:ext uri="{FF2B5EF4-FFF2-40B4-BE49-F238E27FC236}">
                <a16:creationId xmlns:a16="http://schemas.microsoft.com/office/drawing/2014/main" id="{1EEDA82A-63B5-415F-B1BF-CF72EF03C010}"/>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Ana</a:t>
            </a:r>
          </a:p>
        </p:txBody>
      </p:sp>
      <p:sp>
        <p:nvSpPr>
          <p:cNvPr id="57" name="profile-1353">
            <a:extLst xmlns:a="http://schemas.openxmlformats.org/drawingml/2006/main">
              <a:ext uri="{FF2B5EF4-FFF2-40B4-BE49-F238E27FC236}">
                <a16:creationId xmlns:a16="http://schemas.microsoft.com/office/drawing/2014/main" id="{A234449C-C3DF-4A9E-B6D3-50607D43E337}"/>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354">
            <a:extLst xmlns:a="http://schemas.openxmlformats.org/drawingml/2006/main">
              <a:ext uri="{FF2B5EF4-FFF2-40B4-BE49-F238E27FC236}">
                <a16:creationId xmlns:a16="http://schemas.microsoft.com/office/drawing/2014/main" id="{0C044D8F-ACA4-43DA-860D-E64E9D8DC72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Rita</a:t>
            </a:r>
          </a:p>
        </p:txBody>
      </p:sp>
      <p:sp>
        <p:nvSpPr>
          <p:cNvPr id="59" name="profile-1355">
            <a:extLst xmlns:a="http://schemas.openxmlformats.org/drawingml/2006/main">
              <a:ext uri="{FF2B5EF4-FFF2-40B4-BE49-F238E27FC236}">
                <a16:creationId xmlns:a16="http://schemas.microsoft.com/office/drawing/2014/main" id="{56D739BB-14BB-4404-A236-C8603CF2EDB2}"/>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356">
            <a:extLst xmlns:a="http://schemas.openxmlformats.org/drawingml/2006/main">
              <a:ext uri="{FF2B5EF4-FFF2-40B4-BE49-F238E27FC236}">
                <a16:creationId xmlns:a16="http://schemas.microsoft.com/office/drawing/2014/main" id="{81E8F615-DE62-48B9-92A3-03F21EA7262E}"/>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61" name="profile-1357">
            <a:extLst xmlns:a="http://schemas.openxmlformats.org/drawingml/2006/main">
              <a:ext uri="{FF2B5EF4-FFF2-40B4-BE49-F238E27FC236}">
                <a16:creationId xmlns:a16="http://schemas.microsoft.com/office/drawing/2014/main" id="{B31F99EE-38D2-4028-84FA-21D50BDA8FE6}"/>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358">
            <a:extLst xmlns:a="http://schemas.openxmlformats.org/drawingml/2006/main">
              <a:ext uri="{FF2B5EF4-FFF2-40B4-BE49-F238E27FC236}">
                <a16:creationId xmlns:a16="http://schemas.microsoft.com/office/drawing/2014/main" id="{70DFC274-9475-4F07-843F-6B7DE661D254}"/>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Sasmuan</a:t>
            </a:r>
          </a:p>
        </p:txBody>
      </p:sp>
      <p:sp>
        <p:nvSpPr>
          <p:cNvPr id="63" name="profile-1359">
            <a:extLst xmlns:a="http://schemas.openxmlformats.org/drawingml/2006/main">
              <a:ext uri="{FF2B5EF4-FFF2-40B4-BE49-F238E27FC236}">
                <a16:creationId xmlns:a16="http://schemas.microsoft.com/office/drawing/2014/main" id="{D26F3B07-49F4-41F8-A023-A239B342F6F6}"/>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76924263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360">
            <a:extLst xmlns:a="http://schemas.openxmlformats.org/drawingml/2006/main">
              <a:ext uri="{FF2B5EF4-FFF2-40B4-BE49-F238E27FC236}">
                <a16:creationId xmlns:a16="http://schemas.microsoft.com/office/drawing/2014/main" id="{AEF30275-B4FF-4AE0-9931-3640ECD728C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361">
            <a:extLst xmlns:a="http://schemas.openxmlformats.org/drawingml/2006/main">
              <a:ext uri="{FF2B5EF4-FFF2-40B4-BE49-F238E27FC236}">
                <a16:creationId xmlns:a16="http://schemas.microsoft.com/office/drawing/2014/main" id="{8023CC80-2E54-4C3F-AD0C-8F6550C5D35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512FAC7-9510-4B1E-9818-CF637B616FD1}"/>
              </a:ext>
            </a:extLst>
          </p:cNvPr>
          <p:cNvPicPr>
            <a:picLocks xmlns:a="http://schemas.openxmlformats.org/drawingml/2006/main" noChangeAspect="1"/>
          </p:cNvPicPr>
          <p:nvPr/>
        </p:nvPicPr>
        <p:blipFill>
          <a:blip xmlns:r="http://schemas.openxmlformats.org/officeDocument/2006/relationships" xmlns:a="http://schemas.openxmlformats.org/drawingml/2006/main" r:embed="R11e5894cb07249c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62">
            <a:extLst xmlns:a="http://schemas.openxmlformats.org/drawingml/2006/main">
              <a:ext uri="{FF2B5EF4-FFF2-40B4-BE49-F238E27FC236}">
                <a16:creationId xmlns:a16="http://schemas.microsoft.com/office/drawing/2014/main" id="{F0FDF943-CDFC-43B2-AAA7-98A6F2860E6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63">
            <a:extLst xmlns:a="http://schemas.openxmlformats.org/drawingml/2006/main">
              <a:ext uri="{FF2B5EF4-FFF2-40B4-BE49-F238E27FC236}">
                <a16:creationId xmlns:a16="http://schemas.microsoft.com/office/drawing/2014/main" id="{CC10DEF1-947B-4245-9D13-607528B503D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364">
            <a:extLst xmlns:a="http://schemas.openxmlformats.org/drawingml/2006/main">
              <a:ext uri="{FF2B5EF4-FFF2-40B4-BE49-F238E27FC236}">
                <a16:creationId xmlns:a16="http://schemas.microsoft.com/office/drawing/2014/main" id="{3AF31AF2-7572-494E-B72C-70495828BBB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365">
            <a:extLst xmlns:a="http://schemas.openxmlformats.org/drawingml/2006/main">
              <a:ext uri="{FF2B5EF4-FFF2-40B4-BE49-F238E27FC236}">
                <a16:creationId xmlns:a16="http://schemas.microsoft.com/office/drawing/2014/main" id="{244DA2CA-8EBE-4D8E-8071-C473328BC19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66">
            <a:extLst xmlns:a="http://schemas.openxmlformats.org/drawingml/2006/main">
              <a:ext uri="{FF2B5EF4-FFF2-40B4-BE49-F238E27FC236}">
                <a16:creationId xmlns:a16="http://schemas.microsoft.com/office/drawing/2014/main" id="{8F9EAFEC-3C09-4948-9F73-B945F052311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367">
            <a:extLst xmlns:a="http://schemas.openxmlformats.org/drawingml/2006/main">
              <a:ext uri="{FF2B5EF4-FFF2-40B4-BE49-F238E27FC236}">
                <a16:creationId xmlns:a16="http://schemas.microsoft.com/office/drawing/2014/main" id="{BE47B57A-33C5-4E56-870D-907309A95D0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68">
            <a:extLst xmlns:a="http://schemas.openxmlformats.org/drawingml/2006/main">
              <a:ext uri="{FF2B5EF4-FFF2-40B4-BE49-F238E27FC236}">
                <a16:creationId xmlns:a16="http://schemas.microsoft.com/office/drawing/2014/main" id="{C37D5282-A328-4F40-8D7E-6B3C3220FEE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69">
            <a:extLst xmlns:a="http://schemas.openxmlformats.org/drawingml/2006/main">
              <a:ext uri="{FF2B5EF4-FFF2-40B4-BE49-F238E27FC236}">
                <a16:creationId xmlns:a16="http://schemas.microsoft.com/office/drawing/2014/main" id="{13B252B7-D331-4A7A-838F-BE0A76E48A2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70">
            <a:extLst xmlns:a="http://schemas.openxmlformats.org/drawingml/2006/main">
              <a:ext uri="{FF2B5EF4-FFF2-40B4-BE49-F238E27FC236}">
                <a16:creationId xmlns:a16="http://schemas.microsoft.com/office/drawing/2014/main" id="{1FBF253A-6EF3-4751-A0BB-2169E07AA87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71">
            <a:extLst xmlns:a="http://schemas.openxmlformats.org/drawingml/2006/main">
              <a:ext uri="{FF2B5EF4-FFF2-40B4-BE49-F238E27FC236}">
                <a16:creationId xmlns:a16="http://schemas.microsoft.com/office/drawing/2014/main" id="{5CCB731B-3909-431C-9B9F-D6AAD5BE6D0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72">
            <a:extLst xmlns:a="http://schemas.openxmlformats.org/drawingml/2006/main">
              <a:ext uri="{FF2B5EF4-FFF2-40B4-BE49-F238E27FC236}">
                <a16:creationId xmlns:a16="http://schemas.microsoft.com/office/drawing/2014/main" id="{0FB63EE3-C98C-445F-9D6D-78B966BB389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73">
            <a:extLst xmlns:a="http://schemas.openxmlformats.org/drawingml/2006/main">
              <a:ext uri="{FF2B5EF4-FFF2-40B4-BE49-F238E27FC236}">
                <a16:creationId xmlns:a16="http://schemas.microsoft.com/office/drawing/2014/main" id="{1E8B0F3C-4779-4386-A0BA-89A6B39825D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36</a:t>
            </a:r>
          </a:p>
        </p:txBody>
      </p:sp>
      <p:sp>
        <p:nvSpPr>
          <p:cNvPr id="16" name="profile-1374">
            <a:extLst xmlns:a="http://schemas.openxmlformats.org/drawingml/2006/main">
              <a:ext uri="{FF2B5EF4-FFF2-40B4-BE49-F238E27FC236}">
                <a16:creationId xmlns:a16="http://schemas.microsoft.com/office/drawing/2014/main" id="{2A88F6CD-16E2-452D-B2BA-328AC07F21D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Zambales and Olongapo</a:t>
            </a:r>
          </a:p>
        </p:txBody>
      </p:sp>
      <p:sp>
        <p:nvSpPr>
          <p:cNvPr id="17" name="profile-1375">
            <a:extLst xmlns:a="http://schemas.openxmlformats.org/drawingml/2006/main">
              <a:ext uri="{FF2B5EF4-FFF2-40B4-BE49-F238E27FC236}">
                <a16:creationId xmlns:a16="http://schemas.microsoft.com/office/drawing/2014/main" id="{C02C48DE-4F5C-4BD7-BB07-7ECF599CFED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76">
            <a:extLst xmlns:a="http://schemas.openxmlformats.org/drawingml/2006/main">
              <a:ext uri="{FF2B5EF4-FFF2-40B4-BE49-F238E27FC236}">
                <a16:creationId xmlns:a16="http://schemas.microsoft.com/office/drawing/2014/main" id="{58B1F155-99B6-4EFE-B68B-1A4475ACAC21}"/>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377">
            <a:extLst xmlns:a="http://schemas.openxmlformats.org/drawingml/2006/main">
              <a:ext uri="{FF2B5EF4-FFF2-40B4-BE49-F238E27FC236}">
                <a16:creationId xmlns:a16="http://schemas.microsoft.com/office/drawing/2014/main" id="{B22ACF1A-7B6F-480B-B9B4-B18B1AB39A1F}"/>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378">
            <a:extLst xmlns:a="http://schemas.openxmlformats.org/drawingml/2006/main">
              <a:ext uri="{FF2B5EF4-FFF2-40B4-BE49-F238E27FC236}">
                <a16:creationId xmlns:a16="http://schemas.microsoft.com/office/drawing/2014/main" id="{5F9B1AA1-63CC-45ED-9AE3-B311D9C8EE24}"/>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Olongapo</a:t>
            </a:r>
          </a:p>
        </p:txBody>
      </p:sp>
      <p:sp>
        <p:nvSpPr>
          <p:cNvPr id="21" name="profile-1379">
            <a:extLst xmlns:a="http://schemas.openxmlformats.org/drawingml/2006/main">
              <a:ext uri="{FF2B5EF4-FFF2-40B4-BE49-F238E27FC236}">
                <a16:creationId xmlns:a16="http://schemas.microsoft.com/office/drawing/2014/main" id="{95739609-FA10-4F10-8508-BB35D6AC2AB0}"/>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380">
            <a:extLst xmlns:a="http://schemas.openxmlformats.org/drawingml/2006/main">
              <a:ext uri="{FF2B5EF4-FFF2-40B4-BE49-F238E27FC236}">
                <a16:creationId xmlns:a16="http://schemas.microsoft.com/office/drawing/2014/main" id="{D5DBC6E4-8FE3-47A9-847B-C8DD9BD9F1C4}"/>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Botolan</a:t>
            </a:r>
          </a:p>
        </p:txBody>
      </p:sp>
      <p:sp>
        <p:nvSpPr>
          <p:cNvPr id="23" name="profile-1381">
            <a:extLst xmlns:a="http://schemas.openxmlformats.org/drawingml/2006/main">
              <a:ext uri="{FF2B5EF4-FFF2-40B4-BE49-F238E27FC236}">
                <a16:creationId xmlns:a16="http://schemas.microsoft.com/office/drawing/2014/main" id="{DB73A3E4-6755-4B74-8B00-74E47C5A8152}"/>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382">
            <a:extLst xmlns:a="http://schemas.openxmlformats.org/drawingml/2006/main">
              <a:ext uri="{FF2B5EF4-FFF2-40B4-BE49-F238E27FC236}">
                <a16:creationId xmlns:a16="http://schemas.microsoft.com/office/drawing/2014/main" id="{662C0C7A-8F05-4C57-BC3E-6212CABC5AD4}"/>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Cabangan</a:t>
            </a:r>
          </a:p>
        </p:txBody>
      </p:sp>
      <p:sp>
        <p:nvSpPr>
          <p:cNvPr id="25" name="profile-1383">
            <a:extLst xmlns:a="http://schemas.openxmlformats.org/drawingml/2006/main">
              <a:ext uri="{FF2B5EF4-FFF2-40B4-BE49-F238E27FC236}">
                <a16:creationId xmlns:a16="http://schemas.microsoft.com/office/drawing/2014/main" id="{98626174-2BBE-4EE1-9D4E-2E9246A0674B}"/>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384">
            <a:extLst xmlns:a="http://schemas.openxmlformats.org/drawingml/2006/main">
              <a:ext uri="{FF2B5EF4-FFF2-40B4-BE49-F238E27FC236}">
                <a16:creationId xmlns:a16="http://schemas.microsoft.com/office/drawing/2014/main" id="{74DCA8A8-02DC-471B-BC86-FFAE8502D125}"/>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Candelaria</a:t>
            </a:r>
          </a:p>
        </p:txBody>
      </p:sp>
      <p:sp>
        <p:nvSpPr>
          <p:cNvPr id="27" name="profile-1385">
            <a:extLst xmlns:a="http://schemas.openxmlformats.org/drawingml/2006/main">
              <a:ext uri="{FF2B5EF4-FFF2-40B4-BE49-F238E27FC236}">
                <a16:creationId xmlns:a16="http://schemas.microsoft.com/office/drawing/2014/main" id="{5941EA16-18C5-4327-830E-2AC437CB4C82}"/>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386">
            <a:extLst xmlns:a="http://schemas.openxmlformats.org/drawingml/2006/main">
              <a:ext uri="{FF2B5EF4-FFF2-40B4-BE49-F238E27FC236}">
                <a16:creationId xmlns:a16="http://schemas.microsoft.com/office/drawing/2014/main" id="{6A7FC8D6-6781-4423-BB38-3B8FF3EC6E9A}"/>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Castillejos</a:t>
            </a:r>
          </a:p>
        </p:txBody>
      </p:sp>
      <p:sp>
        <p:nvSpPr>
          <p:cNvPr id="29" name="profile-1387">
            <a:extLst xmlns:a="http://schemas.openxmlformats.org/drawingml/2006/main">
              <a:ext uri="{FF2B5EF4-FFF2-40B4-BE49-F238E27FC236}">
                <a16:creationId xmlns:a16="http://schemas.microsoft.com/office/drawing/2014/main" id="{BFB3B83F-B413-4289-B71D-6F51F6C0FE4A}"/>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388">
            <a:extLst xmlns:a="http://schemas.openxmlformats.org/drawingml/2006/main">
              <a:ext uri="{FF2B5EF4-FFF2-40B4-BE49-F238E27FC236}">
                <a16:creationId xmlns:a16="http://schemas.microsoft.com/office/drawing/2014/main" id="{DFB31060-950A-48C5-839D-6F46D5F4F421}"/>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t>
            </a:r>
          </a:p>
        </p:txBody>
      </p:sp>
      <p:sp>
        <p:nvSpPr>
          <p:cNvPr id="31" name="profile-1389">
            <a:extLst xmlns:a="http://schemas.openxmlformats.org/drawingml/2006/main">
              <a:ext uri="{FF2B5EF4-FFF2-40B4-BE49-F238E27FC236}">
                <a16:creationId xmlns:a16="http://schemas.microsoft.com/office/drawing/2014/main" id="{26D37357-4980-4270-91C0-94C46050C9D9}"/>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390">
            <a:extLst xmlns:a="http://schemas.openxmlformats.org/drawingml/2006/main">
              <a:ext uri="{FF2B5EF4-FFF2-40B4-BE49-F238E27FC236}">
                <a16:creationId xmlns:a16="http://schemas.microsoft.com/office/drawing/2014/main" id="{C60AC1EE-DB8B-4B03-9F18-B77C611138E7}"/>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Masinloc</a:t>
            </a:r>
          </a:p>
        </p:txBody>
      </p:sp>
      <p:sp>
        <p:nvSpPr>
          <p:cNvPr id="33" name="profile-1391">
            <a:extLst xmlns:a="http://schemas.openxmlformats.org/drawingml/2006/main">
              <a:ext uri="{FF2B5EF4-FFF2-40B4-BE49-F238E27FC236}">
                <a16:creationId xmlns:a16="http://schemas.microsoft.com/office/drawing/2014/main" id="{99D7F28F-C5CA-4619-A37C-49331D1E6478}"/>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392">
            <a:extLst xmlns:a="http://schemas.openxmlformats.org/drawingml/2006/main">
              <a:ext uri="{FF2B5EF4-FFF2-40B4-BE49-F238E27FC236}">
                <a16:creationId xmlns:a16="http://schemas.microsoft.com/office/drawing/2014/main" id="{5C623913-A281-4D33-AB70-E45566DC0B6F}"/>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Palauig</a:t>
            </a:r>
          </a:p>
        </p:txBody>
      </p:sp>
      <p:sp>
        <p:nvSpPr>
          <p:cNvPr id="35" name="profile-1393">
            <a:extLst xmlns:a="http://schemas.openxmlformats.org/drawingml/2006/main">
              <a:ext uri="{FF2B5EF4-FFF2-40B4-BE49-F238E27FC236}">
                <a16:creationId xmlns:a16="http://schemas.microsoft.com/office/drawing/2014/main" id="{9732AA82-6F94-409C-8E79-D6A3841E0437}"/>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394">
            <a:extLst xmlns:a="http://schemas.openxmlformats.org/drawingml/2006/main">
              <a:ext uri="{FF2B5EF4-FFF2-40B4-BE49-F238E27FC236}">
                <a16:creationId xmlns:a16="http://schemas.microsoft.com/office/drawing/2014/main" id="{B99BF15F-FB0D-432B-A413-018302CA58C3}"/>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Antonio</a:t>
            </a:r>
          </a:p>
        </p:txBody>
      </p:sp>
      <p:sp>
        <p:nvSpPr>
          <p:cNvPr id="37" name="profile-1395">
            <a:extLst xmlns:a="http://schemas.openxmlformats.org/drawingml/2006/main">
              <a:ext uri="{FF2B5EF4-FFF2-40B4-BE49-F238E27FC236}">
                <a16:creationId xmlns:a16="http://schemas.microsoft.com/office/drawing/2014/main" id="{029C4CF9-32ED-4155-BD6E-B58CDD11D5D0}"/>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396">
            <a:extLst xmlns:a="http://schemas.openxmlformats.org/drawingml/2006/main">
              <a:ext uri="{FF2B5EF4-FFF2-40B4-BE49-F238E27FC236}">
                <a16:creationId xmlns:a16="http://schemas.microsoft.com/office/drawing/2014/main" id="{A9B5624D-D283-428E-8CF8-8A31E92CCB46}"/>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Felipe</a:t>
            </a:r>
          </a:p>
        </p:txBody>
      </p:sp>
      <p:sp>
        <p:nvSpPr>
          <p:cNvPr id="39" name="profile-1397">
            <a:extLst xmlns:a="http://schemas.openxmlformats.org/drawingml/2006/main">
              <a:ext uri="{FF2B5EF4-FFF2-40B4-BE49-F238E27FC236}">
                <a16:creationId xmlns:a16="http://schemas.microsoft.com/office/drawing/2014/main" id="{316682C1-F518-498E-82F0-A96E5A0153F6}"/>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398">
            <a:extLst xmlns:a="http://schemas.openxmlformats.org/drawingml/2006/main">
              <a:ext uri="{FF2B5EF4-FFF2-40B4-BE49-F238E27FC236}">
                <a16:creationId xmlns:a16="http://schemas.microsoft.com/office/drawing/2014/main" id="{66ECD274-6578-4CBF-9078-4CFE4D8013F9}"/>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Marcelino</a:t>
            </a:r>
          </a:p>
        </p:txBody>
      </p:sp>
      <p:sp>
        <p:nvSpPr>
          <p:cNvPr id="41" name="profile-1399">
            <a:extLst xmlns:a="http://schemas.openxmlformats.org/drawingml/2006/main">
              <a:ext uri="{FF2B5EF4-FFF2-40B4-BE49-F238E27FC236}">
                <a16:creationId xmlns:a16="http://schemas.microsoft.com/office/drawing/2014/main" id="{E2FE8205-8B49-46B7-B5C7-5F7FCB5EADB3}"/>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400">
            <a:extLst xmlns:a="http://schemas.openxmlformats.org/drawingml/2006/main">
              <a:ext uri="{FF2B5EF4-FFF2-40B4-BE49-F238E27FC236}">
                <a16:creationId xmlns:a16="http://schemas.microsoft.com/office/drawing/2014/main" id="{EDB1EC75-FDC8-4B15-8EA4-0C5F82CD94C8}"/>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Narciso</a:t>
            </a:r>
          </a:p>
        </p:txBody>
      </p:sp>
      <p:sp>
        <p:nvSpPr>
          <p:cNvPr id="43" name="profile-1401">
            <a:extLst xmlns:a="http://schemas.openxmlformats.org/drawingml/2006/main">
              <a:ext uri="{FF2B5EF4-FFF2-40B4-BE49-F238E27FC236}">
                <a16:creationId xmlns:a16="http://schemas.microsoft.com/office/drawing/2014/main" id="{9A2C98E9-196D-4C55-80AA-C20B25D3F596}"/>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402">
            <a:extLst xmlns:a="http://schemas.openxmlformats.org/drawingml/2006/main">
              <a:ext uri="{FF2B5EF4-FFF2-40B4-BE49-F238E27FC236}">
                <a16:creationId xmlns:a16="http://schemas.microsoft.com/office/drawing/2014/main" id="{4E63AA2F-2960-4A5F-8DE5-D2BC7CC7765F}"/>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45" name="profile-1403">
            <a:extLst xmlns:a="http://schemas.openxmlformats.org/drawingml/2006/main">
              <a:ext uri="{FF2B5EF4-FFF2-40B4-BE49-F238E27FC236}">
                <a16:creationId xmlns:a16="http://schemas.microsoft.com/office/drawing/2014/main" id="{070E2513-BC10-4E18-B5F4-20D86E80FCE6}"/>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404">
            <a:extLst xmlns:a="http://schemas.openxmlformats.org/drawingml/2006/main">
              <a:ext uri="{FF2B5EF4-FFF2-40B4-BE49-F238E27FC236}">
                <a16:creationId xmlns:a16="http://schemas.microsoft.com/office/drawing/2014/main" id="{2FDA30FC-0797-43A6-A25B-A5BC0B7F9C8C}"/>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Subic</a:t>
            </a:r>
          </a:p>
        </p:txBody>
      </p:sp>
      <p:sp>
        <p:nvSpPr>
          <p:cNvPr id="47" name="profile-1405">
            <a:extLst xmlns:a="http://schemas.openxmlformats.org/drawingml/2006/main">
              <a:ext uri="{FF2B5EF4-FFF2-40B4-BE49-F238E27FC236}">
                <a16:creationId xmlns:a16="http://schemas.microsoft.com/office/drawing/2014/main" id="{112A174B-AD1C-460E-9AF0-24812074119D}"/>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204375690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406">
            <a:extLst xmlns:a="http://schemas.openxmlformats.org/drawingml/2006/main">
              <a:ext uri="{FF2B5EF4-FFF2-40B4-BE49-F238E27FC236}">
                <a16:creationId xmlns:a16="http://schemas.microsoft.com/office/drawing/2014/main" id="{2F0BA1C9-BB86-4744-B5A6-B8FF57CBF88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407">
            <a:extLst xmlns:a="http://schemas.openxmlformats.org/drawingml/2006/main">
              <a:ext uri="{FF2B5EF4-FFF2-40B4-BE49-F238E27FC236}">
                <a16:creationId xmlns:a16="http://schemas.microsoft.com/office/drawing/2014/main" id="{3F0327A3-D426-4472-A81F-440FDF93918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BBE050E-FD0F-4C53-97FB-32EB2C4BF7C8}"/>
              </a:ext>
            </a:extLst>
          </p:cNvPr>
          <p:cNvPicPr>
            <a:picLocks xmlns:a="http://schemas.openxmlformats.org/drawingml/2006/main" noChangeAspect="1"/>
          </p:cNvPicPr>
          <p:nvPr/>
        </p:nvPicPr>
        <p:blipFill>
          <a:blip xmlns:r="http://schemas.openxmlformats.org/officeDocument/2006/relationships" xmlns:a="http://schemas.openxmlformats.org/drawingml/2006/main" r:embed="R14c6ed756e3a4fd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408">
            <a:extLst xmlns:a="http://schemas.openxmlformats.org/drawingml/2006/main">
              <a:ext uri="{FF2B5EF4-FFF2-40B4-BE49-F238E27FC236}">
                <a16:creationId xmlns:a16="http://schemas.microsoft.com/office/drawing/2014/main" id="{87DDA73B-779B-41CD-A5A5-9FD674FF8F4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409">
            <a:extLst xmlns:a="http://schemas.openxmlformats.org/drawingml/2006/main">
              <a:ext uri="{FF2B5EF4-FFF2-40B4-BE49-F238E27FC236}">
                <a16:creationId xmlns:a16="http://schemas.microsoft.com/office/drawing/2014/main" id="{030E21C1-F1BD-4000-B976-BA2BF21C042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410">
            <a:extLst xmlns:a="http://schemas.openxmlformats.org/drawingml/2006/main">
              <a:ext uri="{FF2B5EF4-FFF2-40B4-BE49-F238E27FC236}">
                <a16:creationId xmlns:a16="http://schemas.microsoft.com/office/drawing/2014/main" id="{37D3F2E1-8B67-4DC2-8849-00599821D39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411">
            <a:extLst xmlns:a="http://schemas.openxmlformats.org/drawingml/2006/main">
              <a:ext uri="{FF2B5EF4-FFF2-40B4-BE49-F238E27FC236}">
                <a16:creationId xmlns:a16="http://schemas.microsoft.com/office/drawing/2014/main" id="{C57BA265-542A-4012-B898-59A34572E9A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412">
            <a:extLst xmlns:a="http://schemas.openxmlformats.org/drawingml/2006/main">
              <a:ext uri="{FF2B5EF4-FFF2-40B4-BE49-F238E27FC236}">
                <a16:creationId xmlns:a16="http://schemas.microsoft.com/office/drawing/2014/main" id="{556EF6CB-AC3E-45F2-A4B9-037E808C2E9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413">
            <a:extLst xmlns:a="http://schemas.openxmlformats.org/drawingml/2006/main">
              <a:ext uri="{FF2B5EF4-FFF2-40B4-BE49-F238E27FC236}">
                <a16:creationId xmlns:a16="http://schemas.microsoft.com/office/drawing/2014/main" id="{D4EBFFF4-3E7D-48E9-A3EF-BFAED86C003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414">
            <a:extLst xmlns:a="http://schemas.openxmlformats.org/drawingml/2006/main">
              <a:ext uri="{FF2B5EF4-FFF2-40B4-BE49-F238E27FC236}">
                <a16:creationId xmlns:a16="http://schemas.microsoft.com/office/drawing/2014/main" id="{BE4BCCAD-04E4-4DBC-A53B-4C74EAFF0D8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415">
            <a:extLst xmlns:a="http://schemas.openxmlformats.org/drawingml/2006/main">
              <a:ext uri="{FF2B5EF4-FFF2-40B4-BE49-F238E27FC236}">
                <a16:creationId xmlns:a16="http://schemas.microsoft.com/office/drawing/2014/main" id="{C4FB50D6-8FB0-4282-A5D6-E53F3E24779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416">
            <a:extLst xmlns:a="http://schemas.openxmlformats.org/drawingml/2006/main">
              <a:ext uri="{FF2B5EF4-FFF2-40B4-BE49-F238E27FC236}">
                <a16:creationId xmlns:a16="http://schemas.microsoft.com/office/drawing/2014/main" id="{52CAA99C-9483-4DB9-B049-493B30A5C89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417">
            <a:extLst xmlns:a="http://schemas.openxmlformats.org/drawingml/2006/main">
              <a:ext uri="{FF2B5EF4-FFF2-40B4-BE49-F238E27FC236}">
                <a16:creationId xmlns:a16="http://schemas.microsoft.com/office/drawing/2014/main" id="{5A77B589-EADD-4A61-8F50-4E98032BB2A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418">
            <a:extLst xmlns:a="http://schemas.openxmlformats.org/drawingml/2006/main">
              <a:ext uri="{FF2B5EF4-FFF2-40B4-BE49-F238E27FC236}">
                <a16:creationId xmlns:a16="http://schemas.microsoft.com/office/drawing/2014/main" id="{353EAE53-1479-482D-ABCD-9D09BDC9847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19">
            <a:extLst xmlns:a="http://schemas.openxmlformats.org/drawingml/2006/main">
              <a:ext uri="{FF2B5EF4-FFF2-40B4-BE49-F238E27FC236}">
                <a16:creationId xmlns:a16="http://schemas.microsoft.com/office/drawing/2014/main" id="{B077376E-7951-4817-8477-CCAF9B67799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37</a:t>
            </a:r>
          </a:p>
        </p:txBody>
      </p:sp>
      <p:sp>
        <p:nvSpPr>
          <p:cNvPr id="16" name="profile-1420">
            <a:extLst xmlns:a="http://schemas.openxmlformats.org/drawingml/2006/main">
              <a:ext uri="{FF2B5EF4-FFF2-40B4-BE49-F238E27FC236}">
                <a16:creationId xmlns:a16="http://schemas.microsoft.com/office/drawing/2014/main" id="{BCD8C349-1F31-4613-B44F-3067D0B2071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Bataan</a:t>
            </a:r>
          </a:p>
        </p:txBody>
      </p:sp>
      <p:sp>
        <p:nvSpPr>
          <p:cNvPr id="17" name="profile-1421">
            <a:extLst xmlns:a="http://schemas.openxmlformats.org/drawingml/2006/main">
              <a:ext uri="{FF2B5EF4-FFF2-40B4-BE49-F238E27FC236}">
                <a16:creationId xmlns:a16="http://schemas.microsoft.com/office/drawing/2014/main" id="{5977202B-9979-4491-8373-9DC0E52AB80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22">
            <a:extLst xmlns:a="http://schemas.openxmlformats.org/drawingml/2006/main">
              <a:ext uri="{FF2B5EF4-FFF2-40B4-BE49-F238E27FC236}">
                <a16:creationId xmlns:a16="http://schemas.microsoft.com/office/drawing/2014/main" id="{4B4E7380-0C7B-49A0-9A7E-02E8EAE6CFE1}"/>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423">
            <a:extLst xmlns:a="http://schemas.openxmlformats.org/drawingml/2006/main">
              <a:ext uri="{FF2B5EF4-FFF2-40B4-BE49-F238E27FC236}">
                <a16:creationId xmlns:a16="http://schemas.microsoft.com/office/drawing/2014/main" id="{CEE0CA82-E45D-457F-8092-F07B6C7DD962}"/>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424">
            <a:extLst xmlns:a="http://schemas.openxmlformats.org/drawingml/2006/main">
              <a:ext uri="{FF2B5EF4-FFF2-40B4-BE49-F238E27FC236}">
                <a16:creationId xmlns:a16="http://schemas.microsoft.com/office/drawing/2014/main" id="{708D7711-8C97-407F-81AF-97C1DFCFDC28}"/>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Balanga</a:t>
            </a:r>
          </a:p>
        </p:txBody>
      </p:sp>
      <p:sp>
        <p:nvSpPr>
          <p:cNvPr id="21" name="profile-1425">
            <a:extLst xmlns:a="http://schemas.openxmlformats.org/drawingml/2006/main">
              <a:ext uri="{FF2B5EF4-FFF2-40B4-BE49-F238E27FC236}">
                <a16:creationId xmlns:a16="http://schemas.microsoft.com/office/drawing/2014/main" id="{3B9E4834-B8A0-444B-B79A-797FB46A0419}"/>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426">
            <a:extLst xmlns:a="http://schemas.openxmlformats.org/drawingml/2006/main">
              <a:ext uri="{FF2B5EF4-FFF2-40B4-BE49-F238E27FC236}">
                <a16:creationId xmlns:a16="http://schemas.microsoft.com/office/drawing/2014/main" id="{5D2859ED-A193-4780-B73A-567EFE61F935}"/>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Abucay</a:t>
            </a:r>
          </a:p>
        </p:txBody>
      </p:sp>
      <p:sp>
        <p:nvSpPr>
          <p:cNvPr id="23" name="profile-1427">
            <a:extLst xmlns:a="http://schemas.openxmlformats.org/drawingml/2006/main">
              <a:ext uri="{FF2B5EF4-FFF2-40B4-BE49-F238E27FC236}">
                <a16:creationId xmlns:a16="http://schemas.microsoft.com/office/drawing/2014/main" id="{79ACA01F-D1A1-49BB-9F33-50FCCDD30F1A}"/>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428">
            <a:extLst xmlns:a="http://schemas.openxmlformats.org/drawingml/2006/main">
              <a:ext uri="{FF2B5EF4-FFF2-40B4-BE49-F238E27FC236}">
                <a16:creationId xmlns:a16="http://schemas.microsoft.com/office/drawing/2014/main" id="{5ED98112-BE8C-465D-B23D-60D29F7F4DFE}"/>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Bagac</a:t>
            </a:r>
          </a:p>
        </p:txBody>
      </p:sp>
      <p:sp>
        <p:nvSpPr>
          <p:cNvPr id="25" name="profile-1429">
            <a:extLst xmlns:a="http://schemas.openxmlformats.org/drawingml/2006/main">
              <a:ext uri="{FF2B5EF4-FFF2-40B4-BE49-F238E27FC236}">
                <a16:creationId xmlns:a16="http://schemas.microsoft.com/office/drawing/2014/main" id="{A900A4FA-B24B-4DD5-BD7A-388096913721}"/>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430">
            <a:extLst xmlns:a="http://schemas.openxmlformats.org/drawingml/2006/main">
              <a:ext uri="{FF2B5EF4-FFF2-40B4-BE49-F238E27FC236}">
                <a16:creationId xmlns:a16="http://schemas.microsoft.com/office/drawing/2014/main" id="{9655AB10-BE99-4503-9E15-D04A427CCA48}"/>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Dinalupihan</a:t>
            </a:r>
          </a:p>
        </p:txBody>
      </p:sp>
      <p:sp>
        <p:nvSpPr>
          <p:cNvPr id="27" name="profile-1431">
            <a:extLst xmlns:a="http://schemas.openxmlformats.org/drawingml/2006/main">
              <a:ext uri="{FF2B5EF4-FFF2-40B4-BE49-F238E27FC236}">
                <a16:creationId xmlns:a16="http://schemas.microsoft.com/office/drawing/2014/main" id="{11274737-216D-4DB6-A4A4-D3F1282D5507}"/>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432">
            <a:extLst xmlns:a="http://schemas.openxmlformats.org/drawingml/2006/main">
              <a:ext uri="{FF2B5EF4-FFF2-40B4-BE49-F238E27FC236}">
                <a16:creationId xmlns:a16="http://schemas.microsoft.com/office/drawing/2014/main" id="{926775D9-7002-4AA8-AD9A-8E46F76F9798}"/>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Hermosa</a:t>
            </a:r>
          </a:p>
        </p:txBody>
      </p:sp>
      <p:sp>
        <p:nvSpPr>
          <p:cNvPr id="29" name="profile-1433">
            <a:extLst xmlns:a="http://schemas.openxmlformats.org/drawingml/2006/main">
              <a:ext uri="{FF2B5EF4-FFF2-40B4-BE49-F238E27FC236}">
                <a16:creationId xmlns:a16="http://schemas.microsoft.com/office/drawing/2014/main" id="{A6132E62-82E9-420E-906E-1D384F209EE5}"/>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434">
            <a:extLst xmlns:a="http://schemas.openxmlformats.org/drawingml/2006/main">
              <a:ext uri="{FF2B5EF4-FFF2-40B4-BE49-F238E27FC236}">
                <a16:creationId xmlns:a16="http://schemas.microsoft.com/office/drawing/2014/main" id="{02E04EC8-04BE-47C6-AF94-2DB9471C28DD}"/>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Limay</a:t>
            </a:r>
          </a:p>
        </p:txBody>
      </p:sp>
      <p:sp>
        <p:nvSpPr>
          <p:cNvPr id="31" name="profile-1435">
            <a:extLst xmlns:a="http://schemas.openxmlformats.org/drawingml/2006/main">
              <a:ext uri="{FF2B5EF4-FFF2-40B4-BE49-F238E27FC236}">
                <a16:creationId xmlns:a16="http://schemas.microsoft.com/office/drawing/2014/main" id="{B5C3C85E-AD99-4EA8-8F05-759E0404C6A3}"/>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436">
            <a:extLst xmlns:a="http://schemas.openxmlformats.org/drawingml/2006/main">
              <a:ext uri="{FF2B5EF4-FFF2-40B4-BE49-F238E27FC236}">
                <a16:creationId xmlns:a16="http://schemas.microsoft.com/office/drawing/2014/main" id="{FF95C761-00EF-4A3C-A464-8E395FB7168D}"/>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Mariveles</a:t>
            </a:r>
          </a:p>
        </p:txBody>
      </p:sp>
      <p:sp>
        <p:nvSpPr>
          <p:cNvPr id="33" name="profile-1437">
            <a:extLst xmlns:a="http://schemas.openxmlformats.org/drawingml/2006/main">
              <a:ext uri="{FF2B5EF4-FFF2-40B4-BE49-F238E27FC236}">
                <a16:creationId xmlns:a16="http://schemas.microsoft.com/office/drawing/2014/main" id="{DEC64F2F-6C52-4376-A65E-7B8479597FB4}"/>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438">
            <a:extLst xmlns:a="http://schemas.openxmlformats.org/drawingml/2006/main">
              <a:ext uri="{FF2B5EF4-FFF2-40B4-BE49-F238E27FC236}">
                <a16:creationId xmlns:a16="http://schemas.microsoft.com/office/drawing/2014/main" id="{05844CF0-90C0-4874-972E-8B94EE170191}"/>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5" name="profile-1439">
            <a:extLst xmlns:a="http://schemas.openxmlformats.org/drawingml/2006/main">
              <a:ext uri="{FF2B5EF4-FFF2-40B4-BE49-F238E27FC236}">
                <a16:creationId xmlns:a16="http://schemas.microsoft.com/office/drawing/2014/main" id="{BB8C0491-4187-47A9-99F6-D07169CB8A34}"/>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440">
            <a:extLst xmlns:a="http://schemas.openxmlformats.org/drawingml/2006/main">
              <a:ext uri="{FF2B5EF4-FFF2-40B4-BE49-F238E27FC236}">
                <a16:creationId xmlns:a16="http://schemas.microsoft.com/office/drawing/2014/main" id="{44773A24-766F-4F58-ABE9-9F2DA07B512D}"/>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Orani</a:t>
            </a:r>
          </a:p>
        </p:txBody>
      </p:sp>
      <p:sp>
        <p:nvSpPr>
          <p:cNvPr id="37" name="profile-1441">
            <a:extLst xmlns:a="http://schemas.openxmlformats.org/drawingml/2006/main">
              <a:ext uri="{FF2B5EF4-FFF2-40B4-BE49-F238E27FC236}">
                <a16:creationId xmlns:a16="http://schemas.microsoft.com/office/drawing/2014/main" id="{E9B8CA99-7DBD-427E-AA0E-9AC62D0BE9FE}"/>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442">
            <a:extLst xmlns:a="http://schemas.openxmlformats.org/drawingml/2006/main">
              <a:ext uri="{FF2B5EF4-FFF2-40B4-BE49-F238E27FC236}">
                <a16:creationId xmlns:a16="http://schemas.microsoft.com/office/drawing/2014/main" id="{2A657D26-6C44-4599-9271-0939BBDCB669}"/>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Orion</a:t>
            </a:r>
          </a:p>
        </p:txBody>
      </p:sp>
      <p:sp>
        <p:nvSpPr>
          <p:cNvPr id="39" name="profile-1443">
            <a:extLst xmlns:a="http://schemas.openxmlformats.org/drawingml/2006/main">
              <a:ext uri="{FF2B5EF4-FFF2-40B4-BE49-F238E27FC236}">
                <a16:creationId xmlns:a16="http://schemas.microsoft.com/office/drawing/2014/main" id="{627EF018-BEA7-428A-B1C0-A54144391E8A}"/>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444">
            <a:extLst xmlns:a="http://schemas.openxmlformats.org/drawingml/2006/main">
              <a:ext uri="{FF2B5EF4-FFF2-40B4-BE49-F238E27FC236}">
                <a16:creationId xmlns:a16="http://schemas.microsoft.com/office/drawing/2014/main" id="{0631E8F3-73A7-4052-B889-D6D86E253B95}"/>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Pilar</a:t>
            </a:r>
          </a:p>
        </p:txBody>
      </p:sp>
      <p:sp>
        <p:nvSpPr>
          <p:cNvPr id="41" name="profile-1445">
            <a:extLst xmlns:a="http://schemas.openxmlformats.org/drawingml/2006/main">
              <a:ext uri="{FF2B5EF4-FFF2-40B4-BE49-F238E27FC236}">
                <a16:creationId xmlns:a16="http://schemas.microsoft.com/office/drawing/2014/main" id="{87CD8929-90CE-4394-9E4B-43708E3466B5}"/>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446">
            <a:extLst xmlns:a="http://schemas.openxmlformats.org/drawingml/2006/main">
              <a:ext uri="{FF2B5EF4-FFF2-40B4-BE49-F238E27FC236}">
                <a16:creationId xmlns:a16="http://schemas.microsoft.com/office/drawing/2014/main" id="{4E4E01DB-B99A-4575-9A3D-8BC95860546C}"/>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Samal</a:t>
            </a:r>
          </a:p>
        </p:txBody>
      </p:sp>
      <p:sp>
        <p:nvSpPr>
          <p:cNvPr id="43" name="profile-1447">
            <a:extLst xmlns:a="http://schemas.openxmlformats.org/drawingml/2006/main">
              <a:ext uri="{FF2B5EF4-FFF2-40B4-BE49-F238E27FC236}">
                <a16:creationId xmlns:a16="http://schemas.microsoft.com/office/drawing/2014/main" id="{EED3E324-5520-4A34-9A5D-E9D76FD84160}"/>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94959443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rofile-1448">
            <a:extLst xmlns:a="http://schemas.openxmlformats.org/drawingml/2006/main">
              <a:ext uri="{FF2B5EF4-FFF2-40B4-BE49-F238E27FC236}">
                <a16:creationId xmlns:a16="http://schemas.microsoft.com/office/drawing/2014/main" id="{0C653600-D51A-4DFA-83F2-5B2782D2A6D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449">
            <a:extLst xmlns:a="http://schemas.openxmlformats.org/drawingml/2006/main">
              <a:ext uri="{FF2B5EF4-FFF2-40B4-BE49-F238E27FC236}">
                <a16:creationId xmlns:a16="http://schemas.microsoft.com/office/drawing/2014/main" id="{AEC25399-C262-49BE-9F00-63ED3474B56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B2B2A4A-7062-4FD2-AD95-FA101CAA0911}"/>
              </a:ext>
            </a:extLst>
          </p:cNvPr>
          <p:cNvPicPr>
            <a:picLocks xmlns:a="http://schemas.openxmlformats.org/drawingml/2006/main" noChangeAspect="1"/>
          </p:cNvPicPr>
          <p:nvPr/>
        </p:nvPicPr>
        <p:blipFill>
          <a:blip xmlns:r="http://schemas.openxmlformats.org/officeDocument/2006/relationships" xmlns:a="http://schemas.openxmlformats.org/drawingml/2006/main" r:embed="R69e70613d03e41a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450">
            <a:extLst xmlns:a="http://schemas.openxmlformats.org/drawingml/2006/main">
              <a:ext uri="{FF2B5EF4-FFF2-40B4-BE49-F238E27FC236}">
                <a16:creationId xmlns:a16="http://schemas.microsoft.com/office/drawing/2014/main" id="{BD5763D6-CEB3-41AE-8CA9-367A4649705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451">
            <a:extLst xmlns:a="http://schemas.openxmlformats.org/drawingml/2006/main">
              <a:ext uri="{FF2B5EF4-FFF2-40B4-BE49-F238E27FC236}">
                <a16:creationId xmlns:a16="http://schemas.microsoft.com/office/drawing/2014/main" id="{34179204-7898-441A-818B-7EBD3295D7C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452">
            <a:extLst xmlns:a="http://schemas.openxmlformats.org/drawingml/2006/main">
              <a:ext uri="{FF2B5EF4-FFF2-40B4-BE49-F238E27FC236}">
                <a16:creationId xmlns:a16="http://schemas.microsoft.com/office/drawing/2014/main" id="{47BDB733-4B35-4CBD-918C-BB5CC1D3EE3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453">
            <a:extLst xmlns:a="http://schemas.openxmlformats.org/drawingml/2006/main">
              <a:ext uri="{FF2B5EF4-FFF2-40B4-BE49-F238E27FC236}">
                <a16:creationId xmlns:a16="http://schemas.microsoft.com/office/drawing/2014/main" id="{95DC7C56-CF03-4BEC-BD05-EF7E3F94D17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454">
            <a:extLst xmlns:a="http://schemas.openxmlformats.org/drawingml/2006/main">
              <a:ext uri="{FF2B5EF4-FFF2-40B4-BE49-F238E27FC236}">
                <a16:creationId xmlns:a16="http://schemas.microsoft.com/office/drawing/2014/main" id="{7D5F182A-2CA9-481D-899B-A9A1E20EEA0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455">
            <a:extLst xmlns:a="http://schemas.openxmlformats.org/drawingml/2006/main">
              <a:ext uri="{FF2B5EF4-FFF2-40B4-BE49-F238E27FC236}">
                <a16:creationId xmlns:a16="http://schemas.microsoft.com/office/drawing/2014/main" id="{A7BF0D75-2741-4C19-A8B3-59054C5E1E4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456">
            <a:extLst xmlns:a="http://schemas.openxmlformats.org/drawingml/2006/main">
              <a:ext uri="{FF2B5EF4-FFF2-40B4-BE49-F238E27FC236}">
                <a16:creationId xmlns:a16="http://schemas.microsoft.com/office/drawing/2014/main" id="{09C6E360-191F-474D-9500-D30AE5223F5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457">
            <a:extLst xmlns:a="http://schemas.openxmlformats.org/drawingml/2006/main">
              <a:ext uri="{FF2B5EF4-FFF2-40B4-BE49-F238E27FC236}">
                <a16:creationId xmlns:a16="http://schemas.microsoft.com/office/drawing/2014/main" id="{568DCF1D-63E2-4ECA-8019-1D836FE19F0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458">
            <a:extLst xmlns:a="http://schemas.openxmlformats.org/drawingml/2006/main">
              <a:ext uri="{FF2B5EF4-FFF2-40B4-BE49-F238E27FC236}">
                <a16:creationId xmlns:a16="http://schemas.microsoft.com/office/drawing/2014/main" id="{D6929E38-E85E-4135-97C0-39F9204943B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459">
            <a:extLst xmlns:a="http://schemas.openxmlformats.org/drawingml/2006/main">
              <a:ext uri="{FF2B5EF4-FFF2-40B4-BE49-F238E27FC236}">
                <a16:creationId xmlns:a16="http://schemas.microsoft.com/office/drawing/2014/main" id="{552C9BC0-ACC9-41FD-AD49-5E28C4F02EE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460">
            <a:extLst xmlns:a="http://schemas.openxmlformats.org/drawingml/2006/main">
              <a:ext uri="{FF2B5EF4-FFF2-40B4-BE49-F238E27FC236}">
                <a16:creationId xmlns:a16="http://schemas.microsoft.com/office/drawing/2014/main" id="{C28BC1E1-D609-4C0C-8AC3-009491E2218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61">
            <a:extLst xmlns:a="http://schemas.openxmlformats.org/drawingml/2006/main">
              <a:ext uri="{FF2B5EF4-FFF2-40B4-BE49-F238E27FC236}">
                <a16:creationId xmlns:a16="http://schemas.microsoft.com/office/drawing/2014/main" id="{D826DA69-F3A3-476C-A982-D13A91CDA8A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38</a:t>
            </a:r>
          </a:p>
        </p:txBody>
      </p:sp>
      <p:sp>
        <p:nvSpPr>
          <p:cNvPr id="16" name="profile-1462">
            <a:extLst xmlns:a="http://schemas.openxmlformats.org/drawingml/2006/main">
              <a:ext uri="{FF2B5EF4-FFF2-40B4-BE49-F238E27FC236}">
                <a16:creationId xmlns:a16="http://schemas.microsoft.com/office/drawing/2014/main" id="{C5B81B56-A26F-432A-9BC0-ED050548094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Company documents</a:t>
            </a:r>
          </a:p>
        </p:txBody>
      </p:sp>
      <p:sp>
        <p:nvSpPr>
          <p:cNvPr id="17" name="profile-1463">
            <a:extLst xmlns:a="http://schemas.openxmlformats.org/drawingml/2006/main">
              <a:ext uri="{FF2B5EF4-FFF2-40B4-BE49-F238E27FC236}">
                <a16:creationId xmlns:a16="http://schemas.microsoft.com/office/drawing/2014/main" id="{5782FB0E-A7B1-43BA-92CD-E80C255155E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64">
            <a:extLst xmlns:a="http://schemas.openxmlformats.org/drawingml/2006/main">
              <a:ext uri="{FF2B5EF4-FFF2-40B4-BE49-F238E27FC236}">
                <a16:creationId xmlns:a16="http://schemas.microsoft.com/office/drawing/2014/main" id="{54230C4B-40B1-421B-9136-89A81F6FE874}"/>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Registration and provider records | Appendix</a:t>
            </a:r>
          </a:p>
        </p:txBody>
      </p:sp>
      <p:sp>
        <p:nvSpPr>
          <p:cNvPr id="19" name="profile-1465">
            <a:extLst xmlns:a="http://schemas.openxmlformats.org/drawingml/2006/main">
              <a:ext uri="{FF2B5EF4-FFF2-40B4-BE49-F238E27FC236}">
                <a16:creationId xmlns:a16="http://schemas.microsoft.com/office/drawing/2014/main" id="{C3ED7516-32FC-4136-952E-B81FA4C2BF6E}"/>
              </a:ext>
            </a:extLst>
          </p:cNvPr>
          <p:cNvSpPr>
            <a:spLocks xmlns:a="http://schemas.openxmlformats.org/drawingml/2006/main" noGrp="1"/>
          </p:cNvSpPr>
          <p:nvPr/>
        </p:nvSpPr>
        <p:spPr>
          <a:xfrm xmlns:a="http://schemas.openxmlformats.org/drawingml/2006/main">
            <a:off x="400050" y="2628900"/>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REGISTRATION</a:t>
            </a:r>
          </a:p>
        </p:txBody>
      </p:sp>
      <p:sp>
        <p:nvSpPr>
          <p:cNvPr id="20" name="profile-1466">
            <a:extLst xmlns:a="http://schemas.openxmlformats.org/drawingml/2006/main">
              <a:ext uri="{FF2B5EF4-FFF2-40B4-BE49-F238E27FC236}">
                <a16:creationId xmlns:a16="http://schemas.microsoft.com/office/drawing/2014/main" id="{51653EE6-62DC-4ABB-BED7-E4C26F57B894}"/>
              </a:ext>
            </a:extLst>
          </p:cNvPr>
          <p:cNvSpPr>
            <a:spLocks xmlns:a="http://schemas.openxmlformats.org/drawingml/2006/main" noGrp="1"/>
          </p:cNvSpPr>
          <p:nvPr/>
        </p:nvSpPr>
        <p:spPr>
          <a:xfrm xmlns:a="http://schemas.openxmlformats.org/drawingml/2006/main">
            <a:off x="400050" y="316230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1467">
            <a:extLst xmlns:a="http://schemas.openxmlformats.org/drawingml/2006/main">
              <a:ext uri="{FF2B5EF4-FFF2-40B4-BE49-F238E27FC236}">
                <a16:creationId xmlns:a16="http://schemas.microsoft.com/office/drawing/2014/main" id="{AC7A34EE-AB49-4C70-8E58-1CA3CFCC9A76}"/>
              </a:ext>
            </a:extLst>
          </p:cNvPr>
          <p:cNvSpPr>
            <a:spLocks xmlns:a="http://schemas.openxmlformats.org/drawingml/2006/main" noGrp="1"/>
          </p:cNvSpPr>
          <p:nvPr/>
        </p:nvSpPr>
        <p:spPr>
          <a:xfrm xmlns:a="http://schemas.openxmlformats.org/drawingml/2006/main">
            <a:off x="600075" y="3067050"/>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SEC incorporation and Articles</a:t>
            </a:r>
          </a:p>
        </p:txBody>
      </p:sp>
      <p:sp>
        <p:nvSpPr>
          <p:cNvPr id="22" name="profile-1468">
            <a:extLst xmlns:a="http://schemas.openxmlformats.org/drawingml/2006/main">
              <a:ext uri="{FF2B5EF4-FFF2-40B4-BE49-F238E27FC236}">
                <a16:creationId xmlns:a16="http://schemas.microsoft.com/office/drawing/2014/main" id="{E60F4735-1C52-43CE-8B1C-C952DB4DBD05}"/>
              </a:ext>
            </a:extLst>
          </p:cNvPr>
          <p:cNvSpPr>
            <a:spLocks xmlns:a="http://schemas.openxmlformats.org/drawingml/2006/main" noGrp="1"/>
          </p:cNvSpPr>
          <p:nvPr/>
        </p:nvSpPr>
        <p:spPr>
          <a:xfrm xmlns:a="http://schemas.openxmlformats.org/drawingml/2006/main">
            <a:off x="400050" y="353415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1469">
            <a:extLst xmlns:a="http://schemas.openxmlformats.org/drawingml/2006/main">
              <a:ext uri="{FF2B5EF4-FFF2-40B4-BE49-F238E27FC236}">
                <a16:creationId xmlns:a16="http://schemas.microsoft.com/office/drawing/2014/main" id="{B8E8BD4B-DD25-4CD7-9C89-9BD592EFC090}"/>
              </a:ext>
            </a:extLst>
          </p:cNvPr>
          <p:cNvSpPr>
            <a:spLocks xmlns:a="http://schemas.openxmlformats.org/drawingml/2006/main" noGrp="1"/>
          </p:cNvSpPr>
          <p:nvPr/>
        </p:nvSpPr>
        <p:spPr>
          <a:xfrm xmlns:a="http://schemas.openxmlformats.org/drawingml/2006/main">
            <a:off x="600075" y="3438906"/>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Certificate of Authentication</a:t>
            </a:r>
          </a:p>
        </p:txBody>
      </p:sp>
      <p:sp>
        <p:nvSpPr>
          <p:cNvPr id="24" name="profile-1470">
            <a:extLst xmlns:a="http://schemas.openxmlformats.org/drawingml/2006/main">
              <a:ext uri="{FF2B5EF4-FFF2-40B4-BE49-F238E27FC236}">
                <a16:creationId xmlns:a16="http://schemas.microsoft.com/office/drawing/2014/main" id="{4831854B-FD79-4021-BBC2-FBF938A103F4}"/>
              </a:ext>
            </a:extLst>
          </p:cNvPr>
          <p:cNvSpPr>
            <a:spLocks xmlns:a="http://schemas.openxmlformats.org/drawingml/2006/main" noGrp="1"/>
          </p:cNvSpPr>
          <p:nvPr/>
        </p:nvSpPr>
        <p:spPr>
          <a:xfrm xmlns:a="http://schemas.openxmlformats.org/drawingml/2006/main">
            <a:off x="400050" y="390601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1471">
            <a:extLst xmlns:a="http://schemas.openxmlformats.org/drawingml/2006/main">
              <a:ext uri="{FF2B5EF4-FFF2-40B4-BE49-F238E27FC236}">
                <a16:creationId xmlns:a16="http://schemas.microsoft.com/office/drawing/2014/main" id="{A704C47F-63FC-4D6B-B6C7-79D89F61C43F}"/>
              </a:ext>
            </a:extLst>
          </p:cNvPr>
          <p:cNvSpPr>
            <a:spLocks xmlns:a="http://schemas.openxmlformats.org/drawingml/2006/main" noGrp="1"/>
          </p:cNvSpPr>
          <p:nvPr/>
        </p:nvSpPr>
        <p:spPr>
          <a:xfrm xmlns:a="http://schemas.openxmlformats.org/drawingml/2006/main">
            <a:off x="600075" y="3810762"/>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 Manila Business Permit</a:t>
            </a:r>
          </a:p>
        </p:txBody>
      </p:sp>
      <p:sp>
        <p:nvSpPr>
          <p:cNvPr id="26" name="profile-1472">
            <a:extLst xmlns:a="http://schemas.openxmlformats.org/drawingml/2006/main">
              <a:ext uri="{FF2B5EF4-FFF2-40B4-BE49-F238E27FC236}">
                <a16:creationId xmlns:a16="http://schemas.microsoft.com/office/drawing/2014/main" id="{DC9624AB-03F9-4614-ABB0-B634D6134050}"/>
              </a:ext>
            </a:extLst>
          </p:cNvPr>
          <p:cNvSpPr>
            <a:spLocks xmlns:a="http://schemas.openxmlformats.org/drawingml/2006/main" noGrp="1"/>
          </p:cNvSpPr>
          <p:nvPr/>
        </p:nvSpPr>
        <p:spPr>
          <a:xfrm xmlns:a="http://schemas.openxmlformats.org/drawingml/2006/main">
            <a:off x="400050" y="427786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1473">
            <a:extLst xmlns:a="http://schemas.openxmlformats.org/drawingml/2006/main">
              <a:ext uri="{FF2B5EF4-FFF2-40B4-BE49-F238E27FC236}">
                <a16:creationId xmlns:a16="http://schemas.microsoft.com/office/drawing/2014/main" id="{BB4510BB-5B9D-4E10-AE98-EC87963C4BB9}"/>
              </a:ext>
            </a:extLst>
          </p:cNvPr>
          <p:cNvSpPr>
            <a:spLocks xmlns:a="http://schemas.openxmlformats.org/drawingml/2006/main" noGrp="1"/>
          </p:cNvSpPr>
          <p:nvPr/>
        </p:nvSpPr>
        <p:spPr>
          <a:xfrm xmlns:a="http://schemas.openxmlformats.org/drawingml/2006/main">
            <a:off x="600075" y="4182618"/>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Form 2303 and posted notice</a:t>
            </a:r>
          </a:p>
        </p:txBody>
      </p:sp>
      <p:sp>
        <p:nvSpPr>
          <p:cNvPr id="28" name="profile-1474">
            <a:extLst xmlns:a="http://schemas.openxmlformats.org/drawingml/2006/main">
              <a:ext uri="{FF2B5EF4-FFF2-40B4-BE49-F238E27FC236}">
                <a16:creationId xmlns:a16="http://schemas.microsoft.com/office/drawing/2014/main" id="{0F4C831B-5009-48BE-A995-785E56FBF489}"/>
              </a:ext>
            </a:extLst>
          </p:cNvPr>
          <p:cNvSpPr>
            <a:spLocks xmlns:a="http://schemas.openxmlformats.org/drawingml/2006/main" noGrp="1"/>
          </p:cNvSpPr>
          <p:nvPr/>
        </p:nvSpPr>
        <p:spPr>
          <a:xfrm xmlns:a="http://schemas.openxmlformats.org/drawingml/2006/main">
            <a:off x="400050" y="46497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1475">
            <a:extLst xmlns:a="http://schemas.openxmlformats.org/drawingml/2006/main">
              <a:ext uri="{FF2B5EF4-FFF2-40B4-BE49-F238E27FC236}">
                <a16:creationId xmlns:a16="http://schemas.microsoft.com/office/drawing/2014/main" id="{C0F55FEB-4812-4E61-99E5-0530C01B236A}"/>
              </a:ext>
            </a:extLst>
          </p:cNvPr>
          <p:cNvSpPr>
            <a:spLocks xmlns:a="http://schemas.openxmlformats.org/drawingml/2006/main" noGrp="1"/>
          </p:cNvSpPr>
          <p:nvPr/>
        </p:nvSpPr>
        <p:spPr>
          <a:xfrm xmlns:a="http://schemas.openxmlformats.org/drawingml/2006/main">
            <a:off x="600075" y="4554474"/>
            <a:ext cx="5038725"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PhilGEPS Red-registration record</a:t>
            </a:r>
          </a:p>
        </p:txBody>
      </p:sp>
      <p:sp>
        <p:nvSpPr>
          <p:cNvPr id="30" name="profile-1476">
            <a:extLst xmlns:a="http://schemas.openxmlformats.org/drawingml/2006/main">
              <a:ext uri="{FF2B5EF4-FFF2-40B4-BE49-F238E27FC236}">
                <a16:creationId xmlns:a16="http://schemas.microsoft.com/office/drawing/2014/main" id="{AD50A64A-5ECF-4A15-AC75-6E7ECC7E061C}"/>
              </a:ext>
            </a:extLst>
          </p:cNvPr>
          <p:cNvSpPr>
            <a:spLocks xmlns:a="http://schemas.openxmlformats.org/drawingml/2006/main" noGrp="1"/>
          </p:cNvSpPr>
          <p:nvPr/>
        </p:nvSpPr>
        <p:spPr>
          <a:xfrm xmlns:a="http://schemas.openxmlformats.org/drawingml/2006/main">
            <a:off x="400050" y="5391150"/>
            <a:ext cx="52387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0E2C5E"/>
                </a:solidFill>
                <a:latin typeface="Segoe UI"/>
                <a:ea typeface="Segoe UI"/>
                <a:cs typeface="Segoe UI"/>
              </a:defRPr>
            </a:defPPr>
          </a:lstStyle>
          <a:p xmlns:a="http://schemas.openxmlformats.org/drawingml/2006/main">
            <a:pPr algn="l">
              <a:defRPr sz="1500" b="1">
                <a:solidFill>
                  <a:srgbClr val="0E2C5E"/>
                </a:solidFill>
                <a:latin typeface="Segoe UI"/>
                <a:ea typeface="Segoe UI"/>
                <a:cs typeface="Segoe UI"/>
              </a:defRPr>
            </a:pPr>
            <a:r>
              <a:rPr sz="1500" b="1">
                <a:solidFill>
                  <a:srgbClr val="0E2C5E"/>
                </a:solidFill>
                <a:latin typeface="Segoe UI"/>
                <a:ea typeface="Segoe UI"/>
                <a:cs typeface="Segoe UI"/>
              </a:rPr>
              <a:t>Corporate TIN: 693-974-075-00000</a:t>
            </a:r>
          </a:p>
        </p:txBody>
      </p:sp>
      <p:sp>
        <p:nvSpPr>
          <p:cNvPr id="31" name="profile-1477">
            <a:extLst xmlns:a="http://schemas.openxmlformats.org/drawingml/2006/main">
              <a:ext uri="{FF2B5EF4-FFF2-40B4-BE49-F238E27FC236}">
                <a16:creationId xmlns:a16="http://schemas.microsoft.com/office/drawing/2014/main" id="{8C62E818-3FA5-4734-BE42-0ACF02D10CEE}"/>
              </a:ext>
            </a:extLst>
          </p:cNvPr>
          <p:cNvSpPr>
            <a:spLocks xmlns:a="http://schemas.openxmlformats.org/drawingml/2006/main" noGrp="1"/>
          </p:cNvSpPr>
          <p:nvPr/>
        </p:nvSpPr>
        <p:spPr>
          <a:xfrm xmlns:a="http://schemas.openxmlformats.org/drawingml/2006/main">
            <a:off x="6276975" y="2628900"/>
            <a:ext cx="547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RECORDS</a:t>
            </a:r>
          </a:p>
        </p:txBody>
      </p:sp>
      <p:sp>
        <p:nvSpPr>
          <p:cNvPr id="32" name="profile-1478">
            <a:extLst xmlns:a="http://schemas.openxmlformats.org/drawingml/2006/main">
              <a:ext uri="{FF2B5EF4-FFF2-40B4-BE49-F238E27FC236}">
                <a16:creationId xmlns:a16="http://schemas.microsoft.com/office/drawing/2014/main" id="{F017BA48-4C83-4834-A225-BE3CE0CA3B7D}"/>
              </a:ext>
            </a:extLst>
          </p:cNvPr>
          <p:cNvSpPr>
            <a:spLocks xmlns:a="http://schemas.openxmlformats.org/drawingml/2006/main" noGrp="1"/>
          </p:cNvSpPr>
          <p:nvPr/>
        </p:nvSpPr>
        <p:spPr>
          <a:xfrm xmlns:a="http://schemas.openxmlformats.org/drawingml/2006/main">
            <a:off x="6276975" y="316230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1479">
            <a:extLst xmlns:a="http://schemas.openxmlformats.org/drawingml/2006/main">
              <a:ext uri="{FF2B5EF4-FFF2-40B4-BE49-F238E27FC236}">
                <a16:creationId xmlns:a16="http://schemas.microsoft.com/office/drawing/2014/main" id="{43D74F57-F939-419E-8FF0-A0F6497B05F7}"/>
              </a:ext>
            </a:extLst>
          </p:cNvPr>
          <p:cNvSpPr>
            <a:spLocks xmlns:a="http://schemas.openxmlformats.org/drawingml/2006/main" noGrp="1"/>
          </p:cNvSpPr>
          <p:nvPr/>
        </p:nvSpPr>
        <p:spPr>
          <a:xfrm xmlns:a="http://schemas.openxmlformats.org/drawingml/2006/main">
            <a:off x="6477000" y="3067050"/>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DOH Environmental Sanitation Clearance</a:t>
            </a:r>
          </a:p>
        </p:txBody>
      </p:sp>
      <p:sp>
        <p:nvSpPr>
          <p:cNvPr id="34" name="profile-1480">
            <a:extLst xmlns:a="http://schemas.openxmlformats.org/drawingml/2006/main">
              <a:ext uri="{FF2B5EF4-FFF2-40B4-BE49-F238E27FC236}">
                <a16:creationId xmlns:a16="http://schemas.microsoft.com/office/drawing/2014/main" id="{DC2E356E-872B-4202-B677-41E61ADB93DF}"/>
              </a:ext>
            </a:extLst>
          </p:cNvPr>
          <p:cNvSpPr>
            <a:spLocks xmlns:a="http://schemas.openxmlformats.org/drawingml/2006/main" noGrp="1"/>
          </p:cNvSpPr>
          <p:nvPr/>
        </p:nvSpPr>
        <p:spPr>
          <a:xfrm xmlns:a="http://schemas.openxmlformats.org/drawingml/2006/main">
            <a:off x="6276975" y="353415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1481">
            <a:extLst xmlns:a="http://schemas.openxmlformats.org/drawingml/2006/main">
              <a:ext uri="{FF2B5EF4-FFF2-40B4-BE49-F238E27FC236}">
                <a16:creationId xmlns:a16="http://schemas.microsoft.com/office/drawing/2014/main" id="{2173137C-F0C8-45A5-8581-A1549495CA32}"/>
              </a:ext>
            </a:extLst>
          </p:cNvPr>
          <p:cNvSpPr>
            <a:spLocks xmlns:a="http://schemas.openxmlformats.org/drawingml/2006/main" noGrp="1"/>
          </p:cNvSpPr>
          <p:nvPr/>
        </p:nvSpPr>
        <p:spPr>
          <a:xfrm xmlns:a="http://schemas.openxmlformats.org/drawingml/2006/main">
            <a:off x="6477000" y="3438906"/>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Amended Environmental Compliance Certificate</a:t>
            </a:r>
          </a:p>
        </p:txBody>
      </p:sp>
      <p:sp>
        <p:nvSpPr>
          <p:cNvPr id="36" name="profile-1482">
            <a:extLst xmlns:a="http://schemas.openxmlformats.org/drawingml/2006/main">
              <a:ext uri="{FF2B5EF4-FFF2-40B4-BE49-F238E27FC236}">
                <a16:creationId xmlns:a16="http://schemas.microsoft.com/office/drawing/2014/main" id="{88AF0486-5C0D-43E0-9151-164534807019}"/>
              </a:ext>
            </a:extLst>
          </p:cNvPr>
          <p:cNvSpPr>
            <a:spLocks xmlns:a="http://schemas.openxmlformats.org/drawingml/2006/main" noGrp="1"/>
          </p:cNvSpPr>
          <p:nvPr/>
        </p:nvSpPr>
        <p:spPr>
          <a:xfrm xmlns:a="http://schemas.openxmlformats.org/drawingml/2006/main">
            <a:off x="6276975" y="390601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7" name="profile-1483">
            <a:extLst xmlns:a="http://schemas.openxmlformats.org/drawingml/2006/main">
              <a:ext uri="{FF2B5EF4-FFF2-40B4-BE49-F238E27FC236}">
                <a16:creationId xmlns:a16="http://schemas.microsoft.com/office/drawing/2014/main" id="{7726936B-DFAC-4AAB-A0E8-4D9569F6720D}"/>
              </a:ext>
            </a:extLst>
          </p:cNvPr>
          <p:cNvSpPr>
            <a:spLocks xmlns:a="http://schemas.openxmlformats.org/drawingml/2006/main" noGrp="1"/>
          </p:cNvSpPr>
          <p:nvPr/>
        </p:nvSpPr>
        <p:spPr>
          <a:xfrm xmlns:a="http://schemas.openxmlformats.org/drawingml/2006/main">
            <a:off x="6477000" y="3810762"/>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Historical discharge permit: printed validity ended 24</a:t>
            </a:r>
          </a:p>
        </p:txBody>
      </p:sp>
      <p:sp>
        <p:nvSpPr>
          <p:cNvPr id="38" name="profile-1484">
            <a:extLst xmlns:a="http://schemas.openxmlformats.org/drawingml/2006/main">
              <a:ext uri="{FF2B5EF4-FFF2-40B4-BE49-F238E27FC236}">
                <a16:creationId xmlns:a16="http://schemas.microsoft.com/office/drawing/2014/main" id="{234323DB-217C-4DEA-AA46-4B429312F568}"/>
              </a:ext>
            </a:extLst>
          </p:cNvPr>
          <p:cNvSpPr>
            <a:spLocks xmlns:a="http://schemas.openxmlformats.org/drawingml/2006/main" noGrp="1"/>
          </p:cNvSpPr>
          <p:nvPr/>
        </p:nvSpPr>
        <p:spPr>
          <a:xfrm xmlns:a="http://schemas.openxmlformats.org/drawingml/2006/main">
            <a:off x="6477000" y="4087368"/>
            <a:ext cx="5181600" cy="305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July 2026</a:t>
            </a:r>
          </a:p>
        </p:txBody>
      </p:sp>
      <p:sp>
        <p:nvSpPr>
          <p:cNvPr id="39" name="profile-1485">
            <a:extLst xmlns:a="http://schemas.openxmlformats.org/drawingml/2006/main">
              <a:ext uri="{FF2B5EF4-FFF2-40B4-BE49-F238E27FC236}">
                <a16:creationId xmlns:a16="http://schemas.microsoft.com/office/drawing/2014/main" id="{6330BA3E-A0BC-429D-9225-D215C6A53AD8}"/>
              </a:ext>
            </a:extLst>
          </p:cNvPr>
          <p:cNvSpPr>
            <a:spLocks xmlns:a="http://schemas.openxmlformats.org/drawingml/2006/main" noGrp="1"/>
          </p:cNvSpPr>
          <p:nvPr/>
        </p:nvSpPr>
        <p:spPr>
          <a:xfrm xmlns:a="http://schemas.openxmlformats.org/drawingml/2006/main">
            <a:off x="6276975" y="5257800"/>
            <a:ext cx="5381625" cy="226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456079"/>
                </a:solidFill>
                <a:latin typeface="Segoe UI"/>
                <a:ea typeface="Segoe UI"/>
                <a:cs typeface="Segoe UI"/>
              </a:defRPr>
            </a:defPPr>
          </a:lstStyle>
          <a:p xmlns:a="http://schemas.openxmlformats.org/drawingml/2006/main">
            <a:pPr algn="l">
              <a:defRPr sz="1200" b="0">
                <a:solidFill>
                  <a:srgbClr val="456079"/>
                </a:solidFill>
                <a:latin typeface="Segoe UI"/>
                <a:ea typeface="Segoe UI"/>
                <a:cs typeface="Segoe UI"/>
              </a:defRPr>
            </a:pPr>
            <a:r>
              <a:rPr sz="1200" b="0">
                <a:solidFill>
                  <a:srgbClr val="456079"/>
                </a:solidFill>
                <a:latin typeface="Segoe UI"/>
                <a:ea typeface="Segoe UI"/>
                <a:cs typeface="Segoe UI"/>
              </a:rPr>
              <a:t>Provider records apply to Globaltec and the stated facility or geographic scope.</a:t>
            </a:r>
          </a:p>
        </p:txBody>
      </p:sp>
      <p:sp>
        <p:nvSpPr>
          <p:cNvPr id="40" name="profile-1486">
            <a:extLst xmlns:a="http://schemas.openxmlformats.org/drawingml/2006/main">
              <a:ext uri="{FF2B5EF4-FFF2-40B4-BE49-F238E27FC236}">
                <a16:creationId xmlns:a16="http://schemas.microsoft.com/office/drawing/2014/main" id="{9804174E-4809-41EB-9645-A6C2A8851687}"/>
              </a:ext>
            </a:extLst>
          </p:cNvPr>
          <p:cNvSpPr>
            <a:spLocks xmlns:a="http://schemas.openxmlformats.org/drawingml/2006/main" noGrp="1"/>
          </p:cNvSpPr>
          <p:nvPr/>
        </p:nvSpPr>
        <p:spPr>
          <a:xfrm xmlns:a="http://schemas.openxmlformats.org/drawingml/2006/main">
            <a:off x="400050" y="5972175"/>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Copies supplied by management. Document conditions and stated periods apply.</a:t>
            </a:r>
          </a:p>
        </p:txBody>
      </p:sp>
    </p:spTree>
    <p:extLst>
      <p:ext uri="{BB962C8B-B14F-4D97-AF65-F5344CB8AC3E}">
        <p14:creationId xmlns:p14="http://schemas.microsoft.com/office/powerpoint/2010/main" val="7559451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487">
            <a:extLst xmlns:a="http://schemas.openxmlformats.org/drawingml/2006/main">
              <a:ext uri="{FF2B5EF4-FFF2-40B4-BE49-F238E27FC236}">
                <a16:creationId xmlns:a16="http://schemas.microsoft.com/office/drawing/2014/main" id="{83C4F878-E4B6-4A82-A33F-E7E38B9821D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488">
            <a:extLst xmlns:a="http://schemas.openxmlformats.org/drawingml/2006/main">
              <a:ext uri="{FF2B5EF4-FFF2-40B4-BE49-F238E27FC236}">
                <a16:creationId xmlns:a16="http://schemas.microsoft.com/office/drawing/2014/main" id="{C27B281F-D40E-4403-B9E0-813B67CC6BF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F5CDDED-E852-462D-A502-A5F08E7223BD}"/>
              </a:ext>
            </a:extLst>
          </p:cNvPr>
          <p:cNvPicPr>
            <a:picLocks xmlns:a="http://schemas.openxmlformats.org/drawingml/2006/main" noChangeAspect="1"/>
          </p:cNvPicPr>
          <p:nvPr/>
        </p:nvPicPr>
        <p:blipFill>
          <a:blip xmlns:r="http://schemas.openxmlformats.org/officeDocument/2006/relationships" xmlns:a="http://schemas.openxmlformats.org/drawingml/2006/main" r:embed="R774441d0f3bc469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489">
            <a:extLst xmlns:a="http://schemas.openxmlformats.org/drawingml/2006/main">
              <a:ext uri="{FF2B5EF4-FFF2-40B4-BE49-F238E27FC236}">
                <a16:creationId xmlns:a16="http://schemas.microsoft.com/office/drawing/2014/main" id="{15D6F8B3-2C2D-40D3-B7E8-D589CC2080C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490">
            <a:extLst xmlns:a="http://schemas.openxmlformats.org/drawingml/2006/main">
              <a:ext uri="{FF2B5EF4-FFF2-40B4-BE49-F238E27FC236}">
                <a16:creationId xmlns:a16="http://schemas.microsoft.com/office/drawing/2014/main" id="{CAFB5D1F-54D8-4902-A3A3-73D34974A4F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491">
            <a:extLst xmlns:a="http://schemas.openxmlformats.org/drawingml/2006/main">
              <a:ext uri="{FF2B5EF4-FFF2-40B4-BE49-F238E27FC236}">
                <a16:creationId xmlns:a16="http://schemas.microsoft.com/office/drawing/2014/main" id="{4CEAFF44-75BA-45A7-A2BA-49C0DDA51D0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492">
            <a:extLst xmlns:a="http://schemas.openxmlformats.org/drawingml/2006/main">
              <a:ext uri="{FF2B5EF4-FFF2-40B4-BE49-F238E27FC236}">
                <a16:creationId xmlns:a16="http://schemas.microsoft.com/office/drawing/2014/main" id="{B244FC9E-FFFD-475D-B72C-E46B335046C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493">
            <a:extLst xmlns:a="http://schemas.openxmlformats.org/drawingml/2006/main">
              <a:ext uri="{FF2B5EF4-FFF2-40B4-BE49-F238E27FC236}">
                <a16:creationId xmlns:a16="http://schemas.microsoft.com/office/drawing/2014/main" id="{2EDE418E-EB90-4215-BB74-A394B22B3D8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494">
            <a:extLst xmlns:a="http://schemas.openxmlformats.org/drawingml/2006/main">
              <a:ext uri="{FF2B5EF4-FFF2-40B4-BE49-F238E27FC236}">
                <a16:creationId xmlns:a16="http://schemas.microsoft.com/office/drawing/2014/main" id="{06933511-3FEE-4C1A-8E86-986879256C8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495">
            <a:extLst xmlns:a="http://schemas.openxmlformats.org/drawingml/2006/main">
              <a:ext uri="{FF2B5EF4-FFF2-40B4-BE49-F238E27FC236}">
                <a16:creationId xmlns:a16="http://schemas.microsoft.com/office/drawing/2014/main" id="{C1C89E3F-5FEC-4986-B6DB-95F19CB68FE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496">
            <a:extLst xmlns:a="http://schemas.openxmlformats.org/drawingml/2006/main">
              <a:ext uri="{FF2B5EF4-FFF2-40B4-BE49-F238E27FC236}">
                <a16:creationId xmlns:a16="http://schemas.microsoft.com/office/drawing/2014/main" id="{43B0323F-E3CC-4196-B1A4-6FB043CA610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497">
            <a:extLst xmlns:a="http://schemas.openxmlformats.org/drawingml/2006/main">
              <a:ext uri="{FF2B5EF4-FFF2-40B4-BE49-F238E27FC236}">
                <a16:creationId xmlns:a16="http://schemas.microsoft.com/office/drawing/2014/main" id="{10943D06-1F2D-46D8-AEB1-B6A7FDA6A0B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498">
            <a:extLst xmlns:a="http://schemas.openxmlformats.org/drawingml/2006/main">
              <a:ext uri="{FF2B5EF4-FFF2-40B4-BE49-F238E27FC236}">
                <a16:creationId xmlns:a16="http://schemas.microsoft.com/office/drawing/2014/main" id="{A6C6FCEB-85D1-4998-A5A8-C97FCFCDC18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499">
            <a:extLst xmlns:a="http://schemas.openxmlformats.org/drawingml/2006/main">
              <a:ext uri="{FF2B5EF4-FFF2-40B4-BE49-F238E27FC236}">
                <a16:creationId xmlns:a16="http://schemas.microsoft.com/office/drawing/2014/main" id="{B1507EC0-E34E-413F-A74A-7B4A06BC0DE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00">
            <a:extLst xmlns:a="http://schemas.openxmlformats.org/drawingml/2006/main">
              <a:ext uri="{FF2B5EF4-FFF2-40B4-BE49-F238E27FC236}">
                <a16:creationId xmlns:a16="http://schemas.microsoft.com/office/drawing/2014/main" id="{11BE3021-CCE1-4B40-929B-268F616D1D14}"/>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39</a:t>
            </a:r>
          </a:p>
        </p:txBody>
      </p:sp>
      <p:sp>
        <p:nvSpPr>
          <p:cNvPr id="16" name="profile-1501">
            <a:extLst xmlns:a="http://schemas.openxmlformats.org/drawingml/2006/main">
              <a:ext uri="{FF2B5EF4-FFF2-40B4-BE49-F238E27FC236}">
                <a16:creationId xmlns:a16="http://schemas.microsoft.com/office/drawing/2014/main" id="{7DA68B7B-07B9-4834-A507-964601CFB08C}"/>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SEC Certificate of Incorporation</a:t>
            </a:r>
          </a:p>
        </p:txBody>
      </p:sp>
      <p:sp>
        <p:nvSpPr>
          <p:cNvPr id="17" name="profile-1502">
            <a:extLst xmlns:a="http://schemas.openxmlformats.org/drawingml/2006/main">
              <a:ext uri="{FF2B5EF4-FFF2-40B4-BE49-F238E27FC236}">
                <a16:creationId xmlns:a16="http://schemas.microsoft.com/office/drawing/2014/main" id="{BBA3C091-D059-4512-898B-2A3794866F2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03">
            <a:extLst xmlns:a="http://schemas.openxmlformats.org/drawingml/2006/main">
              <a:ext uri="{FF2B5EF4-FFF2-40B4-BE49-F238E27FC236}">
                <a16:creationId xmlns:a16="http://schemas.microsoft.com/office/drawing/2014/main" id="{C922C70F-8E45-4178-B9BB-C89D66A6D01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04">
            <a:extLst xmlns:a="http://schemas.openxmlformats.org/drawingml/2006/main">
              <a:ext uri="{FF2B5EF4-FFF2-40B4-BE49-F238E27FC236}">
                <a16:creationId xmlns:a16="http://schemas.microsoft.com/office/drawing/2014/main" id="{F6ACDB23-9E53-47F0-8B80-C6E22966CBE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SEC REGISTRATION</a:t>
            </a:r>
          </a:p>
        </p:txBody>
      </p:sp>
      <p:sp>
        <p:nvSpPr>
          <p:cNvPr id="20" name="profile-1505">
            <a:extLst xmlns:a="http://schemas.openxmlformats.org/drawingml/2006/main">
              <a:ext uri="{FF2B5EF4-FFF2-40B4-BE49-F238E27FC236}">
                <a16:creationId xmlns:a16="http://schemas.microsoft.com/office/drawing/2014/main" id="{C5B1D03A-F90B-41B9-B3D6-DAC5F46835D2}"/>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2026010232712-03</a:t>
            </a:r>
          </a:p>
        </p:txBody>
      </p:sp>
      <p:sp>
        <p:nvSpPr>
          <p:cNvPr id="21" name="profile-1506">
            <a:extLst xmlns:a="http://schemas.openxmlformats.org/drawingml/2006/main">
              <a:ext uri="{FF2B5EF4-FFF2-40B4-BE49-F238E27FC236}">
                <a16:creationId xmlns:a16="http://schemas.microsoft.com/office/drawing/2014/main" id="{0E5C3F50-6DD4-4C1C-99FB-1B7C6BCEBDC5}"/>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INCORPORATION DATE</a:t>
            </a:r>
          </a:p>
        </p:txBody>
      </p:sp>
      <p:sp>
        <p:nvSpPr>
          <p:cNvPr id="22" name="profile-1507">
            <a:extLst xmlns:a="http://schemas.openxmlformats.org/drawingml/2006/main">
              <a:ext uri="{FF2B5EF4-FFF2-40B4-BE49-F238E27FC236}">
                <a16:creationId xmlns:a16="http://schemas.microsoft.com/office/drawing/2014/main" id="{FEC56B26-CC7E-4F66-B794-DB99433542AA}"/>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14 January 2026</a:t>
            </a:r>
          </a:p>
        </p:txBody>
      </p:sp>
      <p:sp>
        <p:nvSpPr>
          <p:cNvPr id="23" name="profile-1508">
            <a:extLst xmlns:a="http://schemas.openxmlformats.org/drawingml/2006/main">
              <a:ext uri="{FF2B5EF4-FFF2-40B4-BE49-F238E27FC236}">
                <a16:creationId xmlns:a16="http://schemas.microsoft.com/office/drawing/2014/main" id="{BF7D10AC-4AB6-4374-BFBA-3C279F0ABECC}"/>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4" name="profile-1509">
            <a:extLst xmlns:a="http://schemas.openxmlformats.org/drawingml/2006/main">
              <a:ext uri="{FF2B5EF4-FFF2-40B4-BE49-F238E27FC236}">
                <a16:creationId xmlns:a16="http://schemas.microsoft.com/office/drawing/2014/main" id="{D89EC196-ECCB-4503-8D7B-2A756ECFA068}"/>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510">
            <a:extLst xmlns:a="http://schemas.openxmlformats.org/drawingml/2006/main">
              <a:ext uri="{FF2B5EF4-FFF2-40B4-BE49-F238E27FC236}">
                <a16:creationId xmlns:a16="http://schemas.microsoft.com/office/drawing/2014/main" id="{F58594DC-8D60-45A8-A4FE-ED3A3DBDE747}"/>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511">
            <a:extLst xmlns:a="http://schemas.openxmlformats.org/drawingml/2006/main">
              <a:ext uri="{FF2B5EF4-FFF2-40B4-BE49-F238E27FC236}">
                <a16:creationId xmlns:a16="http://schemas.microsoft.com/office/drawing/2014/main" id="{0A2BEEF1-C354-45B7-9FD2-8094A5198BBF}"/>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Corporate registration record; attached reportorial requirements</a:t>
            </a:r>
          </a:p>
        </p:txBody>
      </p:sp>
      <p:sp>
        <p:nvSpPr>
          <p:cNvPr id="27" name="profile-1512">
            <a:extLst xmlns:a="http://schemas.openxmlformats.org/drawingml/2006/main">
              <a:ext uri="{FF2B5EF4-FFF2-40B4-BE49-F238E27FC236}">
                <a16:creationId xmlns:a16="http://schemas.microsoft.com/office/drawing/2014/main" id="{59405C5B-9778-4E3C-A8AC-E5B591344779}"/>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apply.</a:t>
            </a:r>
          </a:p>
        </p:txBody>
      </p:sp>
      <p:pic>
        <p:nvPicPr>
          <p:cNvPr id="28" name="">
            <a:extLst xmlns:a="http://schemas.openxmlformats.org/drawingml/2006/main">
              <a:ext uri="{FF2B5EF4-FFF2-40B4-BE49-F238E27FC236}">
                <a16:creationId xmlns:a16="http://schemas.microsoft.com/office/drawing/2014/main" id="{E1A00C0B-496F-41F0-AE47-9E23C451E500}"/>
              </a:ext>
            </a:extLst>
          </p:cNvPr>
          <p:cNvPicPr>
            <a:picLocks xmlns:a="http://schemas.openxmlformats.org/drawingml/2006/main" noChangeAspect="1"/>
          </p:cNvPicPr>
          <p:nvPr/>
        </p:nvPicPr>
        <p:blipFill>
          <a:blip xmlns:r="http://schemas.openxmlformats.org/officeDocument/2006/relationships" xmlns:a="http://schemas.openxmlformats.org/drawingml/2006/main" r:embed="Re87ab3bd97f24d49"/>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513">
            <a:extLst xmlns:a="http://schemas.openxmlformats.org/drawingml/2006/main">
              <a:ext uri="{FF2B5EF4-FFF2-40B4-BE49-F238E27FC236}">
                <a16:creationId xmlns:a16="http://schemas.microsoft.com/office/drawing/2014/main" id="{A000DF13-A536-421F-ABD1-5FF1518BFB61}"/>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52967753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514">
            <a:extLst xmlns:a="http://schemas.openxmlformats.org/drawingml/2006/main">
              <a:ext uri="{FF2B5EF4-FFF2-40B4-BE49-F238E27FC236}">
                <a16:creationId xmlns:a16="http://schemas.microsoft.com/office/drawing/2014/main" id="{1400CE51-1B96-4F3F-BD47-89AEF5A1B8E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15">
            <a:extLst xmlns:a="http://schemas.openxmlformats.org/drawingml/2006/main">
              <a:ext uri="{FF2B5EF4-FFF2-40B4-BE49-F238E27FC236}">
                <a16:creationId xmlns:a16="http://schemas.microsoft.com/office/drawing/2014/main" id="{8DAF0D87-4F2B-4B0A-A1AB-1A8AF567371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6198C06-79E1-4739-9719-76AA1FF4AAE2}"/>
              </a:ext>
            </a:extLst>
          </p:cNvPr>
          <p:cNvPicPr>
            <a:picLocks xmlns:a="http://schemas.openxmlformats.org/drawingml/2006/main" noChangeAspect="1"/>
          </p:cNvPicPr>
          <p:nvPr/>
        </p:nvPicPr>
        <p:blipFill>
          <a:blip xmlns:r="http://schemas.openxmlformats.org/officeDocument/2006/relationships" xmlns:a="http://schemas.openxmlformats.org/drawingml/2006/main" r:embed="R6b34e243c57a455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16">
            <a:extLst xmlns:a="http://schemas.openxmlformats.org/drawingml/2006/main">
              <a:ext uri="{FF2B5EF4-FFF2-40B4-BE49-F238E27FC236}">
                <a16:creationId xmlns:a16="http://schemas.microsoft.com/office/drawing/2014/main" id="{01C8CF88-FFCC-4CAB-86B5-1E67E7C893F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17">
            <a:extLst xmlns:a="http://schemas.openxmlformats.org/drawingml/2006/main">
              <a:ext uri="{FF2B5EF4-FFF2-40B4-BE49-F238E27FC236}">
                <a16:creationId xmlns:a16="http://schemas.microsoft.com/office/drawing/2014/main" id="{BC2EBD16-19D6-41E4-B946-8CB9563FDD5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18">
            <a:extLst xmlns:a="http://schemas.openxmlformats.org/drawingml/2006/main">
              <a:ext uri="{FF2B5EF4-FFF2-40B4-BE49-F238E27FC236}">
                <a16:creationId xmlns:a16="http://schemas.microsoft.com/office/drawing/2014/main" id="{FDED3FE3-41D7-414B-96C2-94A1565F9DF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19">
            <a:extLst xmlns:a="http://schemas.openxmlformats.org/drawingml/2006/main">
              <a:ext uri="{FF2B5EF4-FFF2-40B4-BE49-F238E27FC236}">
                <a16:creationId xmlns:a16="http://schemas.microsoft.com/office/drawing/2014/main" id="{16991A1B-A3C0-4E68-938E-E6455A809D1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20">
            <a:extLst xmlns:a="http://schemas.openxmlformats.org/drawingml/2006/main">
              <a:ext uri="{FF2B5EF4-FFF2-40B4-BE49-F238E27FC236}">
                <a16:creationId xmlns:a16="http://schemas.microsoft.com/office/drawing/2014/main" id="{172B93F7-64CB-4849-8EA8-DDF6402B6B8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21">
            <a:extLst xmlns:a="http://schemas.openxmlformats.org/drawingml/2006/main">
              <a:ext uri="{FF2B5EF4-FFF2-40B4-BE49-F238E27FC236}">
                <a16:creationId xmlns:a16="http://schemas.microsoft.com/office/drawing/2014/main" id="{23FAD477-B46A-4E5E-B5BA-EBA49A80073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22">
            <a:extLst xmlns:a="http://schemas.openxmlformats.org/drawingml/2006/main">
              <a:ext uri="{FF2B5EF4-FFF2-40B4-BE49-F238E27FC236}">
                <a16:creationId xmlns:a16="http://schemas.microsoft.com/office/drawing/2014/main" id="{A72C5138-AD37-4820-8806-230B716C54C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23">
            <a:extLst xmlns:a="http://schemas.openxmlformats.org/drawingml/2006/main">
              <a:ext uri="{FF2B5EF4-FFF2-40B4-BE49-F238E27FC236}">
                <a16:creationId xmlns:a16="http://schemas.microsoft.com/office/drawing/2014/main" id="{A457C573-7052-4360-A98C-2EBE2A07163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24">
            <a:extLst xmlns:a="http://schemas.openxmlformats.org/drawingml/2006/main">
              <a:ext uri="{FF2B5EF4-FFF2-40B4-BE49-F238E27FC236}">
                <a16:creationId xmlns:a16="http://schemas.microsoft.com/office/drawing/2014/main" id="{BD916296-0F13-4272-BBF9-DF86493F7D8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25">
            <a:extLst xmlns:a="http://schemas.openxmlformats.org/drawingml/2006/main">
              <a:ext uri="{FF2B5EF4-FFF2-40B4-BE49-F238E27FC236}">
                <a16:creationId xmlns:a16="http://schemas.microsoft.com/office/drawing/2014/main" id="{06F02845-3259-44E5-A5EC-974FF3C842F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26">
            <a:extLst xmlns:a="http://schemas.openxmlformats.org/drawingml/2006/main">
              <a:ext uri="{FF2B5EF4-FFF2-40B4-BE49-F238E27FC236}">
                <a16:creationId xmlns:a16="http://schemas.microsoft.com/office/drawing/2014/main" id="{F6F30D68-915C-41FF-AB02-D2E1F24EC6B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27">
            <a:extLst xmlns:a="http://schemas.openxmlformats.org/drawingml/2006/main">
              <a:ext uri="{FF2B5EF4-FFF2-40B4-BE49-F238E27FC236}">
                <a16:creationId xmlns:a16="http://schemas.microsoft.com/office/drawing/2014/main" id="{2FAFC43D-91A1-49C0-A408-851E95626D4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40</a:t>
            </a:r>
          </a:p>
        </p:txBody>
      </p:sp>
      <p:sp>
        <p:nvSpPr>
          <p:cNvPr id="16" name="profile-1528">
            <a:extLst xmlns:a="http://schemas.openxmlformats.org/drawingml/2006/main">
              <a:ext uri="{FF2B5EF4-FFF2-40B4-BE49-F238E27FC236}">
                <a16:creationId xmlns:a16="http://schemas.microsoft.com/office/drawing/2014/main" id="{F5F20840-C339-490F-AA27-378067444FE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SEC Certificate of Incorporation</a:t>
            </a:r>
          </a:p>
        </p:txBody>
      </p:sp>
      <p:sp>
        <p:nvSpPr>
          <p:cNvPr id="17" name="profile-1529">
            <a:extLst xmlns:a="http://schemas.openxmlformats.org/drawingml/2006/main">
              <a:ext uri="{FF2B5EF4-FFF2-40B4-BE49-F238E27FC236}">
                <a16:creationId xmlns:a16="http://schemas.microsoft.com/office/drawing/2014/main" id="{F118829F-547B-4830-B673-E0CDF4BAD4D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30">
            <a:extLst xmlns:a="http://schemas.openxmlformats.org/drawingml/2006/main">
              <a:ext uri="{FF2B5EF4-FFF2-40B4-BE49-F238E27FC236}">
                <a16:creationId xmlns:a16="http://schemas.microsoft.com/office/drawing/2014/main" id="{E660AC02-99FF-436E-9DFC-2774C9F976D5}"/>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31">
            <a:extLst xmlns:a="http://schemas.openxmlformats.org/drawingml/2006/main">
              <a:ext uri="{FF2B5EF4-FFF2-40B4-BE49-F238E27FC236}">
                <a16:creationId xmlns:a16="http://schemas.microsoft.com/office/drawing/2014/main" id="{BC3CC604-2A71-4EB6-B0FA-D13BBA025232}"/>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SEC REGISTRATION</a:t>
            </a:r>
          </a:p>
        </p:txBody>
      </p:sp>
      <p:sp>
        <p:nvSpPr>
          <p:cNvPr id="20" name="profile-1532">
            <a:extLst xmlns:a="http://schemas.openxmlformats.org/drawingml/2006/main">
              <a:ext uri="{FF2B5EF4-FFF2-40B4-BE49-F238E27FC236}">
                <a16:creationId xmlns:a16="http://schemas.microsoft.com/office/drawing/2014/main" id="{6BB864FF-2B50-4CA0-9951-622C2D3D1BC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2026010232712-03</a:t>
            </a:r>
          </a:p>
        </p:txBody>
      </p:sp>
      <p:sp>
        <p:nvSpPr>
          <p:cNvPr id="21" name="profile-1533">
            <a:extLst xmlns:a="http://schemas.openxmlformats.org/drawingml/2006/main">
              <a:ext uri="{FF2B5EF4-FFF2-40B4-BE49-F238E27FC236}">
                <a16:creationId xmlns:a16="http://schemas.microsoft.com/office/drawing/2014/main" id="{4342A18A-E31C-42A4-85E6-3EFDA25E6748}"/>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INCORPORATION DATE</a:t>
            </a:r>
          </a:p>
        </p:txBody>
      </p:sp>
      <p:sp>
        <p:nvSpPr>
          <p:cNvPr id="22" name="profile-1534">
            <a:extLst xmlns:a="http://schemas.openxmlformats.org/drawingml/2006/main">
              <a:ext uri="{FF2B5EF4-FFF2-40B4-BE49-F238E27FC236}">
                <a16:creationId xmlns:a16="http://schemas.microsoft.com/office/drawing/2014/main" id="{FF19C443-E8CD-475A-A5A2-077B982656C6}"/>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14 January 2026</a:t>
            </a:r>
          </a:p>
        </p:txBody>
      </p:sp>
      <p:sp>
        <p:nvSpPr>
          <p:cNvPr id="23" name="profile-1535">
            <a:extLst xmlns:a="http://schemas.openxmlformats.org/drawingml/2006/main">
              <a:ext uri="{FF2B5EF4-FFF2-40B4-BE49-F238E27FC236}">
                <a16:creationId xmlns:a16="http://schemas.microsoft.com/office/drawing/2014/main" id="{50CEB8F4-859B-4EBC-BEA1-C410D2BA0A97}"/>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4" name="profile-1536">
            <a:extLst xmlns:a="http://schemas.openxmlformats.org/drawingml/2006/main">
              <a:ext uri="{FF2B5EF4-FFF2-40B4-BE49-F238E27FC236}">
                <a16:creationId xmlns:a16="http://schemas.microsoft.com/office/drawing/2014/main" id="{E1961119-6B36-4857-8041-2839F488035A}"/>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537">
            <a:extLst xmlns:a="http://schemas.openxmlformats.org/drawingml/2006/main">
              <a:ext uri="{FF2B5EF4-FFF2-40B4-BE49-F238E27FC236}">
                <a16:creationId xmlns:a16="http://schemas.microsoft.com/office/drawing/2014/main" id="{7189AD14-9CAA-479A-99BD-6AD00B790014}"/>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538">
            <a:extLst xmlns:a="http://schemas.openxmlformats.org/drawingml/2006/main">
              <a:ext uri="{FF2B5EF4-FFF2-40B4-BE49-F238E27FC236}">
                <a16:creationId xmlns:a16="http://schemas.microsoft.com/office/drawing/2014/main" id="{65636E79-75A8-420B-81B7-722DAE1F3420}"/>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Corporate registration record; attached reportorial requirements</a:t>
            </a:r>
          </a:p>
        </p:txBody>
      </p:sp>
      <p:sp>
        <p:nvSpPr>
          <p:cNvPr id="27" name="profile-1539">
            <a:extLst xmlns:a="http://schemas.openxmlformats.org/drawingml/2006/main">
              <a:ext uri="{FF2B5EF4-FFF2-40B4-BE49-F238E27FC236}">
                <a16:creationId xmlns:a16="http://schemas.microsoft.com/office/drawing/2014/main" id="{A072C9CF-5228-48E1-9F44-13915816111E}"/>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apply.</a:t>
            </a:r>
          </a:p>
        </p:txBody>
      </p:sp>
      <p:pic>
        <p:nvPicPr>
          <p:cNvPr id="28" name="">
            <a:extLst xmlns:a="http://schemas.openxmlformats.org/drawingml/2006/main">
              <a:ext uri="{FF2B5EF4-FFF2-40B4-BE49-F238E27FC236}">
                <a16:creationId xmlns:a16="http://schemas.microsoft.com/office/drawing/2014/main" id="{4BFE576E-6889-4512-B246-8D399E59DB5C}"/>
              </a:ext>
            </a:extLst>
          </p:cNvPr>
          <p:cNvPicPr>
            <a:picLocks xmlns:a="http://schemas.openxmlformats.org/drawingml/2006/main" noChangeAspect="1"/>
          </p:cNvPicPr>
          <p:nvPr/>
        </p:nvPicPr>
        <p:blipFill>
          <a:blip xmlns:r="http://schemas.openxmlformats.org/officeDocument/2006/relationships" xmlns:a="http://schemas.openxmlformats.org/drawingml/2006/main" r:embed="Rc53743f3c3ad434e"/>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540">
            <a:extLst xmlns:a="http://schemas.openxmlformats.org/drawingml/2006/main">
              <a:ext uri="{FF2B5EF4-FFF2-40B4-BE49-F238E27FC236}">
                <a16:creationId xmlns:a16="http://schemas.microsoft.com/office/drawing/2014/main" id="{C7CF731D-5C14-41C7-B208-656AEC8A89EC}"/>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74851902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541">
            <a:extLst xmlns:a="http://schemas.openxmlformats.org/drawingml/2006/main">
              <a:ext uri="{FF2B5EF4-FFF2-40B4-BE49-F238E27FC236}">
                <a16:creationId xmlns:a16="http://schemas.microsoft.com/office/drawing/2014/main" id="{FC898EB6-8D93-4AD2-87C8-D040902D179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42">
            <a:extLst xmlns:a="http://schemas.openxmlformats.org/drawingml/2006/main">
              <a:ext uri="{FF2B5EF4-FFF2-40B4-BE49-F238E27FC236}">
                <a16:creationId xmlns:a16="http://schemas.microsoft.com/office/drawing/2014/main" id="{5A361DF2-7D81-4558-A1CF-C0BFB840152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FD21DD5-75D0-41C8-B604-490F31DE1632}"/>
              </a:ext>
            </a:extLst>
          </p:cNvPr>
          <p:cNvPicPr>
            <a:picLocks xmlns:a="http://schemas.openxmlformats.org/drawingml/2006/main" noChangeAspect="1"/>
          </p:cNvPicPr>
          <p:nvPr/>
        </p:nvPicPr>
        <p:blipFill>
          <a:blip xmlns:r="http://schemas.openxmlformats.org/officeDocument/2006/relationships" xmlns:a="http://schemas.openxmlformats.org/drawingml/2006/main" r:embed="R888f11ab9af340e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43">
            <a:extLst xmlns:a="http://schemas.openxmlformats.org/drawingml/2006/main">
              <a:ext uri="{FF2B5EF4-FFF2-40B4-BE49-F238E27FC236}">
                <a16:creationId xmlns:a16="http://schemas.microsoft.com/office/drawing/2014/main" id="{8A691781-F6FA-4816-8EFE-3EC9383D396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44">
            <a:extLst xmlns:a="http://schemas.openxmlformats.org/drawingml/2006/main">
              <a:ext uri="{FF2B5EF4-FFF2-40B4-BE49-F238E27FC236}">
                <a16:creationId xmlns:a16="http://schemas.microsoft.com/office/drawing/2014/main" id="{204E9F3E-3D0B-427B-B222-79142C29976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45">
            <a:extLst xmlns:a="http://schemas.openxmlformats.org/drawingml/2006/main">
              <a:ext uri="{FF2B5EF4-FFF2-40B4-BE49-F238E27FC236}">
                <a16:creationId xmlns:a16="http://schemas.microsoft.com/office/drawing/2014/main" id="{C8DB53EC-B09C-4854-B879-38F626479D3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46">
            <a:extLst xmlns:a="http://schemas.openxmlformats.org/drawingml/2006/main">
              <a:ext uri="{FF2B5EF4-FFF2-40B4-BE49-F238E27FC236}">
                <a16:creationId xmlns:a16="http://schemas.microsoft.com/office/drawing/2014/main" id="{2D385BEE-6B76-441D-9C99-41EE946D6EC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47">
            <a:extLst xmlns:a="http://schemas.openxmlformats.org/drawingml/2006/main">
              <a:ext uri="{FF2B5EF4-FFF2-40B4-BE49-F238E27FC236}">
                <a16:creationId xmlns:a16="http://schemas.microsoft.com/office/drawing/2014/main" id="{3C1E870B-66E0-4CC1-AEDE-7919C0174AC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48">
            <a:extLst xmlns:a="http://schemas.openxmlformats.org/drawingml/2006/main">
              <a:ext uri="{FF2B5EF4-FFF2-40B4-BE49-F238E27FC236}">
                <a16:creationId xmlns:a16="http://schemas.microsoft.com/office/drawing/2014/main" id="{E2F29FBE-7597-4C1F-811A-45710AD5B6D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49">
            <a:extLst xmlns:a="http://schemas.openxmlformats.org/drawingml/2006/main">
              <a:ext uri="{FF2B5EF4-FFF2-40B4-BE49-F238E27FC236}">
                <a16:creationId xmlns:a16="http://schemas.microsoft.com/office/drawing/2014/main" id="{AB8A9EF4-3EBA-41FF-A8D2-9AE8ACD6CB7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50">
            <a:extLst xmlns:a="http://schemas.openxmlformats.org/drawingml/2006/main">
              <a:ext uri="{FF2B5EF4-FFF2-40B4-BE49-F238E27FC236}">
                <a16:creationId xmlns:a16="http://schemas.microsoft.com/office/drawing/2014/main" id="{BB73A679-AC3B-4878-B2CA-36C43075084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51">
            <a:extLst xmlns:a="http://schemas.openxmlformats.org/drawingml/2006/main">
              <a:ext uri="{FF2B5EF4-FFF2-40B4-BE49-F238E27FC236}">
                <a16:creationId xmlns:a16="http://schemas.microsoft.com/office/drawing/2014/main" id="{150C6F1C-9C36-4452-BDF9-4F6FB5788C9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52">
            <a:extLst xmlns:a="http://schemas.openxmlformats.org/drawingml/2006/main">
              <a:ext uri="{FF2B5EF4-FFF2-40B4-BE49-F238E27FC236}">
                <a16:creationId xmlns:a16="http://schemas.microsoft.com/office/drawing/2014/main" id="{72C35F17-EBF1-477A-A6FC-614A3B8B6716}"/>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53">
            <a:extLst xmlns:a="http://schemas.openxmlformats.org/drawingml/2006/main">
              <a:ext uri="{FF2B5EF4-FFF2-40B4-BE49-F238E27FC236}">
                <a16:creationId xmlns:a16="http://schemas.microsoft.com/office/drawing/2014/main" id="{183E95EE-D0BD-4B7F-9D99-986CCC5346D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54">
            <a:extLst xmlns:a="http://schemas.openxmlformats.org/drawingml/2006/main">
              <a:ext uri="{FF2B5EF4-FFF2-40B4-BE49-F238E27FC236}">
                <a16:creationId xmlns:a16="http://schemas.microsoft.com/office/drawing/2014/main" id="{9373C9E9-68FC-4713-8DFF-84011D423FA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41</a:t>
            </a:r>
          </a:p>
        </p:txBody>
      </p:sp>
      <p:sp>
        <p:nvSpPr>
          <p:cNvPr id="16" name="profile-1555">
            <a:extLst xmlns:a="http://schemas.openxmlformats.org/drawingml/2006/main">
              <a:ext uri="{FF2B5EF4-FFF2-40B4-BE49-F238E27FC236}">
                <a16:creationId xmlns:a16="http://schemas.microsoft.com/office/drawing/2014/main" id="{B62C1C76-6961-40F5-BEAA-F17F650BBB6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556">
            <a:extLst xmlns:a="http://schemas.openxmlformats.org/drawingml/2006/main">
              <a:ext uri="{FF2B5EF4-FFF2-40B4-BE49-F238E27FC236}">
                <a16:creationId xmlns:a16="http://schemas.microsoft.com/office/drawing/2014/main" id="{08063D33-62A1-4B2D-ACA7-28485836D0C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57">
            <a:extLst xmlns:a="http://schemas.openxmlformats.org/drawingml/2006/main">
              <a:ext uri="{FF2B5EF4-FFF2-40B4-BE49-F238E27FC236}">
                <a16:creationId xmlns:a16="http://schemas.microsoft.com/office/drawing/2014/main" id="{3AA111A6-3B37-4E20-BFE8-5F9E9D725425}"/>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58">
            <a:extLst xmlns:a="http://schemas.openxmlformats.org/drawingml/2006/main">
              <a:ext uri="{FF2B5EF4-FFF2-40B4-BE49-F238E27FC236}">
                <a16:creationId xmlns:a16="http://schemas.microsoft.com/office/drawing/2014/main" id="{6A25DDD2-2B9A-4170-B6CF-7B6809CA8A53}"/>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559">
            <a:extLst xmlns:a="http://schemas.openxmlformats.org/drawingml/2006/main">
              <a:ext uri="{FF2B5EF4-FFF2-40B4-BE49-F238E27FC236}">
                <a16:creationId xmlns:a16="http://schemas.microsoft.com/office/drawing/2014/main" id="{8AE64701-A731-42D6-B3C0-E294ECD89268}"/>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560">
            <a:extLst xmlns:a="http://schemas.openxmlformats.org/drawingml/2006/main">
              <a:ext uri="{FF2B5EF4-FFF2-40B4-BE49-F238E27FC236}">
                <a16:creationId xmlns:a16="http://schemas.microsoft.com/office/drawing/2014/main" id="{17EC4E5F-BAF6-4F58-8205-CD0208E93F33}"/>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561">
            <a:extLst xmlns:a="http://schemas.openxmlformats.org/drawingml/2006/main">
              <a:ext uri="{FF2B5EF4-FFF2-40B4-BE49-F238E27FC236}">
                <a16:creationId xmlns:a16="http://schemas.microsoft.com/office/drawing/2014/main" id="{417F0C9C-6D02-4733-8FCB-B7FC3C6AE680}"/>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562">
            <a:extLst xmlns:a="http://schemas.openxmlformats.org/drawingml/2006/main">
              <a:ext uri="{FF2B5EF4-FFF2-40B4-BE49-F238E27FC236}">
                <a16:creationId xmlns:a16="http://schemas.microsoft.com/office/drawing/2014/main" id="{DFFB9287-81EF-48F6-8512-A052139226F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563">
            <a:extLst xmlns:a="http://schemas.openxmlformats.org/drawingml/2006/main">
              <a:ext uri="{FF2B5EF4-FFF2-40B4-BE49-F238E27FC236}">
                <a16:creationId xmlns:a16="http://schemas.microsoft.com/office/drawing/2014/main" id="{95B10742-04AE-4300-AF16-91638BF9BA5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564">
            <a:extLst xmlns:a="http://schemas.openxmlformats.org/drawingml/2006/main">
              <a:ext uri="{FF2B5EF4-FFF2-40B4-BE49-F238E27FC236}">
                <a16:creationId xmlns:a16="http://schemas.microsoft.com/office/drawing/2014/main" id="{F9842E6F-E6C7-4E82-B5FC-1EA21B0B0D26}"/>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780D7FF6-B04F-4EE6-B3FA-0816EBE3B1EA}"/>
              </a:ext>
            </a:extLst>
          </p:cNvPr>
          <p:cNvPicPr>
            <a:picLocks xmlns:a="http://schemas.openxmlformats.org/drawingml/2006/main" noChangeAspect="1"/>
          </p:cNvPicPr>
          <p:nvPr/>
        </p:nvPicPr>
        <p:blipFill>
          <a:blip xmlns:r="http://schemas.openxmlformats.org/officeDocument/2006/relationships" xmlns:a="http://schemas.openxmlformats.org/drawingml/2006/main" r:embed="R669d7cd5111f4eb3"/>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565">
            <a:extLst xmlns:a="http://schemas.openxmlformats.org/drawingml/2006/main">
              <a:ext uri="{FF2B5EF4-FFF2-40B4-BE49-F238E27FC236}">
                <a16:creationId xmlns:a16="http://schemas.microsoft.com/office/drawing/2014/main" id="{2C874778-2059-40C7-A31B-6781F9D61F7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5 | Owner-supplied copy</a:t>
            </a:r>
          </a:p>
        </p:txBody>
      </p:sp>
    </p:spTree>
    <p:extLst>
      <p:ext uri="{BB962C8B-B14F-4D97-AF65-F5344CB8AC3E}">
        <p14:creationId xmlns:p14="http://schemas.microsoft.com/office/powerpoint/2010/main" val="22299532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566">
            <a:extLst xmlns:a="http://schemas.openxmlformats.org/drawingml/2006/main">
              <a:ext uri="{FF2B5EF4-FFF2-40B4-BE49-F238E27FC236}">
                <a16:creationId xmlns:a16="http://schemas.microsoft.com/office/drawing/2014/main" id="{83C0F58D-2558-4BA1-8754-BDE00C645E5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67">
            <a:extLst xmlns:a="http://schemas.openxmlformats.org/drawingml/2006/main">
              <a:ext uri="{FF2B5EF4-FFF2-40B4-BE49-F238E27FC236}">
                <a16:creationId xmlns:a16="http://schemas.microsoft.com/office/drawing/2014/main" id="{DED6B23E-B2AC-4302-ABC3-39493DFA78A8}"/>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C50B47D-F67E-4870-B56E-3CE8AFD8F38D}"/>
              </a:ext>
            </a:extLst>
          </p:cNvPr>
          <p:cNvPicPr>
            <a:picLocks xmlns:a="http://schemas.openxmlformats.org/drawingml/2006/main" noChangeAspect="1"/>
          </p:cNvPicPr>
          <p:nvPr/>
        </p:nvPicPr>
        <p:blipFill>
          <a:blip xmlns:r="http://schemas.openxmlformats.org/officeDocument/2006/relationships" xmlns:a="http://schemas.openxmlformats.org/drawingml/2006/main" r:embed="R76ffde87c20045b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68">
            <a:extLst xmlns:a="http://schemas.openxmlformats.org/drawingml/2006/main">
              <a:ext uri="{FF2B5EF4-FFF2-40B4-BE49-F238E27FC236}">
                <a16:creationId xmlns:a16="http://schemas.microsoft.com/office/drawing/2014/main" id="{A48C4F31-97EE-4D53-9F0D-0F11BD106ED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69">
            <a:extLst xmlns:a="http://schemas.openxmlformats.org/drawingml/2006/main">
              <a:ext uri="{FF2B5EF4-FFF2-40B4-BE49-F238E27FC236}">
                <a16:creationId xmlns:a16="http://schemas.microsoft.com/office/drawing/2014/main" id="{846ADBE1-8E6A-47DC-9AC8-9CF65CB7319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70">
            <a:extLst xmlns:a="http://schemas.openxmlformats.org/drawingml/2006/main">
              <a:ext uri="{FF2B5EF4-FFF2-40B4-BE49-F238E27FC236}">
                <a16:creationId xmlns:a16="http://schemas.microsoft.com/office/drawing/2014/main" id="{3F3C555D-E340-459F-8566-0AD1BCE7A2E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71">
            <a:extLst xmlns:a="http://schemas.openxmlformats.org/drawingml/2006/main">
              <a:ext uri="{FF2B5EF4-FFF2-40B4-BE49-F238E27FC236}">
                <a16:creationId xmlns:a16="http://schemas.microsoft.com/office/drawing/2014/main" id="{62B81DB1-F7DD-4B9F-B7C0-E883A4CF184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72">
            <a:extLst xmlns:a="http://schemas.openxmlformats.org/drawingml/2006/main">
              <a:ext uri="{FF2B5EF4-FFF2-40B4-BE49-F238E27FC236}">
                <a16:creationId xmlns:a16="http://schemas.microsoft.com/office/drawing/2014/main" id="{7403C1EA-DC70-4D51-8B04-9565915DBF1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73">
            <a:extLst xmlns:a="http://schemas.openxmlformats.org/drawingml/2006/main">
              <a:ext uri="{FF2B5EF4-FFF2-40B4-BE49-F238E27FC236}">
                <a16:creationId xmlns:a16="http://schemas.microsoft.com/office/drawing/2014/main" id="{CD7FFE0F-1D26-4FFC-B395-A854628BF68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74">
            <a:extLst xmlns:a="http://schemas.openxmlformats.org/drawingml/2006/main">
              <a:ext uri="{FF2B5EF4-FFF2-40B4-BE49-F238E27FC236}">
                <a16:creationId xmlns:a16="http://schemas.microsoft.com/office/drawing/2014/main" id="{275E6766-E87A-47C2-8FC2-6D86249E720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575">
            <a:extLst xmlns:a="http://schemas.openxmlformats.org/drawingml/2006/main">
              <a:ext uri="{FF2B5EF4-FFF2-40B4-BE49-F238E27FC236}">
                <a16:creationId xmlns:a16="http://schemas.microsoft.com/office/drawing/2014/main" id="{CB7A9988-5F68-4A45-BE69-8B5D183B969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576">
            <a:extLst xmlns:a="http://schemas.openxmlformats.org/drawingml/2006/main">
              <a:ext uri="{FF2B5EF4-FFF2-40B4-BE49-F238E27FC236}">
                <a16:creationId xmlns:a16="http://schemas.microsoft.com/office/drawing/2014/main" id="{B0B86CF2-0323-4BE3-BCEF-328037A0A8C8}"/>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577">
            <a:extLst xmlns:a="http://schemas.openxmlformats.org/drawingml/2006/main">
              <a:ext uri="{FF2B5EF4-FFF2-40B4-BE49-F238E27FC236}">
                <a16:creationId xmlns:a16="http://schemas.microsoft.com/office/drawing/2014/main" id="{CE2F4BB4-3C84-4DCB-A941-7EF21AFC979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578">
            <a:extLst xmlns:a="http://schemas.openxmlformats.org/drawingml/2006/main">
              <a:ext uri="{FF2B5EF4-FFF2-40B4-BE49-F238E27FC236}">
                <a16:creationId xmlns:a16="http://schemas.microsoft.com/office/drawing/2014/main" id="{35F01A34-8208-436C-9032-FA90D1E94B4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579">
            <a:extLst xmlns:a="http://schemas.openxmlformats.org/drawingml/2006/main">
              <a:ext uri="{FF2B5EF4-FFF2-40B4-BE49-F238E27FC236}">
                <a16:creationId xmlns:a16="http://schemas.microsoft.com/office/drawing/2014/main" id="{094B0B40-BE31-4C21-8492-DCDBB4DA947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42</a:t>
            </a:r>
          </a:p>
        </p:txBody>
      </p:sp>
      <p:sp>
        <p:nvSpPr>
          <p:cNvPr id="16" name="profile-1580">
            <a:extLst xmlns:a="http://schemas.openxmlformats.org/drawingml/2006/main">
              <a:ext uri="{FF2B5EF4-FFF2-40B4-BE49-F238E27FC236}">
                <a16:creationId xmlns:a16="http://schemas.microsoft.com/office/drawing/2014/main" id="{2F1C9921-EB45-4699-A25C-B80CB221BBC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581">
            <a:extLst xmlns:a="http://schemas.openxmlformats.org/drawingml/2006/main">
              <a:ext uri="{FF2B5EF4-FFF2-40B4-BE49-F238E27FC236}">
                <a16:creationId xmlns:a16="http://schemas.microsoft.com/office/drawing/2014/main" id="{E88707B9-FA8D-443E-B0DB-6D374FF8BB0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582">
            <a:extLst xmlns:a="http://schemas.openxmlformats.org/drawingml/2006/main">
              <a:ext uri="{FF2B5EF4-FFF2-40B4-BE49-F238E27FC236}">
                <a16:creationId xmlns:a16="http://schemas.microsoft.com/office/drawing/2014/main" id="{0187C9C5-2D31-4E08-874A-DE7B05E4FE9B}"/>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583">
            <a:extLst xmlns:a="http://schemas.openxmlformats.org/drawingml/2006/main">
              <a:ext uri="{FF2B5EF4-FFF2-40B4-BE49-F238E27FC236}">
                <a16:creationId xmlns:a16="http://schemas.microsoft.com/office/drawing/2014/main" id="{404BD50C-E479-43E5-9E6C-D3C29BD229CB}"/>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584">
            <a:extLst xmlns:a="http://schemas.openxmlformats.org/drawingml/2006/main">
              <a:ext uri="{FF2B5EF4-FFF2-40B4-BE49-F238E27FC236}">
                <a16:creationId xmlns:a16="http://schemas.microsoft.com/office/drawing/2014/main" id="{E6879A41-EBF8-45A9-8610-F2DB0253590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585">
            <a:extLst xmlns:a="http://schemas.openxmlformats.org/drawingml/2006/main">
              <a:ext uri="{FF2B5EF4-FFF2-40B4-BE49-F238E27FC236}">
                <a16:creationId xmlns:a16="http://schemas.microsoft.com/office/drawing/2014/main" id="{43A11ED5-5920-4C01-B4A9-81380E0ED687}"/>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586">
            <a:extLst xmlns:a="http://schemas.openxmlformats.org/drawingml/2006/main">
              <a:ext uri="{FF2B5EF4-FFF2-40B4-BE49-F238E27FC236}">
                <a16:creationId xmlns:a16="http://schemas.microsoft.com/office/drawing/2014/main" id="{830FE161-A360-4D24-8CFB-E84FCD14E5AE}"/>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587">
            <a:extLst xmlns:a="http://schemas.openxmlformats.org/drawingml/2006/main">
              <a:ext uri="{FF2B5EF4-FFF2-40B4-BE49-F238E27FC236}">
                <a16:creationId xmlns:a16="http://schemas.microsoft.com/office/drawing/2014/main" id="{DC500E0A-BE7F-4A3F-935D-A3D1F8ED0DAA}"/>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588">
            <a:extLst xmlns:a="http://schemas.openxmlformats.org/drawingml/2006/main">
              <a:ext uri="{FF2B5EF4-FFF2-40B4-BE49-F238E27FC236}">
                <a16:creationId xmlns:a16="http://schemas.microsoft.com/office/drawing/2014/main" id="{E5185913-B44B-4BB5-B2FF-25A96C94433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589">
            <a:extLst xmlns:a="http://schemas.openxmlformats.org/drawingml/2006/main">
              <a:ext uri="{FF2B5EF4-FFF2-40B4-BE49-F238E27FC236}">
                <a16:creationId xmlns:a16="http://schemas.microsoft.com/office/drawing/2014/main" id="{B37C8FCE-A7D7-4A2B-86D3-B34D3F014103}"/>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116E4E62-F335-4001-A228-92446D091441}"/>
              </a:ext>
            </a:extLst>
          </p:cNvPr>
          <p:cNvPicPr>
            <a:picLocks xmlns:a="http://schemas.openxmlformats.org/drawingml/2006/main" noChangeAspect="1"/>
          </p:cNvPicPr>
          <p:nvPr/>
        </p:nvPicPr>
        <p:blipFill>
          <a:blip xmlns:r="http://schemas.openxmlformats.org/officeDocument/2006/relationships" xmlns:a="http://schemas.openxmlformats.org/drawingml/2006/main" r:embed="R28f899b95c904c6f"/>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590">
            <a:extLst xmlns:a="http://schemas.openxmlformats.org/drawingml/2006/main">
              <a:ext uri="{FF2B5EF4-FFF2-40B4-BE49-F238E27FC236}">
                <a16:creationId xmlns:a16="http://schemas.microsoft.com/office/drawing/2014/main" id="{8F7BA9AA-C02C-4743-8710-B5016F69F102}"/>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5 | Owner-supplied copy</a:t>
            </a:r>
          </a:p>
        </p:txBody>
      </p:sp>
    </p:spTree>
    <p:extLst>
      <p:ext uri="{BB962C8B-B14F-4D97-AF65-F5344CB8AC3E}">
        <p14:creationId xmlns:p14="http://schemas.microsoft.com/office/powerpoint/2010/main" val="9680433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591">
            <a:extLst xmlns:a="http://schemas.openxmlformats.org/drawingml/2006/main">
              <a:ext uri="{FF2B5EF4-FFF2-40B4-BE49-F238E27FC236}">
                <a16:creationId xmlns:a16="http://schemas.microsoft.com/office/drawing/2014/main" id="{910FB4F8-A99E-4AF9-BA85-F73308924B4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592">
            <a:extLst xmlns:a="http://schemas.openxmlformats.org/drawingml/2006/main">
              <a:ext uri="{FF2B5EF4-FFF2-40B4-BE49-F238E27FC236}">
                <a16:creationId xmlns:a16="http://schemas.microsoft.com/office/drawing/2014/main" id="{B63FCB9D-BC05-4DAA-A501-6382CD3E514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81E445C-C29B-42BF-992E-911F50CD8A21}"/>
              </a:ext>
            </a:extLst>
          </p:cNvPr>
          <p:cNvPicPr>
            <a:picLocks xmlns:a="http://schemas.openxmlformats.org/drawingml/2006/main" noChangeAspect="1"/>
          </p:cNvPicPr>
          <p:nvPr/>
        </p:nvPicPr>
        <p:blipFill>
          <a:blip xmlns:r="http://schemas.openxmlformats.org/officeDocument/2006/relationships" xmlns:a="http://schemas.openxmlformats.org/drawingml/2006/main" r:embed="R5d914380201c4d5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593">
            <a:extLst xmlns:a="http://schemas.openxmlformats.org/drawingml/2006/main">
              <a:ext uri="{FF2B5EF4-FFF2-40B4-BE49-F238E27FC236}">
                <a16:creationId xmlns:a16="http://schemas.microsoft.com/office/drawing/2014/main" id="{91F3060B-1166-4398-81C3-73BAEC50CD1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594">
            <a:extLst xmlns:a="http://schemas.openxmlformats.org/drawingml/2006/main">
              <a:ext uri="{FF2B5EF4-FFF2-40B4-BE49-F238E27FC236}">
                <a16:creationId xmlns:a16="http://schemas.microsoft.com/office/drawing/2014/main" id="{2A43396D-8166-49F6-9A74-252CB3C03C8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595">
            <a:extLst xmlns:a="http://schemas.openxmlformats.org/drawingml/2006/main">
              <a:ext uri="{FF2B5EF4-FFF2-40B4-BE49-F238E27FC236}">
                <a16:creationId xmlns:a16="http://schemas.microsoft.com/office/drawing/2014/main" id="{87012E09-9B5C-4004-91A8-8897EE1C689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596">
            <a:extLst xmlns:a="http://schemas.openxmlformats.org/drawingml/2006/main">
              <a:ext uri="{FF2B5EF4-FFF2-40B4-BE49-F238E27FC236}">
                <a16:creationId xmlns:a16="http://schemas.microsoft.com/office/drawing/2014/main" id="{D6C13EE5-BDF8-4F6A-BF78-B3A580169BB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597">
            <a:extLst xmlns:a="http://schemas.openxmlformats.org/drawingml/2006/main">
              <a:ext uri="{FF2B5EF4-FFF2-40B4-BE49-F238E27FC236}">
                <a16:creationId xmlns:a16="http://schemas.microsoft.com/office/drawing/2014/main" id="{ACB05806-3B96-4B29-BE9A-FE286ADD8BB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598">
            <a:extLst xmlns:a="http://schemas.openxmlformats.org/drawingml/2006/main">
              <a:ext uri="{FF2B5EF4-FFF2-40B4-BE49-F238E27FC236}">
                <a16:creationId xmlns:a16="http://schemas.microsoft.com/office/drawing/2014/main" id="{3AF81EA7-6DF3-450D-8F15-1726FD023C9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599">
            <a:extLst xmlns:a="http://schemas.openxmlformats.org/drawingml/2006/main">
              <a:ext uri="{FF2B5EF4-FFF2-40B4-BE49-F238E27FC236}">
                <a16:creationId xmlns:a16="http://schemas.microsoft.com/office/drawing/2014/main" id="{70510F56-8DF0-41A5-AE30-1063E9D28FE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00">
            <a:extLst xmlns:a="http://schemas.openxmlformats.org/drawingml/2006/main">
              <a:ext uri="{FF2B5EF4-FFF2-40B4-BE49-F238E27FC236}">
                <a16:creationId xmlns:a16="http://schemas.microsoft.com/office/drawing/2014/main" id="{1E573246-91EE-4843-B0C4-B1F5069FEB8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01">
            <a:extLst xmlns:a="http://schemas.openxmlformats.org/drawingml/2006/main">
              <a:ext uri="{FF2B5EF4-FFF2-40B4-BE49-F238E27FC236}">
                <a16:creationId xmlns:a16="http://schemas.microsoft.com/office/drawing/2014/main" id="{B9248890-CA61-4362-80C8-8984E7A958A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02">
            <a:extLst xmlns:a="http://schemas.openxmlformats.org/drawingml/2006/main">
              <a:ext uri="{FF2B5EF4-FFF2-40B4-BE49-F238E27FC236}">
                <a16:creationId xmlns:a16="http://schemas.microsoft.com/office/drawing/2014/main" id="{541F8CAC-86B5-4D63-BFFA-00BA27D7E39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03">
            <a:extLst xmlns:a="http://schemas.openxmlformats.org/drawingml/2006/main">
              <a:ext uri="{FF2B5EF4-FFF2-40B4-BE49-F238E27FC236}">
                <a16:creationId xmlns:a16="http://schemas.microsoft.com/office/drawing/2014/main" id="{8FC01C03-D809-4895-91A8-92E0ACB9958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04">
            <a:extLst xmlns:a="http://schemas.openxmlformats.org/drawingml/2006/main">
              <a:ext uri="{FF2B5EF4-FFF2-40B4-BE49-F238E27FC236}">
                <a16:creationId xmlns:a16="http://schemas.microsoft.com/office/drawing/2014/main" id="{5551FB2D-06F9-4198-ADF8-13E2844A3F4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43</a:t>
            </a:r>
          </a:p>
        </p:txBody>
      </p:sp>
      <p:sp>
        <p:nvSpPr>
          <p:cNvPr id="16" name="profile-1605">
            <a:extLst xmlns:a="http://schemas.openxmlformats.org/drawingml/2006/main">
              <a:ext uri="{FF2B5EF4-FFF2-40B4-BE49-F238E27FC236}">
                <a16:creationId xmlns:a16="http://schemas.microsoft.com/office/drawing/2014/main" id="{24D509BC-3443-4467-8EBD-DD2CE55F13D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606">
            <a:extLst xmlns:a="http://schemas.openxmlformats.org/drawingml/2006/main">
              <a:ext uri="{FF2B5EF4-FFF2-40B4-BE49-F238E27FC236}">
                <a16:creationId xmlns:a16="http://schemas.microsoft.com/office/drawing/2014/main" id="{F4F4D486-269E-4F77-93D6-CB97D62D497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07">
            <a:extLst xmlns:a="http://schemas.openxmlformats.org/drawingml/2006/main">
              <a:ext uri="{FF2B5EF4-FFF2-40B4-BE49-F238E27FC236}">
                <a16:creationId xmlns:a16="http://schemas.microsoft.com/office/drawing/2014/main" id="{F6C76872-E432-47D1-989D-8185206B12CD}"/>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08">
            <a:extLst xmlns:a="http://schemas.openxmlformats.org/drawingml/2006/main">
              <a:ext uri="{FF2B5EF4-FFF2-40B4-BE49-F238E27FC236}">
                <a16:creationId xmlns:a16="http://schemas.microsoft.com/office/drawing/2014/main" id="{624A9D8E-8F0A-4121-AC09-8C0597D7F47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609">
            <a:extLst xmlns:a="http://schemas.openxmlformats.org/drawingml/2006/main">
              <a:ext uri="{FF2B5EF4-FFF2-40B4-BE49-F238E27FC236}">
                <a16:creationId xmlns:a16="http://schemas.microsoft.com/office/drawing/2014/main" id="{B7D1B1C1-B1D6-46C3-8E4C-DD6A0D5D7985}"/>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610">
            <a:extLst xmlns:a="http://schemas.openxmlformats.org/drawingml/2006/main">
              <a:ext uri="{FF2B5EF4-FFF2-40B4-BE49-F238E27FC236}">
                <a16:creationId xmlns:a16="http://schemas.microsoft.com/office/drawing/2014/main" id="{C76630EC-2EAE-477A-849C-EBD504E318A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611">
            <a:extLst xmlns:a="http://schemas.openxmlformats.org/drawingml/2006/main">
              <a:ext uri="{FF2B5EF4-FFF2-40B4-BE49-F238E27FC236}">
                <a16:creationId xmlns:a16="http://schemas.microsoft.com/office/drawing/2014/main" id="{925287A6-7ADF-4F61-9FDE-9BECE7F386D4}"/>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612">
            <a:extLst xmlns:a="http://schemas.openxmlformats.org/drawingml/2006/main">
              <a:ext uri="{FF2B5EF4-FFF2-40B4-BE49-F238E27FC236}">
                <a16:creationId xmlns:a16="http://schemas.microsoft.com/office/drawing/2014/main" id="{9226B7F4-1090-49C7-BE75-31CD28C2EAC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613">
            <a:extLst xmlns:a="http://schemas.openxmlformats.org/drawingml/2006/main">
              <a:ext uri="{FF2B5EF4-FFF2-40B4-BE49-F238E27FC236}">
                <a16:creationId xmlns:a16="http://schemas.microsoft.com/office/drawing/2014/main" id="{04193DB2-1F32-45CE-B4FC-33D1B4D1B53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614">
            <a:extLst xmlns:a="http://schemas.openxmlformats.org/drawingml/2006/main">
              <a:ext uri="{FF2B5EF4-FFF2-40B4-BE49-F238E27FC236}">
                <a16:creationId xmlns:a16="http://schemas.microsoft.com/office/drawing/2014/main" id="{8EC83E42-6792-4AEB-B1B9-95A85210FE69}"/>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988016DA-E031-48D3-98EA-1A6FE4577521}"/>
              </a:ext>
            </a:extLst>
          </p:cNvPr>
          <p:cNvPicPr>
            <a:picLocks xmlns:a="http://schemas.openxmlformats.org/drawingml/2006/main" noChangeAspect="1"/>
          </p:cNvPicPr>
          <p:nvPr/>
        </p:nvPicPr>
        <p:blipFill>
          <a:blip xmlns:r="http://schemas.openxmlformats.org/officeDocument/2006/relationships" xmlns:a="http://schemas.openxmlformats.org/drawingml/2006/main" r:embed="R2b68c5ed01f74e1e"/>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615">
            <a:extLst xmlns:a="http://schemas.openxmlformats.org/drawingml/2006/main">
              <a:ext uri="{FF2B5EF4-FFF2-40B4-BE49-F238E27FC236}">
                <a16:creationId xmlns:a16="http://schemas.microsoft.com/office/drawing/2014/main" id="{D1825F40-46BD-47CE-B135-AA74032981C4}"/>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5 | Owner-supplied copy</a:t>
            </a:r>
          </a:p>
        </p:txBody>
      </p:sp>
    </p:spTree>
    <p:extLst>
      <p:ext uri="{BB962C8B-B14F-4D97-AF65-F5344CB8AC3E}">
        <p14:creationId xmlns:p14="http://schemas.microsoft.com/office/powerpoint/2010/main" val="1935114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1616">
            <a:extLst xmlns:a="http://schemas.openxmlformats.org/drawingml/2006/main">
              <a:ext uri="{FF2B5EF4-FFF2-40B4-BE49-F238E27FC236}">
                <a16:creationId xmlns:a16="http://schemas.microsoft.com/office/drawing/2014/main" id="{013B18BF-F18C-4EFB-952F-A2A135CAB7C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17">
            <a:extLst xmlns:a="http://schemas.openxmlformats.org/drawingml/2006/main">
              <a:ext uri="{FF2B5EF4-FFF2-40B4-BE49-F238E27FC236}">
                <a16:creationId xmlns:a16="http://schemas.microsoft.com/office/drawing/2014/main" id="{98D17B7C-6104-4AAC-AB2A-CD2AA0A18DE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6690D2E-CA78-4F9B-AB5C-F462C314CD7B}"/>
              </a:ext>
            </a:extLst>
          </p:cNvPr>
          <p:cNvPicPr>
            <a:picLocks xmlns:a="http://schemas.openxmlformats.org/drawingml/2006/main" noChangeAspect="1"/>
          </p:cNvPicPr>
          <p:nvPr/>
        </p:nvPicPr>
        <p:blipFill>
          <a:blip xmlns:r="http://schemas.openxmlformats.org/officeDocument/2006/relationships" xmlns:a="http://schemas.openxmlformats.org/drawingml/2006/main" r:embed="R872455430d0e4ad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18">
            <a:extLst xmlns:a="http://schemas.openxmlformats.org/drawingml/2006/main">
              <a:ext uri="{FF2B5EF4-FFF2-40B4-BE49-F238E27FC236}">
                <a16:creationId xmlns:a16="http://schemas.microsoft.com/office/drawing/2014/main" id="{729392D5-7ADE-4476-B917-5412A26E823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19">
            <a:extLst xmlns:a="http://schemas.openxmlformats.org/drawingml/2006/main">
              <a:ext uri="{FF2B5EF4-FFF2-40B4-BE49-F238E27FC236}">
                <a16:creationId xmlns:a16="http://schemas.microsoft.com/office/drawing/2014/main" id="{B1384CCB-E51F-46EB-AE2E-F40BDCFBCCC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20">
            <a:extLst xmlns:a="http://schemas.openxmlformats.org/drawingml/2006/main">
              <a:ext uri="{FF2B5EF4-FFF2-40B4-BE49-F238E27FC236}">
                <a16:creationId xmlns:a16="http://schemas.microsoft.com/office/drawing/2014/main" id="{5E4ED09F-F145-4D68-820D-38D91AF6E18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21">
            <a:extLst xmlns:a="http://schemas.openxmlformats.org/drawingml/2006/main">
              <a:ext uri="{FF2B5EF4-FFF2-40B4-BE49-F238E27FC236}">
                <a16:creationId xmlns:a16="http://schemas.microsoft.com/office/drawing/2014/main" id="{0AA5745A-AFCA-48F7-981E-49B7AF0307D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22">
            <a:extLst xmlns:a="http://schemas.openxmlformats.org/drawingml/2006/main">
              <a:ext uri="{FF2B5EF4-FFF2-40B4-BE49-F238E27FC236}">
                <a16:creationId xmlns:a16="http://schemas.microsoft.com/office/drawing/2014/main" id="{1EA6E1A7-AA62-4948-9C11-70F4FFF320F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23">
            <a:extLst xmlns:a="http://schemas.openxmlformats.org/drawingml/2006/main">
              <a:ext uri="{FF2B5EF4-FFF2-40B4-BE49-F238E27FC236}">
                <a16:creationId xmlns:a16="http://schemas.microsoft.com/office/drawing/2014/main" id="{BB2CFDBB-7920-4350-A19C-072E0069829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24">
            <a:extLst xmlns:a="http://schemas.openxmlformats.org/drawingml/2006/main">
              <a:ext uri="{FF2B5EF4-FFF2-40B4-BE49-F238E27FC236}">
                <a16:creationId xmlns:a16="http://schemas.microsoft.com/office/drawing/2014/main" id="{A1E0C755-39FC-482F-AF9E-53A518F0B2D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25">
            <a:extLst xmlns:a="http://schemas.openxmlformats.org/drawingml/2006/main">
              <a:ext uri="{FF2B5EF4-FFF2-40B4-BE49-F238E27FC236}">
                <a16:creationId xmlns:a16="http://schemas.microsoft.com/office/drawing/2014/main" id="{334CC6CD-EA5E-4499-B219-396C0F6C0A1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26">
            <a:extLst xmlns:a="http://schemas.openxmlformats.org/drawingml/2006/main">
              <a:ext uri="{FF2B5EF4-FFF2-40B4-BE49-F238E27FC236}">
                <a16:creationId xmlns:a16="http://schemas.microsoft.com/office/drawing/2014/main" id="{DEBDFC31-CB81-4FB3-B435-53A78ED75888}"/>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27">
            <a:extLst xmlns:a="http://schemas.openxmlformats.org/drawingml/2006/main">
              <a:ext uri="{FF2B5EF4-FFF2-40B4-BE49-F238E27FC236}">
                <a16:creationId xmlns:a16="http://schemas.microsoft.com/office/drawing/2014/main" id="{342BC63A-A938-41A1-840D-EEF4B15E24D0}"/>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28">
            <a:extLst xmlns:a="http://schemas.openxmlformats.org/drawingml/2006/main">
              <a:ext uri="{FF2B5EF4-FFF2-40B4-BE49-F238E27FC236}">
                <a16:creationId xmlns:a16="http://schemas.microsoft.com/office/drawing/2014/main" id="{AD2DB54D-1D42-4762-B04C-4F82D49950D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29">
            <a:extLst xmlns:a="http://schemas.openxmlformats.org/drawingml/2006/main">
              <a:ext uri="{FF2B5EF4-FFF2-40B4-BE49-F238E27FC236}">
                <a16:creationId xmlns:a16="http://schemas.microsoft.com/office/drawing/2014/main" id="{D008F8D7-EB3B-40C3-AF72-A9971859DA8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44</a:t>
            </a:r>
          </a:p>
        </p:txBody>
      </p:sp>
      <p:sp>
        <p:nvSpPr>
          <p:cNvPr id="16" name="profile-1630">
            <a:extLst xmlns:a="http://schemas.openxmlformats.org/drawingml/2006/main">
              <a:ext uri="{FF2B5EF4-FFF2-40B4-BE49-F238E27FC236}">
                <a16:creationId xmlns:a16="http://schemas.microsoft.com/office/drawing/2014/main" id="{B7D4B2AC-8B04-49B5-8F13-75305777A3B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Articles of Incorporation</a:t>
            </a:r>
          </a:p>
        </p:txBody>
      </p:sp>
      <p:sp>
        <p:nvSpPr>
          <p:cNvPr id="17" name="profile-1631">
            <a:extLst xmlns:a="http://schemas.openxmlformats.org/drawingml/2006/main">
              <a:ext uri="{FF2B5EF4-FFF2-40B4-BE49-F238E27FC236}">
                <a16:creationId xmlns:a16="http://schemas.microsoft.com/office/drawing/2014/main" id="{951F9659-EBBC-4E19-B4F3-FA5DD64C5A9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32">
            <a:extLst xmlns:a="http://schemas.openxmlformats.org/drawingml/2006/main">
              <a:ext uri="{FF2B5EF4-FFF2-40B4-BE49-F238E27FC236}">
                <a16:creationId xmlns:a16="http://schemas.microsoft.com/office/drawing/2014/main" id="{7F489D78-9946-4D03-9AD6-45E66C909F6B}"/>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33">
            <a:extLst xmlns:a="http://schemas.openxmlformats.org/drawingml/2006/main">
              <a:ext uri="{FF2B5EF4-FFF2-40B4-BE49-F238E27FC236}">
                <a16:creationId xmlns:a16="http://schemas.microsoft.com/office/drawing/2014/main" id="{0EB016CB-79E6-43E0-8E30-4E0B86A254B0}"/>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FORM</a:t>
            </a:r>
          </a:p>
        </p:txBody>
      </p:sp>
      <p:sp>
        <p:nvSpPr>
          <p:cNvPr id="20" name="profile-1634">
            <a:extLst xmlns:a="http://schemas.openxmlformats.org/drawingml/2006/main">
              <a:ext uri="{FF2B5EF4-FFF2-40B4-BE49-F238E27FC236}">
                <a16:creationId xmlns:a16="http://schemas.microsoft.com/office/drawing/2014/main" id="{D62EC32D-1384-40CA-8097-45698A2B77DD}"/>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One Person Corporation</a:t>
            </a:r>
          </a:p>
        </p:txBody>
      </p:sp>
      <p:sp>
        <p:nvSpPr>
          <p:cNvPr id="21" name="profile-1635">
            <a:extLst xmlns:a="http://schemas.openxmlformats.org/drawingml/2006/main">
              <a:ext uri="{FF2B5EF4-FFF2-40B4-BE49-F238E27FC236}">
                <a16:creationId xmlns:a16="http://schemas.microsoft.com/office/drawing/2014/main" id="{3DB82E03-CC57-4A19-BE6C-DB376AA145C3}"/>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 OFFICE</a:t>
            </a:r>
          </a:p>
        </p:txBody>
      </p:sp>
      <p:sp>
        <p:nvSpPr>
          <p:cNvPr id="22" name="profile-1636">
            <a:extLst xmlns:a="http://schemas.openxmlformats.org/drawingml/2006/main">
              <a:ext uri="{FF2B5EF4-FFF2-40B4-BE49-F238E27FC236}">
                <a16:creationId xmlns:a16="http://schemas.microsoft.com/office/drawing/2014/main" id="{13615FD1-DAA8-4D4C-B2FB-3FDCE17CC992}"/>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Tramo corner Dandan, Pasay City</a:t>
            </a:r>
          </a:p>
        </p:txBody>
      </p:sp>
      <p:sp>
        <p:nvSpPr>
          <p:cNvPr id="23" name="profile-1637">
            <a:extLst xmlns:a="http://schemas.openxmlformats.org/drawingml/2006/main">
              <a:ext uri="{FF2B5EF4-FFF2-40B4-BE49-F238E27FC236}">
                <a16:creationId xmlns:a16="http://schemas.microsoft.com/office/drawing/2014/main" id="{6509DE55-535E-4D28-88BC-B3B7B0C49F3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CONTENT</a:t>
            </a:r>
          </a:p>
        </p:txBody>
      </p:sp>
      <p:sp>
        <p:nvSpPr>
          <p:cNvPr id="24" name="profile-1638">
            <a:extLst xmlns:a="http://schemas.openxmlformats.org/drawingml/2006/main">
              <a:ext uri="{FF2B5EF4-FFF2-40B4-BE49-F238E27FC236}">
                <a16:creationId xmlns:a16="http://schemas.microsoft.com/office/drawing/2014/main" id="{B867FB98-530B-4FFF-8E0A-07426142EF3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Corporate purposes and incorporation provisions</a:t>
            </a:r>
          </a:p>
        </p:txBody>
      </p:sp>
      <p:sp>
        <p:nvSpPr>
          <p:cNvPr id="25" name="profile-1639">
            <a:extLst xmlns:a="http://schemas.openxmlformats.org/drawingml/2006/main">
              <a:ext uri="{FF2B5EF4-FFF2-40B4-BE49-F238E27FC236}">
                <a16:creationId xmlns:a16="http://schemas.microsoft.com/office/drawing/2014/main" id="{95C70FB0-7E13-4B51-B3D3-8ECE6996E4CE}"/>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The incorporator's personal TIN is not the OPC tax registration.</a:t>
            </a:r>
          </a:p>
        </p:txBody>
      </p:sp>
      <p:pic>
        <p:nvPicPr>
          <p:cNvPr id="26" name="">
            <a:extLst xmlns:a="http://schemas.openxmlformats.org/drawingml/2006/main">
              <a:ext uri="{FF2B5EF4-FFF2-40B4-BE49-F238E27FC236}">
                <a16:creationId xmlns:a16="http://schemas.microsoft.com/office/drawing/2014/main" id="{2E931299-AB24-4465-B2B4-7510FFF61BF9}"/>
              </a:ext>
            </a:extLst>
          </p:cNvPr>
          <p:cNvPicPr>
            <a:picLocks xmlns:a="http://schemas.openxmlformats.org/drawingml/2006/main" noChangeAspect="1"/>
          </p:cNvPicPr>
          <p:nvPr/>
        </p:nvPicPr>
        <p:blipFill>
          <a:blip xmlns:r="http://schemas.openxmlformats.org/officeDocument/2006/relationships" xmlns:a="http://schemas.openxmlformats.org/drawingml/2006/main" r:embed="R29aa6d9d696847e2"/>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7" name="profile-1640">
            <a:extLst xmlns:a="http://schemas.openxmlformats.org/drawingml/2006/main">
              <a:ext uri="{FF2B5EF4-FFF2-40B4-BE49-F238E27FC236}">
                <a16:creationId xmlns:a16="http://schemas.microsoft.com/office/drawing/2014/main" id="{E66E1889-1B40-4531-9219-0E9D567B525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4 of 5 | Owner-supplied copy</a:t>
            </a:r>
          </a:p>
        </p:txBody>
      </p:sp>
    </p:spTree>
    <p:extLst>
      <p:ext uri="{BB962C8B-B14F-4D97-AF65-F5344CB8AC3E}">
        <p14:creationId xmlns:p14="http://schemas.microsoft.com/office/powerpoint/2010/main" val="96171187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641">
            <a:extLst xmlns:a="http://schemas.openxmlformats.org/drawingml/2006/main">
              <a:ext uri="{FF2B5EF4-FFF2-40B4-BE49-F238E27FC236}">
                <a16:creationId xmlns:a16="http://schemas.microsoft.com/office/drawing/2014/main" id="{33CF6660-D42C-4CEA-A54D-FEDBBBDE85E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42">
            <a:extLst xmlns:a="http://schemas.openxmlformats.org/drawingml/2006/main">
              <a:ext uri="{FF2B5EF4-FFF2-40B4-BE49-F238E27FC236}">
                <a16:creationId xmlns:a16="http://schemas.microsoft.com/office/drawing/2014/main" id="{98931B54-7784-4670-8421-1910F8E29DD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32146B2-75DF-480A-8376-BCB3CCE4CDBD}"/>
              </a:ext>
            </a:extLst>
          </p:cNvPr>
          <p:cNvPicPr>
            <a:picLocks xmlns:a="http://schemas.openxmlformats.org/drawingml/2006/main" noChangeAspect="1"/>
          </p:cNvPicPr>
          <p:nvPr/>
        </p:nvPicPr>
        <p:blipFill>
          <a:blip xmlns:r="http://schemas.openxmlformats.org/officeDocument/2006/relationships" xmlns:a="http://schemas.openxmlformats.org/drawingml/2006/main" r:embed="R815e0f3cd15346e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43">
            <a:extLst xmlns:a="http://schemas.openxmlformats.org/drawingml/2006/main">
              <a:ext uri="{FF2B5EF4-FFF2-40B4-BE49-F238E27FC236}">
                <a16:creationId xmlns:a16="http://schemas.microsoft.com/office/drawing/2014/main" id="{5D38CA64-E12D-4E2F-A909-DCFF757362CC}"/>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44">
            <a:extLst xmlns:a="http://schemas.openxmlformats.org/drawingml/2006/main">
              <a:ext uri="{FF2B5EF4-FFF2-40B4-BE49-F238E27FC236}">
                <a16:creationId xmlns:a16="http://schemas.microsoft.com/office/drawing/2014/main" id="{BF527DEF-6193-4B72-B8E9-E1A38ACB58E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45">
            <a:extLst xmlns:a="http://schemas.openxmlformats.org/drawingml/2006/main">
              <a:ext uri="{FF2B5EF4-FFF2-40B4-BE49-F238E27FC236}">
                <a16:creationId xmlns:a16="http://schemas.microsoft.com/office/drawing/2014/main" id="{AA67150F-51E1-4910-925A-A5F71BC6359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46">
            <a:extLst xmlns:a="http://schemas.openxmlformats.org/drawingml/2006/main">
              <a:ext uri="{FF2B5EF4-FFF2-40B4-BE49-F238E27FC236}">
                <a16:creationId xmlns:a16="http://schemas.microsoft.com/office/drawing/2014/main" id="{10BA5A98-7B2B-4737-8976-6061A61755B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47">
            <a:extLst xmlns:a="http://schemas.openxmlformats.org/drawingml/2006/main">
              <a:ext uri="{FF2B5EF4-FFF2-40B4-BE49-F238E27FC236}">
                <a16:creationId xmlns:a16="http://schemas.microsoft.com/office/drawing/2014/main" id="{C4BE6FE5-39EC-4BED-A05A-5FA8AB81932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48">
            <a:extLst xmlns:a="http://schemas.openxmlformats.org/drawingml/2006/main">
              <a:ext uri="{FF2B5EF4-FFF2-40B4-BE49-F238E27FC236}">
                <a16:creationId xmlns:a16="http://schemas.microsoft.com/office/drawing/2014/main" id="{15062825-436B-43E4-A345-DB768B76ABD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49">
            <a:extLst xmlns:a="http://schemas.openxmlformats.org/drawingml/2006/main">
              <a:ext uri="{FF2B5EF4-FFF2-40B4-BE49-F238E27FC236}">
                <a16:creationId xmlns:a16="http://schemas.microsoft.com/office/drawing/2014/main" id="{118A1911-00F3-4ACB-B621-17156B1ACE9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50">
            <a:extLst xmlns:a="http://schemas.openxmlformats.org/drawingml/2006/main">
              <a:ext uri="{FF2B5EF4-FFF2-40B4-BE49-F238E27FC236}">
                <a16:creationId xmlns:a16="http://schemas.microsoft.com/office/drawing/2014/main" id="{49346736-6378-422D-8AB9-D5D47E32DAE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51">
            <a:extLst xmlns:a="http://schemas.openxmlformats.org/drawingml/2006/main">
              <a:ext uri="{FF2B5EF4-FFF2-40B4-BE49-F238E27FC236}">
                <a16:creationId xmlns:a16="http://schemas.microsoft.com/office/drawing/2014/main" id="{F448F2A3-5188-4FB2-AFA3-C7F5E347C97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52">
            <a:extLst xmlns:a="http://schemas.openxmlformats.org/drawingml/2006/main">
              <a:ext uri="{FF2B5EF4-FFF2-40B4-BE49-F238E27FC236}">
                <a16:creationId xmlns:a16="http://schemas.microsoft.com/office/drawing/2014/main" id="{BE6C7314-9C9D-40C5-ACC1-5AD8FC305C7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53">
            <a:extLst xmlns:a="http://schemas.openxmlformats.org/drawingml/2006/main">
              <a:ext uri="{FF2B5EF4-FFF2-40B4-BE49-F238E27FC236}">
                <a16:creationId xmlns:a16="http://schemas.microsoft.com/office/drawing/2014/main" id="{A17B70D2-41E2-4EAB-8832-E4152CBEB1A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54">
            <a:extLst xmlns:a="http://schemas.openxmlformats.org/drawingml/2006/main">
              <a:ext uri="{FF2B5EF4-FFF2-40B4-BE49-F238E27FC236}">
                <a16:creationId xmlns:a16="http://schemas.microsoft.com/office/drawing/2014/main" id="{69FA16F6-E5D4-47F4-924F-04D0044D212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45</a:t>
            </a:r>
          </a:p>
        </p:txBody>
      </p:sp>
      <p:sp>
        <p:nvSpPr>
          <p:cNvPr id="16" name="profile-1655">
            <a:extLst xmlns:a="http://schemas.openxmlformats.org/drawingml/2006/main">
              <a:ext uri="{FF2B5EF4-FFF2-40B4-BE49-F238E27FC236}">
                <a16:creationId xmlns:a16="http://schemas.microsoft.com/office/drawing/2014/main" id="{73A9D166-2727-4961-88BE-3F783B334E4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Certificate of Authentication</a:t>
            </a:r>
          </a:p>
        </p:txBody>
      </p:sp>
      <p:sp>
        <p:nvSpPr>
          <p:cNvPr id="17" name="profile-1656">
            <a:extLst xmlns:a="http://schemas.openxmlformats.org/drawingml/2006/main">
              <a:ext uri="{FF2B5EF4-FFF2-40B4-BE49-F238E27FC236}">
                <a16:creationId xmlns:a16="http://schemas.microsoft.com/office/drawing/2014/main" id="{63FEEAC9-9DE8-430C-9835-3E0D8BB215E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57">
            <a:extLst xmlns:a="http://schemas.openxmlformats.org/drawingml/2006/main">
              <a:ext uri="{FF2B5EF4-FFF2-40B4-BE49-F238E27FC236}">
                <a16:creationId xmlns:a16="http://schemas.microsoft.com/office/drawing/2014/main" id="{0B243641-7B29-42B6-8C80-B045BF8E9F7C}"/>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58">
            <a:extLst xmlns:a="http://schemas.openxmlformats.org/drawingml/2006/main">
              <a:ext uri="{FF2B5EF4-FFF2-40B4-BE49-F238E27FC236}">
                <a16:creationId xmlns:a16="http://schemas.microsoft.com/office/drawing/2014/main" id="{0183780B-5A28-40EE-879F-BC72E00C0686}"/>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0" name="profile-1659">
            <a:extLst xmlns:a="http://schemas.openxmlformats.org/drawingml/2006/main">
              <a:ext uri="{FF2B5EF4-FFF2-40B4-BE49-F238E27FC236}">
                <a16:creationId xmlns:a16="http://schemas.microsoft.com/office/drawing/2014/main" id="{C90AB203-6C35-4FE9-A372-4012421D1CA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Incorporator declarations</a:t>
            </a:r>
          </a:p>
        </p:txBody>
      </p:sp>
      <p:sp>
        <p:nvSpPr>
          <p:cNvPr id="21" name="profile-1660">
            <a:extLst xmlns:a="http://schemas.openxmlformats.org/drawingml/2006/main">
              <a:ext uri="{FF2B5EF4-FFF2-40B4-BE49-F238E27FC236}">
                <a16:creationId xmlns:a16="http://schemas.microsoft.com/office/drawing/2014/main" id="{12D25EE8-9A53-40B7-99B6-89184C79C0A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AUTHENTICATION EVENT</a:t>
            </a:r>
          </a:p>
        </p:txBody>
      </p:sp>
      <p:sp>
        <p:nvSpPr>
          <p:cNvPr id="22" name="profile-1661">
            <a:extLst xmlns:a="http://schemas.openxmlformats.org/drawingml/2006/main">
              <a:ext uri="{FF2B5EF4-FFF2-40B4-BE49-F238E27FC236}">
                <a16:creationId xmlns:a16="http://schemas.microsoft.com/office/drawing/2014/main" id="{9537F34A-3F8E-4349-89B2-A7930BE0EF14}"/>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12 January 2026</a:t>
            </a:r>
          </a:p>
        </p:txBody>
      </p:sp>
      <p:sp>
        <p:nvSpPr>
          <p:cNvPr id="23" name="profile-1662">
            <a:extLst xmlns:a="http://schemas.openxmlformats.org/drawingml/2006/main">
              <a:ext uri="{FF2B5EF4-FFF2-40B4-BE49-F238E27FC236}">
                <a16:creationId xmlns:a16="http://schemas.microsoft.com/office/drawing/2014/main" id="{7C63898B-0314-4951-BD8B-54B61E3AD96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RELATED ENTITY</a:t>
            </a:r>
          </a:p>
        </p:txBody>
      </p:sp>
      <p:sp>
        <p:nvSpPr>
          <p:cNvPr id="24" name="profile-1663">
            <a:extLst xmlns:a="http://schemas.openxmlformats.org/drawingml/2006/main">
              <a:ext uri="{FF2B5EF4-FFF2-40B4-BE49-F238E27FC236}">
                <a16:creationId xmlns:a16="http://schemas.microsoft.com/office/drawing/2014/main" id="{1E216FDB-E5F6-4DE3-9874-6A5DB4BDB3C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664">
            <a:extLst xmlns:a="http://schemas.openxmlformats.org/drawingml/2006/main">
              <a:ext uri="{FF2B5EF4-FFF2-40B4-BE49-F238E27FC236}">
                <a16:creationId xmlns:a16="http://schemas.microsoft.com/office/drawing/2014/main" id="{B0609A36-D00D-4B3E-AD4C-77F8CDB635CD}"/>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665">
            <a:extLst xmlns:a="http://schemas.openxmlformats.org/drawingml/2006/main">
              <a:ext uri="{FF2B5EF4-FFF2-40B4-BE49-F238E27FC236}">
                <a16:creationId xmlns:a16="http://schemas.microsoft.com/office/drawing/2014/main" id="{944D143B-7B29-47EF-818A-893849A78364}"/>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Registration declaration; not an operating permit.</a:t>
            </a:r>
          </a:p>
        </p:txBody>
      </p:sp>
      <p:pic>
        <p:nvPicPr>
          <p:cNvPr id="27" name="">
            <a:extLst xmlns:a="http://schemas.openxmlformats.org/drawingml/2006/main">
              <a:ext uri="{FF2B5EF4-FFF2-40B4-BE49-F238E27FC236}">
                <a16:creationId xmlns:a16="http://schemas.microsoft.com/office/drawing/2014/main" id="{EE109FC9-3C1D-4236-A49C-CB7E20E149B7}"/>
              </a:ext>
            </a:extLst>
          </p:cNvPr>
          <p:cNvPicPr>
            <a:picLocks xmlns:a="http://schemas.openxmlformats.org/drawingml/2006/main" noChangeAspect="1"/>
          </p:cNvPicPr>
          <p:nvPr/>
        </p:nvPicPr>
        <p:blipFill>
          <a:blip xmlns:r="http://schemas.openxmlformats.org/officeDocument/2006/relationships" xmlns:a="http://schemas.openxmlformats.org/drawingml/2006/main" r:embed="Rc51b178bbd204710"/>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8" name="profile-1666">
            <a:extLst xmlns:a="http://schemas.openxmlformats.org/drawingml/2006/main">
              <a:ext uri="{FF2B5EF4-FFF2-40B4-BE49-F238E27FC236}">
                <a16:creationId xmlns:a16="http://schemas.microsoft.com/office/drawing/2014/main" id="{FCCBCE2C-CF0C-444D-A77A-C1F145DDA3D0}"/>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141193058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667">
            <a:extLst xmlns:a="http://schemas.openxmlformats.org/drawingml/2006/main">
              <a:ext uri="{FF2B5EF4-FFF2-40B4-BE49-F238E27FC236}">
                <a16:creationId xmlns:a16="http://schemas.microsoft.com/office/drawing/2014/main" id="{12755AD3-7FC3-4F29-AB82-1C00AA2EF59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68">
            <a:extLst xmlns:a="http://schemas.openxmlformats.org/drawingml/2006/main">
              <a:ext uri="{FF2B5EF4-FFF2-40B4-BE49-F238E27FC236}">
                <a16:creationId xmlns:a16="http://schemas.microsoft.com/office/drawing/2014/main" id="{C0FE646F-9D02-48D1-BF86-9E599A16571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BBCBBDF-4B04-4351-ACBA-3252E9F8FC63}"/>
              </a:ext>
            </a:extLst>
          </p:cNvPr>
          <p:cNvPicPr>
            <a:picLocks xmlns:a="http://schemas.openxmlformats.org/drawingml/2006/main" noChangeAspect="1"/>
          </p:cNvPicPr>
          <p:nvPr/>
        </p:nvPicPr>
        <p:blipFill>
          <a:blip xmlns:r="http://schemas.openxmlformats.org/officeDocument/2006/relationships" xmlns:a="http://schemas.openxmlformats.org/drawingml/2006/main" r:embed="Ra8b7264a91b6410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69">
            <a:extLst xmlns:a="http://schemas.openxmlformats.org/drawingml/2006/main">
              <a:ext uri="{FF2B5EF4-FFF2-40B4-BE49-F238E27FC236}">
                <a16:creationId xmlns:a16="http://schemas.microsoft.com/office/drawing/2014/main" id="{E3A2C02B-8124-4A16-A21E-C2ADB2CF318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70">
            <a:extLst xmlns:a="http://schemas.openxmlformats.org/drawingml/2006/main">
              <a:ext uri="{FF2B5EF4-FFF2-40B4-BE49-F238E27FC236}">
                <a16:creationId xmlns:a16="http://schemas.microsoft.com/office/drawing/2014/main" id="{94A39B43-12CE-4746-A1A2-36691D7656B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71">
            <a:extLst xmlns:a="http://schemas.openxmlformats.org/drawingml/2006/main">
              <a:ext uri="{FF2B5EF4-FFF2-40B4-BE49-F238E27FC236}">
                <a16:creationId xmlns:a16="http://schemas.microsoft.com/office/drawing/2014/main" id="{DD12CEBC-F1B5-46B6-B458-9B4CF7EBFC8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72">
            <a:extLst xmlns:a="http://schemas.openxmlformats.org/drawingml/2006/main">
              <a:ext uri="{FF2B5EF4-FFF2-40B4-BE49-F238E27FC236}">
                <a16:creationId xmlns:a16="http://schemas.microsoft.com/office/drawing/2014/main" id="{CC50611C-89BA-428A-8B71-53A22F35D0C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73">
            <a:extLst xmlns:a="http://schemas.openxmlformats.org/drawingml/2006/main">
              <a:ext uri="{FF2B5EF4-FFF2-40B4-BE49-F238E27FC236}">
                <a16:creationId xmlns:a16="http://schemas.microsoft.com/office/drawing/2014/main" id="{2336F969-585A-4549-9D57-AC31AE68DD7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674">
            <a:extLst xmlns:a="http://schemas.openxmlformats.org/drawingml/2006/main">
              <a:ext uri="{FF2B5EF4-FFF2-40B4-BE49-F238E27FC236}">
                <a16:creationId xmlns:a16="http://schemas.microsoft.com/office/drawing/2014/main" id="{3C43EEEF-31F7-407C-BDA4-81A3BAFE363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75">
            <a:extLst xmlns:a="http://schemas.openxmlformats.org/drawingml/2006/main">
              <a:ext uri="{FF2B5EF4-FFF2-40B4-BE49-F238E27FC236}">
                <a16:creationId xmlns:a16="http://schemas.microsoft.com/office/drawing/2014/main" id="{9A5DE129-DFDD-45FC-BF45-DA386241F66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76">
            <a:extLst xmlns:a="http://schemas.openxmlformats.org/drawingml/2006/main">
              <a:ext uri="{FF2B5EF4-FFF2-40B4-BE49-F238E27FC236}">
                <a16:creationId xmlns:a16="http://schemas.microsoft.com/office/drawing/2014/main" id="{8FD214B0-0355-45DC-96D5-6ECE752D015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77">
            <a:extLst xmlns:a="http://schemas.openxmlformats.org/drawingml/2006/main">
              <a:ext uri="{FF2B5EF4-FFF2-40B4-BE49-F238E27FC236}">
                <a16:creationId xmlns:a16="http://schemas.microsoft.com/office/drawing/2014/main" id="{831C794C-4D65-4E76-9899-A63FD805688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678">
            <a:extLst xmlns:a="http://schemas.openxmlformats.org/drawingml/2006/main">
              <a:ext uri="{FF2B5EF4-FFF2-40B4-BE49-F238E27FC236}">
                <a16:creationId xmlns:a16="http://schemas.microsoft.com/office/drawing/2014/main" id="{63932797-E06A-44DD-98E1-2EBDD062212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679">
            <a:extLst xmlns:a="http://schemas.openxmlformats.org/drawingml/2006/main">
              <a:ext uri="{FF2B5EF4-FFF2-40B4-BE49-F238E27FC236}">
                <a16:creationId xmlns:a16="http://schemas.microsoft.com/office/drawing/2014/main" id="{FE78F1D3-5AA3-4464-9C5F-9F20029DF7B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680">
            <a:extLst xmlns:a="http://schemas.openxmlformats.org/drawingml/2006/main">
              <a:ext uri="{FF2B5EF4-FFF2-40B4-BE49-F238E27FC236}">
                <a16:creationId xmlns:a16="http://schemas.microsoft.com/office/drawing/2014/main" id="{4CB197C1-2C2E-4A14-8C5A-DAE788B2E8B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46</a:t>
            </a:r>
          </a:p>
        </p:txBody>
      </p:sp>
      <p:sp>
        <p:nvSpPr>
          <p:cNvPr id="16" name="profile-1681">
            <a:extLst xmlns:a="http://schemas.openxmlformats.org/drawingml/2006/main">
              <a:ext uri="{FF2B5EF4-FFF2-40B4-BE49-F238E27FC236}">
                <a16:creationId xmlns:a16="http://schemas.microsoft.com/office/drawing/2014/main" id="{BEC5A77C-534D-416A-92A8-04DB697E8EF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Certificate of Authentication</a:t>
            </a:r>
          </a:p>
        </p:txBody>
      </p:sp>
      <p:sp>
        <p:nvSpPr>
          <p:cNvPr id="17" name="profile-1682">
            <a:extLst xmlns:a="http://schemas.openxmlformats.org/drawingml/2006/main">
              <a:ext uri="{FF2B5EF4-FFF2-40B4-BE49-F238E27FC236}">
                <a16:creationId xmlns:a16="http://schemas.microsoft.com/office/drawing/2014/main" id="{06C2A5F7-827C-44E5-BF7A-A2BFC7EB291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683">
            <a:extLst xmlns:a="http://schemas.openxmlformats.org/drawingml/2006/main">
              <a:ext uri="{FF2B5EF4-FFF2-40B4-BE49-F238E27FC236}">
                <a16:creationId xmlns:a16="http://schemas.microsoft.com/office/drawing/2014/main" id="{CF11C6C6-14F7-4D92-9E36-2B49A0F715D7}"/>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684">
            <a:extLst xmlns:a="http://schemas.openxmlformats.org/drawingml/2006/main">
              <a:ext uri="{FF2B5EF4-FFF2-40B4-BE49-F238E27FC236}">
                <a16:creationId xmlns:a16="http://schemas.microsoft.com/office/drawing/2014/main" id="{051678E6-5B85-47D3-B078-5ABA94806B9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0" name="profile-1685">
            <a:extLst xmlns:a="http://schemas.openxmlformats.org/drawingml/2006/main">
              <a:ext uri="{FF2B5EF4-FFF2-40B4-BE49-F238E27FC236}">
                <a16:creationId xmlns:a16="http://schemas.microsoft.com/office/drawing/2014/main" id="{91C6AE44-DE77-46BB-9160-B26BA9EC02A2}"/>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Incorporator declarations</a:t>
            </a:r>
          </a:p>
        </p:txBody>
      </p:sp>
      <p:sp>
        <p:nvSpPr>
          <p:cNvPr id="21" name="profile-1686">
            <a:extLst xmlns:a="http://schemas.openxmlformats.org/drawingml/2006/main">
              <a:ext uri="{FF2B5EF4-FFF2-40B4-BE49-F238E27FC236}">
                <a16:creationId xmlns:a16="http://schemas.microsoft.com/office/drawing/2014/main" id="{346A8E47-6DDC-46D9-8BF1-52696D907BDB}"/>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AUTHENTICATION EVENT</a:t>
            </a:r>
          </a:p>
        </p:txBody>
      </p:sp>
      <p:sp>
        <p:nvSpPr>
          <p:cNvPr id="22" name="profile-1687">
            <a:extLst xmlns:a="http://schemas.openxmlformats.org/drawingml/2006/main">
              <a:ext uri="{FF2B5EF4-FFF2-40B4-BE49-F238E27FC236}">
                <a16:creationId xmlns:a16="http://schemas.microsoft.com/office/drawing/2014/main" id="{10FF6F49-5993-40A5-AA3D-0AD5D8367BBA}"/>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12 January 2026</a:t>
            </a:r>
          </a:p>
        </p:txBody>
      </p:sp>
      <p:sp>
        <p:nvSpPr>
          <p:cNvPr id="23" name="profile-1688">
            <a:extLst xmlns:a="http://schemas.openxmlformats.org/drawingml/2006/main">
              <a:ext uri="{FF2B5EF4-FFF2-40B4-BE49-F238E27FC236}">
                <a16:creationId xmlns:a16="http://schemas.microsoft.com/office/drawing/2014/main" id="{B59E38DC-EB82-4A9C-B32F-95F814AA6025}"/>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RELATED ENTITY</a:t>
            </a:r>
          </a:p>
        </p:txBody>
      </p:sp>
      <p:sp>
        <p:nvSpPr>
          <p:cNvPr id="24" name="profile-1689">
            <a:extLst xmlns:a="http://schemas.openxmlformats.org/drawingml/2006/main">
              <a:ext uri="{FF2B5EF4-FFF2-40B4-BE49-F238E27FC236}">
                <a16:creationId xmlns:a16="http://schemas.microsoft.com/office/drawing/2014/main" id="{AEAA3EB9-256E-41AF-B56A-E003C78FCAEF}"/>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Oceanides Plumbing Siphoning &amp; Pest Management</a:t>
            </a:r>
          </a:p>
        </p:txBody>
      </p:sp>
      <p:sp>
        <p:nvSpPr>
          <p:cNvPr id="25" name="profile-1690">
            <a:extLst xmlns:a="http://schemas.openxmlformats.org/drawingml/2006/main">
              <a:ext uri="{FF2B5EF4-FFF2-40B4-BE49-F238E27FC236}">
                <a16:creationId xmlns:a16="http://schemas.microsoft.com/office/drawing/2014/main" id="{D1E657F6-DB0C-4B3E-BB29-F0128A784BDF}"/>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Services OPC</a:t>
            </a:r>
          </a:p>
        </p:txBody>
      </p:sp>
      <p:sp>
        <p:nvSpPr>
          <p:cNvPr id="26" name="profile-1691">
            <a:extLst xmlns:a="http://schemas.openxmlformats.org/drawingml/2006/main">
              <a:ext uri="{FF2B5EF4-FFF2-40B4-BE49-F238E27FC236}">
                <a16:creationId xmlns:a16="http://schemas.microsoft.com/office/drawing/2014/main" id="{15AD0F29-4650-4D52-AA96-567C07DF1FD2}"/>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Registration declaration; not an operating permit.</a:t>
            </a:r>
          </a:p>
        </p:txBody>
      </p:sp>
      <p:pic>
        <p:nvPicPr>
          <p:cNvPr id="27" name="">
            <a:extLst xmlns:a="http://schemas.openxmlformats.org/drawingml/2006/main">
              <a:ext uri="{FF2B5EF4-FFF2-40B4-BE49-F238E27FC236}">
                <a16:creationId xmlns:a16="http://schemas.microsoft.com/office/drawing/2014/main" id="{6A7DD80F-6797-48BD-8284-613A33762ABE}"/>
              </a:ext>
            </a:extLst>
          </p:cNvPr>
          <p:cNvPicPr>
            <a:picLocks xmlns:a="http://schemas.openxmlformats.org/drawingml/2006/main" noChangeAspect="1"/>
          </p:cNvPicPr>
          <p:nvPr/>
        </p:nvPicPr>
        <p:blipFill>
          <a:blip xmlns:r="http://schemas.openxmlformats.org/officeDocument/2006/relationships" xmlns:a="http://schemas.openxmlformats.org/drawingml/2006/main" r:embed="R7a4094aff9154589"/>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8" name="profile-1692">
            <a:extLst xmlns:a="http://schemas.openxmlformats.org/drawingml/2006/main">
              <a:ext uri="{FF2B5EF4-FFF2-40B4-BE49-F238E27FC236}">
                <a16:creationId xmlns:a16="http://schemas.microsoft.com/office/drawing/2014/main" id="{D19AE0D5-9B6D-4414-B4D7-4C0FE60D9E0D}"/>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180464154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693">
            <a:extLst xmlns:a="http://schemas.openxmlformats.org/drawingml/2006/main">
              <a:ext uri="{FF2B5EF4-FFF2-40B4-BE49-F238E27FC236}">
                <a16:creationId xmlns:a16="http://schemas.microsoft.com/office/drawing/2014/main" id="{78C8FDF8-9DE1-41D9-8D5B-536A0046A12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94">
            <a:extLst xmlns:a="http://schemas.openxmlformats.org/drawingml/2006/main">
              <a:ext uri="{FF2B5EF4-FFF2-40B4-BE49-F238E27FC236}">
                <a16:creationId xmlns:a16="http://schemas.microsoft.com/office/drawing/2014/main" id="{57141BE1-9B4D-4190-8906-850E3B98FCB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239DF67-1742-43A8-B7DA-5C5185F5224F}"/>
              </a:ext>
            </a:extLst>
          </p:cNvPr>
          <p:cNvPicPr>
            <a:picLocks xmlns:a="http://schemas.openxmlformats.org/drawingml/2006/main" noChangeAspect="1"/>
          </p:cNvPicPr>
          <p:nvPr/>
        </p:nvPicPr>
        <p:blipFill>
          <a:blip xmlns:r="http://schemas.openxmlformats.org/officeDocument/2006/relationships" xmlns:a="http://schemas.openxmlformats.org/drawingml/2006/main" r:embed="Rf5d94a035e2f459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95">
            <a:extLst xmlns:a="http://schemas.openxmlformats.org/drawingml/2006/main">
              <a:ext uri="{FF2B5EF4-FFF2-40B4-BE49-F238E27FC236}">
                <a16:creationId xmlns:a16="http://schemas.microsoft.com/office/drawing/2014/main" id="{3F94D094-C4CD-452F-AFF3-BF555626819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96">
            <a:extLst xmlns:a="http://schemas.openxmlformats.org/drawingml/2006/main">
              <a:ext uri="{FF2B5EF4-FFF2-40B4-BE49-F238E27FC236}">
                <a16:creationId xmlns:a16="http://schemas.microsoft.com/office/drawing/2014/main" id="{A8D9C6AF-2606-41A9-8D45-80C4520FC13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697">
            <a:extLst xmlns:a="http://schemas.openxmlformats.org/drawingml/2006/main">
              <a:ext uri="{FF2B5EF4-FFF2-40B4-BE49-F238E27FC236}">
                <a16:creationId xmlns:a16="http://schemas.microsoft.com/office/drawing/2014/main" id="{25D1A21F-792D-4D99-9198-555A44E2F30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698">
            <a:extLst xmlns:a="http://schemas.openxmlformats.org/drawingml/2006/main">
              <a:ext uri="{FF2B5EF4-FFF2-40B4-BE49-F238E27FC236}">
                <a16:creationId xmlns:a16="http://schemas.microsoft.com/office/drawing/2014/main" id="{2E38FCD5-13E7-464C-B9E8-343194A5446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99">
            <a:extLst xmlns:a="http://schemas.openxmlformats.org/drawingml/2006/main">
              <a:ext uri="{FF2B5EF4-FFF2-40B4-BE49-F238E27FC236}">
                <a16:creationId xmlns:a16="http://schemas.microsoft.com/office/drawing/2014/main" id="{714044D7-F57A-4B03-A035-8424311102F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00">
            <a:extLst xmlns:a="http://schemas.openxmlformats.org/drawingml/2006/main">
              <a:ext uri="{FF2B5EF4-FFF2-40B4-BE49-F238E27FC236}">
                <a16:creationId xmlns:a16="http://schemas.microsoft.com/office/drawing/2014/main" id="{D8FDC903-CD8A-443D-89AF-F66D7F2B26C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01">
            <a:extLst xmlns:a="http://schemas.openxmlformats.org/drawingml/2006/main">
              <a:ext uri="{FF2B5EF4-FFF2-40B4-BE49-F238E27FC236}">
                <a16:creationId xmlns:a16="http://schemas.microsoft.com/office/drawing/2014/main" id="{B3D4A49E-B339-4F8E-BF9C-92070D71507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02">
            <a:extLst xmlns:a="http://schemas.openxmlformats.org/drawingml/2006/main">
              <a:ext uri="{FF2B5EF4-FFF2-40B4-BE49-F238E27FC236}">
                <a16:creationId xmlns:a16="http://schemas.microsoft.com/office/drawing/2014/main" id="{27B8A412-BC22-4EEA-83A5-BDA5A216186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03">
            <a:extLst xmlns:a="http://schemas.openxmlformats.org/drawingml/2006/main">
              <a:ext uri="{FF2B5EF4-FFF2-40B4-BE49-F238E27FC236}">
                <a16:creationId xmlns:a16="http://schemas.microsoft.com/office/drawing/2014/main" id="{24F83953-08B9-4557-9CAF-DEDAD273D2B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04">
            <a:extLst xmlns:a="http://schemas.openxmlformats.org/drawingml/2006/main">
              <a:ext uri="{FF2B5EF4-FFF2-40B4-BE49-F238E27FC236}">
                <a16:creationId xmlns:a16="http://schemas.microsoft.com/office/drawing/2014/main" id="{BCAF2F0C-2D83-4A7C-9858-A7D385298F8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05">
            <a:extLst xmlns:a="http://schemas.openxmlformats.org/drawingml/2006/main">
              <a:ext uri="{FF2B5EF4-FFF2-40B4-BE49-F238E27FC236}">
                <a16:creationId xmlns:a16="http://schemas.microsoft.com/office/drawing/2014/main" id="{19785A64-3348-44C1-923A-A27952D565E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06">
            <a:extLst xmlns:a="http://schemas.openxmlformats.org/drawingml/2006/main">
              <a:ext uri="{FF2B5EF4-FFF2-40B4-BE49-F238E27FC236}">
                <a16:creationId xmlns:a16="http://schemas.microsoft.com/office/drawing/2014/main" id="{5088F245-3D78-46C1-94EB-4A6C2B077F6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47</a:t>
            </a:r>
          </a:p>
        </p:txBody>
      </p:sp>
      <p:sp>
        <p:nvSpPr>
          <p:cNvPr id="16" name="profile-1707">
            <a:extLst xmlns:a="http://schemas.openxmlformats.org/drawingml/2006/main">
              <a:ext uri="{FF2B5EF4-FFF2-40B4-BE49-F238E27FC236}">
                <a16:creationId xmlns:a16="http://schemas.microsoft.com/office/drawing/2014/main" id="{AF4B2503-FF4E-4C66-BFF5-AD9C7FA33B4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08">
            <a:extLst xmlns:a="http://schemas.openxmlformats.org/drawingml/2006/main">
              <a:ext uri="{FF2B5EF4-FFF2-40B4-BE49-F238E27FC236}">
                <a16:creationId xmlns:a16="http://schemas.microsoft.com/office/drawing/2014/main" id="{8DCC814C-DD2C-409C-87E3-CE4CFBB9EF6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09">
            <a:extLst xmlns:a="http://schemas.openxmlformats.org/drawingml/2006/main">
              <a:ext uri="{FF2B5EF4-FFF2-40B4-BE49-F238E27FC236}">
                <a16:creationId xmlns:a16="http://schemas.microsoft.com/office/drawing/2014/main" id="{4D3E1AD1-27F1-4B5E-8123-8233EDF92900}"/>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10">
            <a:extLst xmlns:a="http://schemas.openxmlformats.org/drawingml/2006/main">
              <a:ext uri="{FF2B5EF4-FFF2-40B4-BE49-F238E27FC236}">
                <a16:creationId xmlns:a16="http://schemas.microsoft.com/office/drawing/2014/main" id="{249B1553-4259-420D-A3FE-570F7BB4564B}"/>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11">
            <a:extLst xmlns:a="http://schemas.openxmlformats.org/drawingml/2006/main">
              <a:ext uri="{FF2B5EF4-FFF2-40B4-BE49-F238E27FC236}">
                <a16:creationId xmlns:a16="http://schemas.microsoft.com/office/drawing/2014/main" id="{95F98C6A-ACB0-4AA9-A235-F520141872AA}"/>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12">
            <a:extLst xmlns:a="http://schemas.openxmlformats.org/drawingml/2006/main">
              <a:ext uri="{FF2B5EF4-FFF2-40B4-BE49-F238E27FC236}">
                <a16:creationId xmlns:a16="http://schemas.microsoft.com/office/drawing/2014/main" id="{3383960C-5FFF-45FD-8C73-092E770631C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13">
            <a:extLst xmlns:a="http://schemas.openxmlformats.org/drawingml/2006/main">
              <a:ext uri="{FF2B5EF4-FFF2-40B4-BE49-F238E27FC236}">
                <a16:creationId xmlns:a16="http://schemas.microsoft.com/office/drawing/2014/main" id="{3FB167EA-31C4-4DD4-A2F0-DECE478EF00A}"/>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14">
            <a:extLst xmlns:a="http://schemas.openxmlformats.org/drawingml/2006/main">
              <a:ext uri="{FF2B5EF4-FFF2-40B4-BE49-F238E27FC236}">
                <a16:creationId xmlns:a16="http://schemas.microsoft.com/office/drawing/2014/main" id="{D36E3810-B96A-48D9-9D0B-2AE5B756B21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15">
            <a:extLst xmlns:a="http://schemas.openxmlformats.org/drawingml/2006/main">
              <a:ext uri="{FF2B5EF4-FFF2-40B4-BE49-F238E27FC236}">
                <a16:creationId xmlns:a16="http://schemas.microsoft.com/office/drawing/2014/main" id="{09E151ED-E528-40A8-BC79-C588F9F83F81}"/>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16">
            <a:extLst xmlns:a="http://schemas.openxmlformats.org/drawingml/2006/main">
              <a:ext uri="{FF2B5EF4-FFF2-40B4-BE49-F238E27FC236}">
                <a16:creationId xmlns:a16="http://schemas.microsoft.com/office/drawing/2014/main" id="{450F1FBD-881B-4314-8C85-37FA0EAC3933}"/>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17">
            <a:extLst xmlns:a="http://schemas.openxmlformats.org/drawingml/2006/main">
              <a:ext uri="{FF2B5EF4-FFF2-40B4-BE49-F238E27FC236}">
                <a16:creationId xmlns:a16="http://schemas.microsoft.com/office/drawing/2014/main" id="{20676240-9121-4C3C-9CC4-F09C0244EB62}"/>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B5647F7E-F980-4BF6-93F9-D51CC4E8778E}"/>
              </a:ext>
            </a:extLst>
          </p:cNvPr>
          <p:cNvPicPr>
            <a:picLocks xmlns:a="http://schemas.openxmlformats.org/drawingml/2006/main" noChangeAspect="1"/>
          </p:cNvPicPr>
          <p:nvPr/>
        </p:nvPicPr>
        <p:blipFill>
          <a:blip xmlns:r="http://schemas.openxmlformats.org/officeDocument/2006/relationships" xmlns:a="http://schemas.openxmlformats.org/drawingml/2006/main" r:embed="Rc445d477ea414c0a"/>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18">
            <a:extLst xmlns:a="http://schemas.openxmlformats.org/drawingml/2006/main">
              <a:ext uri="{FF2B5EF4-FFF2-40B4-BE49-F238E27FC236}">
                <a16:creationId xmlns:a16="http://schemas.microsoft.com/office/drawing/2014/main" id="{60F5591C-15B6-4A09-9AD3-DCD393261583}"/>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3 | Owner-supplied copy</a:t>
            </a:r>
          </a:p>
        </p:txBody>
      </p:sp>
    </p:spTree>
    <p:extLst>
      <p:ext uri="{BB962C8B-B14F-4D97-AF65-F5344CB8AC3E}">
        <p14:creationId xmlns:p14="http://schemas.microsoft.com/office/powerpoint/2010/main" val="168665771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19">
            <a:extLst xmlns:a="http://schemas.openxmlformats.org/drawingml/2006/main">
              <a:ext uri="{FF2B5EF4-FFF2-40B4-BE49-F238E27FC236}">
                <a16:creationId xmlns:a16="http://schemas.microsoft.com/office/drawing/2014/main" id="{08A47781-FF4F-45C0-9238-66FE55610A5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20">
            <a:extLst xmlns:a="http://schemas.openxmlformats.org/drawingml/2006/main">
              <a:ext uri="{FF2B5EF4-FFF2-40B4-BE49-F238E27FC236}">
                <a16:creationId xmlns:a16="http://schemas.microsoft.com/office/drawing/2014/main" id="{61703A33-28E0-46C8-B851-B2481AFB716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B49375F-5BB2-46E3-ABD2-882E83D18A43}"/>
              </a:ext>
            </a:extLst>
          </p:cNvPr>
          <p:cNvPicPr>
            <a:picLocks xmlns:a="http://schemas.openxmlformats.org/drawingml/2006/main" noChangeAspect="1"/>
          </p:cNvPicPr>
          <p:nvPr/>
        </p:nvPicPr>
        <p:blipFill>
          <a:blip xmlns:r="http://schemas.openxmlformats.org/officeDocument/2006/relationships" xmlns:a="http://schemas.openxmlformats.org/drawingml/2006/main" r:embed="R9dac77afb3f54fb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21">
            <a:extLst xmlns:a="http://schemas.openxmlformats.org/drawingml/2006/main">
              <a:ext uri="{FF2B5EF4-FFF2-40B4-BE49-F238E27FC236}">
                <a16:creationId xmlns:a16="http://schemas.microsoft.com/office/drawing/2014/main" id="{EBECBFD4-7E82-4E72-A685-173ED48EF1F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22">
            <a:extLst xmlns:a="http://schemas.openxmlformats.org/drawingml/2006/main">
              <a:ext uri="{FF2B5EF4-FFF2-40B4-BE49-F238E27FC236}">
                <a16:creationId xmlns:a16="http://schemas.microsoft.com/office/drawing/2014/main" id="{238E2428-0FBD-48FD-BF9D-91896C1AC7D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23">
            <a:extLst xmlns:a="http://schemas.openxmlformats.org/drawingml/2006/main">
              <a:ext uri="{FF2B5EF4-FFF2-40B4-BE49-F238E27FC236}">
                <a16:creationId xmlns:a16="http://schemas.microsoft.com/office/drawing/2014/main" id="{29089FDF-9845-4534-B377-2C1E341D6D1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24">
            <a:extLst xmlns:a="http://schemas.openxmlformats.org/drawingml/2006/main">
              <a:ext uri="{FF2B5EF4-FFF2-40B4-BE49-F238E27FC236}">
                <a16:creationId xmlns:a16="http://schemas.microsoft.com/office/drawing/2014/main" id="{262A345F-86E3-4DF0-AF9D-578AA976903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25">
            <a:extLst xmlns:a="http://schemas.openxmlformats.org/drawingml/2006/main">
              <a:ext uri="{FF2B5EF4-FFF2-40B4-BE49-F238E27FC236}">
                <a16:creationId xmlns:a16="http://schemas.microsoft.com/office/drawing/2014/main" id="{C93F0BFC-FED1-4545-9583-0EB004FD91D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26">
            <a:extLst xmlns:a="http://schemas.openxmlformats.org/drawingml/2006/main">
              <a:ext uri="{FF2B5EF4-FFF2-40B4-BE49-F238E27FC236}">
                <a16:creationId xmlns:a16="http://schemas.microsoft.com/office/drawing/2014/main" id="{2B37DC44-3E14-485F-8EAF-1141831CA75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27">
            <a:extLst xmlns:a="http://schemas.openxmlformats.org/drawingml/2006/main">
              <a:ext uri="{FF2B5EF4-FFF2-40B4-BE49-F238E27FC236}">
                <a16:creationId xmlns:a16="http://schemas.microsoft.com/office/drawing/2014/main" id="{B8206FF5-E4DF-4D52-88D8-71A9890AC7D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28">
            <a:extLst xmlns:a="http://schemas.openxmlformats.org/drawingml/2006/main">
              <a:ext uri="{FF2B5EF4-FFF2-40B4-BE49-F238E27FC236}">
                <a16:creationId xmlns:a16="http://schemas.microsoft.com/office/drawing/2014/main" id="{FF0CAFB7-896B-4CEC-BDE7-2248F000538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29">
            <a:extLst xmlns:a="http://schemas.openxmlformats.org/drawingml/2006/main">
              <a:ext uri="{FF2B5EF4-FFF2-40B4-BE49-F238E27FC236}">
                <a16:creationId xmlns:a16="http://schemas.microsoft.com/office/drawing/2014/main" id="{54DE6F6A-5FE1-4C7D-8D1B-EA6DBB33192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30">
            <a:extLst xmlns:a="http://schemas.openxmlformats.org/drawingml/2006/main">
              <a:ext uri="{FF2B5EF4-FFF2-40B4-BE49-F238E27FC236}">
                <a16:creationId xmlns:a16="http://schemas.microsoft.com/office/drawing/2014/main" id="{68324EAC-28CA-4A64-9B46-E363B21FD33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31">
            <a:extLst xmlns:a="http://schemas.openxmlformats.org/drawingml/2006/main">
              <a:ext uri="{FF2B5EF4-FFF2-40B4-BE49-F238E27FC236}">
                <a16:creationId xmlns:a16="http://schemas.microsoft.com/office/drawing/2014/main" id="{50BD052B-44C4-4BA2-A73C-74F81AC919C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32">
            <a:extLst xmlns:a="http://schemas.openxmlformats.org/drawingml/2006/main">
              <a:ext uri="{FF2B5EF4-FFF2-40B4-BE49-F238E27FC236}">
                <a16:creationId xmlns:a16="http://schemas.microsoft.com/office/drawing/2014/main" id="{9330A4D0-1611-4009-88BD-87ED029EFD0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48</a:t>
            </a:r>
          </a:p>
        </p:txBody>
      </p:sp>
      <p:sp>
        <p:nvSpPr>
          <p:cNvPr id="16" name="profile-1733">
            <a:extLst xmlns:a="http://schemas.openxmlformats.org/drawingml/2006/main">
              <a:ext uri="{FF2B5EF4-FFF2-40B4-BE49-F238E27FC236}">
                <a16:creationId xmlns:a16="http://schemas.microsoft.com/office/drawing/2014/main" id="{B504CF2D-EE5B-4905-B1E0-07D9B91AAEF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34">
            <a:extLst xmlns:a="http://schemas.openxmlformats.org/drawingml/2006/main">
              <a:ext uri="{FF2B5EF4-FFF2-40B4-BE49-F238E27FC236}">
                <a16:creationId xmlns:a16="http://schemas.microsoft.com/office/drawing/2014/main" id="{633FBC4B-6C79-49BE-9D7B-F83FDB3E5AD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35">
            <a:extLst xmlns:a="http://schemas.openxmlformats.org/drawingml/2006/main">
              <a:ext uri="{FF2B5EF4-FFF2-40B4-BE49-F238E27FC236}">
                <a16:creationId xmlns:a16="http://schemas.microsoft.com/office/drawing/2014/main" id="{1F9DF8B2-7899-4E43-A0AB-AAA308C9C2E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36">
            <a:extLst xmlns:a="http://schemas.openxmlformats.org/drawingml/2006/main">
              <a:ext uri="{FF2B5EF4-FFF2-40B4-BE49-F238E27FC236}">
                <a16:creationId xmlns:a16="http://schemas.microsoft.com/office/drawing/2014/main" id="{CB1E9B77-E147-464E-A1F3-953C325D2B39}"/>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37">
            <a:extLst xmlns:a="http://schemas.openxmlformats.org/drawingml/2006/main">
              <a:ext uri="{FF2B5EF4-FFF2-40B4-BE49-F238E27FC236}">
                <a16:creationId xmlns:a16="http://schemas.microsoft.com/office/drawing/2014/main" id="{5188707F-B550-458C-A308-B69CD427692B}"/>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38">
            <a:extLst xmlns:a="http://schemas.openxmlformats.org/drawingml/2006/main">
              <a:ext uri="{FF2B5EF4-FFF2-40B4-BE49-F238E27FC236}">
                <a16:creationId xmlns:a16="http://schemas.microsoft.com/office/drawing/2014/main" id="{47C4ABFE-8BB9-4C14-ACDE-CE37A0CC142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39">
            <a:extLst xmlns:a="http://schemas.openxmlformats.org/drawingml/2006/main">
              <a:ext uri="{FF2B5EF4-FFF2-40B4-BE49-F238E27FC236}">
                <a16:creationId xmlns:a16="http://schemas.microsoft.com/office/drawing/2014/main" id="{D0224D16-8171-49E5-A2A0-5B60C9D0AFC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40">
            <a:extLst xmlns:a="http://schemas.openxmlformats.org/drawingml/2006/main">
              <a:ext uri="{FF2B5EF4-FFF2-40B4-BE49-F238E27FC236}">
                <a16:creationId xmlns:a16="http://schemas.microsoft.com/office/drawing/2014/main" id="{91D93DAD-826A-4007-A8D0-1A33967BB446}"/>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41">
            <a:extLst xmlns:a="http://schemas.openxmlformats.org/drawingml/2006/main">
              <a:ext uri="{FF2B5EF4-FFF2-40B4-BE49-F238E27FC236}">
                <a16:creationId xmlns:a16="http://schemas.microsoft.com/office/drawing/2014/main" id="{A37C507C-902D-436D-B945-603A715DB33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42">
            <a:extLst xmlns:a="http://schemas.openxmlformats.org/drawingml/2006/main">
              <a:ext uri="{FF2B5EF4-FFF2-40B4-BE49-F238E27FC236}">
                <a16:creationId xmlns:a16="http://schemas.microsoft.com/office/drawing/2014/main" id="{F73F940F-AED9-4586-8352-897812B27CE4}"/>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43">
            <a:extLst xmlns:a="http://schemas.openxmlformats.org/drawingml/2006/main">
              <a:ext uri="{FF2B5EF4-FFF2-40B4-BE49-F238E27FC236}">
                <a16:creationId xmlns:a16="http://schemas.microsoft.com/office/drawing/2014/main" id="{7B262305-5904-48B9-A99E-1344FB8DF638}"/>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C88E0251-BC99-4EC3-A15E-EF4A0643BBCF}"/>
              </a:ext>
            </a:extLst>
          </p:cNvPr>
          <p:cNvPicPr>
            <a:picLocks xmlns:a="http://schemas.openxmlformats.org/drawingml/2006/main" noChangeAspect="1"/>
          </p:cNvPicPr>
          <p:nvPr/>
        </p:nvPicPr>
        <p:blipFill>
          <a:blip xmlns:r="http://schemas.openxmlformats.org/officeDocument/2006/relationships" xmlns:a="http://schemas.openxmlformats.org/drawingml/2006/main" r:embed="R5ffcbab1ac49433f"/>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44">
            <a:extLst xmlns:a="http://schemas.openxmlformats.org/drawingml/2006/main">
              <a:ext uri="{FF2B5EF4-FFF2-40B4-BE49-F238E27FC236}">
                <a16:creationId xmlns:a16="http://schemas.microsoft.com/office/drawing/2014/main" id="{E726582F-E3B8-4224-A32C-CDD8DD306D4F}"/>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3 | Owner-supplied copy</a:t>
            </a:r>
          </a:p>
        </p:txBody>
      </p:sp>
    </p:spTree>
    <p:extLst>
      <p:ext uri="{BB962C8B-B14F-4D97-AF65-F5344CB8AC3E}">
        <p14:creationId xmlns:p14="http://schemas.microsoft.com/office/powerpoint/2010/main" val="6642178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45">
            <a:extLst xmlns:a="http://schemas.openxmlformats.org/drawingml/2006/main">
              <a:ext uri="{FF2B5EF4-FFF2-40B4-BE49-F238E27FC236}">
                <a16:creationId xmlns:a16="http://schemas.microsoft.com/office/drawing/2014/main" id="{77C584A1-D68D-42AF-B70B-24CDC36D09D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46">
            <a:extLst xmlns:a="http://schemas.openxmlformats.org/drawingml/2006/main">
              <a:ext uri="{FF2B5EF4-FFF2-40B4-BE49-F238E27FC236}">
                <a16:creationId xmlns:a16="http://schemas.microsoft.com/office/drawing/2014/main" id="{57FF2791-CDA4-4C50-A9B3-A5AACE3F5E1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5433785-03B1-4FB1-9658-70EA57622D53}"/>
              </a:ext>
            </a:extLst>
          </p:cNvPr>
          <p:cNvPicPr>
            <a:picLocks xmlns:a="http://schemas.openxmlformats.org/drawingml/2006/main" noChangeAspect="1"/>
          </p:cNvPicPr>
          <p:nvPr/>
        </p:nvPicPr>
        <p:blipFill>
          <a:blip xmlns:r="http://schemas.openxmlformats.org/officeDocument/2006/relationships" xmlns:a="http://schemas.openxmlformats.org/drawingml/2006/main" r:embed="R166acd6ce2a0499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47">
            <a:extLst xmlns:a="http://schemas.openxmlformats.org/drawingml/2006/main">
              <a:ext uri="{FF2B5EF4-FFF2-40B4-BE49-F238E27FC236}">
                <a16:creationId xmlns:a16="http://schemas.microsoft.com/office/drawing/2014/main" id="{29E81A5E-48E9-476F-ACD7-A14BEFC686B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48">
            <a:extLst xmlns:a="http://schemas.openxmlformats.org/drawingml/2006/main">
              <a:ext uri="{FF2B5EF4-FFF2-40B4-BE49-F238E27FC236}">
                <a16:creationId xmlns:a16="http://schemas.microsoft.com/office/drawing/2014/main" id="{7DDDB3FC-4258-428F-AF9B-6F1F645A118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49">
            <a:extLst xmlns:a="http://schemas.openxmlformats.org/drawingml/2006/main">
              <a:ext uri="{FF2B5EF4-FFF2-40B4-BE49-F238E27FC236}">
                <a16:creationId xmlns:a16="http://schemas.microsoft.com/office/drawing/2014/main" id="{7784227E-E98F-4802-93C8-C5C559ECC3D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50">
            <a:extLst xmlns:a="http://schemas.openxmlformats.org/drawingml/2006/main">
              <a:ext uri="{FF2B5EF4-FFF2-40B4-BE49-F238E27FC236}">
                <a16:creationId xmlns:a16="http://schemas.microsoft.com/office/drawing/2014/main" id="{8481C4AD-648F-4E9E-9EBC-78DC880FFBD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51">
            <a:extLst xmlns:a="http://schemas.openxmlformats.org/drawingml/2006/main">
              <a:ext uri="{FF2B5EF4-FFF2-40B4-BE49-F238E27FC236}">
                <a16:creationId xmlns:a16="http://schemas.microsoft.com/office/drawing/2014/main" id="{68F20E2F-16FF-4C25-B9E6-5EEE597C710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52">
            <a:extLst xmlns:a="http://schemas.openxmlformats.org/drawingml/2006/main">
              <a:ext uri="{FF2B5EF4-FFF2-40B4-BE49-F238E27FC236}">
                <a16:creationId xmlns:a16="http://schemas.microsoft.com/office/drawing/2014/main" id="{2E212906-0174-4CA6-9D34-62A84E5E2B5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53">
            <a:extLst xmlns:a="http://schemas.openxmlformats.org/drawingml/2006/main">
              <a:ext uri="{FF2B5EF4-FFF2-40B4-BE49-F238E27FC236}">
                <a16:creationId xmlns:a16="http://schemas.microsoft.com/office/drawing/2014/main" id="{86214E4B-12B3-4C14-935E-E2A92F2952D0}"/>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54">
            <a:extLst xmlns:a="http://schemas.openxmlformats.org/drawingml/2006/main">
              <a:ext uri="{FF2B5EF4-FFF2-40B4-BE49-F238E27FC236}">
                <a16:creationId xmlns:a16="http://schemas.microsoft.com/office/drawing/2014/main" id="{98023F40-2C7C-4DC5-936F-F8623B55554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55">
            <a:extLst xmlns:a="http://schemas.openxmlformats.org/drawingml/2006/main">
              <a:ext uri="{FF2B5EF4-FFF2-40B4-BE49-F238E27FC236}">
                <a16:creationId xmlns:a16="http://schemas.microsoft.com/office/drawing/2014/main" id="{1896B1C6-C53F-45CE-B2C9-011CF5582A7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56">
            <a:extLst xmlns:a="http://schemas.openxmlformats.org/drawingml/2006/main">
              <a:ext uri="{FF2B5EF4-FFF2-40B4-BE49-F238E27FC236}">
                <a16:creationId xmlns:a16="http://schemas.microsoft.com/office/drawing/2014/main" id="{19382D55-A87B-4496-B63A-3E2AE0FDBCE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57">
            <a:extLst xmlns:a="http://schemas.openxmlformats.org/drawingml/2006/main">
              <a:ext uri="{FF2B5EF4-FFF2-40B4-BE49-F238E27FC236}">
                <a16:creationId xmlns:a16="http://schemas.microsoft.com/office/drawing/2014/main" id="{F951E6BA-0463-49F6-B82F-34E86EC832C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58">
            <a:extLst xmlns:a="http://schemas.openxmlformats.org/drawingml/2006/main">
              <a:ext uri="{FF2B5EF4-FFF2-40B4-BE49-F238E27FC236}">
                <a16:creationId xmlns:a16="http://schemas.microsoft.com/office/drawing/2014/main" id="{0B11E41D-E4D6-4760-9655-3EE2EEBBC1D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49</a:t>
            </a:r>
          </a:p>
        </p:txBody>
      </p:sp>
      <p:sp>
        <p:nvSpPr>
          <p:cNvPr id="16" name="profile-1759">
            <a:extLst xmlns:a="http://schemas.openxmlformats.org/drawingml/2006/main">
              <a:ext uri="{FF2B5EF4-FFF2-40B4-BE49-F238E27FC236}">
                <a16:creationId xmlns:a16="http://schemas.microsoft.com/office/drawing/2014/main" id="{76020AA0-A0DC-4841-A8EB-19D249F815F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2026 Manila Business Permit</a:t>
            </a:r>
          </a:p>
        </p:txBody>
      </p:sp>
      <p:sp>
        <p:nvSpPr>
          <p:cNvPr id="17" name="profile-1760">
            <a:extLst xmlns:a="http://schemas.openxmlformats.org/drawingml/2006/main">
              <a:ext uri="{FF2B5EF4-FFF2-40B4-BE49-F238E27FC236}">
                <a16:creationId xmlns:a16="http://schemas.microsoft.com/office/drawing/2014/main" id="{72A46FD2-829D-485F-9340-D8F1BB82308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61">
            <a:extLst xmlns:a="http://schemas.openxmlformats.org/drawingml/2006/main">
              <a:ext uri="{FF2B5EF4-FFF2-40B4-BE49-F238E27FC236}">
                <a16:creationId xmlns:a16="http://schemas.microsoft.com/office/drawing/2014/main" id="{995020E5-5E8E-4AA9-85C3-272EBC232CC4}"/>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62">
            <a:extLst xmlns:a="http://schemas.openxmlformats.org/drawingml/2006/main">
              <a:ext uri="{FF2B5EF4-FFF2-40B4-BE49-F238E27FC236}">
                <a16:creationId xmlns:a16="http://schemas.microsoft.com/office/drawing/2014/main" id="{C26C8934-4FFB-41EE-BB1B-587A56EBE4FA}"/>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PERMIT NUMBER</a:t>
            </a:r>
          </a:p>
        </p:txBody>
      </p:sp>
      <p:sp>
        <p:nvSpPr>
          <p:cNvPr id="20" name="profile-1763">
            <a:extLst xmlns:a="http://schemas.openxmlformats.org/drawingml/2006/main">
              <a:ext uri="{FF2B5EF4-FFF2-40B4-BE49-F238E27FC236}">
                <a16:creationId xmlns:a16="http://schemas.microsoft.com/office/drawing/2014/main" id="{261394CD-F630-411E-A1D9-6247795E813C}"/>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2026-000040205-1</a:t>
            </a:r>
          </a:p>
        </p:txBody>
      </p:sp>
      <p:sp>
        <p:nvSpPr>
          <p:cNvPr id="21" name="profile-1764">
            <a:extLst xmlns:a="http://schemas.openxmlformats.org/drawingml/2006/main">
              <a:ext uri="{FF2B5EF4-FFF2-40B4-BE49-F238E27FC236}">
                <a16:creationId xmlns:a16="http://schemas.microsoft.com/office/drawing/2014/main" id="{B29B06BC-D260-4A99-A527-DC46FCAE8E05}"/>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BUSINESS LOCATION</a:t>
            </a:r>
          </a:p>
        </p:txBody>
      </p:sp>
      <p:sp>
        <p:nvSpPr>
          <p:cNvPr id="22" name="profile-1765">
            <a:extLst xmlns:a="http://schemas.openxmlformats.org/drawingml/2006/main">
              <a:ext uri="{FF2B5EF4-FFF2-40B4-BE49-F238E27FC236}">
                <a16:creationId xmlns:a16="http://schemas.microsoft.com/office/drawing/2014/main" id="{1966F22D-C7C8-4BAD-958A-99EBE8CD06A1}"/>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Vito Cruz / Malate, Manila</a:t>
            </a:r>
          </a:p>
        </p:txBody>
      </p:sp>
      <p:sp>
        <p:nvSpPr>
          <p:cNvPr id="23" name="profile-1766">
            <a:extLst xmlns:a="http://schemas.openxmlformats.org/drawingml/2006/main">
              <a:ext uri="{FF2B5EF4-FFF2-40B4-BE49-F238E27FC236}">
                <a16:creationId xmlns:a16="http://schemas.microsoft.com/office/drawing/2014/main" id="{C237CDCE-0F00-451A-B89C-D8555235AF08}"/>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STATED VALIDITY</a:t>
            </a:r>
          </a:p>
        </p:txBody>
      </p:sp>
      <p:sp>
        <p:nvSpPr>
          <p:cNvPr id="24" name="profile-1767">
            <a:extLst xmlns:a="http://schemas.openxmlformats.org/drawingml/2006/main">
              <a:ext uri="{FF2B5EF4-FFF2-40B4-BE49-F238E27FC236}">
                <a16:creationId xmlns:a16="http://schemas.microsoft.com/office/drawing/2014/main" id="{5278818C-8ADD-4480-A70B-F1DF3ABD9724}"/>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Through 31 December 2026, subject to conditions</a:t>
            </a:r>
          </a:p>
        </p:txBody>
      </p:sp>
      <p:sp>
        <p:nvSpPr>
          <p:cNvPr id="25" name="profile-1768">
            <a:extLst xmlns:a="http://schemas.openxmlformats.org/drawingml/2006/main">
              <a:ext uri="{FF2B5EF4-FFF2-40B4-BE49-F238E27FC236}">
                <a16:creationId xmlns:a16="http://schemas.microsoft.com/office/drawing/2014/main" id="{9D7AAD9A-50AF-4F32-88B9-918938523D48}"/>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Plumbing and pest control listed. Ancillary clearance status</a:t>
            </a:r>
          </a:p>
        </p:txBody>
      </p:sp>
      <p:sp>
        <p:nvSpPr>
          <p:cNvPr id="26" name="profile-1769">
            <a:extLst xmlns:a="http://schemas.openxmlformats.org/drawingml/2006/main">
              <a:ext uri="{FF2B5EF4-FFF2-40B4-BE49-F238E27FC236}">
                <a16:creationId xmlns:a16="http://schemas.microsoft.com/office/drawing/2014/main" id="{1A1D5B1A-08AF-492C-9411-226F24931D2E}"/>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follows the supplied record.</a:t>
            </a:r>
          </a:p>
        </p:txBody>
      </p:sp>
      <p:pic>
        <p:nvPicPr>
          <p:cNvPr id="27" name="">
            <a:extLst xmlns:a="http://schemas.openxmlformats.org/drawingml/2006/main">
              <a:ext uri="{FF2B5EF4-FFF2-40B4-BE49-F238E27FC236}">
                <a16:creationId xmlns:a16="http://schemas.microsoft.com/office/drawing/2014/main" id="{38703CBF-6490-401C-BDB9-77A2F20E6D25}"/>
              </a:ext>
            </a:extLst>
          </p:cNvPr>
          <p:cNvPicPr>
            <a:picLocks xmlns:a="http://schemas.openxmlformats.org/drawingml/2006/main" noChangeAspect="1"/>
          </p:cNvPicPr>
          <p:nvPr/>
        </p:nvPicPr>
        <p:blipFill>
          <a:blip xmlns:r="http://schemas.openxmlformats.org/officeDocument/2006/relationships" xmlns:a="http://schemas.openxmlformats.org/drawingml/2006/main" r:embed="R25eaa68b5d1b4061"/>
          <a:srcRect xmlns:a="http://schemas.openxmlformats.org/drawingml/2006/main" l="0" t="0" r="0" b="0"/>
          <a:stretch xmlns:a="http://schemas.openxmlformats.org/drawingml/2006/main">
            <a:fillRect l="0" t="0" r="0" b="0"/>
          </a:stretch>
        </p:blipFill>
        <p:spPr>
          <a:xfrm xmlns:a="http://schemas.openxmlformats.org/drawingml/2006/main">
            <a:off x="7354035" y="2076450"/>
            <a:ext cx="3179881" cy="4114800"/>
          </a:xfrm>
          <a:prstGeom xmlns:a="http://schemas.openxmlformats.org/drawingml/2006/main" prst="rect">
            <a:avLst/>
          </a:prstGeom>
        </p:spPr>
      </p:pic>
      <p:sp>
        <p:nvSpPr>
          <p:cNvPr id="28" name="profile-1770">
            <a:extLst xmlns:a="http://schemas.openxmlformats.org/drawingml/2006/main">
              <a:ext uri="{FF2B5EF4-FFF2-40B4-BE49-F238E27FC236}">
                <a16:creationId xmlns:a16="http://schemas.microsoft.com/office/drawing/2014/main" id="{BF5C320B-5416-4A27-80BF-5CB5E73B7DCC}"/>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3 | Owner-supplied copy</a:t>
            </a:r>
          </a:p>
        </p:txBody>
      </p:sp>
    </p:spTree>
    <p:extLst>
      <p:ext uri="{BB962C8B-B14F-4D97-AF65-F5344CB8AC3E}">
        <p14:creationId xmlns:p14="http://schemas.microsoft.com/office/powerpoint/2010/main" val="136531876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71">
            <a:extLst xmlns:a="http://schemas.openxmlformats.org/drawingml/2006/main">
              <a:ext uri="{FF2B5EF4-FFF2-40B4-BE49-F238E27FC236}">
                <a16:creationId xmlns:a16="http://schemas.microsoft.com/office/drawing/2014/main" id="{836E8B1E-7618-41FA-9B02-61080F3451C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72">
            <a:extLst xmlns:a="http://schemas.openxmlformats.org/drawingml/2006/main">
              <a:ext uri="{FF2B5EF4-FFF2-40B4-BE49-F238E27FC236}">
                <a16:creationId xmlns:a16="http://schemas.microsoft.com/office/drawing/2014/main" id="{9D66D9EC-E752-4A28-B528-4114D8FD508A}"/>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9107B59-C636-4FC5-9637-9BF58E863CDB}"/>
              </a:ext>
            </a:extLst>
          </p:cNvPr>
          <p:cNvPicPr>
            <a:picLocks xmlns:a="http://schemas.openxmlformats.org/drawingml/2006/main" noChangeAspect="1"/>
          </p:cNvPicPr>
          <p:nvPr/>
        </p:nvPicPr>
        <p:blipFill>
          <a:blip xmlns:r="http://schemas.openxmlformats.org/officeDocument/2006/relationships" xmlns:a="http://schemas.openxmlformats.org/drawingml/2006/main" r:embed="R77f87e29ca474b3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73">
            <a:extLst xmlns:a="http://schemas.openxmlformats.org/drawingml/2006/main">
              <a:ext uri="{FF2B5EF4-FFF2-40B4-BE49-F238E27FC236}">
                <a16:creationId xmlns:a16="http://schemas.microsoft.com/office/drawing/2014/main" id="{AE9CBD94-2D92-46EF-8A6C-AC14D975CFFC}"/>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774">
            <a:extLst xmlns:a="http://schemas.openxmlformats.org/drawingml/2006/main">
              <a:ext uri="{FF2B5EF4-FFF2-40B4-BE49-F238E27FC236}">
                <a16:creationId xmlns:a16="http://schemas.microsoft.com/office/drawing/2014/main" id="{82EE5EE9-F577-4EAC-94AE-8C2D557AC15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775">
            <a:extLst xmlns:a="http://schemas.openxmlformats.org/drawingml/2006/main">
              <a:ext uri="{FF2B5EF4-FFF2-40B4-BE49-F238E27FC236}">
                <a16:creationId xmlns:a16="http://schemas.microsoft.com/office/drawing/2014/main" id="{58A6BBBC-2625-437F-9011-B59B30A8C35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776">
            <a:extLst xmlns:a="http://schemas.openxmlformats.org/drawingml/2006/main">
              <a:ext uri="{FF2B5EF4-FFF2-40B4-BE49-F238E27FC236}">
                <a16:creationId xmlns:a16="http://schemas.microsoft.com/office/drawing/2014/main" id="{B420F356-FA28-4262-9766-39AC9181073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777">
            <a:extLst xmlns:a="http://schemas.openxmlformats.org/drawingml/2006/main">
              <a:ext uri="{FF2B5EF4-FFF2-40B4-BE49-F238E27FC236}">
                <a16:creationId xmlns:a16="http://schemas.microsoft.com/office/drawing/2014/main" id="{82C9A3D7-CF02-44E9-A57E-F16BBEAA4A9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778">
            <a:extLst xmlns:a="http://schemas.openxmlformats.org/drawingml/2006/main">
              <a:ext uri="{FF2B5EF4-FFF2-40B4-BE49-F238E27FC236}">
                <a16:creationId xmlns:a16="http://schemas.microsoft.com/office/drawing/2014/main" id="{2DA3E342-49B2-463A-9A25-0A4B6218A1E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779">
            <a:extLst xmlns:a="http://schemas.openxmlformats.org/drawingml/2006/main">
              <a:ext uri="{FF2B5EF4-FFF2-40B4-BE49-F238E27FC236}">
                <a16:creationId xmlns:a16="http://schemas.microsoft.com/office/drawing/2014/main" id="{E681CCC4-092C-4904-AE7A-E6F19144B33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780">
            <a:extLst xmlns:a="http://schemas.openxmlformats.org/drawingml/2006/main">
              <a:ext uri="{FF2B5EF4-FFF2-40B4-BE49-F238E27FC236}">
                <a16:creationId xmlns:a16="http://schemas.microsoft.com/office/drawing/2014/main" id="{F2671224-151E-4300-9F4F-707E769B8AC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781">
            <a:extLst xmlns:a="http://schemas.openxmlformats.org/drawingml/2006/main">
              <a:ext uri="{FF2B5EF4-FFF2-40B4-BE49-F238E27FC236}">
                <a16:creationId xmlns:a16="http://schemas.microsoft.com/office/drawing/2014/main" id="{01B1133C-18B7-41FB-BFE4-02E1BB25D05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82">
            <a:extLst xmlns:a="http://schemas.openxmlformats.org/drawingml/2006/main">
              <a:ext uri="{FF2B5EF4-FFF2-40B4-BE49-F238E27FC236}">
                <a16:creationId xmlns:a16="http://schemas.microsoft.com/office/drawing/2014/main" id="{77B9671C-D647-4A38-9E6E-39C15EC4EE2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83">
            <a:extLst xmlns:a="http://schemas.openxmlformats.org/drawingml/2006/main">
              <a:ext uri="{FF2B5EF4-FFF2-40B4-BE49-F238E27FC236}">
                <a16:creationId xmlns:a16="http://schemas.microsoft.com/office/drawing/2014/main" id="{B783BC63-37E3-4AFA-B919-291DC6A0DBB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84">
            <a:extLst xmlns:a="http://schemas.openxmlformats.org/drawingml/2006/main">
              <a:ext uri="{FF2B5EF4-FFF2-40B4-BE49-F238E27FC236}">
                <a16:creationId xmlns:a16="http://schemas.microsoft.com/office/drawing/2014/main" id="{C60D111A-3F17-4D62-A71F-7BA4178DF43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50</a:t>
            </a:r>
          </a:p>
        </p:txBody>
      </p:sp>
      <p:sp>
        <p:nvSpPr>
          <p:cNvPr id="16" name="profile-1785">
            <a:extLst xmlns:a="http://schemas.openxmlformats.org/drawingml/2006/main">
              <a:ext uri="{FF2B5EF4-FFF2-40B4-BE49-F238E27FC236}">
                <a16:creationId xmlns:a16="http://schemas.microsoft.com/office/drawing/2014/main" id="{3E247C1F-4E7C-4126-B019-48493A2263E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Certificate of Registration</a:t>
            </a:r>
          </a:p>
        </p:txBody>
      </p:sp>
      <p:sp>
        <p:nvSpPr>
          <p:cNvPr id="17" name="profile-1786">
            <a:extLst xmlns:a="http://schemas.openxmlformats.org/drawingml/2006/main">
              <a:ext uri="{FF2B5EF4-FFF2-40B4-BE49-F238E27FC236}">
                <a16:creationId xmlns:a16="http://schemas.microsoft.com/office/drawing/2014/main" id="{23BE946B-C7B8-4829-851D-D44A9708148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87">
            <a:extLst xmlns:a="http://schemas.openxmlformats.org/drawingml/2006/main">
              <a:ext uri="{FF2B5EF4-FFF2-40B4-BE49-F238E27FC236}">
                <a16:creationId xmlns:a16="http://schemas.microsoft.com/office/drawing/2014/main" id="{2AC6AC18-470A-46F7-A29C-0197CD9F70C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788">
            <a:extLst xmlns:a="http://schemas.openxmlformats.org/drawingml/2006/main">
              <a:ext uri="{FF2B5EF4-FFF2-40B4-BE49-F238E27FC236}">
                <a16:creationId xmlns:a16="http://schemas.microsoft.com/office/drawing/2014/main" id="{FA7FD39B-514B-4966-A61F-6E3E94D2CFA4}"/>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TIN AND BRANCH</a:t>
            </a:r>
          </a:p>
        </p:txBody>
      </p:sp>
      <p:sp>
        <p:nvSpPr>
          <p:cNvPr id="20" name="profile-1789">
            <a:extLst xmlns:a="http://schemas.openxmlformats.org/drawingml/2006/main">
              <a:ext uri="{FF2B5EF4-FFF2-40B4-BE49-F238E27FC236}">
                <a16:creationId xmlns:a16="http://schemas.microsoft.com/office/drawing/2014/main" id="{A369B5C1-DA07-47F2-A1AC-B6454C057BD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790">
            <a:extLst xmlns:a="http://schemas.openxmlformats.org/drawingml/2006/main">
              <a:ext uri="{FF2B5EF4-FFF2-40B4-BE49-F238E27FC236}">
                <a16:creationId xmlns:a16="http://schemas.microsoft.com/office/drawing/2014/main" id="{046A844A-09FA-4BD4-A725-A9BC950A8FC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a:t>
            </a:r>
          </a:p>
        </p:txBody>
      </p:sp>
      <p:sp>
        <p:nvSpPr>
          <p:cNvPr id="22" name="profile-1791">
            <a:extLst xmlns:a="http://schemas.openxmlformats.org/drawingml/2006/main">
              <a:ext uri="{FF2B5EF4-FFF2-40B4-BE49-F238E27FC236}">
                <a16:creationId xmlns:a16="http://schemas.microsoft.com/office/drawing/2014/main" id="{D172F13D-9CB2-4D1B-9FB1-08F40651F039}"/>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22 January 2026</a:t>
            </a:r>
          </a:p>
        </p:txBody>
      </p:sp>
      <p:sp>
        <p:nvSpPr>
          <p:cNvPr id="23" name="profile-1792">
            <a:extLst xmlns:a="http://schemas.openxmlformats.org/drawingml/2006/main">
              <a:ext uri="{FF2B5EF4-FFF2-40B4-BE49-F238E27FC236}">
                <a16:creationId xmlns:a16="http://schemas.microsoft.com/office/drawing/2014/main" id="{3884566A-D36B-47FF-BA16-05D1361A599E}"/>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ISSUING OFFICE</a:t>
            </a:r>
          </a:p>
        </p:txBody>
      </p:sp>
      <p:sp>
        <p:nvSpPr>
          <p:cNvPr id="24" name="profile-1793">
            <a:extLst xmlns:a="http://schemas.openxmlformats.org/drawingml/2006/main">
              <a:ext uri="{FF2B5EF4-FFF2-40B4-BE49-F238E27FC236}">
                <a16:creationId xmlns:a16="http://schemas.microsoft.com/office/drawing/2014/main" id="{CB9760E2-B78A-432A-BFCF-259014EEF0C5}"/>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RDO 051 - Pasay City</a:t>
            </a:r>
          </a:p>
        </p:txBody>
      </p:sp>
      <p:sp>
        <p:nvSpPr>
          <p:cNvPr id="25" name="profile-1794">
            <a:extLst xmlns:a="http://schemas.openxmlformats.org/drawingml/2006/main">
              <a:ext uri="{FF2B5EF4-FFF2-40B4-BE49-F238E27FC236}">
                <a16:creationId xmlns:a16="http://schemas.microsoft.com/office/drawing/2014/main" id="{D367447F-514F-4098-AF42-89B1248FA91B}"/>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BIR Form 2303 identifies the taxpayer as Oceanides OPC, Head</a:t>
            </a:r>
          </a:p>
        </p:txBody>
      </p:sp>
      <p:sp>
        <p:nvSpPr>
          <p:cNvPr id="26" name="profile-1795">
            <a:extLst xmlns:a="http://schemas.openxmlformats.org/drawingml/2006/main">
              <a:ext uri="{FF2B5EF4-FFF2-40B4-BE49-F238E27FC236}">
                <a16:creationId xmlns:a16="http://schemas.microsoft.com/office/drawing/2014/main" id="{D42A7899-0256-4B9B-9856-0B7C59CA2C40}"/>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Office.</a:t>
            </a:r>
          </a:p>
        </p:txBody>
      </p:sp>
      <p:pic>
        <p:nvPicPr>
          <p:cNvPr id="27" name="">
            <a:extLst xmlns:a="http://schemas.openxmlformats.org/drawingml/2006/main">
              <a:ext uri="{FF2B5EF4-FFF2-40B4-BE49-F238E27FC236}">
                <a16:creationId xmlns:a16="http://schemas.microsoft.com/office/drawing/2014/main" id="{7FD27675-B09A-4572-8693-741507A43F5A}"/>
              </a:ext>
            </a:extLst>
          </p:cNvPr>
          <p:cNvPicPr>
            <a:picLocks xmlns:a="http://schemas.openxmlformats.org/drawingml/2006/main" noChangeAspect="1"/>
          </p:cNvPicPr>
          <p:nvPr/>
        </p:nvPicPr>
        <p:blipFill>
          <a:blip xmlns:r="http://schemas.openxmlformats.org/officeDocument/2006/relationships" xmlns:a="http://schemas.openxmlformats.org/drawingml/2006/main" r:embed="R1d65433b6bd943f3"/>
          <a:srcRect xmlns:a="http://schemas.openxmlformats.org/drawingml/2006/main" l="0" t="0" r="0" b="0"/>
          <a:stretch xmlns:a="http://schemas.openxmlformats.org/drawingml/2006/main">
            <a:fillRect l="0" t="0" r="0" b="0"/>
          </a:stretch>
        </p:blipFill>
        <p:spPr>
          <a:xfrm xmlns:a="http://schemas.openxmlformats.org/drawingml/2006/main">
            <a:off x="7488575" y="2076450"/>
            <a:ext cx="2910800" cy="4114800"/>
          </a:xfrm>
          <a:prstGeom xmlns:a="http://schemas.openxmlformats.org/drawingml/2006/main" prst="rect">
            <a:avLst/>
          </a:prstGeom>
        </p:spPr>
      </p:pic>
      <p:sp>
        <p:nvSpPr>
          <p:cNvPr id="28" name="profile-1796">
            <a:extLst xmlns:a="http://schemas.openxmlformats.org/drawingml/2006/main">
              <a:ext uri="{FF2B5EF4-FFF2-40B4-BE49-F238E27FC236}">
                <a16:creationId xmlns:a16="http://schemas.microsoft.com/office/drawing/2014/main" id="{5AFF55A1-7C04-48D2-AFC2-DD2352C27617}"/>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copy</a:t>
            </a:r>
          </a:p>
        </p:txBody>
      </p:sp>
    </p:spTree>
    <p:extLst>
      <p:ext uri="{BB962C8B-B14F-4D97-AF65-F5344CB8AC3E}">
        <p14:creationId xmlns:p14="http://schemas.microsoft.com/office/powerpoint/2010/main" val="148501838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797">
            <a:extLst xmlns:a="http://schemas.openxmlformats.org/drawingml/2006/main">
              <a:ext uri="{FF2B5EF4-FFF2-40B4-BE49-F238E27FC236}">
                <a16:creationId xmlns:a16="http://schemas.microsoft.com/office/drawing/2014/main" id="{74A15D50-B503-4665-9681-21693156577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798">
            <a:extLst xmlns:a="http://schemas.openxmlformats.org/drawingml/2006/main">
              <a:ext uri="{FF2B5EF4-FFF2-40B4-BE49-F238E27FC236}">
                <a16:creationId xmlns:a16="http://schemas.microsoft.com/office/drawing/2014/main" id="{F1C0417E-0F6B-47A4-A4E4-9C909DA3DEF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FDACB5B-C5D8-4FA5-B394-27D424A06893}"/>
              </a:ext>
            </a:extLst>
          </p:cNvPr>
          <p:cNvPicPr>
            <a:picLocks xmlns:a="http://schemas.openxmlformats.org/drawingml/2006/main" noChangeAspect="1"/>
          </p:cNvPicPr>
          <p:nvPr/>
        </p:nvPicPr>
        <p:blipFill>
          <a:blip xmlns:r="http://schemas.openxmlformats.org/officeDocument/2006/relationships" xmlns:a="http://schemas.openxmlformats.org/drawingml/2006/main" r:embed="R2d96a6d32792474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799">
            <a:extLst xmlns:a="http://schemas.openxmlformats.org/drawingml/2006/main">
              <a:ext uri="{FF2B5EF4-FFF2-40B4-BE49-F238E27FC236}">
                <a16:creationId xmlns:a16="http://schemas.microsoft.com/office/drawing/2014/main" id="{D6DD05B3-146D-4083-A333-926A0EDE6FD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00">
            <a:extLst xmlns:a="http://schemas.openxmlformats.org/drawingml/2006/main">
              <a:ext uri="{FF2B5EF4-FFF2-40B4-BE49-F238E27FC236}">
                <a16:creationId xmlns:a16="http://schemas.microsoft.com/office/drawing/2014/main" id="{4F2C9CC3-5AB1-4055-AA9D-9790368EB6F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01">
            <a:extLst xmlns:a="http://schemas.openxmlformats.org/drawingml/2006/main">
              <a:ext uri="{FF2B5EF4-FFF2-40B4-BE49-F238E27FC236}">
                <a16:creationId xmlns:a16="http://schemas.microsoft.com/office/drawing/2014/main" id="{2878D541-06E2-4F15-B694-F20891EF93B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02">
            <a:extLst xmlns:a="http://schemas.openxmlformats.org/drawingml/2006/main">
              <a:ext uri="{FF2B5EF4-FFF2-40B4-BE49-F238E27FC236}">
                <a16:creationId xmlns:a16="http://schemas.microsoft.com/office/drawing/2014/main" id="{0205DEBF-1198-4769-B22E-6E8233875B5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03">
            <a:extLst xmlns:a="http://schemas.openxmlformats.org/drawingml/2006/main">
              <a:ext uri="{FF2B5EF4-FFF2-40B4-BE49-F238E27FC236}">
                <a16:creationId xmlns:a16="http://schemas.microsoft.com/office/drawing/2014/main" id="{F23EF4D7-9F6E-48C5-A432-3735769F8F1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04">
            <a:extLst xmlns:a="http://schemas.openxmlformats.org/drawingml/2006/main">
              <a:ext uri="{FF2B5EF4-FFF2-40B4-BE49-F238E27FC236}">
                <a16:creationId xmlns:a16="http://schemas.microsoft.com/office/drawing/2014/main" id="{4C6CB5B5-2B3D-4F6E-96A7-9A09ACA5CC2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05">
            <a:extLst xmlns:a="http://schemas.openxmlformats.org/drawingml/2006/main">
              <a:ext uri="{FF2B5EF4-FFF2-40B4-BE49-F238E27FC236}">
                <a16:creationId xmlns:a16="http://schemas.microsoft.com/office/drawing/2014/main" id="{4958A22C-AA83-481F-88BB-1A7D5FC413F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06">
            <a:extLst xmlns:a="http://schemas.openxmlformats.org/drawingml/2006/main">
              <a:ext uri="{FF2B5EF4-FFF2-40B4-BE49-F238E27FC236}">
                <a16:creationId xmlns:a16="http://schemas.microsoft.com/office/drawing/2014/main" id="{7BAA2BAB-9048-4A6A-ABFA-30FB8F1B349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07">
            <a:extLst xmlns:a="http://schemas.openxmlformats.org/drawingml/2006/main">
              <a:ext uri="{FF2B5EF4-FFF2-40B4-BE49-F238E27FC236}">
                <a16:creationId xmlns:a16="http://schemas.microsoft.com/office/drawing/2014/main" id="{6EBD311D-B45F-4DB1-9A10-CA147538FD6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08">
            <a:extLst xmlns:a="http://schemas.openxmlformats.org/drawingml/2006/main">
              <a:ext uri="{FF2B5EF4-FFF2-40B4-BE49-F238E27FC236}">
                <a16:creationId xmlns:a16="http://schemas.microsoft.com/office/drawing/2014/main" id="{70B899BA-4E3E-4895-85FF-A6A36A52C24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09">
            <a:extLst xmlns:a="http://schemas.openxmlformats.org/drawingml/2006/main">
              <a:ext uri="{FF2B5EF4-FFF2-40B4-BE49-F238E27FC236}">
                <a16:creationId xmlns:a16="http://schemas.microsoft.com/office/drawing/2014/main" id="{20F81E46-4439-43F0-8C09-842948A8E47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10">
            <a:extLst xmlns:a="http://schemas.openxmlformats.org/drawingml/2006/main">
              <a:ext uri="{FF2B5EF4-FFF2-40B4-BE49-F238E27FC236}">
                <a16:creationId xmlns:a16="http://schemas.microsoft.com/office/drawing/2014/main" id="{FA584FC0-209E-40B7-834C-BD8814C48DCA}"/>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51</a:t>
            </a:r>
          </a:p>
        </p:txBody>
      </p:sp>
      <p:sp>
        <p:nvSpPr>
          <p:cNvPr id="16" name="profile-1811">
            <a:extLst xmlns:a="http://schemas.openxmlformats.org/drawingml/2006/main">
              <a:ext uri="{FF2B5EF4-FFF2-40B4-BE49-F238E27FC236}">
                <a16:creationId xmlns:a16="http://schemas.microsoft.com/office/drawing/2014/main" id="{16ABE9B7-688E-427C-AB45-4E8B97CC2F8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Certificate of Registration</a:t>
            </a:r>
          </a:p>
        </p:txBody>
      </p:sp>
      <p:sp>
        <p:nvSpPr>
          <p:cNvPr id="17" name="profile-1812">
            <a:extLst xmlns:a="http://schemas.openxmlformats.org/drawingml/2006/main">
              <a:ext uri="{FF2B5EF4-FFF2-40B4-BE49-F238E27FC236}">
                <a16:creationId xmlns:a16="http://schemas.microsoft.com/office/drawing/2014/main" id="{0A43BFE2-A6D7-46FC-8FF7-AADBDFCAC37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13">
            <a:extLst xmlns:a="http://schemas.openxmlformats.org/drawingml/2006/main">
              <a:ext uri="{FF2B5EF4-FFF2-40B4-BE49-F238E27FC236}">
                <a16:creationId xmlns:a16="http://schemas.microsoft.com/office/drawing/2014/main" id="{F222EFD7-5CC8-4389-B2B0-18B8370E0BD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14">
            <a:extLst xmlns:a="http://schemas.openxmlformats.org/drawingml/2006/main">
              <a:ext uri="{FF2B5EF4-FFF2-40B4-BE49-F238E27FC236}">
                <a16:creationId xmlns:a16="http://schemas.microsoft.com/office/drawing/2014/main" id="{2610ABBC-6A27-41EA-B399-00DCECEAFA9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CORPORATE TIN AND BRANCH</a:t>
            </a:r>
          </a:p>
        </p:txBody>
      </p:sp>
      <p:sp>
        <p:nvSpPr>
          <p:cNvPr id="20" name="profile-1815">
            <a:extLst xmlns:a="http://schemas.openxmlformats.org/drawingml/2006/main">
              <a:ext uri="{FF2B5EF4-FFF2-40B4-BE49-F238E27FC236}">
                <a16:creationId xmlns:a16="http://schemas.microsoft.com/office/drawing/2014/main" id="{D6A63BF5-3F7F-4870-BCC0-5233ACC35DF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816">
            <a:extLst xmlns:a="http://schemas.openxmlformats.org/drawingml/2006/main">
              <a:ext uri="{FF2B5EF4-FFF2-40B4-BE49-F238E27FC236}">
                <a16:creationId xmlns:a16="http://schemas.microsoft.com/office/drawing/2014/main" id="{F21CEE69-2AA0-4F7C-8F73-D1D1509ECB2F}"/>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REGISTERED</a:t>
            </a:r>
          </a:p>
        </p:txBody>
      </p:sp>
      <p:sp>
        <p:nvSpPr>
          <p:cNvPr id="22" name="profile-1817">
            <a:extLst xmlns:a="http://schemas.openxmlformats.org/drawingml/2006/main">
              <a:ext uri="{FF2B5EF4-FFF2-40B4-BE49-F238E27FC236}">
                <a16:creationId xmlns:a16="http://schemas.microsoft.com/office/drawing/2014/main" id="{52E4FB5F-E228-496F-AE53-1B43B80B4B9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22 January 2026</a:t>
            </a:r>
          </a:p>
        </p:txBody>
      </p:sp>
      <p:sp>
        <p:nvSpPr>
          <p:cNvPr id="23" name="profile-1818">
            <a:extLst xmlns:a="http://schemas.openxmlformats.org/drawingml/2006/main">
              <a:ext uri="{FF2B5EF4-FFF2-40B4-BE49-F238E27FC236}">
                <a16:creationId xmlns:a16="http://schemas.microsoft.com/office/drawing/2014/main" id="{192E1C5B-A604-471F-B289-2DC42C62FAB8}"/>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ISSUING OFFICE</a:t>
            </a:r>
          </a:p>
        </p:txBody>
      </p:sp>
      <p:sp>
        <p:nvSpPr>
          <p:cNvPr id="24" name="profile-1819">
            <a:extLst xmlns:a="http://schemas.openxmlformats.org/drawingml/2006/main">
              <a:ext uri="{FF2B5EF4-FFF2-40B4-BE49-F238E27FC236}">
                <a16:creationId xmlns:a16="http://schemas.microsoft.com/office/drawing/2014/main" id="{F2A5C3AF-2521-476C-B93A-E9DD4690F34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BIR RDO 051 - Pasay City</a:t>
            </a:r>
          </a:p>
        </p:txBody>
      </p:sp>
      <p:sp>
        <p:nvSpPr>
          <p:cNvPr id="25" name="profile-1820">
            <a:extLst xmlns:a="http://schemas.openxmlformats.org/drawingml/2006/main">
              <a:ext uri="{FF2B5EF4-FFF2-40B4-BE49-F238E27FC236}">
                <a16:creationId xmlns:a16="http://schemas.microsoft.com/office/drawing/2014/main" id="{422D6A6A-A20C-483F-8D02-C99C10C49A6F}"/>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BIR Form 2303 identifies the taxpayer as Oceanides OPC, Head</a:t>
            </a:r>
          </a:p>
        </p:txBody>
      </p:sp>
      <p:sp>
        <p:nvSpPr>
          <p:cNvPr id="26" name="profile-1821">
            <a:extLst xmlns:a="http://schemas.openxmlformats.org/drawingml/2006/main">
              <a:ext uri="{FF2B5EF4-FFF2-40B4-BE49-F238E27FC236}">
                <a16:creationId xmlns:a16="http://schemas.microsoft.com/office/drawing/2014/main" id="{B3DA1EA0-6BB8-476C-99B9-1CAC3E7598B0}"/>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Office.</a:t>
            </a:r>
          </a:p>
        </p:txBody>
      </p:sp>
      <p:pic>
        <p:nvPicPr>
          <p:cNvPr id="27" name="">
            <a:extLst xmlns:a="http://schemas.openxmlformats.org/drawingml/2006/main">
              <a:ext uri="{FF2B5EF4-FFF2-40B4-BE49-F238E27FC236}">
                <a16:creationId xmlns:a16="http://schemas.microsoft.com/office/drawing/2014/main" id="{7D8B900F-E4A8-46F8-8513-2DA3CB978E20}"/>
              </a:ext>
            </a:extLst>
          </p:cNvPr>
          <p:cNvPicPr>
            <a:picLocks xmlns:a="http://schemas.openxmlformats.org/drawingml/2006/main" noChangeAspect="1"/>
          </p:cNvPicPr>
          <p:nvPr/>
        </p:nvPicPr>
        <p:blipFill>
          <a:blip xmlns:r="http://schemas.openxmlformats.org/officeDocument/2006/relationships" xmlns:a="http://schemas.openxmlformats.org/drawingml/2006/main" r:embed="R43b16c16d4f14c7e"/>
          <a:srcRect xmlns:a="http://schemas.openxmlformats.org/drawingml/2006/main" l="0" t="0" r="0" b="0"/>
          <a:stretch xmlns:a="http://schemas.openxmlformats.org/drawingml/2006/main">
            <a:fillRect l="0" t="0" r="0" b="0"/>
          </a:stretch>
        </p:blipFill>
        <p:spPr>
          <a:xfrm xmlns:a="http://schemas.openxmlformats.org/drawingml/2006/main">
            <a:off x="7488575" y="2076450"/>
            <a:ext cx="2910800" cy="4114800"/>
          </a:xfrm>
          <a:prstGeom xmlns:a="http://schemas.openxmlformats.org/drawingml/2006/main" prst="rect">
            <a:avLst/>
          </a:prstGeom>
        </p:spPr>
      </p:pic>
      <p:sp>
        <p:nvSpPr>
          <p:cNvPr id="28" name="profile-1822">
            <a:extLst xmlns:a="http://schemas.openxmlformats.org/drawingml/2006/main">
              <a:ext uri="{FF2B5EF4-FFF2-40B4-BE49-F238E27FC236}">
                <a16:creationId xmlns:a16="http://schemas.microsoft.com/office/drawing/2014/main" id="{E90D76AD-8CAA-4635-912D-E95D0D3F4309}"/>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copy</a:t>
            </a:r>
          </a:p>
        </p:txBody>
      </p:sp>
    </p:spTree>
    <p:extLst>
      <p:ext uri="{BB962C8B-B14F-4D97-AF65-F5344CB8AC3E}">
        <p14:creationId xmlns:p14="http://schemas.microsoft.com/office/powerpoint/2010/main" val="147709481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23">
            <a:extLst xmlns:a="http://schemas.openxmlformats.org/drawingml/2006/main">
              <a:ext uri="{FF2B5EF4-FFF2-40B4-BE49-F238E27FC236}">
                <a16:creationId xmlns:a16="http://schemas.microsoft.com/office/drawing/2014/main" id="{BABDCFF8-E20C-4074-80A8-0CA0622B289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24">
            <a:extLst xmlns:a="http://schemas.openxmlformats.org/drawingml/2006/main">
              <a:ext uri="{FF2B5EF4-FFF2-40B4-BE49-F238E27FC236}">
                <a16:creationId xmlns:a16="http://schemas.microsoft.com/office/drawing/2014/main" id="{5A77B9B4-C321-491D-B1C1-D1F1B66CFB9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C839652-2117-4A7C-8972-0C857BA0D7AA}"/>
              </a:ext>
            </a:extLst>
          </p:cNvPr>
          <p:cNvPicPr>
            <a:picLocks xmlns:a="http://schemas.openxmlformats.org/drawingml/2006/main" noChangeAspect="1"/>
          </p:cNvPicPr>
          <p:nvPr/>
        </p:nvPicPr>
        <p:blipFill>
          <a:blip xmlns:r="http://schemas.openxmlformats.org/officeDocument/2006/relationships" xmlns:a="http://schemas.openxmlformats.org/drawingml/2006/main" r:embed="Rb2b8832b8c48400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25">
            <a:extLst xmlns:a="http://schemas.openxmlformats.org/drawingml/2006/main">
              <a:ext uri="{FF2B5EF4-FFF2-40B4-BE49-F238E27FC236}">
                <a16:creationId xmlns:a16="http://schemas.microsoft.com/office/drawing/2014/main" id="{062755C2-4594-4396-BB6C-24ADEF36D93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26">
            <a:extLst xmlns:a="http://schemas.openxmlformats.org/drawingml/2006/main">
              <a:ext uri="{FF2B5EF4-FFF2-40B4-BE49-F238E27FC236}">
                <a16:creationId xmlns:a16="http://schemas.microsoft.com/office/drawing/2014/main" id="{F23C9656-A49E-49FF-AFED-D4B2C66B7F5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27">
            <a:extLst xmlns:a="http://schemas.openxmlformats.org/drawingml/2006/main">
              <a:ext uri="{FF2B5EF4-FFF2-40B4-BE49-F238E27FC236}">
                <a16:creationId xmlns:a16="http://schemas.microsoft.com/office/drawing/2014/main" id="{0D0EFDE9-896F-426D-9342-2C6BF0EE742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28">
            <a:extLst xmlns:a="http://schemas.openxmlformats.org/drawingml/2006/main">
              <a:ext uri="{FF2B5EF4-FFF2-40B4-BE49-F238E27FC236}">
                <a16:creationId xmlns:a16="http://schemas.microsoft.com/office/drawing/2014/main" id="{D35974E0-33E1-474E-A400-61073C5494F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29">
            <a:extLst xmlns:a="http://schemas.openxmlformats.org/drawingml/2006/main">
              <a:ext uri="{FF2B5EF4-FFF2-40B4-BE49-F238E27FC236}">
                <a16:creationId xmlns:a16="http://schemas.microsoft.com/office/drawing/2014/main" id="{20D0868E-EBDD-47B7-B385-BA026B18F05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30">
            <a:extLst xmlns:a="http://schemas.openxmlformats.org/drawingml/2006/main">
              <a:ext uri="{FF2B5EF4-FFF2-40B4-BE49-F238E27FC236}">
                <a16:creationId xmlns:a16="http://schemas.microsoft.com/office/drawing/2014/main" id="{2676891F-839C-4CF2-8B9B-EBBB1B48B61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31">
            <a:extLst xmlns:a="http://schemas.openxmlformats.org/drawingml/2006/main">
              <a:ext uri="{FF2B5EF4-FFF2-40B4-BE49-F238E27FC236}">
                <a16:creationId xmlns:a16="http://schemas.microsoft.com/office/drawing/2014/main" id="{04F642B1-39AF-4592-805E-161E7B02F19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32">
            <a:extLst xmlns:a="http://schemas.openxmlformats.org/drawingml/2006/main">
              <a:ext uri="{FF2B5EF4-FFF2-40B4-BE49-F238E27FC236}">
                <a16:creationId xmlns:a16="http://schemas.microsoft.com/office/drawing/2014/main" id="{7C5E4B75-855D-4582-B7AB-B3B973F6CE4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33">
            <a:extLst xmlns:a="http://schemas.openxmlformats.org/drawingml/2006/main">
              <a:ext uri="{FF2B5EF4-FFF2-40B4-BE49-F238E27FC236}">
                <a16:creationId xmlns:a16="http://schemas.microsoft.com/office/drawing/2014/main" id="{C67D36A0-9A6F-4653-9CC2-A2C24BBFCA7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34">
            <a:extLst xmlns:a="http://schemas.openxmlformats.org/drawingml/2006/main">
              <a:ext uri="{FF2B5EF4-FFF2-40B4-BE49-F238E27FC236}">
                <a16:creationId xmlns:a16="http://schemas.microsoft.com/office/drawing/2014/main" id="{261CB7FE-F3F0-47F3-9AC5-128ADA503A5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35">
            <a:extLst xmlns:a="http://schemas.openxmlformats.org/drawingml/2006/main">
              <a:ext uri="{FF2B5EF4-FFF2-40B4-BE49-F238E27FC236}">
                <a16:creationId xmlns:a16="http://schemas.microsoft.com/office/drawing/2014/main" id="{69FFE200-1BEF-4C8F-ACBB-3F61EFAC8C2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36">
            <a:extLst xmlns:a="http://schemas.openxmlformats.org/drawingml/2006/main">
              <a:ext uri="{FF2B5EF4-FFF2-40B4-BE49-F238E27FC236}">
                <a16:creationId xmlns:a16="http://schemas.microsoft.com/office/drawing/2014/main" id="{B7DC663E-BA37-4A60-B9E5-342922DDEEC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52</a:t>
            </a:r>
          </a:p>
        </p:txBody>
      </p:sp>
      <p:sp>
        <p:nvSpPr>
          <p:cNvPr id="16" name="profile-1837">
            <a:extLst xmlns:a="http://schemas.openxmlformats.org/drawingml/2006/main">
              <a:ext uri="{FF2B5EF4-FFF2-40B4-BE49-F238E27FC236}">
                <a16:creationId xmlns:a16="http://schemas.microsoft.com/office/drawing/2014/main" id="{304AF91B-E3A6-4C9F-B9A8-D932A3F7BE1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BIR Receipt and Invoice Notice</a:t>
            </a:r>
          </a:p>
        </p:txBody>
      </p:sp>
      <p:sp>
        <p:nvSpPr>
          <p:cNvPr id="17" name="profile-1838">
            <a:extLst xmlns:a="http://schemas.openxmlformats.org/drawingml/2006/main">
              <a:ext uri="{FF2B5EF4-FFF2-40B4-BE49-F238E27FC236}">
                <a16:creationId xmlns:a16="http://schemas.microsoft.com/office/drawing/2014/main" id="{F47BF78C-0588-4E22-8C08-10ACE4BB9EA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39">
            <a:extLst xmlns:a="http://schemas.openxmlformats.org/drawingml/2006/main">
              <a:ext uri="{FF2B5EF4-FFF2-40B4-BE49-F238E27FC236}">
                <a16:creationId xmlns:a16="http://schemas.microsoft.com/office/drawing/2014/main" id="{CD595CA2-B587-4C61-9EE6-0788B8AC6F1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40">
            <a:extLst xmlns:a="http://schemas.openxmlformats.org/drawingml/2006/main">
              <a:ext uri="{FF2B5EF4-FFF2-40B4-BE49-F238E27FC236}">
                <a16:creationId xmlns:a16="http://schemas.microsoft.com/office/drawing/2014/main" id="{D89D5A6B-E5ED-4A85-A1DA-35A322653154}"/>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DISPLAYED TIN AND BRANCH</a:t>
            </a:r>
          </a:p>
        </p:txBody>
      </p:sp>
      <p:sp>
        <p:nvSpPr>
          <p:cNvPr id="20" name="profile-1841">
            <a:extLst xmlns:a="http://schemas.openxmlformats.org/drawingml/2006/main">
              <a:ext uri="{FF2B5EF4-FFF2-40B4-BE49-F238E27FC236}">
                <a16:creationId xmlns:a16="http://schemas.microsoft.com/office/drawing/2014/main" id="{18A0285D-642E-4682-B753-16933B066F14}"/>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693-974-075-00000</a:t>
            </a:r>
          </a:p>
        </p:txBody>
      </p:sp>
      <p:sp>
        <p:nvSpPr>
          <p:cNvPr id="21" name="profile-1842">
            <a:extLst xmlns:a="http://schemas.openxmlformats.org/drawingml/2006/main">
              <a:ext uri="{FF2B5EF4-FFF2-40B4-BE49-F238E27FC236}">
                <a16:creationId xmlns:a16="http://schemas.microsoft.com/office/drawing/2014/main" id="{FA26EC5A-ED82-4D35-8964-789127185C39}"/>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TYPE</a:t>
            </a:r>
          </a:p>
        </p:txBody>
      </p:sp>
      <p:sp>
        <p:nvSpPr>
          <p:cNvPr id="22" name="profile-1843">
            <a:extLst xmlns:a="http://schemas.openxmlformats.org/drawingml/2006/main">
              <a:ext uri="{FF2B5EF4-FFF2-40B4-BE49-F238E27FC236}">
                <a16:creationId xmlns:a16="http://schemas.microsoft.com/office/drawing/2014/main" id="{F80FB918-4DDC-4422-8C7A-6CB4B6C55421}"/>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Posted receipt / invoice notice</a:t>
            </a:r>
          </a:p>
        </p:txBody>
      </p:sp>
      <p:sp>
        <p:nvSpPr>
          <p:cNvPr id="23" name="profile-1844">
            <a:extLst xmlns:a="http://schemas.openxmlformats.org/drawingml/2006/main">
              <a:ext uri="{FF2B5EF4-FFF2-40B4-BE49-F238E27FC236}">
                <a16:creationId xmlns:a16="http://schemas.microsoft.com/office/drawing/2014/main" id="{5860F42B-3E82-4824-A3DD-E4ABDEC51CC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SOURCE</a:t>
            </a:r>
          </a:p>
        </p:txBody>
      </p:sp>
      <p:sp>
        <p:nvSpPr>
          <p:cNvPr id="24" name="profile-1845">
            <a:extLst xmlns:a="http://schemas.openxmlformats.org/drawingml/2006/main">
              <a:ext uri="{FF2B5EF4-FFF2-40B4-BE49-F238E27FC236}">
                <a16:creationId xmlns:a16="http://schemas.microsoft.com/office/drawing/2014/main" id="{F87AC257-6F2D-4B34-8D33-2A3B5A8F4E0F}"/>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Owner-supplied photograph</a:t>
            </a:r>
          </a:p>
        </p:txBody>
      </p:sp>
      <p:sp>
        <p:nvSpPr>
          <p:cNvPr id="25" name="profile-1846">
            <a:extLst xmlns:a="http://schemas.openxmlformats.org/drawingml/2006/main">
              <a:ext uri="{FF2B5EF4-FFF2-40B4-BE49-F238E27FC236}">
                <a16:creationId xmlns:a16="http://schemas.microsoft.com/office/drawing/2014/main" id="{D1FA87F3-6FCE-4D50-BD61-5DAE26402191}"/>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Posted BIR receipt / invoice notice displaying the company TIN</a:t>
            </a:r>
          </a:p>
        </p:txBody>
      </p:sp>
      <p:sp>
        <p:nvSpPr>
          <p:cNvPr id="26" name="profile-1847">
            <a:extLst xmlns:a="http://schemas.openxmlformats.org/drawingml/2006/main">
              <a:ext uri="{FF2B5EF4-FFF2-40B4-BE49-F238E27FC236}">
                <a16:creationId xmlns:a16="http://schemas.microsoft.com/office/drawing/2014/main" id="{779CF5E1-2483-4C5D-844E-F059AB8DCAF6}"/>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and branch code.</a:t>
            </a:r>
          </a:p>
        </p:txBody>
      </p:sp>
      <p:pic>
        <p:nvPicPr>
          <p:cNvPr id="27" name="">
            <a:extLst xmlns:a="http://schemas.openxmlformats.org/drawingml/2006/main">
              <a:ext uri="{FF2B5EF4-FFF2-40B4-BE49-F238E27FC236}">
                <a16:creationId xmlns:a16="http://schemas.microsoft.com/office/drawing/2014/main" id="{32A58C77-A164-4304-86B2-73C5EE952F4B}"/>
              </a:ext>
            </a:extLst>
          </p:cNvPr>
          <p:cNvPicPr>
            <a:picLocks xmlns:a="http://schemas.openxmlformats.org/drawingml/2006/main" noChangeAspect="1"/>
          </p:cNvPicPr>
          <p:nvPr/>
        </p:nvPicPr>
        <p:blipFill>
          <a:blip xmlns:r="http://schemas.openxmlformats.org/officeDocument/2006/relationships" xmlns:a="http://schemas.openxmlformats.org/drawingml/2006/main" r:embed="R41762045a6b54856"/>
          <a:srcRect xmlns:a="http://schemas.openxmlformats.org/drawingml/2006/main" l="0" t="0" r="0" b="0"/>
          <a:stretch xmlns:a="http://schemas.openxmlformats.org/drawingml/2006/main">
            <a:fillRect l="0" t="0" r="0" b="0"/>
          </a:stretch>
        </p:blipFill>
        <p:spPr>
          <a:xfrm xmlns:a="http://schemas.openxmlformats.org/drawingml/2006/main">
            <a:off x="6067425" y="2194632"/>
            <a:ext cx="5753100" cy="3878436"/>
          </a:xfrm>
          <a:prstGeom xmlns:a="http://schemas.openxmlformats.org/drawingml/2006/main" prst="rect">
            <a:avLst/>
          </a:prstGeom>
        </p:spPr>
      </p:pic>
      <p:sp>
        <p:nvSpPr>
          <p:cNvPr id="28" name="profile-1848">
            <a:extLst xmlns:a="http://schemas.openxmlformats.org/drawingml/2006/main">
              <a:ext uri="{FF2B5EF4-FFF2-40B4-BE49-F238E27FC236}">
                <a16:creationId xmlns:a16="http://schemas.microsoft.com/office/drawing/2014/main" id="{8961E94B-FDB8-4113-A763-D6C3DD630B1F}"/>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 | Owner-supplied copy</a:t>
            </a:r>
          </a:p>
        </p:txBody>
      </p:sp>
    </p:spTree>
    <p:extLst>
      <p:ext uri="{BB962C8B-B14F-4D97-AF65-F5344CB8AC3E}">
        <p14:creationId xmlns:p14="http://schemas.microsoft.com/office/powerpoint/2010/main" val="9491661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49">
            <a:extLst xmlns:a="http://schemas.openxmlformats.org/drawingml/2006/main">
              <a:ext uri="{FF2B5EF4-FFF2-40B4-BE49-F238E27FC236}">
                <a16:creationId xmlns:a16="http://schemas.microsoft.com/office/drawing/2014/main" id="{787A68C3-B312-4DFF-AEAF-74CD11AD44E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50">
            <a:extLst xmlns:a="http://schemas.openxmlformats.org/drawingml/2006/main">
              <a:ext uri="{FF2B5EF4-FFF2-40B4-BE49-F238E27FC236}">
                <a16:creationId xmlns:a16="http://schemas.microsoft.com/office/drawing/2014/main" id="{36319BB0-B17F-45AB-BEFD-514F43935D5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586E464-02F4-44B1-B43C-8E3B3EF1413B}"/>
              </a:ext>
            </a:extLst>
          </p:cNvPr>
          <p:cNvPicPr>
            <a:picLocks xmlns:a="http://schemas.openxmlformats.org/drawingml/2006/main" noChangeAspect="1"/>
          </p:cNvPicPr>
          <p:nvPr/>
        </p:nvPicPr>
        <p:blipFill>
          <a:blip xmlns:r="http://schemas.openxmlformats.org/officeDocument/2006/relationships" xmlns:a="http://schemas.openxmlformats.org/drawingml/2006/main" r:embed="R393aff414640449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51">
            <a:extLst xmlns:a="http://schemas.openxmlformats.org/drawingml/2006/main">
              <a:ext uri="{FF2B5EF4-FFF2-40B4-BE49-F238E27FC236}">
                <a16:creationId xmlns:a16="http://schemas.microsoft.com/office/drawing/2014/main" id="{0B34C4B6-B90C-41BB-96B9-D52A2742D57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52">
            <a:extLst xmlns:a="http://schemas.openxmlformats.org/drawingml/2006/main">
              <a:ext uri="{FF2B5EF4-FFF2-40B4-BE49-F238E27FC236}">
                <a16:creationId xmlns:a16="http://schemas.microsoft.com/office/drawing/2014/main" id="{5CD3D3A7-E383-4B17-AC37-6DD1D3B7F41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53">
            <a:extLst xmlns:a="http://schemas.openxmlformats.org/drawingml/2006/main">
              <a:ext uri="{FF2B5EF4-FFF2-40B4-BE49-F238E27FC236}">
                <a16:creationId xmlns:a16="http://schemas.microsoft.com/office/drawing/2014/main" id="{D2314DF7-344D-4687-8B05-26BEBFEDAB9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54">
            <a:extLst xmlns:a="http://schemas.openxmlformats.org/drawingml/2006/main">
              <a:ext uri="{FF2B5EF4-FFF2-40B4-BE49-F238E27FC236}">
                <a16:creationId xmlns:a16="http://schemas.microsoft.com/office/drawing/2014/main" id="{B243EECE-8A48-4595-AACC-5C0A7C971D2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55">
            <a:extLst xmlns:a="http://schemas.openxmlformats.org/drawingml/2006/main">
              <a:ext uri="{FF2B5EF4-FFF2-40B4-BE49-F238E27FC236}">
                <a16:creationId xmlns:a16="http://schemas.microsoft.com/office/drawing/2014/main" id="{1D0A7879-D8DB-41E9-8778-79261D6E95F0}"/>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56">
            <a:extLst xmlns:a="http://schemas.openxmlformats.org/drawingml/2006/main">
              <a:ext uri="{FF2B5EF4-FFF2-40B4-BE49-F238E27FC236}">
                <a16:creationId xmlns:a16="http://schemas.microsoft.com/office/drawing/2014/main" id="{2FBD9FDE-C722-435B-A69F-A308548DDA3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57">
            <a:extLst xmlns:a="http://schemas.openxmlformats.org/drawingml/2006/main">
              <a:ext uri="{FF2B5EF4-FFF2-40B4-BE49-F238E27FC236}">
                <a16:creationId xmlns:a16="http://schemas.microsoft.com/office/drawing/2014/main" id="{031A8037-A0BF-4B02-8136-3794B845EDC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58">
            <a:extLst xmlns:a="http://schemas.openxmlformats.org/drawingml/2006/main">
              <a:ext uri="{FF2B5EF4-FFF2-40B4-BE49-F238E27FC236}">
                <a16:creationId xmlns:a16="http://schemas.microsoft.com/office/drawing/2014/main" id="{43724850-2123-4067-A2FA-59940F9FA1B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59">
            <a:extLst xmlns:a="http://schemas.openxmlformats.org/drawingml/2006/main">
              <a:ext uri="{FF2B5EF4-FFF2-40B4-BE49-F238E27FC236}">
                <a16:creationId xmlns:a16="http://schemas.microsoft.com/office/drawing/2014/main" id="{5CD8AB15-B1A2-4845-BA43-DC8DCE6A45D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60">
            <a:extLst xmlns:a="http://schemas.openxmlformats.org/drawingml/2006/main">
              <a:ext uri="{FF2B5EF4-FFF2-40B4-BE49-F238E27FC236}">
                <a16:creationId xmlns:a16="http://schemas.microsoft.com/office/drawing/2014/main" id="{FEB7B3D2-281D-45B2-AACF-29884A58F6C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61">
            <a:extLst xmlns:a="http://schemas.openxmlformats.org/drawingml/2006/main">
              <a:ext uri="{FF2B5EF4-FFF2-40B4-BE49-F238E27FC236}">
                <a16:creationId xmlns:a16="http://schemas.microsoft.com/office/drawing/2014/main" id="{81F10FFC-8E03-4C60-B086-5BC2FC670F4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62">
            <a:extLst xmlns:a="http://schemas.openxmlformats.org/drawingml/2006/main">
              <a:ext uri="{FF2B5EF4-FFF2-40B4-BE49-F238E27FC236}">
                <a16:creationId xmlns:a16="http://schemas.microsoft.com/office/drawing/2014/main" id="{B0CE5DFC-522B-4509-B43E-107393EE8EF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53</a:t>
            </a:r>
          </a:p>
        </p:txBody>
      </p:sp>
      <p:sp>
        <p:nvSpPr>
          <p:cNvPr id="16" name="profile-1863">
            <a:extLst xmlns:a="http://schemas.openxmlformats.org/drawingml/2006/main">
              <a:ext uri="{FF2B5EF4-FFF2-40B4-BE49-F238E27FC236}">
                <a16:creationId xmlns:a16="http://schemas.microsoft.com/office/drawing/2014/main" id="{3117FC70-9C09-4D98-8D2F-6E88DD9C5C4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PhilGEPS Red Registration</a:t>
            </a:r>
          </a:p>
        </p:txBody>
      </p:sp>
      <p:sp>
        <p:nvSpPr>
          <p:cNvPr id="17" name="profile-1864">
            <a:extLst xmlns:a="http://schemas.openxmlformats.org/drawingml/2006/main">
              <a:ext uri="{FF2B5EF4-FFF2-40B4-BE49-F238E27FC236}">
                <a16:creationId xmlns:a16="http://schemas.microsoft.com/office/drawing/2014/main" id="{DAA23A84-E547-4B57-AFC4-C20A5D890EF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65">
            <a:extLst xmlns:a="http://schemas.openxmlformats.org/drawingml/2006/main">
              <a:ext uri="{FF2B5EF4-FFF2-40B4-BE49-F238E27FC236}">
                <a16:creationId xmlns:a16="http://schemas.microsoft.com/office/drawing/2014/main" id="{FB9E1533-9D22-41F0-84FE-9F152446360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66">
            <a:extLst xmlns:a="http://schemas.openxmlformats.org/drawingml/2006/main">
              <a:ext uri="{FF2B5EF4-FFF2-40B4-BE49-F238E27FC236}">
                <a16:creationId xmlns:a16="http://schemas.microsoft.com/office/drawing/2014/main" id="{CD0C3494-38EC-4E28-83AB-F03CEB86750D}"/>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ORGANIZATION ID</a:t>
            </a:r>
          </a:p>
        </p:txBody>
      </p:sp>
      <p:sp>
        <p:nvSpPr>
          <p:cNvPr id="20" name="profile-1867">
            <a:extLst xmlns:a="http://schemas.openxmlformats.org/drawingml/2006/main">
              <a:ext uri="{FF2B5EF4-FFF2-40B4-BE49-F238E27FC236}">
                <a16:creationId xmlns:a16="http://schemas.microsoft.com/office/drawing/2014/main" id="{7D30B708-8EF0-42A4-8CFD-05CE5D3976DE}"/>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498991</a:t>
            </a:r>
          </a:p>
        </p:txBody>
      </p:sp>
      <p:sp>
        <p:nvSpPr>
          <p:cNvPr id="21" name="profile-1868">
            <a:extLst xmlns:a="http://schemas.openxmlformats.org/drawingml/2006/main">
              <a:ext uri="{FF2B5EF4-FFF2-40B4-BE49-F238E27FC236}">
                <a16:creationId xmlns:a16="http://schemas.microsoft.com/office/drawing/2014/main" id="{9D5190C8-0B5F-4C48-B40E-9D31A6C0B24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REGISTRATION DATE SHOWN</a:t>
            </a:r>
          </a:p>
        </p:txBody>
      </p:sp>
      <p:sp>
        <p:nvSpPr>
          <p:cNvPr id="22" name="profile-1869">
            <a:extLst xmlns:a="http://schemas.openxmlformats.org/drawingml/2006/main">
              <a:ext uri="{FF2B5EF4-FFF2-40B4-BE49-F238E27FC236}">
                <a16:creationId xmlns:a16="http://schemas.microsoft.com/office/drawing/2014/main" id="{CCFA9DB8-91BA-45E3-944A-BFFDCE9A86F3}"/>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August 2026</a:t>
            </a:r>
          </a:p>
        </p:txBody>
      </p:sp>
      <p:sp>
        <p:nvSpPr>
          <p:cNvPr id="23" name="profile-1870">
            <a:extLst xmlns:a="http://schemas.openxmlformats.org/drawingml/2006/main">
              <a:ext uri="{FF2B5EF4-FFF2-40B4-BE49-F238E27FC236}">
                <a16:creationId xmlns:a16="http://schemas.microsoft.com/office/drawing/2014/main" id="{CEDCE9EA-B496-4CF3-BE70-01BBD6EEF253}"/>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STATUS</a:t>
            </a:r>
          </a:p>
        </p:txBody>
      </p:sp>
      <p:sp>
        <p:nvSpPr>
          <p:cNvPr id="24" name="profile-1871">
            <a:extLst xmlns:a="http://schemas.openxmlformats.org/drawingml/2006/main">
              <a:ext uri="{FF2B5EF4-FFF2-40B4-BE49-F238E27FC236}">
                <a16:creationId xmlns:a16="http://schemas.microsoft.com/office/drawing/2014/main" id="{E607B044-32BB-4E70-9D71-2B90723C086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Active / Red Approved</a:t>
            </a:r>
          </a:p>
        </p:txBody>
      </p:sp>
      <p:sp>
        <p:nvSpPr>
          <p:cNvPr id="25" name="profile-1872">
            <a:extLst xmlns:a="http://schemas.openxmlformats.org/drawingml/2006/main">
              <a:ext uri="{FF2B5EF4-FFF2-40B4-BE49-F238E27FC236}">
                <a16:creationId xmlns:a16="http://schemas.microsoft.com/office/drawing/2014/main" id="{D5D61B8B-D143-4F17-83D1-1633873E6B62}"/>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Owner-supplied PhilGEPS Red registration printout; status is</a:t>
            </a:r>
          </a:p>
        </p:txBody>
      </p:sp>
      <p:sp>
        <p:nvSpPr>
          <p:cNvPr id="26" name="profile-1873">
            <a:extLst xmlns:a="http://schemas.openxmlformats.org/drawingml/2006/main">
              <a:ext uri="{FF2B5EF4-FFF2-40B4-BE49-F238E27FC236}">
                <a16:creationId xmlns:a16="http://schemas.microsoft.com/office/drawing/2014/main" id="{2C9331BC-0B8F-4C32-970F-0C61D4ADA25B}"/>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shown as printed.</a:t>
            </a:r>
          </a:p>
        </p:txBody>
      </p:sp>
      <p:pic>
        <p:nvPicPr>
          <p:cNvPr id="27" name="">
            <a:extLst xmlns:a="http://schemas.openxmlformats.org/drawingml/2006/main">
              <a:ext uri="{FF2B5EF4-FFF2-40B4-BE49-F238E27FC236}">
                <a16:creationId xmlns:a16="http://schemas.microsoft.com/office/drawing/2014/main" id="{3728C147-81A2-40F4-A91F-FFB2B166AC60}"/>
              </a:ext>
            </a:extLst>
          </p:cNvPr>
          <p:cNvPicPr>
            <a:picLocks xmlns:a="http://schemas.openxmlformats.org/drawingml/2006/main" noChangeAspect="1"/>
          </p:cNvPicPr>
          <p:nvPr/>
        </p:nvPicPr>
        <p:blipFill>
          <a:blip xmlns:r="http://schemas.openxmlformats.org/officeDocument/2006/relationships" xmlns:a="http://schemas.openxmlformats.org/drawingml/2006/main" r:embed="R4fcf422549d345f1"/>
          <a:srcRect xmlns:a="http://schemas.openxmlformats.org/drawingml/2006/main" l="0" t="0" r="0" b="0"/>
          <a:stretch xmlns:a="http://schemas.openxmlformats.org/drawingml/2006/main">
            <a:fillRect l="0" t="0" r="0" b="0"/>
          </a:stretch>
        </p:blipFill>
        <p:spPr>
          <a:xfrm xmlns:a="http://schemas.openxmlformats.org/drawingml/2006/main">
            <a:off x="7251598" y="2076450"/>
            <a:ext cx="3384755" cy="4114800"/>
          </a:xfrm>
          <a:prstGeom xmlns:a="http://schemas.openxmlformats.org/drawingml/2006/main" prst="rect">
            <a:avLst/>
          </a:prstGeom>
        </p:spPr>
      </p:pic>
      <p:sp>
        <p:nvSpPr>
          <p:cNvPr id="28" name="profile-1874">
            <a:extLst xmlns:a="http://schemas.openxmlformats.org/drawingml/2006/main">
              <a:ext uri="{FF2B5EF4-FFF2-40B4-BE49-F238E27FC236}">
                <a16:creationId xmlns:a16="http://schemas.microsoft.com/office/drawing/2014/main" id="{CB85343E-2A97-467E-AC8B-305344FB0176}"/>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excerpt</a:t>
            </a:r>
          </a:p>
        </p:txBody>
      </p:sp>
    </p:spTree>
    <p:extLst>
      <p:ext uri="{BB962C8B-B14F-4D97-AF65-F5344CB8AC3E}">
        <p14:creationId xmlns:p14="http://schemas.microsoft.com/office/powerpoint/2010/main" val="97574497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875">
            <a:extLst xmlns:a="http://schemas.openxmlformats.org/drawingml/2006/main">
              <a:ext uri="{FF2B5EF4-FFF2-40B4-BE49-F238E27FC236}">
                <a16:creationId xmlns:a16="http://schemas.microsoft.com/office/drawing/2014/main" id="{BA0C92C3-C564-46FE-9959-255C9FFB987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876">
            <a:extLst xmlns:a="http://schemas.openxmlformats.org/drawingml/2006/main">
              <a:ext uri="{FF2B5EF4-FFF2-40B4-BE49-F238E27FC236}">
                <a16:creationId xmlns:a16="http://schemas.microsoft.com/office/drawing/2014/main" id="{B4580916-FE6A-45ED-99A8-07AB438A156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84F1F80-C176-40BE-90E9-97C6BA0377A5}"/>
              </a:ext>
            </a:extLst>
          </p:cNvPr>
          <p:cNvPicPr>
            <a:picLocks xmlns:a="http://schemas.openxmlformats.org/drawingml/2006/main" noChangeAspect="1"/>
          </p:cNvPicPr>
          <p:nvPr/>
        </p:nvPicPr>
        <p:blipFill>
          <a:blip xmlns:r="http://schemas.openxmlformats.org/officeDocument/2006/relationships" xmlns:a="http://schemas.openxmlformats.org/drawingml/2006/main" r:embed="Rb288e7da93df406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877">
            <a:extLst xmlns:a="http://schemas.openxmlformats.org/drawingml/2006/main">
              <a:ext uri="{FF2B5EF4-FFF2-40B4-BE49-F238E27FC236}">
                <a16:creationId xmlns:a16="http://schemas.microsoft.com/office/drawing/2014/main" id="{6299F4B5-4623-446A-A3E6-B59A53E6151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878">
            <a:extLst xmlns:a="http://schemas.openxmlformats.org/drawingml/2006/main">
              <a:ext uri="{FF2B5EF4-FFF2-40B4-BE49-F238E27FC236}">
                <a16:creationId xmlns:a16="http://schemas.microsoft.com/office/drawing/2014/main" id="{1A5110B0-DEBD-4B6B-9723-37295C45EA5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879">
            <a:extLst xmlns:a="http://schemas.openxmlformats.org/drawingml/2006/main">
              <a:ext uri="{FF2B5EF4-FFF2-40B4-BE49-F238E27FC236}">
                <a16:creationId xmlns:a16="http://schemas.microsoft.com/office/drawing/2014/main" id="{50245C5D-92CF-4728-BB08-9ED780DF5F2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880">
            <a:extLst xmlns:a="http://schemas.openxmlformats.org/drawingml/2006/main">
              <a:ext uri="{FF2B5EF4-FFF2-40B4-BE49-F238E27FC236}">
                <a16:creationId xmlns:a16="http://schemas.microsoft.com/office/drawing/2014/main" id="{6C4BE00A-807C-4175-8C8A-08EE7E6B81A9}"/>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881">
            <a:extLst xmlns:a="http://schemas.openxmlformats.org/drawingml/2006/main">
              <a:ext uri="{FF2B5EF4-FFF2-40B4-BE49-F238E27FC236}">
                <a16:creationId xmlns:a16="http://schemas.microsoft.com/office/drawing/2014/main" id="{A9BF20A6-5907-4CE4-B7ED-919BAC95E34F}"/>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882">
            <a:extLst xmlns:a="http://schemas.openxmlformats.org/drawingml/2006/main">
              <a:ext uri="{FF2B5EF4-FFF2-40B4-BE49-F238E27FC236}">
                <a16:creationId xmlns:a16="http://schemas.microsoft.com/office/drawing/2014/main" id="{267698FF-EEB3-4E03-B078-5171868D028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883">
            <a:extLst xmlns:a="http://schemas.openxmlformats.org/drawingml/2006/main">
              <a:ext uri="{FF2B5EF4-FFF2-40B4-BE49-F238E27FC236}">
                <a16:creationId xmlns:a16="http://schemas.microsoft.com/office/drawing/2014/main" id="{E3EE3177-C8DD-429F-B8D0-A632740BD0A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884">
            <a:extLst xmlns:a="http://schemas.openxmlformats.org/drawingml/2006/main">
              <a:ext uri="{FF2B5EF4-FFF2-40B4-BE49-F238E27FC236}">
                <a16:creationId xmlns:a16="http://schemas.microsoft.com/office/drawing/2014/main" id="{8B6D021B-F594-4404-810D-FF551BC8239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885">
            <a:extLst xmlns:a="http://schemas.openxmlformats.org/drawingml/2006/main">
              <a:ext uri="{FF2B5EF4-FFF2-40B4-BE49-F238E27FC236}">
                <a16:creationId xmlns:a16="http://schemas.microsoft.com/office/drawing/2014/main" id="{98CD9891-AAA2-4FE3-9F51-E6A9E866A53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886">
            <a:extLst xmlns:a="http://schemas.openxmlformats.org/drawingml/2006/main">
              <a:ext uri="{FF2B5EF4-FFF2-40B4-BE49-F238E27FC236}">
                <a16:creationId xmlns:a16="http://schemas.microsoft.com/office/drawing/2014/main" id="{0BEA9DD5-7089-46B5-A8EF-ECA556482AD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887">
            <a:extLst xmlns:a="http://schemas.openxmlformats.org/drawingml/2006/main">
              <a:ext uri="{FF2B5EF4-FFF2-40B4-BE49-F238E27FC236}">
                <a16:creationId xmlns:a16="http://schemas.microsoft.com/office/drawing/2014/main" id="{37E36C7F-F5BE-4788-BD3E-48AF4175A4C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888">
            <a:extLst xmlns:a="http://schemas.openxmlformats.org/drawingml/2006/main">
              <a:ext uri="{FF2B5EF4-FFF2-40B4-BE49-F238E27FC236}">
                <a16:creationId xmlns:a16="http://schemas.microsoft.com/office/drawing/2014/main" id="{EBAD507A-AD54-4A61-8E34-C92A1536266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54</a:t>
            </a:r>
          </a:p>
        </p:txBody>
      </p:sp>
      <p:sp>
        <p:nvSpPr>
          <p:cNvPr id="16" name="profile-1889">
            <a:extLst xmlns:a="http://schemas.openxmlformats.org/drawingml/2006/main">
              <a:ext uri="{FF2B5EF4-FFF2-40B4-BE49-F238E27FC236}">
                <a16:creationId xmlns:a16="http://schemas.microsoft.com/office/drawing/2014/main" id="{8D5E7A44-3F1F-4FC9-9118-008394773E8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PhilGEPS Red Registration</a:t>
            </a:r>
          </a:p>
        </p:txBody>
      </p:sp>
      <p:sp>
        <p:nvSpPr>
          <p:cNvPr id="17" name="profile-1890">
            <a:extLst xmlns:a="http://schemas.openxmlformats.org/drawingml/2006/main">
              <a:ext uri="{FF2B5EF4-FFF2-40B4-BE49-F238E27FC236}">
                <a16:creationId xmlns:a16="http://schemas.microsoft.com/office/drawing/2014/main" id="{61367079-0A73-4FF3-9CBE-21BCF3233D1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891">
            <a:extLst xmlns:a="http://schemas.openxmlformats.org/drawingml/2006/main">
              <a:ext uri="{FF2B5EF4-FFF2-40B4-BE49-F238E27FC236}">
                <a16:creationId xmlns:a16="http://schemas.microsoft.com/office/drawing/2014/main" id="{B10FF8B6-1BA3-4F97-96D0-B0C8CDA5183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OCEANIDES CORPORATE RECORD</a:t>
            </a:r>
          </a:p>
        </p:txBody>
      </p:sp>
      <p:sp>
        <p:nvSpPr>
          <p:cNvPr id="19" name="profile-1892">
            <a:extLst xmlns:a="http://schemas.openxmlformats.org/drawingml/2006/main">
              <a:ext uri="{FF2B5EF4-FFF2-40B4-BE49-F238E27FC236}">
                <a16:creationId xmlns:a16="http://schemas.microsoft.com/office/drawing/2014/main" id="{89C875C5-056F-409C-83A2-216DFA05232F}"/>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ORGANIZATION ID</a:t>
            </a:r>
          </a:p>
        </p:txBody>
      </p:sp>
      <p:sp>
        <p:nvSpPr>
          <p:cNvPr id="20" name="profile-1893">
            <a:extLst xmlns:a="http://schemas.openxmlformats.org/drawingml/2006/main">
              <a:ext uri="{FF2B5EF4-FFF2-40B4-BE49-F238E27FC236}">
                <a16:creationId xmlns:a16="http://schemas.microsoft.com/office/drawing/2014/main" id="{D0D68153-EDF4-4044-88CA-31941AD31E9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498991</a:t>
            </a:r>
          </a:p>
        </p:txBody>
      </p:sp>
      <p:sp>
        <p:nvSpPr>
          <p:cNvPr id="21" name="profile-1894">
            <a:extLst xmlns:a="http://schemas.openxmlformats.org/drawingml/2006/main">
              <a:ext uri="{FF2B5EF4-FFF2-40B4-BE49-F238E27FC236}">
                <a16:creationId xmlns:a16="http://schemas.microsoft.com/office/drawing/2014/main" id="{A096840D-821B-4C4B-8B1F-2F73EEB1C773}"/>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REGISTRATION DATE SHOWN</a:t>
            </a:r>
          </a:p>
        </p:txBody>
      </p:sp>
      <p:sp>
        <p:nvSpPr>
          <p:cNvPr id="22" name="profile-1895">
            <a:extLst xmlns:a="http://schemas.openxmlformats.org/drawingml/2006/main">
              <a:ext uri="{FF2B5EF4-FFF2-40B4-BE49-F238E27FC236}">
                <a16:creationId xmlns:a16="http://schemas.microsoft.com/office/drawing/2014/main" id="{076C906C-1752-4E0E-B41B-FDBC778E07C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August 2026</a:t>
            </a:r>
          </a:p>
        </p:txBody>
      </p:sp>
      <p:sp>
        <p:nvSpPr>
          <p:cNvPr id="23" name="profile-1896">
            <a:extLst xmlns:a="http://schemas.openxmlformats.org/drawingml/2006/main">
              <a:ext uri="{FF2B5EF4-FFF2-40B4-BE49-F238E27FC236}">
                <a16:creationId xmlns:a16="http://schemas.microsoft.com/office/drawing/2014/main" id="{2C4A2AC6-61D6-4875-A5CD-3ABA0202D8F9}"/>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STATUS</a:t>
            </a:r>
          </a:p>
        </p:txBody>
      </p:sp>
      <p:sp>
        <p:nvSpPr>
          <p:cNvPr id="24" name="profile-1897">
            <a:extLst xmlns:a="http://schemas.openxmlformats.org/drawingml/2006/main">
              <a:ext uri="{FF2B5EF4-FFF2-40B4-BE49-F238E27FC236}">
                <a16:creationId xmlns:a16="http://schemas.microsoft.com/office/drawing/2014/main" id="{EDBE4CF1-6F5B-4D05-BAFC-C99AEAA2285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Active / Red Approved</a:t>
            </a:r>
          </a:p>
        </p:txBody>
      </p:sp>
      <p:sp>
        <p:nvSpPr>
          <p:cNvPr id="25" name="profile-1898">
            <a:extLst xmlns:a="http://schemas.openxmlformats.org/drawingml/2006/main">
              <a:ext uri="{FF2B5EF4-FFF2-40B4-BE49-F238E27FC236}">
                <a16:creationId xmlns:a16="http://schemas.microsoft.com/office/drawing/2014/main" id="{D27BAF8D-1CB0-452B-98E3-1E88A8EF1C13}"/>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Owner-supplied PhilGEPS Red registration printout; status is</a:t>
            </a:r>
          </a:p>
        </p:txBody>
      </p:sp>
      <p:sp>
        <p:nvSpPr>
          <p:cNvPr id="26" name="profile-1899">
            <a:extLst xmlns:a="http://schemas.openxmlformats.org/drawingml/2006/main">
              <a:ext uri="{FF2B5EF4-FFF2-40B4-BE49-F238E27FC236}">
                <a16:creationId xmlns:a16="http://schemas.microsoft.com/office/drawing/2014/main" id="{DB6A4CC8-AC60-465D-83EA-FC770CB1219F}"/>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shown as printed.</a:t>
            </a:r>
          </a:p>
        </p:txBody>
      </p:sp>
      <p:pic>
        <p:nvPicPr>
          <p:cNvPr id="27" name="">
            <a:extLst xmlns:a="http://schemas.openxmlformats.org/drawingml/2006/main">
              <a:ext uri="{FF2B5EF4-FFF2-40B4-BE49-F238E27FC236}">
                <a16:creationId xmlns:a16="http://schemas.microsoft.com/office/drawing/2014/main" id="{C9F6D12D-1939-4178-BB4A-2F8F2128C4EB}"/>
              </a:ext>
            </a:extLst>
          </p:cNvPr>
          <p:cNvPicPr>
            <a:picLocks xmlns:a="http://schemas.openxmlformats.org/drawingml/2006/main" noChangeAspect="1"/>
          </p:cNvPicPr>
          <p:nvPr/>
        </p:nvPicPr>
        <p:blipFill>
          <a:blip xmlns:r="http://schemas.openxmlformats.org/officeDocument/2006/relationships" xmlns:a="http://schemas.openxmlformats.org/drawingml/2006/main" r:embed="R237cdf36f35e4c08"/>
          <a:srcRect xmlns:a="http://schemas.openxmlformats.org/drawingml/2006/main" l="0" t="0" r="0" b="0"/>
          <a:stretch xmlns:a="http://schemas.openxmlformats.org/drawingml/2006/main">
            <a:fillRect l="0" t="0" r="0" b="0"/>
          </a:stretch>
        </p:blipFill>
        <p:spPr>
          <a:xfrm xmlns:a="http://schemas.openxmlformats.org/drawingml/2006/main">
            <a:off x="7280975" y="2076450"/>
            <a:ext cx="3326001" cy="4114800"/>
          </a:xfrm>
          <a:prstGeom xmlns:a="http://schemas.openxmlformats.org/drawingml/2006/main" prst="rect">
            <a:avLst/>
          </a:prstGeom>
        </p:spPr>
      </p:pic>
      <p:sp>
        <p:nvSpPr>
          <p:cNvPr id="28" name="profile-1900">
            <a:extLst xmlns:a="http://schemas.openxmlformats.org/drawingml/2006/main">
              <a:ext uri="{FF2B5EF4-FFF2-40B4-BE49-F238E27FC236}">
                <a16:creationId xmlns:a16="http://schemas.microsoft.com/office/drawing/2014/main" id="{017AA76D-86E6-47B9-B13C-51AF0968C269}"/>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excerpt</a:t>
            </a:r>
          </a:p>
        </p:txBody>
      </p:sp>
    </p:spTree>
    <p:extLst>
      <p:ext uri="{BB962C8B-B14F-4D97-AF65-F5344CB8AC3E}">
        <p14:creationId xmlns:p14="http://schemas.microsoft.com/office/powerpoint/2010/main" val="53611808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1901">
            <a:extLst xmlns:a="http://schemas.openxmlformats.org/drawingml/2006/main">
              <a:ext uri="{FF2B5EF4-FFF2-40B4-BE49-F238E27FC236}">
                <a16:creationId xmlns:a16="http://schemas.microsoft.com/office/drawing/2014/main" id="{7925B841-4122-44E5-8F61-A303E34D104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02">
            <a:extLst xmlns:a="http://schemas.openxmlformats.org/drawingml/2006/main">
              <a:ext uri="{FF2B5EF4-FFF2-40B4-BE49-F238E27FC236}">
                <a16:creationId xmlns:a16="http://schemas.microsoft.com/office/drawing/2014/main" id="{5B44E26A-9346-4FC8-B7AB-B2B26BFFF4C8}"/>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CB29FD9-533F-4880-9FCE-F0B7BEAD3D6C}"/>
              </a:ext>
            </a:extLst>
          </p:cNvPr>
          <p:cNvPicPr>
            <a:picLocks xmlns:a="http://schemas.openxmlformats.org/drawingml/2006/main" noChangeAspect="1"/>
          </p:cNvPicPr>
          <p:nvPr/>
        </p:nvPicPr>
        <p:blipFill>
          <a:blip xmlns:r="http://schemas.openxmlformats.org/officeDocument/2006/relationships" xmlns:a="http://schemas.openxmlformats.org/drawingml/2006/main" r:embed="Rf4f413029d7b474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03">
            <a:extLst xmlns:a="http://schemas.openxmlformats.org/drawingml/2006/main">
              <a:ext uri="{FF2B5EF4-FFF2-40B4-BE49-F238E27FC236}">
                <a16:creationId xmlns:a16="http://schemas.microsoft.com/office/drawing/2014/main" id="{1D740901-9553-4CA0-86E8-2550236227A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04">
            <a:extLst xmlns:a="http://schemas.openxmlformats.org/drawingml/2006/main">
              <a:ext uri="{FF2B5EF4-FFF2-40B4-BE49-F238E27FC236}">
                <a16:creationId xmlns:a16="http://schemas.microsoft.com/office/drawing/2014/main" id="{6EB8CD10-7B36-4C20-949C-3D6F513F172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05">
            <a:extLst xmlns:a="http://schemas.openxmlformats.org/drawingml/2006/main">
              <a:ext uri="{FF2B5EF4-FFF2-40B4-BE49-F238E27FC236}">
                <a16:creationId xmlns:a16="http://schemas.microsoft.com/office/drawing/2014/main" id="{04CD0F6D-9D33-45A6-9220-A80CADADE9B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06">
            <a:extLst xmlns:a="http://schemas.openxmlformats.org/drawingml/2006/main">
              <a:ext uri="{FF2B5EF4-FFF2-40B4-BE49-F238E27FC236}">
                <a16:creationId xmlns:a16="http://schemas.microsoft.com/office/drawing/2014/main" id="{E5C775EA-67BD-4A94-B45A-CBE9EC6E0A7A}"/>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07">
            <a:extLst xmlns:a="http://schemas.openxmlformats.org/drawingml/2006/main">
              <a:ext uri="{FF2B5EF4-FFF2-40B4-BE49-F238E27FC236}">
                <a16:creationId xmlns:a16="http://schemas.microsoft.com/office/drawing/2014/main" id="{960AB1A7-22B5-4516-B8CF-065DB97915E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08">
            <a:extLst xmlns:a="http://schemas.openxmlformats.org/drawingml/2006/main">
              <a:ext uri="{FF2B5EF4-FFF2-40B4-BE49-F238E27FC236}">
                <a16:creationId xmlns:a16="http://schemas.microsoft.com/office/drawing/2014/main" id="{DFA9ED35-2115-4F26-83CA-83D605FDE04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09">
            <a:extLst xmlns:a="http://schemas.openxmlformats.org/drawingml/2006/main">
              <a:ext uri="{FF2B5EF4-FFF2-40B4-BE49-F238E27FC236}">
                <a16:creationId xmlns:a16="http://schemas.microsoft.com/office/drawing/2014/main" id="{1DE93B32-ACD4-4EBC-A917-6D5E73DACF4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10">
            <a:extLst xmlns:a="http://schemas.openxmlformats.org/drawingml/2006/main">
              <a:ext uri="{FF2B5EF4-FFF2-40B4-BE49-F238E27FC236}">
                <a16:creationId xmlns:a16="http://schemas.microsoft.com/office/drawing/2014/main" id="{25CEAF72-593D-4DA8-BFEB-FC3BE04062F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11">
            <a:extLst xmlns:a="http://schemas.openxmlformats.org/drawingml/2006/main">
              <a:ext uri="{FF2B5EF4-FFF2-40B4-BE49-F238E27FC236}">
                <a16:creationId xmlns:a16="http://schemas.microsoft.com/office/drawing/2014/main" id="{19AF18AE-35E2-45A9-BE43-09B402A1870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12">
            <a:extLst xmlns:a="http://schemas.openxmlformats.org/drawingml/2006/main">
              <a:ext uri="{FF2B5EF4-FFF2-40B4-BE49-F238E27FC236}">
                <a16:creationId xmlns:a16="http://schemas.microsoft.com/office/drawing/2014/main" id="{C4E06AAB-3CFD-44ED-BD19-CD86A010B8B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13">
            <a:extLst xmlns:a="http://schemas.openxmlformats.org/drawingml/2006/main">
              <a:ext uri="{FF2B5EF4-FFF2-40B4-BE49-F238E27FC236}">
                <a16:creationId xmlns:a16="http://schemas.microsoft.com/office/drawing/2014/main" id="{1AB5BF66-8F03-48D1-A0AE-516C8924257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14">
            <a:extLst xmlns:a="http://schemas.openxmlformats.org/drawingml/2006/main">
              <a:ext uri="{FF2B5EF4-FFF2-40B4-BE49-F238E27FC236}">
                <a16:creationId xmlns:a16="http://schemas.microsoft.com/office/drawing/2014/main" id="{0C0BEE58-4715-49A2-AC45-5044AE92CE8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55</a:t>
            </a:r>
          </a:p>
        </p:txBody>
      </p:sp>
      <p:sp>
        <p:nvSpPr>
          <p:cNvPr id="16" name="profile-1915">
            <a:extLst xmlns:a="http://schemas.openxmlformats.org/drawingml/2006/main">
              <a:ext uri="{FF2B5EF4-FFF2-40B4-BE49-F238E27FC236}">
                <a16:creationId xmlns:a16="http://schemas.microsoft.com/office/drawing/2014/main" id="{333BE797-45D1-4DB6-83F0-4EE48C2554E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DOH Sanitation Clearance</a:t>
            </a:r>
          </a:p>
        </p:txBody>
      </p:sp>
      <p:sp>
        <p:nvSpPr>
          <p:cNvPr id="17" name="profile-1916">
            <a:extLst xmlns:a="http://schemas.openxmlformats.org/drawingml/2006/main">
              <a:ext uri="{FF2B5EF4-FFF2-40B4-BE49-F238E27FC236}">
                <a16:creationId xmlns:a16="http://schemas.microsoft.com/office/drawing/2014/main" id="{115C648B-1C09-404D-9343-7F8AF43C054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17">
            <a:extLst xmlns:a="http://schemas.openxmlformats.org/drawingml/2006/main">
              <a:ext uri="{FF2B5EF4-FFF2-40B4-BE49-F238E27FC236}">
                <a16:creationId xmlns:a16="http://schemas.microsoft.com/office/drawing/2014/main" id="{349A49FE-3DBF-485F-9A13-C4270A1BA6FF}"/>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18">
            <a:extLst xmlns:a="http://schemas.openxmlformats.org/drawingml/2006/main">
              <a:ext uri="{FF2B5EF4-FFF2-40B4-BE49-F238E27FC236}">
                <a16:creationId xmlns:a16="http://schemas.microsoft.com/office/drawing/2014/main" id="{7AEDB900-BC2B-4722-99BB-427E86D6FE74}"/>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19">
            <a:extLst xmlns:a="http://schemas.openxmlformats.org/drawingml/2006/main">
              <a:ext uri="{FF2B5EF4-FFF2-40B4-BE49-F238E27FC236}">
                <a16:creationId xmlns:a16="http://schemas.microsoft.com/office/drawing/2014/main" id="{6CBE4369-1166-45DF-8926-D81C8F1457C3}"/>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20">
            <a:extLst xmlns:a="http://schemas.openxmlformats.org/drawingml/2006/main">
              <a:ext uri="{FF2B5EF4-FFF2-40B4-BE49-F238E27FC236}">
                <a16:creationId xmlns:a16="http://schemas.microsoft.com/office/drawing/2014/main" id="{5AAF1AA3-603F-49E1-9CA1-059AC4EFD066}"/>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21">
            <a:extLst xmlns:a="http://schemas.openxmlformats.org/drawingml/2006/main">
              <a:ext uri="{FF2B5EF4-FFF2-40B4-BE49-F238E27FC236}">
                <a16:creationId xmlns:a16="http://schemas.microsoft.com/office/drawing/2014/main" id="{D65F49C5-9B1A-4D41-BE72-A0B0DC70495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28 April 2025</a:t>
            </a:r>
          </a:p>
        </p:txBody>
      </p:sp>
      <p:sp>
        <p:nvSpPr>
          <p:cNvPr id="23" name="profile-1922">
            <a:extLst xmlns:a="http://schemas.openxmlformats.org/drawingml/2006/main">
              <a:ext uri="{FF2B5EF4-FFF2-40B4-BE49-F238E27FC236}">
                <a16:creationId xmlns:a16="http://schemas.microsoft.com/office/drawing/2014/main" id="{20484527-2175-48B6-BFF4-A7A07707A76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LISTED OPERATING AREA</a:t>
            </a:r>
          </a:p>
        </p:txBody>
      </p:sp>
      <p:sp>
        <p:nvSpPr>
          <p:cNvPr id="24" name="profile-1923">
            <a:extLst xmlns:a="http://schemas.openxmlformats.org/drawingml/2006/main">
              <a:ext uri="{FF2B5EF4-FFF2-40B4-BE49-F238E27FC236}">
                <a16:creationId xmlns:a16="http://schemas.microsoft.com/office/drawing/2014/main" id="{37AD5F5D-9C44-40CD-9630-558E861C9B2B}"/>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Bataan, Bulacan, Pampanga and Tarlac</a:t>
            </a:r>
          </a:p>
        </p:txBody>
      </p:sp>
      <p:sp>
        <p:nvSpPr>
          <p:cNvPr id="25" name="profile-1924">
            <a:extLst xmlns:a="http://schemas.openxmlformats.org/drawingml/2006/main">
              <a:ext uri="{FF2B5EF4-FFF2-40B4-BE49-F238E27FC236}">
                <a16:creationId xmlns:a16="http://schemas.microsoft.com/office/drawing/2014/main" id="{B36FAE1D-4785-4906-B5B6-85C5C567C0F4}"/>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Provider-held clearance. Stated geographic scope applies; no</a:t>
            </a:r>
          </a:p>
        </p:txBody>
      </p:sp>
      <p:sp>
        <p:nvSpPr>
          <p:cNvPr id="26" name="profile-1925">
            <a:extLst xmlns:a="http://schemas.openxmlformats.org/drawingml/2006/main">
              <a:ext uri="{FF2B5EF4-FFF2-40B4-BE49-F238E27FC236}">
                <a16:creationId xmlns:a16="http://schemas.microsoft.com/office/drawing/2014/main" id="{84A787B6-F6FF-44C1-820A-E9E5ED130904}"/>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expiry is printed.</a:t>
            </a:r>
          </a:p>
        </p:txBody>
      </p:sp>
      <p:pic>
        <p:nvPicPr>
          <p:cNvPr id="27" name="">
            <a:extLst xmlns:a="http://schemas.openxmlformats.org/drawingml/2006/main">
              <a:ext uri="{FF2B5EF4-FFF2-40B4-BE49-F238E27FC236}">
                <a16:creationId xmlns:a16="http://schemas.microsoft.com/office/drawing/2014/main" id="{0E6C26AA-66C5-4ABD-A6AC-60C119962FE0}"/>
              </a:ext>
            </a:extLst>
          </p:cNvPr>
          <p:cNvPicPr>
            <a:picLocks xmlns:a="http://schemas.openxmlformats.org/drawingml/2006/main" noChangeAspect="1"/>
          </p:cNvPicPr>
          <p:nvPr/>
        </p:nvPicPr>
        <p:blipFill>
          <a:blip xmlns:r="http://schemas.openxmlformats.org/officeDocument/2006/relationships" xmlns:a="http://schemas.openxmlformats.org/drawingml/2006/main" r:embed="Rfb2264b6c9da49d9"/>
          <a:srcRect xmlns:a="http://schemas.openxmlformats.org/drawingml/2006/main" l="0" t="0" r="0" b="0"/>
          <a:stretch xmlns:a="http://schemas.openxmlformats.org/drawingml/2006/main">
            <a:fillRect l="0" t="0" r="0" b="0"/>
          </a:stretch>
        </p:blipFill>
        <p:spPr>
          <a:xfrm xmlns:a="http://schemas.openxmlformats.org/drawingml/2006/main">
            <a:off x="7490495" y="2076450"/>
            <a:ext cx="2906960" cy="4114800"/>
          </a:xfrm>
          <a:prstGeom xmlns:a="http://schemas.openxmlformats.org/drawingml/2006/main" prst="rect">
            <a:avLst/>
          </a:prstGeom>
        </p:spPr>
      </p:pic>
      <p:sp>
        <p:nvSpPr>
          <p:cNvPr id="28" name="profile-1926">
            <a:extLst xmlns:a="http://schemas.openxmlformats.org/drawingml/2006/main">
              <a:ext uri="{FF2B5EF4-FFF2-40B4-BE49-F238E27FC236}">
                <a16:creationId xmlns:a16="http://schemas.microsoft.com/office/drawing/2014/main" id="{1488A071-08B8-4A25-999E-C691F840C161}"/>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 | Owner-supplied copy</a:t>
            </a:r>
          </a:p>
        </p:txBody>
      </p:sp>
    </p:spTree>
    <p:extLst>
      <p:ext uri="{BB962C8B-B14F-4D97-AF65-F5344CB8AC3E}">
        <p14:creationId xmlns:p14="http://schemas.microsoft.com/office/powerpoint/2010/main" val="53638974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927">
            <a:extLst xmlns:a="http://schemas.openxmlformats.org/drawingml/2006/main">
              <a:ext uri="{FF2B5EF4-FFF2-40B4-BE49-F238E27FC236}">
                <a16:creationId xmlns:a16="http://schemas.microsoft.com/office/drawing/2014/main" id="{A993D307-BA00-4F39-BC6C-5D3FEABE307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28">
            <a:extLst xmlns:a="http://schemas.openxmlformats.org/drawingml/2006/main">
              <a:ext uri="{FF2B5EF4-FFF2-40B4-BE49-F238E27FC236}">
                <a16:creationId xmlns:a16="http://schemas.microsoft.com/office/drawing/2014/main" id="{8CEB57EF-6FAF-4045-9927-511D21890AF7}"/>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F96555F-8FAC-400B-9A7F-EFD9ECD1EEFB}"/>
              </a:ext>
            </a:extLst>
          </p:cNvPr>
          <p:cNvPicPr>
            <a:picLocks xmlns:a="http://schemas.openxmlformats.org/drawingml/2006/main" noChangeAspect="1"/>
          </p:cNvPicPr>
          <p:nvPr/>
        </p:nvPicPr>
        <p:blipFill>
          <a:blip xmlns:r="http://schemas.openxmlformats.org/officeDocument/2006/relationships" xmlns:a="http://schemas.openxmlformats.org/drawingml/2006/main" r:embed="Rb952d9e8ab1a44e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29">
            <a:extLst xmlns:a="http://schemas.openxmlformats.org/drawingml/2006/main">
              <a:ext uri="{FF2B5EF4-FFF2-40B4-BE49-F238E27FC236}">
                <a16:creationId xmlns:a16="http://schemas.microsoft.com/office/drawing/2014/main" id="{82F7F8BE-64A4-4762-9BDE-CAD876D8498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30">
            <a:extLst xmlns:a="http://schemas.openxmlformats.org/drawingml/2006/main">
              <a:ext uri="{FF2B5EF4-FFF2-40B4-BE49-F238E27FC236}">
                <a16:creationId xmlns:a16="http://schemas.microsoft.com/office/drawing/2014/main" id="{9A7A686A-2EBE-4AA7-B635-076BBE5F8A9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31">
            <a:extLst xmlns:a="http://schemas.openxmlformats.org/drawingml/2006/main">
              <a:ext uri="{FF2B5EF4-FFF2-40B4-BE49-F238E27FC236}">
                <a16:creationId xmlns:a16="http://schemas.microsoft.com/office/drawing/2014/main" id="{EF6BC901-F32E-45BF-8953-46AE8EBEEE9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32">
            <a:extLst xmlns:a="http://schemas.openxmlformats.org/drawingml/2006/main">
              <a:ext uri="{FF2B5EF4-FFF2-40B4-BE49-F238E27FC236}">
                <a16:creationId xmlns:a16="http://schemas.microsoft.com/office/drawing/2014/main" id="{4520D069-513F-4A47-863F-6E495CABA4C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33">
            <a:extLst xmlns:a="http://schemas.openxmlformats.org/drawingml/2006/main">
              <a:ext uri="{FF2B5EF4-FFF2-40B4-BE49-F238E27FC236}">
                <a16:creationId xmlns:a16="http://schemas.microsoft.com/office/drawing/2014/main" id="{A669F5C0-A716-44B6-9D62-8FFEA0B23C1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34">
            <a:extLst xmlns:a="http://schemas.openxmlformats.org/drawingml/2006/main">
              <a:ext uri="{FF2B5EF4-FFF2-40B4-BE49-F238E27FC236}">
                <a16:creationId xmlns:a16="http://schemas.microsoft.com/office/drawing/2014/main" id="{4D9978CE-2D53-4C86-846A-87430AAE9FB1}"/>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35">
            <a:extLst xmlns:a="http://schemas.openxmlformats.org/drawingml/2006/main">
              <a:ext uri="{FF2B5EF4-FFF2-40B4-BE49-F238E27FC236}">
                <a16:creationId xmlns:a16="http://schemas.microsoft.com/office/drawing/2014/main" id="{04EF999F-1821-4478-8D9E-68BCC072C55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36">
            <a:extLst xmlns:a="http://schemas.openxmlformats.org/drawingml/2006/main">
              <a:ext uri="{FF2B5EF4-FFF2-40B4-BE49-F238E27FC236}">
                <a16:creationId xmlns:a16="http://schemas.microsoft.com/office/drawing/2014/main" id="{5161F6AB-C9E8-49B3-B7A7-00FB9AB86CD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37">
            <a:extLst xmlns:a="http://schemas.openxmlformats.org/drawingml/2006/main">
              <a:ext uri="{FF2B5EF4-FFF2-40B4-BE49-F238E27FC236}">
                <a16:creationId xmlns:a16="http://schemas.microsoft.com/office/drawing/2014/main" id="{D96489DC-D61C-45DB-825E-6D64C27AF4A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38">
            <a:extLst xmlns:a="http://schemas.openxmlformats.org/drawingml/2006/main">
              <a:ext uri="{FF2B5EF4-FFF2-40B4-BE49-F238E27FC236}">
                <a16:creationId xmlns:a16="http://schemas.microsoft.com/office/drawing/2014/main" id="{835768E0-0520-4498-BF04-D963854984F5}"/>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39">
            <a:extLst xmlns:a="http://schemas.openxmlformats.org/drawingml/2006/main">
              <a:ext uri="{FF2B5EF4-FFF2-40B4-BE49-F238E27FC236}">
                <a16:creationId xmlns:a16="http://schemas.microsoft.com/office/drawing/2014/main" id="{9CAB9192-D408-4195-8276-D719E309488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40">
            <a:extLst xmlns:a="http://schemas.openxmlformats.org/drawingml/2006/main">
              <a:ext uri="{FF2B5EF4-FFF2-40B4-BE49-F238E27FC236}">
                <a16:creationId xmlns:a16="http://schemas.microsoft.com/office/drawing/2014/main" id="{27A08E59-C085-4245-8598-D4F93BDD5F0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56</a:t>
            </a:r>
          </a:p>
        </p:txBody>
      </p:sp>
      <p:sp>
        <p:nvSpPr>
          <p:cNvPr id="16" name="profile-1941">
            <a:extLst xmlns:a="http://schemas.openxmlformats.org/drawingml/2006/main">
              <a:ext uri="{FF2B5EF4-FFF2-40B4-BE49-F238E27FC236}">
                <a16:creationId xmlns:a16="http://schemas.microsoft.com/office/drawing/2014/main" id="{9D3607A1-7E0A-4A2B-BE00-C1DA90EE8EC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1942">
            <a:extLst xmlns:a="http://schemas.openxmlformats.org/drawingml/2006/main">
              <a:ext uri="{FF2B5EF4-FFF2-40B4-BE49-F238E27FC236}">
                <a16:creationId xmlns:a16="http://schemas.microsoft.com/office/drawing/2014/main" id="{88329865-0EB4-4620-96AE-E402806F9F38}"/>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43">
            <a:extLst xmlns:a="http://schemas.openxmlformats.org/drawingml/2006/main">
              <a:ext uri="{FF2B5EF4-FFF2-40B4-BE49-F238E27FC236}">
                <a16:creationId xmlns:a16="http://schemas.microsoft.com/office/drawing/2014/main" id="{C0F99E67-2921-4888-B356-7AE218AC02DA}"/>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44">
            <a:extLst xmlns:a="http://schemas.openxmlformats.org/drawingml/2006/main">
              <a:ext uri="{FF2B5EF4-FFF2-40B4-BE49-F238E27FC236}">
                <a16:creationId xmlns:a16="http://schemas.microsoft.com/office/drawing/2014/main" id="{794BD312-9A16-49F4-B992-AB48F32CAFB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45">
            <a:extLst xmlns:a="http://schemas.openxmlformats.org/drawingml/2006/main">
              <a:ext uri="{FF2B5EF4-FFF2-40B4-BE49-F238E27FC236}">
                <a16:creationId xmlns:a16="http://schemas.microsoft.com/office/drawing/2014/main" id="{FEBC6335-0697-40EE-B57D-EF92CE2D1A66}"/>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46">
            <a:extLst xmlns:a="http://schemas.openxmlformats.org/drawingml/2006/main">
              <a:ext uri="{FF2B5EF4-FFF2-40B4-BE49-F238E27FC236}">
                <a16:creationId xmlns:a16="http://schemas.microsoft.com/office/drawing/2014/main" id="{D45917F0-41FC-4C28-9449-5BB1362C8BCA}"/>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47">
            <a:extLst xmlns:a="http://schemas.openxmlformats.org/drawingml/2006/main">
              <a:ext uri="{FF2B5EF4-FFF2-40B4-BE49-F238E27FC236}">
                <a16:creationId xmlns:a16="http://schemas.microsoft.com/office/drawing/2014/main" id="{05F76430-B305-4191-AE00-CB7399423A6D}"/>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1948">
            <a:extLst xmlns:a="http://schemas.openxmlformats.org/drawingml/2006/main">
              <a:ext uri="{FF2B5EF4-FFF2-40B4-BE49-F238E27FC236}">
                <a16:creationId xmlns:a16="http://schemas.microsoft.com/office/drawing/2014/main" id="{C91A4F24-B1C6-4572-850E-8BFF6B9CCDF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1949">
            <a:extLst xmlns:a="http://schemas.openxmlformats.org/drawingml/2006/main">
              <a:ext uri="{FF2B5EF4-FFF2-40B4-BE49-F238E27FC236}">
                <a16:creationId xmlns:a16="http://schemas.microsoft.com/office/drawing/2014/main" id="{3E62639A-F77A-4617-8756-7FE912E0E2D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1950">
            <a:extLst xmlns:a="http://schemas.openxmlformats.org/drawingml/2006/main">
              <a:ext uri="{FF2B5EF4-FFF2-40B4-BE49-F238E27FC236}">
                <a16:creationId xmlns:a16="http://schemas.microsoft.com/office/drawing/2014/main" id="{0E83C34E-B441-4E70-9AEC-6E0013854296}"/>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1951">
            <a:extLst xmlns:a="http://schemas.openxmlformats.org/drawingml/2006/main">
              <a:ext uri="{FF2B5EF4-FFF2-40B4-BE49-F238E27FC236}">
                <a16:creationId xmlns:a16="http://schemas.microsoft.com/office/drawing/2014/main" id="{E9290387-9446-4AA8-A363-84127A05E5BD}"/>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1952">
            <a:extLst xmlns:a="http://schemas.openxmlformats.org/drawingml/2006/main">
              <a:ext uri="{FF2B5EF4-FFF2-40B4-BE49-F238E27FC236}">
                <a16:creationId xmlns:a16="http://schemas.microsoft.com/office/drawing/2014/main" id="{2493290A-003D-409F-876C-F42C7596A195}"/>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98E4A405-4D7A-4613-909E-2EC8F1411B34}"/>
              </a:ext>
            </a:extLst>
          </p:cNvPr>
          <p:cNvPicPr>
            <a:picLocks xmlns:a="http://schemas.openxmlformats.org/drawingml/2006/main" noChangeAspect="1"/>
          </p:cNvPicPr>
          <p:nvPr/>
        </p:nvPicPr>
        <p:blipFill>
          <a:blip xmlns:r="http://schemas.openxmlformats.org/officeDocument/2006/relationships" xmlns:a="http://schemas.openxmlformats.org/drawingml/2006/main" r:embed="R7bf54c299862420c"/>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953">
            <a:extLst xmlns:a="http://schemas.openxmlformats.org/drawingml/2006/main">
              <a:ext uri="{FF2B5EF4-FFF2-40B4-BE49-F238E27FC236}">
                <a16:creationId xmlns:a16="http://schemas.microsoft.com/office/drawing/2014/main" id="{B20DC814-C804-4126-9A74-8049196856BD}"/>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12 | Owner-supplied copy</a:t>
            </a:r>
          </a:p>
        </p:txBody>
      </p:sp>
    </p:spTree>
    <p:extLst>
      <p:ext uri="{BB962C8B-B14F-4D97-AF65-F5344CB8AC3E}">
        <p14:creationId xmlns:p14="http://schemas.microsoft.com/office/powerpoint/2010/main" val="40574315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954">
            <a:extLst xmlns:a="http://schemas.openxmlformats.org/drawingml/2006/main">
              <a:ext uri="{FF2B5EF4-FFF2-40B4-BE49-F238E27FC236}">
                <a16:creationId xmlns:a16="http://schemas.microsoft.com/office/drawing/2014/main" id="{EBCE8D2B-FE0B-4005-8389-F1D4560972E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55">
            <a:extLst xmlns:a="http://schemas.openxmlformats.org/drawingml/2006/main">
              <a:ext uri="{FF2B5EF4-FFF2-40B4-BE49-F238E27FC236}">
                <a16:creationId xmlns:a16="http://schemas.microsoft.com/office/drawing/2014/main" id="{BC9C7980-1A4E-45E5-A66D-3BBBE67010B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EAB2CF6-BB1C-4E0D-81F8-D253FD25B47E}"/>
              </a:ext>
            </a:extLst>
          </p:cNvPr>
          <p:cNvPicPr>
            <a:picLocks xmlns:a="http://schemas.openxmlformats.org/drawingml/2006/main" noChangeAspect="1"/>
          </p:cNvPicPr>
          <p:nvPr/>
        </p:nvPicPr>
        <p:blipFill>
          <a:blip xmlns:r="http://schemas.openxmlformats.org/officeDocument/2006/relationships" xmlns:a="http://schemas.openxmlformats.org/drawingml/2006/main" r:embed="Rf6e82a961d58406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56">
            <a:extLst xmlns:a="http://schemas.openxmlformats.org/drawingml/2006/main">
              <a:ext uri="{FF2B5EF4-FFF2-40B4-BE49-F238E27FC236}">
                <a16:creationId xmlns:a16="http://schemas.microsoft.com/office/drawing/2014/main" id="{DC843A03-E23A-496C-B712-F6E42CA4BF0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57">
            <a:extLst xmlns:a="http://schemas.openxmlformats.org/drawingml/2006/main">
              <a:ext uri="{FF2B5EF4-FFF2-40B4-BE49-F238E27FC236}">
                <a16:creationId xmlns:a16="http://schemas.microsoft.com/office/drawing/2014/main" id="{4945BB0D-635F-45D0-BF53-0EDE000F259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58">
            <a:extLst xmlns:a="http://schemas.openxmlformats.org/drawingml/2006/main">
              <a:ext uri="{FF2B5EF4-FFF2-40B4-BE49-F238E27FC236}">
                <a16:creationId xmlns:a16="http://schemas.microsoft.com/office/drawing/2014/main" id="{F0704778-ED7B-45F6-BBA4-504585309BF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59">
            <a:extLst xmlns:a="http://schemas.openxmlformats.org/drawingml/2006/main">
              <a:ext uri="{FF2B5EF4-FFF2-40B4-BE49-F238E27FC236}">
                <a16:creationId xmlns:a16="http://schemas.microsoft.com/office/drawing/2014/main" id="{A9906237-F39E-47E1-A3CF-B4D7FF03952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60">
            <a:extLst xmlns:a="http://schemas.openxmlformats.org/drawingml/2006/main">
              <a:ext uri="{FF2B5EF4-FFF2-40B4-BE49-F238E27FC236}">
                <a16:creationId xmlns:a16="http://schemas.microsoft.com/office/drawing/2014/main" id="{FDBDB396-F44C-41D5-A5BC-EEFBD855740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61">
            <a:extLst xmlns:a="http://schemas.openxmlformats.org/drawingml/2006/main">
              <a:ext uri="{FF2B5EF4-FFF2-40B4-BE49-F238E27FC236}">
                <a16:creationId xmlns:a16="http://schemas.microsoft.com/office/drawing/2014/main" id="{C534B690-233E-40AD-B00D-9340C7ECED4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62">
            <a:extLst xmlns:a="http://schemas.openxmlformats.org/drawingml/2006/main">
              <a:ext uri="{FF2B5EF4-FFF2-40B4-BE49-F238E27FC236}">
                <a16:creationId xmlns:a16="http://schemas.microsoft.com/office/drawing/2014/main" id="{2CEACACD-E91F-4901-8369-1FE227055D3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63">
            <a:extLst xmlns:a="http://schemas.openxmlformats.org/drawingml/2006/main">
              <a:ext uri="{FF2B5EF4-FFF2-40B4-BE49-F238E27FC236}">
                <a16:creationId xmlns:a16="http://schemas.microsoft.com/office/drawing/2014/main" id="{51C036A3-9BAD-4EAE-BECD-8267745B935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64">
            <a:extLst xmlns:a="http://schemas.openxmlformats.org/drawingml/2006/main">
              <a:ext uri="{FF2B5EF4-FFF2-40B4-BE49-F238E27FC236}">
                <a16:creationId xmlns:a16="http://schemas.microsoft.com/office/drawing/2014/main" id="{3823E508-1B17-4B56-AA11-62E6C6728C9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65">
            <a:extLst xmlns:a="http://schemas.openxmlformats.org/drawingml/2006/main">
              <a:ext uri="{FF2B5EF4-FFF2-40B4-BE49-F238E27FC236}">
                <a16:creationId xmlns:a16="http://schemas.microsoft.com/office/drawing/2014/main" id="{EF5E99BF-C445-4717-90D8-87E008B17B8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66">
            <a:extLst xmlns:a="http://schemas.openxmlformats.org/drawingml/2006/main">
              <a:ext uri="{FF2B5EF4-FFF2-40B4-BE49-F238E27FC236}">
                <a16:creationId xmlns:a16="http://schemas.microsoft.com/office/drawing/2014/main" id="{46F8EA71-AF6F-48A5-AB5A-3EF530D8336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67">
            <a:extLst xmlns:a="http://schemas.openxmlformats.org/drawingml/2006/main">
              <a:ext uri="{FF2B5EF4-FFF2-40B4-BE49-F238E27FC236}">
                <a16:creationId xmlns:a16="http://schemas.microsoft.com/office/drawing/2014/main" id="{BC6731C8-C43D-4626-93C2-A372F940074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57</a:t>
            </a:r>
          </a:p>
        </p:txBody>
      </p:sp>
      <p:sp>
        <p:nvSpPr>
          <p:cNvPr id="16" name="profile-1968">
            <a:extLst xmlns:a="http://schemas.openxmlformats.org/drawingml/2006/main">
              <a:ext uri="{FF2B5EF4-FFF2-40B4-BE49-F238E27FC236}">
                <a16:creationId xmlns:a16="http://schemas.microsoft.com/office/drawing/2014/main" id="{C673F944-5DB6-4F3F-8B1D-9B560904D90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1969">
            <a:extLst xmlns:a="http://schemas.openxmlformats.org/drawingml/2006/main">
              <a:ext uri="{FF2B5EF4-FFF2-40B4-BE49-F238E27FC236}">
                <a16:creationId xmlns:a16="http://schemas.microsoft.com/office/drawing/2014/main" id="{7D1D30A7-FFBB-4BEB-BF73-5EB84C00B8D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70">
            <a:extLst xmlns:a="http://schemas.openxmlformats.org/drawingml/2006/main">
              <a:ext uri="{FF2B5EF4-FFF2-40B4-BE49-F238E27FC236}">
                <a16:creationId xmlns:a16="http://schemas.microsoft.com/office/drawing/2014/main" id="{9C399CA7-76F9-47C9-89F7-23E340F0DC97}"/>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71">
            <a:extLst xmlns:a="http://schemas.openxmlformats.org/drawingml/2006/main">
              <a:ext uri="{FF2B5EF4-FFF2-40B4-BE49-F238E27FC236}">
                <a16:creationId xmlns:a16="http://schemas.microsoft.com/office/drawing/2014/main" id="{1AD803B0-66EB-4477-9376-2958B1B11595}"/>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72">
            <a:extLst xmlns:a="http://schemas.openxmlformats.org/drawingml/2006/main">
              <a:ext uri="{FF2B5EF4-FFF2-40B4-BE49-F238E27FC236}">
                <a16:creationId xmlns:a16="http://schemas.microsoft.com/office/drawing/2014/main" id="{88F314BE-0049-4B65-9FF4-9AA8B0721E04}"/>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1973">
            <a:extLst xmlns:a="http://schemas.openxmlformats.org/drawingml/2006/main">
              <a:ext uri="{FF2B5EF4-FFF2-40B4-BE49-F238E27FC236}">
                <a16:creationId xmlns:a16="http://schemas.microsoft.com/office/drawing/2014/main" id="{16680FF9-73B3-4EBF-BB2F-D7C877FD6EA6}"/>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1974">
            <a:extLst xmlns:a="http://schemas.openxmlformats.org/drawingml/2006/main">
              <a:ext uri="{FF2B5EF4-FFF2-40B4-BE49-F238E27FC236}">
                <a16:creationId xmlns:a16="http://schemas.microsoft.com/office/drawing/2014/main" id="{F695700D-C69E-4143-8FED-BC8DEB93B13C}"/>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1975">
            <a:extLst xmlns:a="http://schemas.openxmlformats.org/drawingml/2006/main">
              <a:ext uri="{FF2B5EF4-FFF2-40B4-BE49-F238E27FC236}">
                <a16:creationId xmlns:a16="http://schemas.microsoft.com/office/drawing/2014/main" id="{E665CE13-84FD-4A6D-B086-460A28F3BF8D}"/>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1976">
            <a:extLst xmlns:a="http://schemas.openxmlformats.org/drawingml/2006/main">
              <a:ext uri="{FF2B5EF4-FFF2-40B4-BE49-F238E27FC236}">
                <a16:creationId xmlns:a16="http://schemas.microsoft.com/office/drawing/2014/main" id="{8FC8E1E4-BF6A-42EB-A5F2-1E647B01D96F}"/>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1977">
            <a:extLst xmlns:a="http://schemas.openxmlformats.org/drawingml/2006/main">
              <a:ext uri="{FF2B5EF4-FFF2-40B4-BE49-F238E27FC236}">
                <a16:creationId xmlns:a16="http://schemas.microsoft.com/office/drawing/2014/main" id="{61BD5F01-F854-4AB9-86FD-9E599F99570B}"/>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1978">
            <a:extLst xmlns:a="http://schemas.openxmlformats.org/drawingml/2006/main">
              <a:ext uri="{FF2B5EF4-FFF2-40B4-BE49-F238E27FC236}">
                <a16:creationId xmlns:a16="http://schemas.microsoft.com/office/drawing/2014/main" id="{29840E4A-33BD-4042-95B1-69C887F384B9}"/>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1979">
            <a:extLst xmlns:a="http://schemas.openxmlformats.org/drawingml/2006/main">
              <a:ext uri="{FF2B5EF4-FFF2-40B4-BE49-F238E27FC236}">
                <a16:creationId xmlns:a16="http://schemas.microsoft.com/office/drawing/2014/main" id="{57A22379-4705-4C9A-92AB-B63866BE7D54}"/>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3540A538-2B3B-43C5-9436-8F8926F9D126}"/>
              </a:ext>
            </a:extLst>
          </p:cNvPr>
          <p:cNvPicPr>
            <a:picLocks xmlns:a="http://schemas.openxmlformats.org/drawingml/2006/main" noChangeAspect="1"/>
          </p:cNvPicPr>
          <p:nvPr/>
        </p:nvPicPr>
        <p:blipFill>
          <a:blip xmlns:r="http://schemas.openxmlformats.org/officeDocument/2006/relationships" xmlns:a="http://schemas.openxmlformats.org/drawingml/2006/main" r:embed="R36e5a85556be4dc7"/>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1980">
            <a:extLst xmlns:a="http://schemas.openxmlformats.org/drawingml/2006/main">
              <a:ext uri="{FF2B5EF4-FFF2-40B4-BE49-F238E27FC236}">
                <a16:creationId xmlns:a16="http://schemas.microsoft.com/office/drawing/2014/main" id="{CA668475-9383-4293-87BC-DEB5D320B2DA}"/>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12 | Owner-supplied copy</a:t>
            </a:r>
          </a:p>
        </p:txBody>
      </p:sp>
    </p:spTree>
    <p:extLst>
      <p:ext uri="{BB962C8B-B14F-4D97-AF65-F5344CB8AC3E}">
        <p14:creationId xmlns:p14="http://schemas.microsoft.com/office/powerpoint/2010/main" val="6463284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1981">
            <a:extLst xmlns:a="http://schemas.openxmlformats.org/drawingml/2006/main">
              <a:ext uri="{FF2B5EF4-FFF2-40B4-BE49-F238E27FC236}">
                <a16:creationId xmlns:a16="http://schemas.microsoft.com/office/drawing/2014/main" id="{A62D1CC6-E127-4A8D-9A90-B57827FF64B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82">
            <a:extLst xmlns:a="http://schemas.openxmlformats.org/drawingml/2006/main">
              <a:ext uri="{FF2B5EF4-FFF2-40B4-BE49-F238E27FC236}">
                <a16:creationId xmlns:a16="http://schemas.microsoft.com/office/drawing/2014/main" id="{1A68A4FC-9E07-4FA5-89C3-74A17DB31FB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C8068D9-E895-4965-AA4A-74333BF9CD24}"/>
              </a:ext>
            </a:extLst>
          </p:cNvPr>
          <p:cNvPicPr>
            <a:picLocks xmlns:a="http://schemas.openxmlformats.org/drawingml/2006/main" noChangeAspect="1"/>
          </p:cNvPicPr>
          <p:nvPr/>
        </p:nvPicPr>
        <p:blipFill>
          <a:blip xmlns:r="http://schemas.openxmlformats.org/officeDocument/2006/relationships" xmlns:a="http://schemas.openxmlformats.org/drawingml/2006/main" r:embed="Rc84f1b43ac58499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83">
            <a:extLst xmlns:a="http://schemas.openxmlformats.org/drawingml/2006/main">
              <a:ext uri="{FF2B5EF4-FFF2-40B4-BE49-F238E27FC236}">
                <a16:creationId xmlns:a16="http://schemas.microsoft.com/office/drawing/2014/main" id="{50510A15-B746-4C61-B634-5A3014AA037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84">
            <a:extLst xmlns:a="http://schemas.openxmlformats.org/drawingml/2006/main">
              <a:ext uri="{FF2B5EF4-FFF2-40B4-BE49-F238E27FC236}">
                <a16:creationId xmlns:a16="http://schemas.microsoft.com/office/drawing/2014/main" id="{B73F663F-F1AE-4B94-A48D-5C214261704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1985">
            <a:extLst xmlns:a="http://schemas.openxmlformats.org/drawingml/2006/main">
              <a:ext uri="{FF2B5EF4-FFF2-40B4-BE49-F238E27FC236}">
                <a16:creationId xmlns:a16="http://schemas.microsoft.com/office/drawing/2014/main" id="{951FBF37-72E7-45B5-B833-75A54DB232B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1986">
            <a:extLst xmlns:a="http://schemas.openxmlformats.org/drawingml/2006/main">
              <a:ext uri="{FF2B5EF4-FFF2-40B4-BE49-F238E27FC236}">
                <a16:creationId xmlns:a16="http://schemas.microsoft.com/office/drawing/2014/main" id="{AA26A74E-8EB0-48B0-8D84-9A91C305CDE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87">
            <a:extLst xmlns:a="http://schemas.openxmlformats.org/drawingml/2006/main">
              <a:ext uri="{FF2B5EF4-FFF2-40B4-BE49-F238E27FC236}">
                <a16:creationId xmlns:a16="http://schemas.microsoft.com/office/drawing/2014/main" id="{ED7335AF-AEE3-46C4-A3F9-D8B62259AA9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1988">
            <a:extLst xmlns:a="http://schemas.openxmlformats.org/drawingml/2006/main">
              <a:ext uri="{FF2B5EF4-FFF2-40B4-BE49-F238E27FC236}">
                <a16:creationId xmlns:a16="http://schemas.microsoft.com/office/drawing/2014/main" id="{BD5A7050-4C9C-446E-A67F-7E0689D08D8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989">
            <a:extLst xmlns:a="http://schemas.openxmlformats.org/drawingml/2006/main">
              <a:ext uri="{FF2B5EF4-FFF2-40B4-BE49-F238E27FC236}">
                <a16:creationId xmlns:a16="http://schemas.microsoft.com/office/drawing/2014/main" id="{22EF065C-367C-4E61-B17C-4FACBB74107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990">
            <a:extLst xmlns:a="http://schemas.openxmlformats.org/drawingml/2006/main">
              <a:ext uri="{FF2B5EF4-FFF2-40B4-BE49-F238E27FC236}">
                <a16:creationId xmlns:a16="http://schemas.microsoft.com/office/drawing/2014/main" id="{00DFE821-8A95-418B-A000-5AB8FF523B4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991">
            <a:extLst xmlns:a="http://schemas.openxmlformats.org/drawingml/2006/main">
              <a:ext uri="{FF2B5EF4-FFF2-40B4-BE49-F238E27FC236}">
                <a16:creationId xmlns:a16="http://schemas.microsoft.com/office/drawing/2014/main" id="{EFDBB041-8717-4812-A337-1F832EE99E8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992">
            <a:extLst xmlns:a="http://schemas.openxmlformats.org/drawingml/2006/main">
              <a:ext uri="{FF2B5EF4-FFF2-40B4-BE49-F238E27FC236}">
                <a16:creationId xmlns:a16="http://schemas.microsoft.com/office/drawing/2014/main" id="{C4A8E1B0-CB26-40E4-B5A4-AD5F19A43DF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993">
            <a:extLst xmlns:a="http://schemas.openxmlformats.org/drawingml/2006/main">
              <a:ext uri="{FF2B5EF4-FFF2-40B4-BE49-F238E27FC236}">
                <a16:creationId xmlns:a16="http://schemas.microsoft.com/office/drawing/2014/main" id="{22ED9040-6DA4-4D70-8E9B-55F926A6BC5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994">
            <a:extLst xmlns:a="http://schemas.openxmlformats.org/drawingml/2006/main">
              <a:ext uri="{FF2B5EF4-FFF2-40B4-BE49-F238E27FC236}">
                <a16:creationId xmlns:a16="http://schemas.microsoft.com/office/drawing/2014/main" id="{5E2D17BE-0A3D-4443-9099-956339E7D82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58</a:t>
            </a:r>
          </a:p>
        </p:txBody>
      </p:sp>
      <p:sp>
        <p:nvSpPr>
          <p:cNvPr id="16" name="profile-1995">
            <a:extLst xmlns:a="http://schemas.openxmlformats.org/drawingml/2006/main">
              <a:ext uri="{FF2B5EF4-FFF2-40B4-BE49-F238E27FC236}">
                <a16:creationId xmlns:a16="http://schemas.microsoft.com/office/drawing/2014/main" id="{76370E50-7F06-424E-982C-A1455F57D27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1996">
            <a:extLst xmlns:a="http://schemas.openxmlformats.org/drawingml/2006/main">
              <a:ext uri="{FF2B5EF4-FFF2-40B4-BE49-F238E27FC236}">
                <a16:creationId xmlns:a16="http://schemas.microsoft.com/office/drawing/2014/main" id="{6473A2DF-DB12-40DB-8913-C8A475498FA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997">
            <a:extLst xmlns:a="http://schemas.openxmlformats.org/drawingml/2006/main">
              <a:ext uri="{FF2B5EF4-FFF2-40B4-BE49-F238E27FC236}">
                <a16:creationId xmlns:a16="http://schemas.microsoft.com/office/drawing/2014/main" id="{FEE02D8C-3722-4E0B-882D-CC3E3E29BF7F}"/>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1998">
            <a:extLst xmlns:a="http://schemas.openxmlformats.org/drawingml/2006/main">
              <a:ext uri="{FF2B5EF4-FFF2-40B4-BE49-F238E27FC236}">
                <a16:creationId xmlns:a16="http://schemas.microsoft.com/office/drawing/2014/main" id="{317CC6FF-1BBA-4BDC-A8F9-2BE24920F37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1999">
            <a:extLst xmlns:a="http://schemas.openxmlformats.org/drawingml/2006/main">
              <a:ext uri="{FF2B5EF4-FFF2-40B4-BE49-F238E27FC236}">
                <a16:creationId xmlns:a16="http://schemas.microsoft.com/office/drawing/2014/main" id="{2C746634-7CC8-4BA8-AEC2-69C3D4FB5561}"/>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00">
            <a:extLst xmlns:a="http://schemas.openxmlformats.org/drawingml/2006/main">
              <a:ext uri="{FF2B5EF4-FFF2-40B4-BE49-F238E27FC236}">
                <a16:creationId xmlns:a16="http://schemas.microsoft.com/office/drawing/2014/main" id="{8B31F0C4-BFC5-4608-AD0C-6020192054A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01">
            <a:extLst xmlns:a="http://schemas.openxmlformats.org/drawingml/2006/main">
              <a:ext uri="{FF2B5EF4-FFF2-40B4-BE49-F238E27FC236}">
                <a16:creationId xmlns:a16="http://schemas.microsoft.com/office/drawing/2014/main" id="{DFE6A9EE-6FB2-4E33-8F7A-32CC32F74870}"/>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02">
            <a:extLst xmlns:a="http://schemas.openxmlformats.org/drawingml/2006/main">
              <a:ext uri="{FF2B5EF4-FFF2-40B4-BE49-F238E27FC236}">
                <a16:creationId xmlns:a16="http://schemas.microsoft.com/office/drawing/2014/main" id="{EEBBE150-347A-436B-A655-8CCB9E3A6857}"/>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03">
            <a:extLst xmlns:a="http://schemas.openxmlformats.org/drawingml/2006/main">
              <a:ext uri="{FF2B5EF4-FFF2-40B4-BE49-F238E27FC236}">
                <a16:creationId xmlns:a16="http://schemas.microsoft.com/office/drawing/2014/main" id="{B7B28534-C9BB-4A7E-A4D5-E719FCB7FF2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04">
            <a:extLst xmlns:a="http://schemas.openxmlformats.org/drawingml/2006/main">
              <a:ext uri="{FF2B5EF4-FFF2-40B4-BE49-F238E27FC236}">
                <a16:creationId xmlns:a16="http://schemas.microsoft.com/office/drawing/2014/main" id="{2D5CF286-486D-427A-A2CA-5CD4C7D85E0D}"/>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05">
            <a:extLst xmlns:a="http://schemas.openxmlformats.org/drawingml/2006/main">
              <a:ext uri="{FF2B5EF4-FFF2-40B4-BE49-F238E27FC236}">
                <a16:creationId xmlns:a16="http://schemas.microsoft.com/office/drawing/2014/main" id="{25F3358F-A70C-4FE0-A343-58815C063261}"/>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06">
            <a:extLst xmlns:a="http://schemas.openxmlformats.org/drawingml/2006/main">
              <a:ext uri="{FF2B5EF4-FFF2-40B4-BE49-F238E27FC236}">
                <a16:creationId xmlns:a16="http://schemas.microsoft.com/office/drawing/2014/main" id="{1749CB17-3C52-467D-81D3-944284150F38}"/>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E980B02E-1EB9-4327-B97C-AF769A4CDEF4}"/>
              </a:ext>
            </a:extLst>
          </p:cNvPr>
          <p:cNvPicPr>
            <a:picLocks xmlns:a="http://schemas.openxmlformats.org/drawingml/2006/main" noChangeAspect="1"/>
          </p:cNvPicPr>
          <p:nvPr/>
        </p:nvPicPr>
        <p:blipFill>
          <a:blip xmlns:r="http://schemas.openxmlformats.org/officeDocument/2006/relationships" xmlns:a="http://schemas.openxmlformats.org/drawingml/2006/main" r:embed="Raeb11d94027e4fb2"/>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07">
            <a:extLst xmlns:a="http://schemas.openxmlformats.org/drawingml/2006/main">
              <a:ext uri="{FF2B5EF4-FFF2-40B4-BE49-F238E27FC236}">
                <a16:creationId xmlns:a16="http://schemas.microsoft.com/office/drawing/2014/main" id="{BCA235EE-6A35-4D76-8F4A-32206D71875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3 of 12 | Owner-supplied copy</a:t>
            </a:r>
          </a:p>
        </p:txBody>
      </p:sp>
    </p:spTree>
    <p:extLst>
      <p:ext uri="{BB962C8B-B14F-4D97-AF65-F5344CB8AC3E}">
        <p14:creationId xmlns:p14="http://schemas.microsoft.com/office/powerpoint/2010/main" val="181698481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08">
            <a:extLst xmlns:a="http://schemas.openxmlformats.org/drawingml/2006/main">
              <a:ext uri="{FF2B5EF4-FFF2-40B4-BE49-F238E27FC236}">
                <a16:creationId xmlns:a16="http://schemas.microsoft.com/office/drawing/2014/main" id="{78105601-8BB5-4BD7-99A0-8295DD52490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09">
            <a:extLst xmlns:a="http://schemas.openxmlformats.org/drawingml/2006/main">
              <a:ext uri="{FF2B5EF4-FFF2-40B4-BE49-F238E27FC236}">
                <a16:creationId xmlns:a16="http://schemas.microsoft.com/office/drawing/2014/main" id="{7AAB99FD-89B2-4455-AE8F-0AE2A5DD6B8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FBAB606-62D3-4ABD-B165-BAE407CFC7A6}"/>
              </a:ext>
            </a:extLst>
          </p:cNvPr>
          <p:cNvPicPr>
            <a:picLocks xmlns:a="http://schemas.openxmlformats.org/drawingml/2006/main" noChangeAspect="1"/>
          </p:cNvPicPr>
          <p:nvPr/>
        </p:nvPicPr>
        <p:blipFill>
          <a:blip xmlns:r="http://schemas.openxmlformats.org/officeDocument/2006/relationships" xmlns:a="http://schemas.openxmlformats.org/drawingml/2006/main" r:embed="Rb04e64b83cad47a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10">
            <a:extLst xmlns:a="http://schemas.openxmlformats.org/drawingml/2006/main">
              <a:ext uri="{FF2B5EF4-FFF2-40B4-BE49-F238E27FC236}">
                <a16:creationId xmlns:a16="http://schemas.microsoft.com/office/drawing/2014/main" id="{B758B84A-50AC-4A0A-A412-F68380020E6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11">
            <a:extLst xmlns:a="http://schemas.openxmlformats.org/drawingml/2006/main">
              <a:ext uri="{FF2B5EF4-FFF2-40B4-BE49-F238E27FC236}">
                <a16:creationId xmlns:a16="http://schemas.microsoft.com/office/drawing/2014/main" id="{3EE741A4-6B93-4BE3-AC36-4D2F7009ED3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12">
            <a:extLst xmlns:a="http://schemas.openxmlformats.org/drawingml/2006/main">
              <a:ext uri="{FF2B5EF4-FFF2-40B4-BE49-F238E27FC236}">
                <a16:creationId xmlns:a16="http://schemas.microsoft.com/office/drawing/2014/main" id="{7DD7D6D3-8967-448D-B624-64E104E1441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13">
            <a:extLst xmlns:a="http://schemas.openxmlformats.org/drawingml/2006/main">
              <a:ext uri="{FF2B5EF4-FFF2-40B4-BE49-F238E27FC236}">
                <a16:creationId xmlns:a16="http://schemas.microsoft.com/office/drawing/2014/main" id="{021CB1E4-BFD7-40A0-BDF2-DBF698A40EB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14">
            <a:extLst xmlns:a="http://schemas.openxmlformats.org/drawingml/2006/main">
              <a:ext uri="{FF2B5EF4-FFF2-40B4-BE49-F238E27FC236}">
                <a16:creationId xmlns:a16="http://schemas.microsoft.com/office/drawing/2014/main" id="{FDB0A264-A7AC-42A8-862D-7D21D2AA6B9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15">
            <a:extLst xmlns:a="http://schemas.openxmlformats.org/drawingml/2006/main">
              <a:ext uri="{FF2B5EF4-FFF2-40B4-BE49-F238E27FC236}">
                <a16:creationId xmlns:a16="http://schemas.microsoft.com/office/drawing/2014/main" id="{20FFBD05-9673-4FC6-BC45-17A4DCADECF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16">
            <a:extLst xmlns:a="http://schemas.openxmlformats.org/drawingml/2006/main">
              <a:ext uri="{FF2B5EF4-FFF2-40B4-BE49-F238E27FC236}">
                <a16:creationId xmlns:a16="http://schemas.microsoft.com/office/drawing/2014/main" id="{3F3E7D6D-870E-43C9-BB46-81D323CFA72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17">
            <a:extLst xmlns:a="http://schemas.openxmlformats.org/drawingml/2006/main">
              <a:ext uri="{FF2B5EF4-FFF2-40B4-BE49-F238E27FC236}">
                <a16:creationId xmlns:a16="http://schemas.microsoft.com/office/drawing/2014/main" id="{C0F753D7-16C7-45E6-8E15-0FA30FF1D13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18">
            <a:extLst xmlns:a="http://schemas.openxmlformats.org/drawingml/2006/main">
              <a:ext uri="{FF2B5EF4-FFF2-40B4-BE49-F238E27FC236}">
                <a16:creationId xmlns:a16="http://schemas.microsoft.com/office/drawing/2014/main" id="{0A7B5166-4E27-4B6D-95DF-AD838332D85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19">
            <a:extLst xmlns:a="http://schemas.openxmlformats.org/drawingml/2006/main">
              <a:ext uri="{FF2B5EF4-FFF2-40B4-BE49-F238E27FC236}">
                <a16:creationId xmlns:a16="http://schemas.microsoft.com/office/drawing/2014/main" id="{0F3860A4-D9F6-4FF2-A290-458491E0B75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20">
            <a:extLst xmlns:a="http://schemas.openxmlformats.org/drawingml/2006/main">
              <a:ext uri="{FF2B5EF4-FFF2-40B4-BE49-F238E27FC236}">
                <a16:creationId xmlns:a16="http://schemas.microsoft.com/office/drawing/2014/main" id="{947DC457-F2D6-4294-ABC7-096B9500FA5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21">
            <a:extLst xmlns:a="http://schemas.openxmlformats.org/drawingml/2006/main">
              <a:ext uri="{FF2B5EF4-FFF2-40B4-BE49-F238E27FC236}">
                <a16:creationId xmlns:a16="http://schemas.microsoft.com/office/drawing/2014/main" id="{2BD85EC6-4794-4B70-B701-B2954FBD592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59</a:t>
            </a:r>
          </a:p>
        </p:txBody>
      </p:sp>
      <p:sp>
        <p:nvSpPr>
          <p:cNvPr id="16" name="profile-2022">
            <a:extLst xmlns:a="http://schemas.openxmlformats.org/drawingml/2006/main">
              <a:ext uri="{FF2B5EF4-FFF2-40B4-BE49-F238E27FC236}">
                <a16:creationId xmlns:a16="http://schemas.microsoft.com/office/drawing/2014/main" id="{5872526E-E280-4BE4-AD8B-13AB08539C0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23">
            <a:extLst xmlns:a="http://schemas.openxmlformats.org/drawingml/2006/main">
              <a:ext uri="{FF2B5EF4-FFF2-40B4-BE49-F238E27FC236}">
                <a16:creationId xmlns:a16="http://schemas.microsoft.com/office/drawing/2014/main" id="{C8D459EB-6A4C-4A7F-8CD3-815E5FBD734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24">
            <a:extLst xmlns:a="http://schemas.openxmlformats.org/drawingml/2006/main">
              <a:ext uri="{FF2B5EF4-FFF2-40B4-BE49-F238E27FC236}">
                <a16:creationId xmlns:a16="http://schemas.microsoft.com/office/drawing/2014/main" id="{70AFB88F-FEFB-4AEF-B9FB-1DD1DDB8DBB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25">
            <a:extLst xmlns:a="http://schemas.openxmlformats.org/drawingml/2006/main">
              <a:ext uri="{FF2B5EF4-FFF2-40B4-BE49-F238E27FC236}">
                <a16:creationId xmlns:a16="http://schemas.microsoft.com/office/drawing/2014/main" id="{9B8E87C9-E66F-46E3-BDAE-874C84C65FB7}"/>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26">
            <a:extLst xmlns:a="http://schemas.openxmlformats.org/drawingml/2006/main">
              <a:ext uri="{FF2B5EF4-FFF2-40B4-BE49-F238E27FC236}">
                <a16:creationId xmlns:a16="http://schemas.microsoft.com/office/drawing/2014/main" id="{4C23A76A-089F-41B2-A23E-0F15E70B279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27">
            <a:extLst xmlns:a="http://schemas.openxmlformats.org/drawingml/2006/main">
              <a:ext uri="{FF2B5EF4-FFF2-40B4-BE49-F238E27FC236}">
                <a16:creationId xmlns:a16="http://schemas.microsoft.com/office/drawing/2014/main" id="{4ADB0291-7315-4EEE-95E9-9DC5ED3DBEA0}"/>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28">
            <a:extLst xmlns:a="http://schemas.openxmlformats.org/drawingml/2006/main">
              <a:ext uri="{FF2B5EF4-FFF2-40B4-BE49-F238E27FC236}">
                <a16:creationId xmlns:a16="http://schemas.microsoft.com/office/drawing/2014/main" id="{59ADDED9-F9C5-48C1-AB46-3EBB4E161AD3}"/>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29">
            <a:extLst xmlns:a="http://schemas.openxmlformats.org/drawingml/2006/main">
              <a:ext uri="{FF2B5EF4-FFF2-40B4-BE49-F238E27FC236}">
                <a16:creationId xmlns:a16="http://schemas.microsoft.com/office/drawing/2014/main" id="{184BE1FA-D600-47EB-B06D-B9A272C832CA}"/>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30">
            <a:extLst xmlns:a="http://schemas.openxmlformats.org/drawingml/2006/main">
              <a:ext uri="{FF2B5EF4-FFF2-40B4-BE49-F238E27FC236}">
                <a16:creationId xmlns:a16="http://schemas.microsoft.com/office/drawing/2014/main" id="{85611338-DE45-4C9F-B336-8612FAF9609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31">
            <a:extLst xmlns:a="http://schemas.openxmlformats.org/drawingml/2006/main">
              <a:ext uri="{FF2B5EF4-FFF2-40B4-BE49-F238E27FC236}">
                <a16:creationId xmlns:a16="http://schemas.microsoft.com/office/drawing/2014/main" id="{9DFC55D1-7EF6-4213-BAAC-6956EFF1C435}"/>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32">
            <a:extLst xmlns:a="http://schemas.openxmlformats.org/drawingml/2006/main">
              <a:ext uri="{FF2B5EF4-FFF2-40B4-BE49-F238E27FC236}">
                <a16:creationId xmlns:a16="http://schemas.microsoft.com/office/drawing/2014/main" id="{30758A5B-F70E-4837-BFA6-6C03074C100D}"/>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33">
            <a:extLst xmlns:a="http://schemas.openxmlformats.org/drawingml/2006/main">
              <a:ext uri="{FF2B5EF4-FFF2-40B4-BE49-F238E27FC236}">
                <a16:creationId xmlns:a16="http://schemas.microsoft.com/office/drawing/2014/main" id="{38A95983-58EC-4554-B574-3ED46EA40290}"/>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8A01A92E-F59A-426D-AEB6-AC0AF47B60A3}"/>
              </a:ext>
            </a:extLst>
          </p:cNvPr>
          <p:cNvPicPr>
            <a:picLocks xmlns:a="http://schemas.openxmlformats.org/drawingml/2006/main" noChangeAspect="1"/>
          </p:cNvPicPr>
          <p:nvPr/>
        </p:nvPicPr>
        <p:blipFill>
          <a:blip xmlns:r="http://schemas.openxmlformats.org/officeDocument/2006/relationships" xmlns:a="http://schemas.openxmlformats.org/drawingml/2006/main" r:embed="Re1d27ebd6e6f4871"/>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34">
            <a:extLst xmlns:a="http://schemas.openxmlformats.org/drawingml/2006/main">
              <a:ext uri="{FF2B5EF4-FFF2-40B4-BE49-F238E27FC236}">
                <a16:creationId xmlns:a16="http://schemas.microsoft.com/office/drawing/2014/main" id="{E355D2B4-8F53-4DBB-8CFE-C350E27BB370}"/>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4 of 12 | Owner-supplied copy</a:t>
            </a:r>
          </a:p>
        </p:txBody>
      </p:sp>
    </p:spTree>
    <p:extLst>
      <p:ext uri="{BB962C8B-B14F-4D97-AF65-F5344CB8AC3E}">
        <p14:creationId xmlns:p14="http://schemas.microsoft.com/office/powerpoint/2010/main" val="48488343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35">
            <a:extLst xmlns:a="http://schemas.openxmlformats.org/drawingml/2006/main">
              <a:ext uri="{FF2B5EF4-FFF2-40B4-BE49-F238E27FC236}">
                <a16:creationId xmlns:a16="http://schemas.microsoft.com/office/drawing/2014/main" id="{F9CB22DB-F077-4118-92F1-1A7D0D7744E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36">
            <a:extLst xmlns:a="http://schemas.openxmlformats.org/drawingml/2006/main">
              <a:ext uri="{FF2B5EF4-FFF2-40B4-BE49-F238E27FC236}">
                <a16:creationId xmlns:a16="http://schemas.microsoft.com/office/drawing/2014/main" id="{6BF940F7-C97E-43BB-98E7-BDB022BA410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D6273C0-2DF7-445A-B3C6-FB841467663B}"/>
              </a:ext>
            </a:extLst>
          </p:cNvPr>
          <p:cNvPicPr>
            <a:picLocks xmlns:a="http://schemas.openxmlformats.org/drawingml/2006/main" noChangeAspect="1"/>
          </p:cNvPicPr>
          <p:nvPr/>
        </p:nvPicPr>
        <p:blipFill>
          <a:blip xmlns:r="http://schemas.openxmlformats.org/officeDocument/2006/relationships" xmlns:a="http://schemas.openxmlformats.org/drawingml/2006/main" r:embed="Rc5a63b54a0d8438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37">
            <a:extLst xmlns:a="http://schemas.openxmlformats.org/drawingml/2006/main">
              <a:ext uri="{FF2B5EF4-FFF2-40B4-BE49-F238E27FC236}">
                <a16:creationId xmlns:a16="http://schemas.microsoft.com/office/drawing/2014/main" id="{C6FCF533-3569-4A48-B879-D434C3D77CC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38">
            <a:extLst xmlns:a="http://schemas.openxmlformats.org/drawingml/2006/main">
              <a:ext uri="{FF2B5EF4-FFF2-40B4-BE49-F238E27FC236}">
                <a16:creationId xmlns:a16="http://schemas.microsoft.com/office/drawing/2014/main" id="{0121367E-A2F9-4F0E-94AA-2C3C8E971E2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39">
            <a:extLst xmlns:a="http://schemas.openxmlformats.org/drawingml/2006/main">
              <a:ext uri="{FF2B5EF4-FFF2-40B4-BE49-F238E27FC236}">
                <a16:creationId xmlns:a16="http://schemas.microsoft.com/office/drawing/2014/main" id="{1AF90186-D4D4-4335-B6C4-F7A46F4A356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40">
            <a:extLst xmlns:a="http://schemas.openxmlformats.org/drawingml/2006/main">
              <a:ext uri="{FF2B5EF4-FFF2-40B4-BE49-F238E27FC236}">
                <a16:creationId xmlns:a16="http://schemas.microsoft.com/office/drawing/2014/main" id="{0F6C5C65-F05B-4D32-8903-1428328723E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41">
            <a:extLst xmlns:a="http://schemas.openxmlformats.org/drawingml/2006/main">
              <a:ext uri="{FF2B5EF4-FFF2-40B4-BE49-F238E27FC236}">
                <a16:creationId xmlns:a16="http://schemas.microsoft.com/office/drawing/2014/main" id="{C2AF5375-8C5E-4936-A0C8-1EBC2168229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42">
            <a:extLst xmlns:a="http://schemas.openxmlformats.org/drawingml/2006/main">
              <a:ext uri="{FF2B5EF4-FFF2-40B4-BE49-F238E27FC236}">
                <a16:creationId xmlns:a16="http://schemas.microsoft.com/office/drawing/2014/main" id="{A62E70C3-3554-45FA-9FA0-177F786A14C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43">
            <a:extLst xmlns:a="http://schemas.openxmlformats.org/drawingml/2006/main">
              <a:ext uri="{FF2B5EF4-FFF2-40B4-BE49-F238E27FC236}">
                <a16:creationId xmlns:a16="http://schemas.microsoft.com/office/drawing/2014/main" id="{ACF5E32A-B862-4A2B-8365-8D305267D08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44">
            <a:extLst xmlns:a="http://schemas.openxmlformats.org/drawingml/2006/main">
              <a:ext uri="{FF2B5EF4-FFF2-40B4-BE49-F238E27FC236}">
                <a16:creationId xmlns:a16="http://schemas.microsoft.com/office/drawing/2014/main" id="{0FFC7286-1476-436F-A307-801784181C5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45">
            <a:extLst xmlns:a="http://schemas.openxmlformats.org/drawingml/2006/main">
              <a:ext uri="{FF2B5EF4-FFF2-40B4-BE49-F238E27FC236}">
                <a16:creationId xmlns:a16="http://schemas.microsoft.com/office/drawing/2014/main" id="{6A2783EE-2625-4B92-8F89-B1BB819F3F4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46">
            <a:extLst xmlns:a="http://schemas.openxmlformats.org/drawingml/2006/main">
              <a:ext uri="{FF2B5EF4-FFF2-40B4-BE49-F238E27FC236}">
                <a16:creationId xmlns:a16="http://schemas.microsoft.com/office/drawing/2014/main" id="{0E2DE844-0360-48DF-891B-0C380CE41E6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47">
            <a:extLst xmlns:a="http://schemas.openxmlformats.org/drawingml/2006/main">
              <a:ext uri="{FF2B5EF4-FFF2-40B4-BE49-F238E27FC236}">
                <a16:creationId xmlns:a16="http://schemas.microsoft.com/office/drawing/2014/main" id="{380436F6-B26D-4132-88E9-26595014E2BB}"/>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48">
            <a:extLst xmlns:a="http://schemas.openxmlformats.org/drawingml/2006/main">
              <a:ext uri="{FF2B5EF4-FFF2-40B4-BE49-F238E27FC236}">
                <a16:creationId xmlns:a16="http://schemas.microsoft.com/office/drawing/2014/main" id="{864C3CE4-0C28-4AD7-8AAA-96492896544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60</a:t>
            </a:r>
          </a:p>
        </p:txBody>
      </p:sp>
      <p:sp>
        <p:nvSpPr>
          <p:cNvPr id="16" name="profile-2049">
            <a:extLst xmlns:a="http://schemas.openxmlformats.org/drawingml/2006/main">
              <a:ext uri="{FF2B5EF4-FFF2-40B4-BE49-F238E27FC236}">
                <a16:creationId xmlns:a16="http://schemas.microsoft.com/office/drawing/2014/main" id="{FFA38939-FE88-402C-AD6A-275C19130AC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50">
            <a:extLst xmlns:a="http://schemas.openxmlformats.org/drawingml/2006/main">
              <a:ext uri="{FF2B5EF4-FFF2-40B4-BE49-F238E27FC236}">
                <a16:creationId xmlns:a16="http://schemas.microsoft.com/office/drawing/2014/main" id="{03F652E7-6A50-49C4-A6AA-10E8F171E26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51">
            <a:extLst xmlns:a="http://schemas.openxmlformats.org/drawingml/2006/main">
              <a:ext uri="{FF2B5EF4-FFF2-40B4-BE49-F238E27FC236}">
                <a16:creationId xmlns:a16="http://schemas.microsoft.com/office/drawing/2014/main" id="{2E11CB8B-9578-4D00-9011-BCEB0227C209}"/>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52">
            <a:extLst xmlns:a="http://schemas.openxmlformats.org/drawingml/2006/main">
              <a:ext uri="{FF2B5EF4-FFF2-40B4-BE49-F238E27FC236}">
                <a16:creationId xmlns:a16="http://schemas.microsoft.com/office/drawing/2014/main" id="{A5C832B0-22C7-4B3D-8A88-18A595E86A08}"/>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53">
            <a:extLst xmlns:a="http://schemas.openxmlformats.org/drawingml/2006/main">
              <a:ext uri="{FF2B5EF4-FFF2-40B4-BE49-F238E27FC236}">
                <a16:creationId xmlns:a16="http://schemas.microsoft.com/office/drawing/2014/main" id="{73FF0F15-00D5-44CD-AB4F-36AF75DD83F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54">
            <a:extLst xmlns:a="http://schemas.openxmlformats.org/drawingml/2006/main">
              <a:ext uri="{FF2B5EF4-FFF2-40B4-BE49-F238E27FC236}">
                <a16:creationId xmlns:a16="http://schemas.microsoft.com/office/drawing/2014/main" id="{12A7D596-7E9A-43FC-AEE6-D1442B5F0EA9}"/>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55">
            <a:extLst xmlns:a="http://schemas.openxmlformats.org/drawingml/2006/main">
              <a:ext uri="{FF2B5EF4-FFF2-40B4-BE49-F238E27FC236}">
                <a16:creationId xmlns:a16="http://schemas.microsoft.com/office/drawing/2014/main" id="{3C4C2076-E87D-436B-804D-D38DC7617747}"/>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56">
            <a:extLst xmlns:a="http://schemas.openxmlformats.org/drawingml/2006/main">
              <a:ext uri="{FF2B5EF4-FFF2-40B4-BE49-F238E27FC236}">
                <a16:creationId xmlns:a16="http://schemas.microsoft.com/office/drawing/2014/main" id="{0B78E6DF-9057-4FB0-A63F-2EBA31FABA9D}"/>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57">
            <a:extLst xmlns:a="http://schemas.openxmlformats.org/drawingml/2006/main">
              <a:ext uri="{FF2B5EF4-FFF2-40B4-BE49-F238E27FC236}">
                <a16:creationId xmlns:a16="http://schemas.microsoft.com/office/drawing/2014/main" id="{DC5756C7-DC9D-4E5B-95BA-075BE69F9805}"/>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58">
            <a:extLst xmlns:a="http://schemas.openxmlformats.org/drawingml/2006/main">
              <a:ext uri="{FF2B5EF4-FFF2-40B4-BE49-F238E27FC236}">
                <a16:creationId xmlns:a16="http://schemas.microsoft.com/office/drawing/2014/main" id="{BF581DA1-2930-450A-8F04-FAECD4677CEE}"/>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59">
            <a:extLst xmlns:a="http://schemas.openxmlformats.org/drawingml/2006/main">
              <a:ext uri="{FF2B5EF4-FFF2-40B4-BE49-F238E27FC236}">
                <a16:creationId xmlns:a16="http://schemas.microsoft.com/office/drawing/2014/main" id="{9B1E01B3-E986-4FE0-B478-991DF61ECAE6}"/>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60">
            <a:extLst xmlns:a="http://schemas.openxmlformats.org/drawingml/2006/main">
              <a:ext uri="{FF2B5EF4-FFF2-40B4-BE49-F238E27FC236}">
                <a16:creationId xmlns:a16="http://schemas.microsoft.com/office/drawing/2014/main" id="{BC4FBFF2-0207-44E0-9630-CC7B5CB988B2}"/>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B8D45B45-9512-44C1-A9C2-093DAFF9A110}"/>
              </a:ext>
            </a:extLst>
          </p:cNvPr>
          <p:cNvPicPr>
            <a:picLocks xmlns:a="http://schemas.openxmlformats.org/drawingml/2006/main" noChangeAspect="1"/>
          </p:cNvPicPr>
          <p:nvPr/>
        </p:nvPicPr>
        <p:blipFill>
          <a:blip xmlns:r="http://schemas.openxmlformats.org/officeDocument/2006/relationships" xmlns:a="http://schemas.openxmlformats.org/drawingml/2006/main" r:embed="R15228bac973c4076"/>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61">
            <a:extLst xmlns:a="http://schemas.openxmlformats.org/drawingml/2006/main">
              <a:ext uri="{FF2B5EF4-FFF2-40B4-BE49-F238E27FC236}">
                <a16:creationId xmlns:a16="http://schemas.microsoft.com/office/drawing/2014/main" id="{BB43DC98-818D-41A5-9C59-637B943B3C7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5 of 12 | Owner-supplied copy</a:t>
            </a:r>
          </a:p>
        </p:txBody>
      </p:sp>
    </p:spTree>
    <p:extLst>
      <p:ext uri="{BB962C8B-B14F-4D97-AF65-F5344CB8AC3E}">
        <p14:creationId xmlns:p14="http://schemas.microsoft.com/office/powerpoint/2010/main" val="187898092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62">
            <a:extLst xmlns:a="http://schemas.openxmlformats.org/drawingml/2006/main">
              <a:ext uri="{FF2B5EF4-FFF2-40B4-BE49-F238E27FC236}">
                <a16:creationId xmlns:a16="http://schemas.microsoft.com/office/drawing/2014/main" id="{E3416D53-2AF2-4A63-86C7-F9F3A104CDA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63">
            <a:extLst xmlns:a="http://schemas.openxmlformats.org/drawingml/2006/main">
              <a:ext uri="{FF2B5EF4-FFF2-40B4-BE49-F238E27FC236}">
                <a16:creationId xmlns:a16="http://schemas.microsoft.com/office/drawing/2014/main" id="{3DF5D013-8B0F-47F4-B71F-BE35E27F6ECF}"/>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0478BA1-449E-44FD-B5BD-2DEA8CEAF209}"/>
              </a:ext>
            </a:extLst>
          </p:cNvPr>
          <p:cNvPicPr>
            <a:picLocks xmlns:a="http://schemas.openxmlformats.org/drawingml/2006/main" noChangeAspect="1"/>
          </p:cNvPicPr>
          <p:nvPr/>
        </p:nvPicPr>
        <p:blipFill>
          <a:blip xmlns:r="http://schemas.openxmlformats.org/officeDocument/2006/relationships" xmlns:a="http://schemas.openxmlformats.org/drawingml/2006/main" r:embed="R429500b35539427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64">
            <a:extLst xmlns:a="http://schemas.openxmlformats.org/drawingml/2006/main">
              <a:ext uri="{FF2B5EF4-FFF2-40B4-BE49-F238E27FC236}">
                <a16:creationId xmlns:a16="http://schemas.microsoft.com/office/drawing/2014/main" id="{28C1C488-C0AC-4139-8CDD-4C09A1D8806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65">
            <a:extLst xmlns:a="http://schemas.openxmlformats.org/drawingml/2006/main">
              <a:ext uri="{FF2B5EF4-FFF2-40B4-BE49-F238E27FC236}">
                <a16:creationId xmlns:a16="http://schemas.microsoft.com/office/drawing/2014/main" id="{9F0C6E98-B54D-499B-80F7-431F362891D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66">
            <a:extLst xmlns:a="http://schemas.openxmlformats.org/drawingml/2006/main">
              <a:ext uri="{FF2B5EF4-FFF2-40B4-BE49-F238E27FC236}">
                <a16:creationId xmlns:a16="http://schemas.microsoft.com/office/drawing/2014/main" id="{BD6A143E-69AC-4A89-B07C-355ADF694355}"/>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67">
            <a:extLst xmlns:a="http://schemas.openxmlformats.org/drawingml/2006/main">
              <a:ext uri="{FF2B5EF4-FFF2-40B4-BE49-F238E27FC236}">
                <a16:creationId xmlns:a16="http://schemas.microsoft.com/office/drawing/2014/main" id="{9DD37923-788C-46DC-B769-FBB9810AA16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68">
            <a:extLst xmlns:a="http://schemas.openxmlformats.org/drawingml/2006/main">
              <a:ext uri="{FF2B5EF4-FFF2-40B4-BE49-F238E27FC236}">
                <a16:creationId xmlns:a16="http://schemas.microsoft.com/office/drawing/2014/main" id="{7D9707A2-B3A9-4000-8843-6D8BFBC25DF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69">
            <a:extLst xmlns:a="http://schemas.openxmlformats.org/drawingml/2006/main">
              <a:ext uri="{FF2B5EF4-FFF2-40B4-BE49-F238E27FC236}">
                <a16:creationId xmlns:a16="http://schemas.microsoft.com/office/drawing/2014/main" id="{C66AE96D-4985-4617-A196-9C3097B46CF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70">
            <a:extLst xmlns:a="http://schemas.openxmlformats.org/drawingml/2006/main">
              <a:ext uri="{FF2B5EF4-FFF2-40B4-BE49-F238E27FC236}">
                <a16:creationId xmlns:a16="http://schemas.microsoft.com/office/drawing/2014/main" id="{01029C57-41FF-43E3-86F7-513A4142F71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71">
            <a:extLst xmlns:a="http://schemas.openxmlformats.org/drawingml/2006/main">
              <a:ext uri="{FF2B5EF4-FFF2-40B4-BE49-F238E27FC236}">
                <a16:creationId xmlns:a16="http://schemas.microsoft.com/office/drawing/2014/main" id="{915FAF93-8F9D-4355-B702-58D250D0E4A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72">
            <a:extLst xmlns:a="http://schemas.openxmlformats.org/drawingml/2006/main">
              <a:ext uri="{FF2B5EF4-FFF2-40B4-BE49-F238E27FC236}">
                <a16:creationId xmlns:a16="http://schemas.microsoft.com/office/drawing/2014/main" id="{D90C62DA-09E3-469D-9B36-0E279981784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73">
            <a:extLst xmlns:a="http://schemas.openxmlformats.org/drawingml/2006/main">
              <a:ext uri="{FF2B5EF4-FFF2-40B4-BE49-F238E27FC236}">
                <a16:creationId xmlns:a16="http://schemas.microsoft.com/office/drawing/2014/main" id="{77371F88-24F9-47A5-A4CA-B694C950D47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74">
            <a:extLst xmlns:a="http://schemas.openxmlformats.org/drawingml/2006/main">
              <a:ext uri="{FF2B5EF4-FFF2-40B4-BE49-F238E27FC236}">
                <a16:creationId xmlns:a16="http://schemas.microsoft.com/office/drawing/2014/main" id="{8F3CDC50-52E7-44FD-8703-7479FBAEB5F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75">
            <a:extLst xmlns:a="http://schemas.openxmlformats.org/drawingml/2006/main">
              <a:ext uri="{FF2B5EF4-FFF2-40B4-BE49-F238E27FC236}">
                <a16:creationId xmlns:a16="http://schemas.microsoft.com/office/drawing/2014/main" id="{3ACFC7C6-1605-4690-8526-FC21C61CCC1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61</a:t>
            </a:r>
          </a:p>
        </p:txBody>
      </p:sp>
      <p:sp>
        <p:nvSpPr>
          <p:cNvPr id="16" name="profile-2076">
            <a:extLst xmlns:a="http://schemas.openxmlformats.org/drawingml/2006/main">
              <a:ext uri="{FF2B5EF4-FFF2-40B4-BE49-F238E27FC236}">
                <a16:creationId xmlns:a16="http://schemas.microsoft.com/office/drawing/2014/main" id="{FED42CCE-21E0-4805-A9E2-2A18B49CC35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077">
            <a:extLst xmlns:a="http://schemas.openxmlformats.org/drawingml/2006/main">
              <a:ext uri="{FF2B5EF4-FFF2-40B4-BE49-F238E27FC236}">
                <a16:creationId xmlns:a16="http://schemas.microsoft.com/office/drawing/2014/main" id="{27100C62-8D6B-4ED6-A2A2-A963A04E5E5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078">
            <a:extLst xmlns:a="http://schemas.openxmlformats.org/drawingml/2006/main">
              <a:ext uri="{FF2B5EF4-FFF2-40B4-BE49-F238E27FC236}">
                <a16:creationId xmlns:a16="http://schemas.microsoft.com/office/drawing/2014/main" id="{B03B7466-9D3F-40E0-AB06-3138FE82668C}"/>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079">
            <a:extLst xmlns:a="http://schemas.openxmlformats.org/drawingml/2006/main">
              <a:ext uri="{FF2B5EF4-FFF2-40B4-BE49-F238E27FC236}">
                <a16:creationId xmlns:a16="http://schemas.microsoft.com/office/drawing/2014/main" id="{6EA10784-CAAE-4E63-8CA8-6DBFA2B5D6DB}"/>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080">
            <a:extLst xmlns:a="http://schemas.openxmlformats.org/drawingml/2006/main">
              <a:ext uri="{FF2B5EF4-FFF2-40B4-BE49-F238E27FC236}">
                <a16:creationId xmlns:a16="http://schemas.microsoft.com/office/drawing/2014/main" id="{4EC69A32-8C66-4BF9-8F8F-A2B9DEE02AC9}"/>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081">
            <a:extLst xmlns:a="http://schemas.openxmlformats.org/drawingml/2006/main">
              <a:ext uri="{FF2B5EF4-FFF2-40B4-BE49-F238E27FC236}">
                <a16:creationId xmlns:a16="http://schemas.microsoft.com/office/drawing/2014/main" id="{4DCF0F21-759E-45BB-A131-D6B8361E6C5C}"/>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082">
            <a:extLst xmlns:a="http://schemas.openxmlformats.org/drawingml/2006/main">
              <a:ext uri="{FF2B5EF4-FFF2-40B4-BE49-F238E27FC236}">
                <a16:creationId xmlns:a16="http://schemas.microsoft.com/office/drawing/2014/main" id="{7E0B25EC-1EB7-4F74-8769-D38C72DCAB78}"/>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083">
            <a:extLst xmlns:a="http://schemas.openxmlformats.org/drawingml/2006/main">
              <a:ext uri="{FF2B5EF4-FFF2-40B4-BE49-F238E27FC236}">
                <a16:creationId xmlns:a16="http://schemas.microsoft.com/office/drawing/2014/main" id="{2B18B25E-F2F7-4FF1-B5FF-6CFA12285FF7}"/>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084">
            <a:extLst xmlns:a="http://schemas.openxmlformats.org/drawingml/2006/main">
              <a:ext uri="{FF2B5EF4-FFF2-40B4-BE49-F238E27FC236}">
                <a16:creationId xmlns:a16="http://schemas.microsoft.com/office/drawing/2014/main" id="{A59343DA-8E7D-4B43-B630-89DC5C517D93}"/>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085">
            <a:extLst xmlns:a="http://schemas.openxmlformats.org/drawingml/2006/main">
              <a:ext uri="{FF2B5EF4-FFF2-40B4-BE49-F238E27FC236}">
                <a16:creationId xmlns:a16="http://schemas.microsoft.com/office/drawing/2014/main" id="{6EC8EC96-EEAB-4EFB-8D8D-CD1C11AE6B1C}"/>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086">
            <a:extLst xmlns:a="http://schemas.openxmlformats.org/drawingml/2006/main">
              <a:ext uri="{FF2B5EF4-FFF2-40B4-BE49-F238E27FC236}">
                <a16:creationId xmlns:a16="http://schemas.microsoft.com/office/drawing/2014/main" id="{29C89D44-7E1C-4B64-AD41-6F4EBC93AD65}"/>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087">
            <a:extLst xmlns:a="http://schemas.openxmlformats.org/drawingml/2006/main">
              <a:ext uri="{FF2B5EF4-FFF2-40B4-BE49-F238E27FC236}">
                <a16:creationId xmlns:a16="http://schemas.microsoft.com/office/drawing/2014/main" id="{0EF25E5E-624A-4A04-A5BB-4A03877D6C39}"/>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F5656BA7-A907-46E9-9F74-258200F5F6C3}"/>
              </a:ext>
            </a:extLst>
          </p:cNvPr>
          <p:cNvPicPr>
            <a:picLocks xmlns:a="http://schemas.openxmlformats.org/drawingml/2006/main" noChangeAspect="1"/>
          </p:cNvPicPr>
          <p:nvPr/>
        </p:nvPicPr>
        <p:blipFill>
          <a:blip xmlns:r="http://schemas.openxmlformats.org/officeDocument/2006/relationships" xmlns:a="http://schemas.openxmlformats.org/drawingml/2006/main" r:embed="R4738b9aa32444f5a"/>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088">
            <a:extLst xmlns:a="http://schemas.openxmlformats.org/drawingml/2006/main">
              <a:ext uri="{FF2B5EF4-FFF2-40B4-BE49-F238E27FC236}">
                <a16:creationId xmlns:a16="http://schemas.microsoft.com/office/drawing/2014/main" id="{36653836-22EB-41E3-96EF-EE1889752FC7}"/>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6 of 12 | Owner-supplied copy</a:t>
            </a:r>
          </a:p>
        </p:txBody>
      </p:sp>
    </p:spTree>
    <p:extLst>
      <p:ext uri="{BB962C8B-B14F-4D97-AF65-F5344CB8AC3E}">
        <p14:creationId xmlns:p14="http://schemas.microsoft.com/office/powerpoint/2010/main" val="181461638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089">
            <a:extLst xmlns:a="http://schemas.openxmlformats.org/drawingml/2006/main">
              <a:ext uri="{FF2B5EF4-FFF2-40B4-BE49-F238E27FC236}">
                <a16:creationId xmlns:a16="http://schemas.microsoft.com/office/drawing/2014/main" id="{D922AB71-4B93-49E4-860E-2C94049C056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090">
            <a:extLst xmlns:a="http://schemas.openxmlformats.org/drawingml/2006/main">
              <a:ext uri="{FF2B5EF4-FFF2-40B4-BE49-F238E27FC236}">
                <a16:creationId xmlns:a16="http://schemas.microsoft.com/office/drawing/2014/main" id="{1D556EAC-CF8D-4438-8ADD-04FF47961A4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409F79B-1025-4C74-A038-CC68E25B4574}"/>
              </a:ext>
            </a:extLst>
          </p:cNvPr>
          <p:cNvPicPr>
            <a:picLocks xmlns:a="http://schemas.openxmlformats.org/drawingml/2006/main" noChangeAspect="1"/>
          </p:cNvPicPr>
          <p:nvPr/>
        </p:nvPicPr>
        <p:blipFill>
          <a:blip xmlns:r="http://schemas.openxmlformats.org/officeDocument/2006/relationships" xmlns:a="http://schemas.openxmlformats.org/drawingml/2006/main" r:embed="R419dcfd7721741b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091">
            <a:extLst xmlns:a="http://schemas.openxmlformats.org/drawingml/2006/main">
              <a:ext uri="{FF2B5EF4-FFF2-40B4-BE49-F238E27FC236}">
                <a16:creationId xmlns:a16="http://schemas.microsoft.com/office/drawing/2014/main" id="{A7B0903B-6993-4ECA-9FB9-0E42C0032E8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092">
            <a:extLst xmlns:a="http://schemas.openxmlformats.org/drawingml/2006/main">
              <a:ext uri="{FF2B5EF4-FFF2-40B4-BE49-F238E27FC236}">
                <a16:creationId xmlns:a16="http://schemas.microsoft.com/office/drawing/2014/main" id="{FC13AF13-17D2-4614-BDF8-BFBB6C62B51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093">
            <a:extLst xmlns:a="http://schemas.openxmlformats.org/drawingml/2006/main">
              <a:ext uri="{FF2B5EF4-FFF2-40B4-BE49-F238E27FC236}">
                <a16:creationId xmlns:a16="http://schemas.microsoft.com/office/drawing/2014/main" id="{7D28EC3E-EC3F-48F7-8EB7-29FCE1BC843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094">
            <a:extLst xmlns:a="http://schemas.openxmlformats.org/drawingml/2006/main">
              <a:ext uri="{FF2B5EF4-FFF2-40B4-BE49-F238E27FC236}">
                <a16:creationId xmlns:a16="http://schemas.microsoft.com/office/drawing/2014/main" id="{70FEEB74-CA45-4A85-8D9A-E4496F84327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095">
            <a:extLst xmlns:a="http://schemas.openxmlformats.org/drawingml/2006/main">
              <a:ext uri="{FF2B5EF4-FFF2-40B4-BE49-F238E27FC236}">
                <a16:creationId xmlns:a16="http://schemas.microsoft.com/office/drawing/2014/main" id="{5F9BC038-94C1-4183-AC84-2FCFDB7D883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096">
            <a:extLst xmlns:a="http://schemas.openxmlformats.org/drawingml/2006/main">
              <a:ext uri="{FF2B5EF4-FFF2-40B4-BE49-F238E27FC236}">
                <a16:creationId xmlns:a16="http://schemas.microsoft.com/office/drawing/2014/main" id="{A8155A55-863D-4475-9505-81C46530428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97">
            <a:extLst xmlns:a="http://schemas.openxmlformats.org/drawingml/2006/main">
              <a:ext uri="{FF2B5EF4-FFF2-40B4-BE49-F238E27FC236}">
                <a16:creationId xmlns:a16="http://schemas.microsoft.com/office/drawing/2014/main" id="{8C2F761F-5C18-45C2-9971-264D96FF790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98">
            <a:extLst xmlns:a="http://schemas.openxmlformats.org/drawingml/2006/main">
              <a:ext uri="{FF2B5EF4-FFF2-40B4-BE49-F238E27FC236}">
                <a16:creationId xmlns:a16="http://schemas.microsoft.com/office/drawing/2014/main" id="{65315E48-0C63-4353-947D-263119F5A38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99">
            <a:extLst xmlns:a="http://schemas.openxmlformats.org/drawingml/2006/main">
              <a:ext uri="{FF2B5EF4-FFF2-40B4-BE49-F238E27FC236}">
                <a16:creationId xmlns:a16="http://schemas.microsoft.com/office/drawing/2014/main" id="{0367295E-8007-4DFC-939F-30C45625FD0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00">
            <a:extLst xmlns:a="http://schemas.openxmlformats.org/drawingml/2006/main">
              <a:ext uri="{FF2B5EF4-FFF2-40B4-BE49-F238E27FC236}">
                <a16:creationId xmlns:a16="http://schemas.microsoft.com/office/drawing/2014/main" id="{B97DF092-6579-4776-BA63-A487F44D866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01">
            <a:extLst xmlns:a="http://schemas.openxmlformats.org/drawingml/2006/main">
              <a:ext uri="{FF2B5EF4-FFF2-40B4-BE49-F238E27FC236}">
                <a16:creationId xmlns:a16="http://schemas.microsoft.com/office/drawing/2014/main" id="{D5AAB8AE-3120-40AF-819B-47BB0FD101F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02">
            <a:extLst xmlns:a="http://schemas.openxmlformats.org/drawingml/2006/main">
              <a:ext uri="{FF2B5EF4-FFF2-40B4-BE49-F238E27FC236}">
                <a16:creationId xmlns:a16="http://schemas.microsoft.com/office/drawing/2014/main" id="{8EB042F8-4E64-4D7D-A7ED-4C42D4C176D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62</a:t>
            </a:r>
          </a:p>
        </p:txBody>
      </p:sp>
      <p:sp>
        <p:nvSpPr>
          <p:cNvPr id="16" name="profile-2103">
            <a:extLst xmlns:a="http://schemas.openxmlformats.org/drawingml/2006/main">
              <a:ext uri="{FF2B5EF4-FFF2-40B4-BE49-F238E27FC236}">
                <a16:creationId xmlns:a16="http://schemas.microsoft.com/office/drawing/2014/main" id="{D390426D-A160-49EC-B21F-FF8F9217F8E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04">
            <a:extLst xmlns:a="http://schemas.openxmlformats.org/drawingml/2006/main">
              <a:ext uri="{FF2B5EF4-FFF2-40B4-BE49-F238E27FC236}">
                <a16:creationId xmlns:a16="http://schemas.microsoft.com/office/drawing/2014/main" id="{37F18DD8-EC42-4E7D-A512-62D486434EA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05">
            <a:extLst xmlns:a="http://schemas.openxmlformats.org/drawingml/2006/main">
              <a:ext uri="{FF2B5EF4-FFF2-40B4-BE49-F238E27FC236}">
                <a16:creationId xmlns:a16="http://schemas.microsoft.com/office/drawing/2014/main" id="{2B902BD7-FCC9-4C59-9245-6ADE71F0BAD9}"/>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06">
            <a:extLst xmlns:a="http://schemas.openxmlformats.org/drawingml/2006/main">
              <a:ext uri="{FF2B5EF4-FFF2-40B4-BE49-F238E27FC236}">
                <a16:creationId xmlns:a16="http://schemas.microsoft.com/office/drawing/2014/main" id="{0F361DFF-4952-4829-9B33-DB14E3F9A84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07">
            <a:extLst xmlns:a="http://schemas.openxmlformats.org/drawingml/2006/main">
              <a:ext uri="{FF2B5EF4-FFF2-40B4-BE49-F238E27FC236}">
                <a16:creationId xmlns:a16="http://schemas.microsoft.com/office/drawing/2014/main" id="{5BF98F7C-2952-4652-9050-A09A036CF611}"/>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08">
            <a:extLst xmlns:a="http://schemas.openxmlformats.org/drawingml/2006/main">
              <a:ext uri="{FF2B5EF4-FFF2-40B4-BE49-F238E27FC236}">
                <a16:creationId xmlns:a16="http://schemas.microsoft.com/office/drawing/2014/main" id="{B6E40FBE-181C-4EF9-BF43-B0D6ECBAF7AD}"/>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09">
            <a:extLst xmlns:a="http://schemas.openxmlformats.org/drawingml/2006/main">
              <a:ext uri="{FF2B5EF4-FFF2-40B4-BE49-F238E27FC236}">
                <a16:creationId xmlns:a16="http://schemas.microsoft.com/office/drawing/2014/main" id="{D2043DFE-4A4F-4D17-9F52-894C964CC469}"/>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10">
            <a:extLst xmlns:a="http://schemas.openxmlformats.org/drawingml/2006/main">
              <a:ext uri="{FF2B5EF4-FFF2-40B4-BE49-F238E27FC236}">
                <a16:creationId xmlns:a16="http://schemas.microsoft.com/office/drawing/2014/main" id="{23E9CAFC-1A36-490A-882D-C4BCD6CABABD}"/>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11">
            <a:extLst xmlns:a="http://schemas.openxmlformats.org/drawingml/2006/main">
              <a:ext uri="{FF2B5EF4-FFF2-40B4-BE49-F238E27FC236}">
                <a16:creationId xmlns:a16="http://schemas.microsoft.com/office/drawing/2014/main" id="{6BD703D9-850C-48C9-95B6-6F260AFC774A}"/>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12">
            <a:extLst xmlns:a="http://schemas.openxmlformats.org/drawingml/2006/main">
              <a:ext uri="{FF2B5EF4-FFF2-40B4-BE49-F238E27FC236}">
                <a16:creationId xmlns:a16="http://schemas.microsoft.com/office/drawing/2014/main" id="{05E7F152-2772-4569-8C2B-2DE011772F02}"/>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13">
            <a:extLst xmlns:a="http://schemas.openxmlformats.org/drawingml/2006/main">
              <a:ext uri="{FF2B5EF4-FFF2-40B4-BE49-F238E27FC236}">
                <a16:creationId xmlns:a16="http://schemas.microsoft.com/office/drawing/2014/main" id="{DBA949A3-5005-42D5-8440-B93EF4E1FAC5}"/>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14">
            <a:extLst xmlns:a="http://schemas.openxmlformats.org/drawingml/2006/main">
              <a:ext uri="{FF2B5EF4-FFF2-40B4-BE49-F238E27FC236}">
                <a16:creationId xmlns:a16="http://schemas.microsoft.com/office/drawing/2014/main" id="{F1AC5651-03E8-47C0-98BA-A54B23858B68}"/>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5F96E7D0-6640-4B55-99D4-7C75ACEE3174}"/>
              </a:ext>
            </a:extLst>
          </p:cNvPr>
          <p:cNvPicPr>
            <a:picLocks xmlns:a="http://schemas.openxmlformats.org/drawingml/2006/main" noChangeAspect="1"/>
          </p:cNvPicPr>
          <p:nvPr/>
        </p:nvPicPr>
        <p:blipFill>
          <a:blip xmlns:r="http://schemas.openxmlformats.org/officeDocument/2006/relationships" xmlns:a="http://schemas.openxmlformats.org/drawingml/2006/main" r:embed="R5fdbb2f9bec6461e"/>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15">
            <a:extLst xmlns:a="http://schemas.openxmlformats.org/drawingml/2006/main">
              <a:ext uri="{FF2B5EF4-FFF2-40B4-BE49-F238E27FC236}">
                <a16:creationId xmlns:a16="http://schemas.microsoft.com/office/drawing/2014/main" id="{B41ECA1A-445C-4991-A46D-4AF7464372F9}"/>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7 of 12 | Owner-supplied copy</a:t>
            </a:r>
          </a:p>
        </p:txBody>
      </p:sp>
    </p:spTree>
    <p:extLst>
      <p:ext uri="{BB962C8B-B14F-4D97-AF65-F5344CB8AC3E}">
        <p14:creationId xmlns:p14="http://schemas.microsoft.com/office/powerpoint/2010/main" val="201974655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16">
            <a:extLst xmlns:a="http://schemas.openxmlformats.org/drawingml/2006/main">
              <a:ext uri="{FF2B5EF4-FFF2-40B4-BE49-F238E27FC236}">
                <a16:creationId xmlns:a16="http://schemas.microsoft.com/office/drawing/2014/main" id="{F87C04DF-8C2E-43ED-8C8B-DFAC8503C9D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17">
            <a:extLst xmlns:a="http://schemas.openxmlformats.org/drawingml/2006/main">
              <a:ext uri="{FF2B5EF4-FFF2-40B4-BE49-F238E27FC236}">
                <a16:creationId xmlns:a16="http://schemas.microsoft.com/office/drawing/2014/main" id="{FF1B3E5C-47A3-45EF-8987-EF90AE5B829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4C08244-95DB-4A00-92E1-B52E944DB53D}"/>
              </a:ext>
            </a:extLst>
          </p:cNvPr>
          <p:cNvPicPr>
            <a:picLocks xmlns:a="http://schemas.openxmlformats.org/drawingml/2006/main" noChangeAspect="1"/>
          </p:cNvPicPr>
          <p:nvPr/>
        </p:nvPicPr>
        <p:blipFill>
          <a:blip xmlns:r="http://schemas.openxmlformats.org/officeDocument/2006/relationships" xmlns:a="http://schemas.openxmlformats.org/drawingml/2006/main" r:embed="R2246d3d611ff41c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18">
            <a:extLst xmlns:a="http://schemas.openxmlformats.org/drawingml/2006/main">
              <a:ext uri="{FF2B5EF4-FFF2-40B4-BE49-F238E27FC236}">
                <a16:creationId xmlns:a16="http://schemas.microsoft.com/office/drawing/2014/main" id="{188E8A4F-EE9D-4B04-AFCB-2EF93223FAA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19">
            <a:extLst xmlns:a="http://schemas.openxmlformats.org/drawingml/2006/main">
              <a:ext uri="{FF2B5EF4-FFF2-40B4-BE49-F238E27FC236}">
                <a16:creationId xmlns:a16="http://schemas.microsoft.com/office/drawing/2014/main" id="{069E11A2-B2A0-42E3-9B37-DE5EC549AEF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20">
            <a:extLst xmlns:a="http://schemas.openxmlformats.org/drawingml/2006/main">
              <a:ext uri="{FF2B5EF4-FFF2-40B4-BE49-F238E27FC236}">
                <a16:creationId xmlns:a16="http://schemas.microsoft.com/office/drawing/2014/main" id="{EFE90B5F-D049-40A1-B025-CFBB688C9A3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21">
            <a:extLst xmlns:a="http://schemas.openxmlformats.org/drawingml/2006/main">
              <a:ext uri="{FF2B5EF4-FFF2-40B4-BE49-F238E27FC236}">
                <a16:creationId xmlns:a16="http://schemas.microsoft.com/office/drawing/2014/main" id="{461D7558-4C0D-4153-9379-0FC0306D35D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22">
            <a:extLst xmlns:a="http://schemas.openxmlformats.org/drawingml/2006/main">
              <a:ext uri="{FF2B5EF4-FFF2-40B4-BE49-F238E27FC236}">
                <a16:creationId xmlns:a16="http://schemas.microsoft.com/office/drawing/2014/main" id="{32731ABB-2B8D-4930-A9EF-8072614C762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23">
            <a:extLst xmlns:a="http://schemas.openxmlformats.org/drawingml/2006/main">
              <a:ext uri="{FF2B5EF4-FFF2-40B4-BE49-F238E27FC236}">
                <a16:creationId xmlns:a16="http://schemas.microsoft.com/office/drawing/2014/main" id="{078D0992-4D4F-4DE8-8868-A2ED39297F3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24">
            <a:extLst xmlns:a="http://schemas.openxmlformats.org/drawingml/2006/main">
              <a:ext uri="{FF2B5EF4-FFF2-40B4-BE49-F238E27FC236}">
                <a16:creationId xmlns:a16="http://schemas.microsoft.com/office/drawing/2014/main" id="{5E13D97B-A8BC-4E58-B031-1E7C0FA20ED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25">
            <a:extLst xmlns:a="http://schemas.openxmlformats.org/drawingml/2006/main">
              <a:ext uri="{FF2B5EF4-FFF2-40B4-BE49-F238E27FC236}">
                <a16:creationId xmlns:a16="http://schemas.microsoft.com/office/drawing/2014/main" id="{7248FB2A-6460-4283-BE3A-083651C56567}"/>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26">
            <a:extLst xmlns:a="http://schemas.openxmlformats.org/drawingml/2006/main">
              <a:ext uri="{FF2B5EF4-FFF2-40B4-BE49-F238E27FC236}">
                <a16:creationId xmlns:a16="http://schemas.microsoft.com/office/drawing/2014/main" id="{D3FB1F0E-EB97-436D-90FB-B37EB372767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27">
            <a:extLst xmlns:a="http://schemas.openxmlformats.org/drawingml/2006/main">
              <a:ext uri="{FF2B5EF4-FFF2-40B4-BE49-F238E27FC236}">
                <a16:creationId xmlns:a16="http://schemas.microsoft.com/office/drawing/2014/main" id="{C8CCE89F-3C30-4113-8A63-694C5E2B3C2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28">
            <a:extLst xmlns:a="http://schemas.openxmlformats.org/drawingml/2006/main">
              <a:ext uri="{FF2B5EF4-FFF2-40B4-BE49-F238E27FC236}">
                <a16:creationId xmlns:a16="http://schemas.microsoft.com/office/drawing/2014/main" id="{303842ED-0963-45BE-B619-CCDDF5E7AB0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29">
            <a:extLst xmlns:a="http://schemas.openxmlformats.org/drawingml/2006/main">
              <a:ext uri="{FF2B5EF4-FFF2-40B4-BE49-F238E27FC236}">
                <a16:creationId xmlns:a16="http://schemas.microsoft.com/office/drawing/2014/main" id="{79522CC7-1359-404B-9A81-D5B3ED6DAE7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63</a:t>
            </a:r>
          </a:p>
        </p:txBody>
      </p:sp>
      <p:sp>
        <p:nvSpPr>
          <p:cNvPr id="16" name="profile-2130">
            <a:extLst xmlns:a="http://schemas.openxmlformats.org/drawingml/2006/main">
              <a:ext uri="{FF2B5EF4-FFF2-40B4-BE49-F238E27FC236}">
                <a16:creationId xmlns:a16="http://schemas.microsoft.com/office/drawing/2014/main" id="{FE9FD133-B8FB-4F01-860B-E354734B048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31">
            <a:extLst xmlns:a="http://schemas.openxmlformats.org/drawingml/2006/main">
              <a:ext uri="{FF2B5EF4-FFF2-40B4-BE49-F238E27FC236}">
                <a16:creationId xmlns:a16="http://schemas.microsoft.com/office/drawing/2014/main" id="{73A5EC4D-4004-44DB-B8C4-582BB4324C8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32">
            <a:extLst xmlns:a="http://schemas.openxmlformats.org/drawingml/2006/main">
              <a:ext uri="{FF2B5EF4-FFF2-40B4-BE49-F238E27FC236}">
                <a16:creationId xmlns:a16="http://schemas.microsoft.com/office/drawing/2014/main" id="{0BFDEA48-577A-40C7-996D-458BDB531D86}"/>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33">
            <a:extLst xmlns:a="http://schemas.openxmlformats.org/drawingml/2006/main">
              <a:ext uri="{FF2B5EF4-FFF2-40B4-BE49-F238E27FC236}">
                <a16:creationId xmlns:a16="http://schemas.microsoft.com/office/drawing/2014/main" id="{222919D1-B31A-497A-966E-A46ACBEC9083}"/>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34">
            <a:extLst xmlns:a="http://schemas.openxmlformats.org/drawingml/2006/main">
              <a:ext uri="{FF2B5EF4-FFF2-40B4-BE49-F238E27FC236}">
                <a16:creationId xmlns:a16="http://schemas.microsoft.com/office/drawing/2014/main" id="{53A092C2-F4FF-40F2-B875-72E1DA1FE4B3}"/>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35">
            <a:extLst xmlns:a="http://schemas.openxmlformats.org/drawingml/2006/main">
              <a:ext uri="{FF2B5EF4-FFF2-40B4-BE49-F238E27FC236}">
                <a16:creationId xmlns:a16="http://schemas.microsoft.com/office/drawing/2014/main" id="{4C273868-3BA4-405D-9B98-D27B5D32502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36">
            <a:extLst xmlns:a="http://schemas.openxmlformats.org/drawingml/2006/main">
              <a:ext uri="{FF2B5EF4-FFF2-40B4-BE49-F238E27FC236}">
                <a16:creationId xmlns:a16="http://schemas.microsoft.com/office/drawing/2014/main" id="{75901755-D0B2-468B-B7C3-93D55579A02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37">
            <a:extLst xmlns:a="http://schemas.openxmlformats.org/drawingml/2006/main">
              <a:ext uri="{FF2B5EF4-FFF2-40B4-BE49-F238E27FC236}">
                <a16:creationId xmlns:a16="http://schemas.microsoft.com/office/drawing/2014/main" id="{53FBB0B7-8B11-4FCA-A252-3E9CA86FC289}"/>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38">
            <a:extLst xmlns:a="http://schemas.openxmlformats.org/drawingml/2006/main">
              <a:ext uri="{FF2B5EF4-FFF2-40B4-BE49-F238E27FC236}">
                <a16:creationId xmlns:a16="http://schemas.microsoft.com/office/drawing/2014/main" id="{EBDEA4CA-3E9E-48D0-960F-A2819C564B2C}"/>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39">
            <a:extLst xmlns:a="http://schemas.openxmlformats.org/drawingml/2006/main">
              <a:ext uri="{FF2B5EF4-FFF2-40B4-BE49-F238E27FC236}">
                <a16:creationId xmlns:a16="http://schemas.microsoft.com/office/drawing/2014/main" id="{F4ABCE88-B41B-4F40-B74C-01A611F77B11}"/>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40">
            <a:extLst xmlns:a="http://schemas.openxmlformats.org/drawingml/2006/main">
              <a:ext uri="{FF2B5EF4-FFF2-40B4-BE49-F238E27FC236}">
                <a16:creationId xmlns:a16="http://schemas.microsoft.com/office/drawing/2014/main" id="{92FDBFCD-AD98-470A-9035-C9D62E97DF9D}"/>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41">
            <a:extLst xmlns:a="http://schemas.openxmlformats.org/drawingml/2006/main">
              <a:ext uri="{FF2B5EF4-FFF2-40B4-BE49-F238E27FC236}">
                <a16:creationId xmlns:a16="http://schemas.microsoft.com/office/drawing/2014/main" id="{96BF0E74-901F-43CC-BE28-B85D2F9AC46F}"/>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AA7F31A9-84F9-4589-8B1F-7F322C03A0F7}"/>
              </a:ext>
            </a:extLst>
          </p:cNvPr>
          <p:cNvPicPr>
            <a:picLocks xmlns:a="http://schemas.openxmlformats.org/drawingml/2006/main" noChangeAspect="1"/>
          </p:cNvPicPr>
          <p:nvPr/>
        </p:nvPicPr>
        <p:blipFill>
          <a:blip xmlns:r="http://schemas.openxmlformats.org/officeDocument/2006/relationships" xmlns:a="http://schemas.openxmlformats.org/drawingml/2006/main" r:embed="R91467e317d1049c4"/>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42">
            <a:extLst xmlns:a="http://schemas.openxmlformats.org/drawingml/2006/main">
              <a:ext uri="{FF2B5EF4-FFF2-40B4-BE49-F238E27FC236}">
                <a16:creationId xmlns:a16="http://schemas.microsoft.com/office/drawing/2014/main" id="{06A91760-C621-4736-9605-F3E9A570D992}"/>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8 of 12 | Owner-supplied copy</a:t>
            </a:r>
          </a:p>
        </p:txBody>
      </p:sp>
    </p:spTree>
    <p:extLst>
      <p:ext uri="{BB962C8B-B14F-4D97-AF65-F5344CB8AC3E}">
        <p14:creationId xmlns:p14="http://schemas.microsoft.com/office/powerpoint/2010/main" val="939552856"/>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43">
            <a:extLst xmlns:a="http://schemas.openxmlformats.org/drawingml/2006/main">
              <a:ext uri="{FF2B5EF4-FFF2-40B4-BE49-F238E27FC236}">
                <a16:creationId xmlns:a16="http://schemas.microsoft.com/office/drawing/2014/main" id="{970C9EEB-8CCD-4BB8-B623-E7837F316550}"/>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44">
            <a:extLst xmlns:a="http://schemas.openxmlformats.org/drawingml/2006/main">
              <a:ext uri="{FF2B5EF4-FFF2-40B4-BE49-F238E27FC236}">
                <a16:creationId xmlns:a16="http://schemas.microsoft.com/office/drawing/2014/main" id="{82A9CB10-7EB6-4F1D-88CE-68BA23960C5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BBEB946-00D8-4D8F-985C-9BC4B4CA2ACD}"/>
              </a:ext>
            </a:extLst>
          </p:cNvPr>
          <p:cNvPicPr>
            <a:picLocks xmlns:a="http://schemas.openxmlformats.org/drawingml/2006/main" noChangeAspect="1"/>
          </p:cNvPicPr>
          <p:nvPr/>
        </p:nvPicPr>
        <p:blipFill>
          <a:blip xmlns:r="http://schemas.openxmlformats.org/officeDocument/2006/relationships" xmlns:a="http://schemas.openxmlformats.org/drawingml/2006/main" r:embed="Rdbb3ed5c0e3e480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45">
            <a:extLst xmlns:a="http://schemas.openxmlformats.org/drawingml/2006/main">
              <a:ext uri="{FF2B5EF4-FFF2-40B4-BE49-F238E27FC236}">
                <a16:creationId xmlns:a16="http://schemas.microsoft.com/office/drawing/2014/main" id="{343CAFB4-1DE2-4660-A449-E8D96A8F5F2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46">
            <a:extLst xmlns:a="http://schemas.openxmlformats.org/drawingml/2006/main">
              <a:ext uri="{FF2B5EF4-FFF2-40B4-BE49-F238E27FC236}">
                <a16:creationId xmlns:a16="http://schemas.microsoft.com/office/drawing/2014/main" id="{D4100E98-9A50-40B3-B5AF-BEDFCEC5A4AC}"/>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47">
            <a:extLst xmlns:a="http://schemas.openxmlformats.org/drawingml/2006/main">
              <a:ext uri="{FF2B5EF4-FFF2-40B4-BE49-F238E27FC236}">
                <a16:creationId xmlns:a16="http://schemas.microsoft.com/office/drawing/2014/main" id="{BC1C6585-6F66-472E-9415-29B2F986F85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48">
            <a:extLst xmlns:a="http://schemas.openxmlformats.org/drawingml/2006/main">
              <a:ext uri="{FF2B5EF4-FFF2-40B4-BE49-F238E27FC236}">
                <a16:creationId xmlns:a16="http://schemas.microsoft.com/office/drawing/2014/main" id="{38673C53-BCF8-4D88-9AF2-EAF1ECE1BFB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49">
            <a:extLst xmlns:a="http://schemas.openxmlformats.org/drawingml/2006/main">
              <a:ext uri="{FF2B5EF4-FFF2-40B4-BE49-F238E27FC236}">
                <a16:creationId xmlns:a16="http://schemas.microsoft.com/office/drawing/2014/main" id="{6BDE1070-8853-4C27-BB33-3A72A45207B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50">
            <a:extLst xmlns:a="http://schemas.openxmlformats.org/drawingml/2006/main">
              <a:ext uri="{FF2B5EF4-FFF2-40B4-BE49-F238E27FC236}">
                <a16:creationId xmlns:a16="http://schemas.microsoft.com/office/drawing/2014/main" id="{069CB6CF-36D0-43D5-A9BD-9DC9D89AE88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51">
            <a:extLst xmlns:a="http://schemas.openxmlformats.org/drawingml/2006/main">
              <a:ext uri="{FF2B5EF4-FFF2-40B4-BE49-F238E27FC236}">
                <a16:creationId xmlns:a16="http://schemas.microsoft.com/office/drawing/2014/main" id="{2818E468-924E-483C-BF62-9DF0CB2B29E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52">
            <a:extLst xmlns:a="http://schemas.openxmlformats.org/drawingml/2006/main">
              <a:ext uri="{FF2B5EF4-FFF2-40B4-BE49-F238E27FC236}">
                <a16:creationId xmlns:a16="http://schemas.microsoft.com/office/drawing/2014/main" id="{E788FF7D-AFAB-4CF3-93EA-C7568F7242A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53">
            <a:extLst xmlns:a="http://schemas.openxmlformats.org/drawingml/2006/main">
              <a:ext uri="{FF2B5EF4-FFF2-40B4-BE49-F238E27FC236}">
                <a16:creationId xmlns:a16="http://schemas.microsoft.com/office/drawing/2014/main" id="{DDE0D412-8EC9-4D2D-A207-64E0B19EADA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54">
            <a:extLst xmlns:a="http://schemas.openxmlformats.org/drawingml/2006/main">
              <a:ext uri="{FF2B5EF4-FFF2-40B4-BE49-F238E27FC236}">
                <a16:creationId xmlns:a16="http://schemas.microsoft.com/office/drawing/2014/main" id="{80156766-D4F7-4BA1-B915-0103D4AA9FB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55">
            <a:extLst xmlns:a="http://schemas.openxmlformats.org/drawingml/2006/main">
              <a:ext uri="{FF2B5EF4-FFF2-40B4-BE49-F238E27FC236}">
                <a16:creationId xmlns:a16="http://schemas.microsoft.com/office/drawing/2014/main" id="{535355AF-D4BD-445F-AA35-535AA984E37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56">
            <a:extLst xmlns:a="http://schemas.openxmlformats.org/drawingml/2006/main">
              <a:ext uri="{FF2B5EF4-FFF2-40B4-BE49-F238E27FC236}">
                <a16:creationId xmlns:a16="http://schemas.microsoft.com/office/drawing/2014/main" id="{C8323071-2748-4A5E-8818-D65057387C3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64</a:t>
            </a:r>
          </a:p>
        </p:txBody>
      </p:sp>
      <p:sp>
        <p:nvSpPr>
          <p:cNvPr id="16" name="profile-2157">
            <a:extLst xmlns:a="http://schemas.openxmlformats.org/drawingml/2006/main">
              <a:ext uri="{FF2B5EF4-FFF2-40B4-BE49-F238E27FC236}">
                <a16:creationId xmlns:a16="http://schemas.microsoft.com/office/drawing/2014/main" id="{F959DF47-534F-4B22-9321-533FD4C58A5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58">
            <a:extLst xmlns:a="http://schemas.openxmlformats.org/drawingml/2006/main">
              <a:ext uri="{FF2B5EF4-FFF2-40B4-BE49-F238E27FC236}">
                <a16:creationId xmlns:a16="http://schemas.microsoft.com/office/drawing/2014/main" id="{72C462B4-6EAE-49F0-BFF3-10E62FA2DE5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59">
            <a:extLst xmlns:a="http://schemas.openxmlformats.org/drawingml/2006/main">
              <a:ext uri="{FF2B5EF4-FFF2-40B4-BE49-F238E27FC236}">
                <a16:creationId xmlns:a16="http://schemas.microsoft.com/office/drawing/2014/main" id="{8EDBC170-ADBA-46A2-9D4B-EE9F4C90DFD0}"/>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60">
            <a:extLst xmlns:a="http://schemas.openxmlformats.org/drawingml/2006/main">
              <a:ext uri="{FF2B5EF4-FFF2-40B4-BE49-F238E27FC236}">
                <a16:creationId xmlns:a16="http://schemas.microsoft.com/office/drawing/2014/main" id="{FB12D92E-3B54-4ABC-9E3D-080E97F07B5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61">
            <a:extLst xmlns:a="http://schemas.openxmlformats.org/drawingml/2006/main">
              <a:ext uri="{FF2B5EF4-FFF2-40B4-BE49-F238E27FC236}">
                <a16:creationId xmlns:a16="http://schemas.microsoft.com/office/drawing/2014/main" id="{C2999FFA-AD05-481A-8524-B9A24EDA8FBF}"/>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62">
            <a:extLst xmlns:a="http://schemas.openxmlformats.org/drawingml/2006/main">
              <a:ext uri="{FF2B5EF4-FFF2-40B4-BE49-F238E27FC236}">
                <a16:creationId xmlns:a16="http://schemas.microsoft.com/office/drawing/2014/main" id="{08BA1E64-6F68-4EFF-8C1E-B28BC07A078B}"/>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63">
            <a:extLst xmlns:a="http://schemas.openxmlformats.org/drawingml/2006/main">
              <a:ext uri="{FF2B5EF4-FFF2-40B4-BE49-F238E27FC236}">
                <a16:creationId xmlns:a16="http://schemas.microsoft.com/office/drawing/2014/main" id="{2E5DF152-66C3-4EF8-92A9-41B94F98AD89}"/>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64">
            <a:extLst xmlns:a="http://schemas.openxmlformats.org/drawingml/2006/main">
              <a:ext uri="{FF2B5EF4-FFF2-40B4-BE49-F238E27FC236}">
                <a16:creationId xmlns:a16="http://schemas.microsoft.com/office/drawing/2014/main" id="{794A6D4E-0255-4185-9621-E53617812BF5}"/>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65">
            <a:extLst xmlns:a="http://schemas.openxmlformats.org/drawingml/2006/main">
              <a:ext uri="{FF2B5EF4-FFF2-40B4-BE49-F238E27FC236}">
                <a16:creationId xmlns:a16="http://schemas.microsoft.com/office/drawing/2014/main" id="{C570FEBD-60E2-42E3-9CA2-6A6BD69A8DAE}"/>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66">
            <a:extLst xmlns:a="http://schemas.openxmlformats.org/drawingml/2006/main">
              <a:ext uri="{FF2B5EF4-FFF2-40B4-BE49-F238E27FC236}">
                <a16:creationId xmlns:a16="http://schemas.microsoft.com/office/drawing/2014/main" id="{5327BD20-FC0D-4A84-A844-981E4842266F}"/>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67">
            <a:extLst xmlns:a="http://schemas.openxmlformats.org/drawingml/2006/main">
              <a:ext uri="{FF2B5EF4-FFF2-40B4-BE49-F238E27FC236}">
                <a16:creationId xmlns:a16="http://schemas.microsoft.com/office/drawing/2014/main" id="{9F6C49DA-557E-40B0-ACBB-5FF1F3710C5E}"/>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68">
            <a:extLst xmlns:a="http://schemas.openxmlformats.org/drawingml/2006/main">
              <a:ext uri="{FF2B5EF4-FFF2-40B4-BE49-F238E27FC236}">
                <a16:creationId xmlns:a16="http://schemas.microsoft.com/office/drawing/2014/main" id="{81533A99-1118-4537-95D2-AA1F32595885}"/>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B129D298-9593-42E1-9903-587023C4B2D6}"/>
              </a:ext>
            </a:extLst>
          </p:cNvPr>
          <p:cNvPicPr>
            <a:picLocks xmlns:a="http://schemas.openxmlformats.org/drawingml/2006/main" noChangeAspect="1"/>
          </p:cNvPicPr>
          <p:nvPr/>
        </p:nvPicPr>
        <p:blipFill>
          <a:blip xmlns:r="http://schemas.openxmlformats.org/officeDocument/2006/relationships" xmlns:a="http://schemas.openxmlformats.org/drawingml/2006/main" r:embed="Rd381f7abec514d09"/>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69">
            <a:extLst xmlns:a="http://schemas.openxmlformats.org/drawingml/2006/main">
              <a:ext uri="{FF2B5EF4-FFF2-40B4-BE49-F238E27FC236}">
                <a16:creationId xmlns:a16="http://schemas.microsoft.com/office/drawing/2014/main" id="{799203B3-194D-46C0-A779-AC952A58DAE5}"/>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9 of 12 | Owner-supplied copy</a:t>
            </a:r>
          </a:p>
        </p:txBody>
      </p:sp>
    </p:spTree>
    <p:extLst>
      <p:ext uri="{BB962C8B-B14F-4D97-AF65-F5344CB8AC3E}">
        <p14:creationId xmlns:p14="http://schemas.microsoft.com/office/powerpoint/2010/main" val="133591708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70">
            <a:extLst xmlns:a="http://schemas.openxmlformats.org/drawingml/2006/main">
              <a:ext uri="{FF2B5EF4-FFF2-40B4-BE49-F238E27FC236}">
                <a16:creationId xmlns:a16="http://schemas.microsoft.com/office/drawing/2014/main" id="{6175EB4D-C0A2-42A6-8A0D-555442004C9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71">
            <a:extLst xmlns:a="http://schemas.openxmlformats.org/drawingml/2006/main">
              <a:ext uri="{FF2B5EF4-FFF2-40B4-BE49-F238E27FC236}">
                <a16:creationId xmlns:a16="http://schemas.microsoft.com/office/drawing/2014/main" id="{81883178-130E-4CB9-8F9C-4FC4B504853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2237973-B007-41B5-9668-63E9FC3E4DC9}"/>
              </a:ext>
            </a:extLst>
          </p:cNvPr>
          <p:cNvPicPr>
            <a:picLocks xmlns:a="http://schemas.openxmlformats.org/drawingml/2006/main" noChangeAspect="1"/>
          </p:cNvPicPr>
          <p:nvPr/>
        </p:nvPicPr>
        <p:blipFill>
          <a:blip xmlns:r="http://schemas.openxmlformats.org/officeDocument/2006/relationships" xmlns:a="http://schemas.openxmlformats.org/drawingml/2006/main" r:embed="Rd11be26d5fa744bb"/>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72">
            <a:extLst xmlns:a="http://schemas.openxmlformats.org/drawingml/2006/main">
              <a:ext uri="{FF2B5EF4-FFF2-40B4-BE49-F238E27FC236}">
                <a16:creationId xmlns:a16="http://schemas.microsoft.com/office/drawing/2014/main" id="{7C932D86-6B6A-4AD0-ABBE-31FFF935FA2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73">
            <a:extLst xmlns:a="http://schemas.openxmlformats.org/drawingml/2006/main">
              <a:ext uri="{FF2B5EF4-FFF2-40B4-BE49-F238E27FC236}">
                <a16:creationId xmlns:a16="http://schemas.microsoft.com/office/drawing/2014/main" id="{3AD699CF-B7B1-4EFF-894A-B04A907DD9A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174">
            <a:extLst xmlns:a="http://schemas.openxmlformats.org/drawingml/2006/main">
              <a:ext uri="{FF2B5EF4-FFF2-40B4-BE49-F238E27FC236}">
                <a16:creationId xmlns:a16="http://schemas.microsoft.com/office/drawing/2014/main" id="{331ECDA9-F363-4E47-956B-B4AE8226BE5B}"/>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175">
            <a:extLst xmlns:a="http://schemas.openxmlformats.org/drawingml/2006/main">
              <a:ext uri="{FF2B5EF4-FFF2-40B4-BE49-F238E27FC236}">
                <a16:creationId xmlns:a16="http://schemas.microsoft.com/office/drawing/2014/main" id="{1731E418-AC5D-4E2B-A47A-2DE10DCD7CB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76">
            <a:extLst xmlns:a="http://schemas.openxmlformats.org/drawingml/2006/main">
              <a:ext uri="{FF2B5EF4-FFF2-40B4-BE49-F238E27FC236}">
                <a16:creationId xmlns:a16="http://schemas.microsoft.com/office/drawing/2014/main" id="{4FA98A97-B79A-402E-BD8A-C905CA5BCE6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177">
            <a:extLst xmlns:a="http://schemas.openxmlformats.org/drawingml/2006/main">
              <a:ext uri="{FF2B5EF4-FFF2-40B4-BE49-F238E27FC236}">
                <a16:creationId xmlns:a16="http://schemas.microsoft.com/office/drawing/2014/main" id="{F9BE194D-B2AF-4575-AC00-75D36435BE3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178">
            <a:extLst xmlns:a="http://schemas.openxmlformats.org/drawingml/2006/main">
              <a:ext uri="{FF2B5EF4-FFF2-40B4-BE49-F238E27FC236}">
                <a16:creationId xmlns:a16="http://schemas.microsoft.com/office/drawing/2014/main" id="{B6A90F9F-B9D1-4789-B358-8F7AD9B1787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179">
            <a:extLst xmlns:a="http://schemas.openxmlformats.org/drawingml/2006/main">
              <a:ext uri="{FF2B5EF4-FFF2-40B4-BE49-F238E27FC236}">
                <a16:creationId xmlns:a16="http://schemas.microsoft.com/office/drawing/2014/main" id="{0C73A5DA-F203-4ADB-9C99-BE8E41A0AA7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180">
            <a:extLst xmlns:a="http://schemas.openxmlformats.org/drawingml/2006/main">
              <a:ext uri="{FF2B5EF4-FFF2-40B4-BE49-F238E27FC236}">
                <a16:creationId xmlns:a16="http://schemas.microsoft.com/office/drawing/2014/main" id="{22AA5B89-51A0-42F7-B12C-6CC279BED6C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181">
            <a:extLst xmlns:a="http://schemas.openxmlformats.org/drawingml/2006/main">
              <a:ext uri="{FF2B5EF4-FFF2-40B4-BE49-F238E27FC236}">
                <a16:creationId xmlns:a16="http://schemas.microsoft.com/office/drawing/2014/main" id="{B7496EB8-6CFA-48BD-85A1-C3FAA7128C9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182">
            <a:extLst xmlns:a="http://schemas.openxmlformats.org/drawingml/2006/main">
              <a:ext uri="{FF2B5EF4-FFF2-40B4-BE49-F238E27FC236}">
                <a16:creationId xmlns:a16="http://schemas.microsoft.com/office/drawing/2014/main" id="{8C9817EF-8967-4AFC-80F3-374FD4A78AF8}"/>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183">
            <a:extLst xmlns:a="http://schemas.openxmlformats.org/drawingml/2006/main">
              <a:ext uri="{FF2B5EF4-FFF2-40B4-BE49-F238E27FC236}">
                <a16:creationId xmlns:a16="http://schemas.microsoft.com/office/drawing/2014/main" id="{ECF3D1AC-C5E4-4E41-AECF-E9BBBCFDE5E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65</a:t>
            </a:r>
          </a:p>
        </p:txBody>
      </p:sp>
      <p:sp>
        <p:nvSpPr>
          <p:cNvPr id="16" name="profile-2184">
            <a:extLst xmlns:a="http://schemas.openxmlformats.org/drawingml/2006/main">
              <a:ext uri="{FF2B5EF4-FFF2-40B4-BE49-F238E27FC236}">
                <a16:creationId xmlns:a16="http://schemas.microsoft.com/office/drawing/2014/main" id="{D44DB8E3-3C20-4FB3-9325-A9F6F677A7B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185">
            <a:extLst xmlns:a="http://schemas.openxmlformats.org/drawingml/2006/main">
              <a:ext uri="{FF2B5EF4-FFF2-40B4-BE49-F238E27FC236}">
                <a16:creationId xmlns:a16="http://schemas.microsoft.com/office/drawing/2014/main" id="{3DD0A1F3-C3F9-42F2-B487-7DAC30DFAFB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186">
            <a:extLst xmlns:a="http://schemas.openxmlformats.org/drawingml/2006/main">
              <a:ext uri="{FF2B5EF4-FFF2-40B4-BE49-F238E27FC236}">
                <a16:creationId xmlns:a16="http://schemas.microsoft.com/office/drawing/2014/main" id="{304F8B65-17B2-4A1F-B705-A24AB3158238}"/>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187">
            <a:extLst xmlns:a="http://schemas.openxmlformats.org/drawingml/2006/main">
              <a:ext uri="{FF2B5EF4-FFF2-40B4-BE49-F238E27FC236}">
                <a16:creationId xmlns:a16="http://schemas.microsoft.com/office/drawing/2014/main" id="{32793C0B-2DA9-429B-B265-F871093DBB30}"/>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188">
            <a:extLst xmlns:a="http://schemas.openxmlformats.org/drawingml/2006/main">
              <a:ext uri="{FF2B5EF4-FFF2-40B4-BE49-F238E27FC236}">
                <a16:creationId xmlns:a16="http://schemas.microsoft.com/office/drawing/2014/main" id="{8F1F540A-86DD-4A9A-B617-D84E28C3A115}"/>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189">
            <a:extLst xmlns:a="http://schemas.openxmlformats.org/drawingml/2006/main">
              <a:ext uri="{FF2B5EF4-FFF2-40B4-BE49-F238E27FC236}">
                <a16:creationId xmlns:a16="http://schemas.microsoft.com/office/drawing/2014/main" id="{0F950A7F-8D90-4879-93CB-0FB7CC1EEA3C}"/>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190">
            <a:extLst xmlns:a="http://schemas.openxmlformats.org/drawingml/2006/main">
              <a:ext uri="{FF2B5EF4-FFF2-40B4-BE49-F238E27FC236}">
                <a16:creationId xmlns:a16="http://schemas.microsoft.com/office/drawing/2014/main" id="{4254D04E-F93B-4CBC-83EC-A8FF9CA5503D}"/>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191">
            <a:extLst xmlns:a="http://schemas.openxmlformats.org/drawingml/2006/main">
              <a:ext uri="{FF2B5EF4-FFF2-40B4-BE49-F238E27FC236}">
                <a16:creationId xmlns:a16="http://schemas.microsoft.com/office/drawing/2014/main" id="{8945A22C-4010-4D1B-A09D-590B506A745D}"/>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192">
            <a:extLst xmlns:a="http://schemas.openxmlformats.org/drawingml/2006/main">
              <a:ext uri="{FF2B5EF4-FFF2-40B4-BE49-F238E27FC236}">
                <a16:creationId xmlns:a16="http://schemas.microsoft.com/office/drawing/2014/main" id="{F1FA9618-BC2B-4296-9322-52300D822939}"/>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193">
            <a:extLst xmlns:a="http://schemas.openxmlformats.org/drawingml/2006/main">
              <a:ext uri="{FF2B5EF4-FFF2-40B4-BE49-F238E27FC236}">
                <a16:creationId xmlns:a16="http://schemas.microsoft.com/office/drawing/2014/main" id="{A7D9B392-C6E3-4BC5-8769-10392C67BCE2}"/>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194">
            <a:extLst xmlns:a="http://schemas.openxmlformats.org/drawingml/2006/main">
              <a:ext uri="{FF2B5EF4-FFF2-40B4-BE49-F238E27FC236}">
                <a16:creationId xmlns:a16="http://schemas.microsoft.com/office/drawing/2014/main" id="{2228BCBF-DC24-4F46-8FF6-1A749AFE26D9}"/>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195">
            <a:extLst xmlns:a="http://schemas.openxmlformats.org/drawingml/2006/main">
              <a:ext uri="{FF2B5EF4-FFF2-40B4-BE49-F238E27FC236}">
                <a16:creationId xmlns:a16="http://schemas.microsoft.com/office/drawing/2014/main" id="{121C9958-B173-431D-ACA5-14D489C71F3B}"/>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4C345229-540B-4B1D-9837-86026E28E294}"/>
              </a:ext>
            </a:extLst>
          </p:cNvPr>
          <p:cNvPicPr>
            <a:picLocks xmlns:a="http://schemas.openxmlformats.org/drawingml/2006/main" noChangeAspect="1"/>
          </p:cNvPicPr>
          <p:nvPr/>
        </p:nvPicPr>
        <p:blipFill>
          <a:blip xmlns:r="http://schemas.openxmlformats.org/officeDocument/2006/relationships" xmlns:a="http://schemas.openxmlformats.org/drawingml/2006/main" r:embed="R16de6f02039a43f1"/>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196">
            <a:extLst xmlns:a="http://schemas.openxmlformats.org/drawingml/2006/main">
              <a:ext uri="{FF2B5EF4-FFF2-40B4-BE49-F238E27FC236}">
                <a16:creationId xmlns:a16="http://schemas.microsoft.com/office/drawing/2014/main" id="{8C4F0C1E-FFB6-4687-BEDD-DF447DE47168}"/>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10 of 12 | Owner-supplied copy</a:t>
            </a:r>
          </a:p>
        </p:txBody>
      </p:sp>
    </p:spTree>
    <p:extLst>
      <p:ext uri="{BB962C8B-B14F-4D97-AF65-F5344CB8AC3E}">
        <p14:creationId xmlns:p14="http://schemas.microsoft.com/office/powerpoint/2010/main" val="449820378"/>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197">
            <a:extLst xmlns:a="http://schemas.openxmlformats.org/drawingml/2006/main">
              <a:ext uri="{FF2B5EF4-FFF2-40B4-BE49-F238E27FC236}">
                <a16:creationId xmlns:a16="http://schemas.microsoft.com/office/drawing/2014/main" id="{C6837B4D-CC58-409F-A537-5E158AA5E86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98">
            <a:extLst xmlns:a="http://schemas.openxmlformats.org/drawingml/2006/main">
              <a:ext uri="{FF2B5EF4-FFF2-40B4-BE49-F238E27FC236}">
                <a16:creationId xmlns:a16="http://schemas.microsoft.com/office/drawing/2014/main" id="{400FAC30-7450-45FD-BF79-9E722BFCFD5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940BB70-BAC9-41DA-8432-01F473D1FA8A}"/>
              </a:ext>
            </a:extLst>
          </p:cNvPr>
          <p:cNvPicPr>
            <a:picLocks xmlns:a="http://schemas.openxmlformats.org/drawingml/2006/main" noChangeAspect="1"/>
          </p:cNvPicPr>
          <p:nvPr/>
        </p:nvPicPr>
        <p:blipFill>
          <a:blip xmlns:r="http://schemas.openxmlformats.org/officeDocument/2006/relationships" xmlns:a="http://schemas.openxmlformats.org/drawingml/2006/main" r:embed="R7cb728305569482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99">
            <a:extLst xmlns:a="http://schemas.openxmlformats.org/drawingml/2006/main">
              <a:ext uri="{FF2B5EF4-FFF2-40B4-BE49-F238E27FC236}">
                <a16:creationId xmlns:a16="http://schemas.microsoft.com/office/drawing/2014/main" id="{7E894E13-375A-4416-BE4A-1114B8B280C1}"/>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00">
            <a:extLst xmlns:a="http://schemas.openxmlformats.org/drawingml/2006/main">
              <a:ext uri="{FF2B5EF4-FFF2-40B4-BE49-F238E27FC236}">
                <a16:creationId xmlns:a16="http://schemas.microsoft.com/office/drawing/2014/main" id="{6C04F854-5C0D-48C0-9421-ADE73063D91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01">
            <a:extLst xmlns:a="http://schemas.openxmlformats.org/drawingml/2006/main">
              <a:ext uri="{FF2B5EF4-FFF2-40B4-BE49-F238E27FC236}">
                <a16:creationId xmlns:a16="http://schemas.microsoft.com/office/drawing/2014/main" id="{5A762076-53C0-426E-8718-BA7539FD1BB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02">
            <a:extLst xmlns:a="http://schemas.openxmlformats.org/drawingml/2006/main">
              <a:ext uri="{FF2B5EF4-FFF2-40B4-BE49-F238E27FC236}">
                <a16:creationId xmlns:a16="http://schemas.microsoft.com/office/drawing/2014/main" id="{DFA721D8-6542-441D-BAAA-7C7909A6EE0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03">
            <a:extLst xmlns:a="http://schemas.openxmlformats.org/drawingml/2006/main">
              <a:ext uri="{FF2B5EF4-FFF2-40B4-BE49-F238E27FC236}">
                <a16:creationId xmlns:a16="http://schemas.microsoft.com/office/drawing/2014/main" id="{6BB11D1A-8674-4132-A3F2-0EA5413BC69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04">
            <a:extLst xmlns:a="http://schemas.openxmlformats.org/drawingml/2006/main">
              <a:ext uri="{FF2B5EF4-FFF2-40B4-BE49-F238E27FC236}">
                <a16:creationId xmlns:a16="http://schemas.microsoft.com/office/drawing/2014/main" id="{8E157B71-9DD8-4390-A49F-5343D59211D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05">
            <a:extLst xmlns:a="http://schemas.openxmlformats.org/drawingml/2006/main">
              <a:ext uri="{FF2B5EF4-FFF2-40B4-BE49-F238E27FC236}">
                <a16:creationId xmlns:a16="http://schemas.microsoft.com/office/drawing/2014/main" id="{50DCB1B2-42AB-474C-B8AB-6A18933BFF3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06">
            <a:extLst xmlns:a="http://schemas.openxmlformats.org/drawingml/2006/main">
              <a:ext uri="{FF2B5EF4-FFF2-40B4-BE49-F238E27FC236}">
                <a16:creationId xmlns:a16="http://schemas.microsoft.com/office/drawing/2014/main" id="{15506DC5-4DDF-48E2-9397-C3BE260335A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07">
            <a:extLst xmlns:a="http://schemas.openxmlformats.org/drawingml/2006/main">
              <a:ext uri="{FF2B5EF4-FFF2-40B4-BE49-F238E27FC236}">
                <a16:creationId xmlns:a16="http://schemas.microsoft.com/office/drawing/2014/main" id="{4A62B668-1762-4135-876A-D95A4D8579E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08">
            <a:extLst xmlns:a="http://schemas.openxmlformats.org/drawingml/2006/main">
              <a:ext uri="{FF2B5EF4-FFF2-40B4-BE49-F238E27FC236}">
                <a16:creationId xmlns:a16="http://schemas.microsoft.com/office/drawing/2014/main" id="{2A3553BB-9D47-4AAB-A149-B50752A9BD4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09">
            <a:extLst xmlns:a="http://schemas.openxmlformats.org/drawingml/2006/main">
              <a:ext uri="{FF2B5EF4-FFF2-40B4-BE49-F238E27FC236}">
                <a16:creationId xmlns:a16="http://schemas.microsoft.com/office/drawing/2014/main" id="{0CFD012A-D7D5-4C0D-82BB-AEABCE34C86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10">
            <a:extLst xmlns:a="http://schemas.openxmlformats.org/drawingml/2006/main">
              <a:ext uri="{FF2B5EF4-FFF2-40B4-BE49-F238E27FC236}">
                <a16:creationId xmlns:a16="http://schemas.microsoft.com/office/drawing/2014/main" id="{24CC510A-6195-49F1-89D2-64C228941A0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66</a:t>
            </a:r>
          </a:p>
        </p:txBody>
      </p:sp>
      <p:sp>
        <p:nvSpPr>
          <p:cNvPr id="16" name="profile-2211">
            <a:extLst xmlns:a="http://schemas.openxmlformats.org/drawingml/2006/main">
              <a:ext uri="{FF2B5EF4-FFF2-40B4-BE49-F238E27FC236}">
                <a16:creationId xmlns:a16="http://schemas.microsoft.com/office/drawing/2014/main" id="{3CE73520-9CDF-4B7C-B382-39DCF58F7AE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212">
            <a:extLst xmlns:a="http://schemas.openxmlformats.org/drawingml/2006/main">
              <a:ext uri="{FF2B5EF4-FFF2-40B4-BE49-F238E27FC236}">
                <a16:creationId xmlns:a16="http://schemas.microsoft.com/office/drawing/2014/main" id="{713B446C-2D11-40D4-8848-CE816CDC510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13">
            <a:extLst xmlns:a="http://schemas.openxmlformats.org/drawingml/2006/main">
              <a:ext uri="{FF2B5EF4-FFF2-40B4-BE49-F238E27FC236}">
                <a16:creationId xmlns:a16="http://schemas.microsoft.com/office/drawing/2014/main" id="{62990422-FF88-44FE-99F2-F1014CE52541}"/>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14">
            <a:extLst xmlns:a="http://schemas.openxmlformats.org/drawingml/2006/main">
              <a:ext uri="{FF2B5EF4-FFF2-40B4-BE49-F238E27FC236}">
                <a16:creationId xmlns:a16="http://schemas.microsoft.com/office/drawing/2014/main" id="{0047A3A7-F2E9-4230-AC11-13A8B0149CA3}"/>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15">
            <a:extLst xmlns:a="http://schemas.openxmlformats.org/drawingml/2006/main">
              <a:ext uri="{FF2B5EF4-FFF2-40B4-BE49-F238E27FC236}">
                <a16:creationId xmlns:a16="http://schemas.microsoft.com/office/drawing/2014/main" id="{EBAE8474-D358-4A5A-AFC7-CA2B2851ECFD}"/>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16">
            <a:extLst xmlns:a="http://schemas.openxmlformats.org/drawingml/2006/main">
              <a:ext uri="{FF2B5EF4-FFF2-40B4-BE49-F238E27FC236}">
                <a16:creationId xmlns:a16="http://schemas.microsoft.com/office/drawing/2014/main" id="{C39381A3-FAA2-4CB2-B791-4092691E2C2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17">
            <a:extLst xmlns:a="http://schemas.openxmlformats.org/drawingml/2006/main">
              <a:ext uri="{FF2B5EF4-FFF2-40B4-BE49-F238E27FC236}">
                <a16:creationId xmlns:a16="http://schemas.microsoft.com/office/drawing/2014/main" id="{07B51251-AD09-4A52-AFFD-06D1659BA71D}"/>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218">
            <a:extLst xmlns:a="http://schemas.openxmlformats.org/drawingml/2006/main">
              <a:ext uri="{FF2B5EF4-FFF2-40B4-BE49-F238E27FC236}">
                <a16:creationId xmlns:a16="http://schemas.microsoft.com/office/drawing/2014/main" id="{CE062947-EA59-4351-A381-679815021FBB}"/>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219">
            <a:extLst xmlns:a="http://schemas.openxmlformats.org/drawingml/2006/main">
              <a:ext uri="{FF2B5EF4-FFF2-40B4-BE49-F238E27FC236}">
                <a16:creationId xmlns:a16="http://schemas.microsoft.com/office/drawing/2014/main" id="{183EC128-672D-4418-897F-3EC65A75E0F4}"/>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220">
            <a:extLst xmlns:a="http://schemas.openxmlformats.org/drawingml/2006/main">
              <a:ext uri="{FF2B5EF4-FFF2-40B4-BE49-F238E27FC236}">
                <a16:creationId xmlns:a16="http://schemas.microsoft.com/office/drawing/2014/main" id="{9F8548AC-380E-47AF-AFD5-CDE3CFE03A3C}"/>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221">
            <a:extLst xmlns:a="http://schemas.openxmlformats.org/drawingml/2006/main">
              <a:ext uri="{FF2B5EF4-FFF2-40B4-BE49-F238E27FC236}">
                <a16:creationId xmlns:a16="http://schemas.microsoft.com/office/drawing/2014/main" id="{180EC26C-884E-43A5-BE92-9E0E2B272882}"/>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222">
            <a:extLst xmlns:a="http://schemas.openxmlformats.org/drawingml/2006/main">
              <a:ext uri="{FF2B5EF4-FFF2-40B4-BE49-F238E27FC236}">
                <a16:creationId xmlns:a16="http://schemas.microsoft.com/office/drawing/2014/main" id="{F5106666-89DD-4329-82EE-E8D833264D04}"/>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6EAADF71-1378-455E-B58A-B633501DA2F8}"/>
              </a:ext>
            </a:extLst>
          </p:cNvPr>
          <p:cNvPicPr>
            <a:picLocks xmlns:a="http://schemas.openxmlformats.org/drawingml/2006/main" noChangeAspect="1"/>
          </p:cNvPicPr>
          <p:nvPr/>
        </p:nvPicPr>
        <p:blipFill>
          <a:blip xmlns:r="http://schemas.openxmlformats.org/officeDocument/2006/relationships" xmlns:a="http://schemas.openxmlformats.org/drawingml/2006/main" r:embed="R5cd83d9e6f1b43e2"/>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223">
            <a:extLst xmlns:a="http://schemas.openxmlformats.org/drawingml/2006/main">
              <a:ext uri="{FF2B5EF4-FFF2-40B4-BE49-F238E27FC236}">
                <a16:creationId xmlns:a16="http://schemas.microsoft.com/office/drawing/2014/main" id="{B3DA0DBE-0F95-4D6C-8457-02E3E5A1C56B}"/>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11 of 12 | Owner-supplied copy</a:t>
            </a:r>
          </a:p>
        </p:txBody>
      </p:sp>
    </p:spTree>
    <p:extLst>
      <p:ext uri="{BB962C8B-B14F-4D97-AF65-F5344CB8AC3E}">
        <p14:creationId xmlns:p14="http://schemas.microsoft.com/office/powerpoint/2010/main" val="176223909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224">
            <a:extLst xmlns:a="http://schemas.openxmlformats.org/drawingml/2006/main">
              <a:ext uri="{FF2B5EF4-FFF2-40B4-BE49-F238E27FC236}">
                <a16:creationId xmlns:a16="http://schemas.microsoft.com/office/drawing/2014/main" id="{1AB318D9-56BC-4037-BE70-B2608E93D9A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25">
            <a:extLst xmlns:a="http://schemas.openxmlformats.org/drawingml/2006/main">
              <a:ext uri="{FF2B5EF4-FFF2-40B4-BE49-F238E27FC236}">
                <a16:creationId xmlns:a16="http://schemas.microsoft.com/office/drawing/2014/main" id="{F5CD211E-A97A-4D63-A7F5-0C53E69C89E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96E95BE-1C7B-4794-B589-8620C489A4D9}"/>
              </a:ext>
            </a:extLst>
          </p:cNvPr>
          <p:cNvPicPr>
            <a:picLocks xmlns:a="http://schemas.openxmlformats.org/drawingml/2006/main" noChangeAspect="1"/>
          </p:cNvPicPr>
          <p:nvPr/>
        </p:nvPicPr>
        <p:blipFill>
          <a:blip xmlns:r="http://schemas.openxmlformats.org/officeDocument/2006/relationships" xmlns:a="http://schemas.openxmlformats.org/drawingml/2006/main" r:embed="R0ddf7afb209d4a2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26">
            <a:extLst xmlns:a="http://schemas.openxmlformats.org/drawingml/2006/main">
              <a:ext uri="{FF2B5EF4-FFF2-40B4-BE49-F238E27FC236}">
                <a16:creationId xmlns:a16="http://schemas.microsoft.com/office/drawing/2014/main" id="{01F792D3-34B3-4ADE-8342-06741488A6A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27">
            <a:extLst xmlns:a="http://schemas.openxmlformats.org/drawingml/2006/main">
              <a:ext uri="{FF2B5EF4-FFF2-40B4-BE49-F238E27FC236}">
                <a16:creationId xmlns:a16="http://schemas.microsoft.com/office/drawing/2014/main" id="{29BC2919-5C48-4D7F-877E-B7F3311EB19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28">
            <a:extLst xmlns:a="http://schemas.openxmlformats.org/drawingml/2006/main">
              <a:ext uri="{FF2B5EF4-FFF2-40B4-BE49-F238E27FC236}">
                <a16:creationId xmlns:a16="http://schemas.microsoft.com/office/drawing/2014/main" id="{3C230AC1-3CC1-42ED-B121-42254BEB658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29">
            <a:extLst xmlns:a="http://schemas.openxmlformats.org/drawingml/2006/main">
              <a:ext uri="{FF2B5EF4-FFF2-40B4-BE49-F238E27FC236}">
                <a16:creationId xmlns:a16="http://schemas.microsoft.com/office/drawing/2014/main" id="{BCB46D77-A67C-41C8-93AE-4E9E9DE6442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30">
            <a:extLst xmlns:a="http://schemas.openxmlformats.org/drawingml/2006/main">
              <a:ext uri="{FF2B5EF4-FFF2-40B4-BE49-F238E27FC236}">
                <a16:creationId xmlns:a16="http://schemas.microsoft.com/office/drawing/2014/main" id="{8EA6FD24-DBEA-449D-9F7D-1F9C6BD664D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31">
            <a:extLst xmlns:a="http://schemas.openxmlformats.org/drawingml/2006/main">
              <a:ext uri="{FF2B5EF4-FFF2-40B4-BE49-F238E27FC236}">
                <a16:creationId xmlns:a16="http://schemas.microsoft.com/office/drawing/2014/main" id="{3964A106-02D6-46C5-9AD4-631EE538277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32">
            <a:extLst xmlns:a="http://schemas.openxmlformats.org/drawingml/2006/main">
              <a:ext uri="{FF2B5EF4-FFF2-40B4-BE49-F238E27FC236}">
                <a16:creationId xmlns:a16="http://schemas.microsoft.com/office/drawing/2014/main" id="{DF34E928-D265-492E-B20E-1C623408AFC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33">
            <a:extLst xmlns:a="http://schemas.openxmlformats.org/drawingml/2006/main">
              <a:ext uri="{FF2B5EF4-FFF2-40B4-BE49-F238E27FC236}">
                <a16:creationId xmlns:a16="http://schemas.microsoft.com/office/drawing/2014/main" id="{5A0873CB-F29F-48C4-8115-0C86B89B16E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34">
            <a:extLst xmlns:a="http://schemas.openxmlformats.org/drawingml/2006/main">
              <a:ext uri="{FF2B5EF4-FFF2-40B4-BE49-F238E27FC236}">
                <a16:creationId xmlns:a16="http://schemas.microsoft.com/office/drawing/2014/main" id="{8EAE97CE-CF1F-4C70-8082-1F39765129A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35">
            <a:extLst xmlns:a="http://schemas.openxmlformats.org/drawingml/2006/main">
              <a:ext uri="{FF2B5EF4-FFF2-40B4-BE49-F238E27FC236}">
                <a16:creationId xmlns:a16="http://schemas.microsoft.com/office/drawing/2014/main" id="{B8098F44-05D0-416C-B8D9-DF86143CD46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36">
            <a:extLst xmlns:a="http://schemas.openxmlformats.org/drawingml/2006/main">
              <a:ext uri="{FF2B5EF4-FFF2-40B4-BE49-F238E27FC236}">
                <a16:creationId xmlns:a16="http://schemas.microsoft.com/office/drawing/2014/main" id="{249A0DD7-4799-49F1-8C03-215CB057751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37">
            <a:extLst xmlns:a="http://schemas.openxmlformats.org/drawingml/2006/main">
              <a:ext uri="{FF2B5EF4-FFF2-40B4-BE49-F238E27FC236}">
                <a16:creationId xmlns:a16="http://schemas.microsoft.com/office/drawing/2014/main" id="{4E12B4C1-A6AD-4422-921D-A3F0F64876F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67</a:t>
            </a:r>
          </a:p>
        </p:txBody>
      </p:sp>
      <p:sp>
        <p:nvSpPr>
          <p:cNvPr id="16" name="profile-2238">
            <a:extLst xmlns:a="http://schemas.openxmlformats.org/drawingml/2006/main">
              <a:ext uri="{FF2B5EF4-FFF2-40B4-BE49-F238E27FC236}">
                <a16:creationId xmlns:a16="http://schemas.microsoft.com/office/drawing/2014/main" id="{82027EF4-C463-467F-8C17-6170AD4A7DF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Amended Environmental Compliance Certificate</a:t>
            </a:r>
          </a:p>
        </p:txBody>
      </p:sp>
      <p:sp>
        <p:nvSpPr>
          <p:cNvPr id="17" name="profile-2239">
            <a:extLst xmlns:a="http://schemas.openxmlformats.org/drawingml/2006/main">
              <a:ext uri="{FF2B5EF4-FFF2-40B4-BE49-F238E27FC236}">
                <a16:creationId xmlns:a16="http://schemas.microsoft.com/office/drawing/2014/main" id="{22800DCD-A4CA-4DB9-97FD-042A4449DDD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40">
            <a:extLst xmlns:a="http://schemas.openxmlformats.org/drawingml/2006/main">
              <a:ext uri="{FF2B5EF4-FFF2-40B4-BE49-F238E27FC236}">
                <a16:creationId xmlns:a16="http://schemas.microsoft.com/office/drawing/2014/main" id="{E33EA0BF-CFAD-4E73-B63B-6B5BD2CC2F35}"/>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41">
            <a:extLst xmlns:a="http://schemas.openxmlformats.org/drawingml/2006/main">
              <a:ext uri="{FF2B5EF4-FFF2-40B4-BE49-F238E27FC236}">
                <a16:creationId xmlns:a16="http://schemas.microsoft.com/office/drawing/2014/main" id="{EF90C171-02C1-41C9-9471-E67B011275C7}"/>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42">
            <a:extLst xmlns:a="http://schemas.openxmlformats.org/drawingml/2006/main">
              <a:ext uri="{FF2B5EF4-FFF2-40B4-BE49-F238E27FC236}">
                <a16:creationId xmlns:a16="http://schemas.microsoft.com/office/drawing/2014/main" id="{077DCD82-88C1-49B9-9691-0ECB37D3356B}"/>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43">
            <a:extLst xmlns:a="http://schemas.openxmlformats.org/drawingml/2006/main">
              <a:ext uri="{FF2B5EF4-FFF2-40B4-BE49-F238E27FC236}">
                <a16:creationId xmlns:a16="http://schemas.microsoft.com/office/drawing/2014/main" id="{6412C038-93BF-4BD1-B6B7-263B7E157204}"/>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44">
            <a:extLst xmlns:a="http://schemas.openxmlformats.org/drawingml/2006/main">
              <a:ext uri="{FF2B5EF4-FFF2-40B4-BE49-F238E27FC236}">
                <a16:creationId xmlns:a16="http://schemas.microsoft.com/office/drawing/2014/main" id="{522B6B4A-BBA9-4177-B032-6A18FD46C443}"/>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27 December 2024</a:t>
            </a:r>
          </a:p>
        </p:txBody>
      </p:sp>
      <p:sp>
        <p:nvSpPr>
          <p:cNvPr id="23" name="profile-2245">
            <a:extLst xmlns:a="http://schemas.openxmlformats.org/drawingml/2006/main">
              <a:ext uri="{FF2B5EF4-FFF2-40B4-BE49-F238E27FC236}">
                <a16:creationId xmlns:a16="http://schemas.microsoft.com/office/drawing/2014/main" id="{8C2B3F97-77D4-413A-A9EB-C7749BAB2FA4}"/>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FACILITY</a:t>
            </a:r>
          </a:p>
        </p:txBody>
      </p:sp>
      <p:sp>
        <p:nvSpPr>
          <p:cNvPr id="24" name="profile-2246">
            <a:extLst xmlns:a="http://schemas.openxmlformats.org/drawingml/2006/main">
              <a:ext uri="{FF2B5EF4-FFF2-40B4-BE49-F238E27FC236}">
                <a16:creationId xmlns:a16="http://schemas.microsoft.com/office/drawing/2014/main" id="{0807BDA7-C3F5-4730-A2FF-7D299B28BD4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Treatment, storage and disposal facility in Marilao,</a:t>
            </a:r>
          </a:p>
        </p:txBody>
      </p:sp>
      <p:sp>
        <p:nvSpPr>
          <p:cNvPr id="25" name="profile-2247">
            <a:extLst xmlns:a="http://schemas.openxmlformats.org/drawingml/2006/main">
              <a:ext uri="{FF2B5EF4-FFF2-40B4-BE49-F238E27FC236}">
                <a16:creationId xmlns:a16="http://schemas.microsoft.com/office/drawing/2014/main" id="{98117F26-39E4-4B07-9C97-F47C90431F5A}"/>
              </a:ext>
            </a:extLst>
          </p:cNvPr>
          <p:cNvSpPr>
            <a:spLocks xmlns:a="http://schemas.openxmlformats.org/drawingml/2006/main" noGrp="1"/>
          </p:cNvSpPr>
          <p:nvPr/>
        </p:nvSpPr>
        <p:spPr>
          <a:xfrm xmlns:a="http://schemas.openxmlformats.org/drawingml/2006/main">
            <a:off x="400050" y="47148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Bulacan</a:t>
            </a:r>
          </a:p>
        </p:txBody>
      </p:sp>
      <p:sp>
        <p:nvSpPr>
          <p:cNvPr id="26" name="profile-2248">
            <a:extLst xmlns:a="http://schemas.openxmlformats.org/drawingml/2006/main">
              <a:ext uri="{FF2B5EF4-FFF2-40B4-BE49-F238E27FC236}">
                <a16:creationId xmlns:a16="http://schemas.microsoft.com/office/drawing/2014/main" id="{6E547E18-4625-4FB1-931F-C5F0EA0C8259}"/>
              </a:ext>
            </a:extLst>
          </p:cNvPr>
          <p:cNvSpPr>
            <a:spLocks xmlns:a="http://schemas.openxmlformats.org/drawingml/2006/main" noGrp="1"/>
          </p:cNvSpPr>
          <p:nvPr/>
        </p:nvSpPr>
        <p:spPr>
          <a:xfrm xmlns:a="http://schemas.openxmlformats.org/drawingml/2006/main">
            <a:off x="400050" y="51816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Provider facility record, subject to attached conditions. An ECC is</a:t>
            </a:r>
          </a:p>
        </p:txBody>
      </p:sp>
      <p:sp>
        <p:nvSpPr>
          <p:cNvPr id="27" name="profile-2249">
            <a:extLst xmlns:a="http://schemas.openxmlformats.org/drawingml/2006/main">
              <a:ext uri="{FF2B5EF4-FFF2-40B4-BE49-F238E27FC236}">
                <a16:creationId xmlns:a16="http://schemas.microsoft.com/office/drawing/2014/main" id="{B817C6DB-AD7C-4A27-B45A-592E7E6A01BA}"/>
              </a:ext>
            </a:extLst>
          </p:cNvPr>
          <p:cNvSpPr>
            <a:spLocks xmlns:a="http://schemas.openxmlformats.org/drawingml/2006/main" noGrp="1"/>
          </p:cNvSpPr>
          <p:nvPr/>
        </p:nvSpPr>
        <p:spPr>
          <a:xfrm xmlns:a="http://schemas.openxmlformats.org/drawingml/2006/main">
            <a:off x="400050" y="54102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not an operating permit.</a:t>
            </a:r>
          </a:p>
        </p:txBody>
      </p:sp>
      <p:pic>
        <p:nvPicPr>
          <p:cNvPr id="28" name="">
            <a:extLst xmlns:a="http://schemas.openxmlformats.org/drawingml/2006/main">
              <a:ext uri="{FF2B5EF4-FFF2-40B4-BE49-F238E27FC236}">
                <a16:creationId xmlns:a16="http://schemas.microsoft.com/office/drawing/2014/main" id="{FEF2E0CD-2F9D-4416-8D58-94036B67038B}"/>
              </a:ext>
            </a:extLst>
          </p:cNvPr>
          <p:cNvPicPr>
            <a:picLocks xmlns:a="http://schemas.openxmlformats.org/drawingml/2006/main" noChangeAspect="1"/>
          </p:cNvPicPr>
          <p:nvPr/>
        </p:nvPicPr>
        <p:blipFill>
          <a:blip xmlns:r="http://schemas.openxmlformats.org/officeDocument/2006/relationships" xmlns:a="http://schemas.openxmlformats.org/drawingml/2006/main" r:embed="R3e2874da389c4630"/>
          <a:srcRect xmlns:a="http://schemas.openxmlformats.org/drawingml/2006/main" l="0" t="0" r="0" b="0"/>
          <a:stretch xmlns:a="http://schemas.openxmlformats.org/drawingml/2006/main">
            <a:fillRect l="0" t="0" r="0" b="0"/>
          </a:stretch>
        </p:blipFill>
        <p:spPr>
          <a:xfrm xmlns:a="http://schemas.openxmlformats.org/drawingml/2006/main">
            <a:off x="7489138" y="2076450"/>
            <a:ext cx="2909674" cy="4114800"/>
          </a:xfrm>
          <a:prstGeom xmlns:a="http://schemas.openxmlformats.org/drawingml/2006/main" prst="rect">
            <a:avLst/>
          </a:prstGeom>
        </p:spPr>
      </p:pic>
      <p:sp>
        <p:nvSpPr>
          <p:cNvPr id="29" name="profile-2250">
            <a:extLst xmlns:a="http://schemas.openxmlformats.org/drawingml/2006/main">
              <a:ext uri="{FF2B5EF4-FFF2-40B4-BE49-F238E27FC236}">
                <a16:creationId xmlns:a16="http://schemas.microsoft.com/office/drawing/2014/main" id="{80C2A804-7AF0-4F5A-989C-8F2886129DE8}"/>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12 of 12 | Owner-supplied copy</a:t>
            </a:r>
          </a:p>
        </p:txBody>
      </p:sp>
    </p:spTree>
    <p:extLst>
      <p:ext uri="{BB962C8B-B14F-4D97-AF65-F5344CB8AC3E}">
        <p14:creationId xmlns:p14="http://schemas.microsoft.com/office/powerpoint/2010/main" val="947203222"/>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251">
            <a:extLst xmlns:a="http://schemas.openxmlformats.org/drawingml/2006/main">
              <a:ext uri="{FF2B5EF4-FFF2-40B4-BE49-F238E27FC236}">
                <a16:creationId xmlns:a16="http://schemas.microsoft.com/office/drawing/2014/main" id="{AFC0FA4E-F9D5-4024-9C56-FE1A47C1A0E2}"/>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52">
            <a:extLst xmlns:a="http://schemas.openxmlformats.org/drawingml/2006/main">
              <a:ext uri="{FF2B5EF4-FFF2-40B4-BE49-F238E27FC236}">
                <a16:creationId xmlns:a16="http://schemas.microsoft.com/office/drawing/2014/main" id="{59ED6E4B-B937-4289-8D20-8FDDED5C658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0F0679B-6C11-48B9-B55F-901C203F5972}"/>
              </a:ext>
            </a:extLst>
          </p:cNvPr>
          <p:cNvPicPr>
            <a:picLocks xmlns:a="http://schemas.openxmlformats.org/drawingml/2006/main" noChangeAspect="1"/>
          </p:cNvPicPr>
          <p:nvPr/>
        </p:nvPicPr>
        <p:blipFill>
          <a:blip xmlns:r="http://schemas.openxmlformats.org/officeDocument/2006/relationships" xmlns:a="http://schemas.openxmlformats.org/drawingml/2006/main" r:embed="R2da4977ce9c94cf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53">
            <a:extLst xmlns:a="http://schemas.openxmlformats.org/drawingml/2006/main">
              <a:ext uri="{FF2B5EF4-FFF2-40B4-BE49-F238E27FC236}">
                <a16:creationId xmlns:a16="http://schemas.microsoft.com/office/drawing/2014/main" id="{B92D1BE3-4C35-49CB-BA69-13804C7F1A8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54">
            <a:extLst xmlns:a="http://schemas.openxmlformats.org/drawingml/2006/main">
              <a:ext uri="{FF2B5EF4-FFF2-40B4-BE49-F238E27FC236}">
                <a16:creationId xmlns:a16="http://schemas.microsoft.com/office/drawing/2014/main" id="{54AD68BB-E1AA-4E5C-AD42-5D63AEF0894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55">
            <a:extLst xmlns:a="http://schemas.openxmlformats.org/drawingml/2006/main">
              <a:ext uri="{FF2B5EF4-FFF2-40B4-BE49-F238E27FC236}">
                <a16:creationId xmlns:a16="http://schemas.microsoft.com/office/drawing/2014/main" id="{4FC02C99-A56E-4DA6-B3C3-182C9CA24EB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56">
            <a:extLst xmlns:a="http://schemas.openxmlformats.org/drawingml/2006/main">
              <a:ext uri="{FF2B5EF4-FFF2-40B4-BE49-F238E27FC236}">
                <a16:creationId xmlns:a16="http://schemas.microsoft.com/office/drawing/2014/main" id="{C0A38D20-EB73-4A86-A6AC-89F797E2123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57">
            <a:extLst xmlns:a="http://schemas.openxmlformats.org/drawingml/2006/main">
              <a:ext uri="{FF2B5EF4-FFF2-40B4-BE49-F238E27FC236}">
                <a16:creationId xmlns:a16="http://schemas.microsoft.com/office/drawing/2014/main" id="{AE5AA6F6-153D-4D96-8AC1-06BA37A322F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58">
            <a:extLst xmlns:a="http://schemas.openxmlformats.org/drawingml/2006/main">
              <a:ext uri="{FF2B5EF4-FFF2-40B4-BE49-F238E27FC236}">
                <a16:creationId xmlns:a16="http://schemas.microsoft.com/office/drawing/2014/main" id="{ABDDE403-DD24-40DB-AAEA-2C0CFFE263A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59">
            <a:extLst xmlns:a="http://schemas.openxmlformats.org/drawingml/2006/main">
              <a:ext uri="{FF2B5EF4-FFF2-40B4-BE49-F238E27FC236}">
                <a16:creationId xmlns:a16="http://schemas.microsoft.com/office/drawing/2014/main" id="{F1F355E9-4D74-488C-BD07-F71CBB29A7C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60">
            <a:extLst xmlns:a="http://schemas.openxmlformats.org/drawingml/2006/main">
              <a:ext uri="{FF2B5EF4-FFF2-40B4-BE49-F238E27FC236}">
                <a16:creationId xmlns:a16="http://schemas.microsoft.com/office/drawing/2014/main" id="{4B1A81D5-0998-4AB7-856A-C8BDB2E85B9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61">
            <a:extLst xmlns:a="http://schemas.openxmlformats.org/drawingml/2006/main">
              <a:ext uri="{FF2B5EF4-FFF2-40B4-BE49-F238E27FC236}">
                <a16:creationId xmlns:a16="http://schemas.microsoft.com/office/drawing/2014/main" id="{B7DF8349-553A-469F-BCF0-3D4EFFEFBE0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62">
            <a:extLst xmlns:a="http://schemas.openxmlformats.org/drawingml/2006/main">
              <a:ext uri="{FF2B5EF4-FFF2-40B4-BE49-F238E27FC236}">
                <a16:creationId xmlns:a16="http://schemas.microsoft.com/office/drawing/2014/main" id="{18C726C8-1A49-4492-8A6B-51505B2E1483}"/>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63">
            <a:extLst xmlns:a="http://schemas.openxmlformats.org/drawingml/2006/main">
              <a:ext uri="{FF2B5EF4-FFF2-40B4-BE49-F238E27FC236}">
                <a16:creationId xmlns:a16="http://schemas.microsoft.com/office/drawing/2014/main" id="{7412B7F8-CA71-4296-9C0A-4E0123E8599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64">
            <a:extLst xmlns:a="http://schemas.openxmlformats.org/drawingml/2006/main">
              <a:ext uri="{FF2B5EF4-FFF2-40B4-BE49-F238E27FC236}">
                <a16:creationId xmlns:a16="http://schemas.microsoft.com/office/drawing/2014/main" id="{2405F961-7F1F-4210-A769-A15CE28DAD0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68</a:t>
            </a:r>
          </a:p>
        </p:txBody>
      </p:sp>
      <p:sp>
        <p:nvSpPr>
          <p:cNvPr id="16" name="profile-2265">
            <a:extLst xmlns:a="http://schemas.openxmlformats.org/drawingml/2006/main">
              <a:ext uri="{FF2B5EF4-FFF2-40B4-BE49-F238E27FC236}">
                <a16:creationId xmlns:a16="http://schemas.microsoft.com/office/drawing/2014/main" id="{94DDD539-0A8B-4567-8056-4E1CFA0B80B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Historical Discharge Permit</a:t>
            </a:r>
          </a:p>
        </p:txBody>
      </p:sp>
      <p:sp>
        <p:nvSpPr>
          <p:cNvPr id="17" name="profile-2266">
            <a:extLst xmlns:a="http://schemas.openxmlformats.org/drawingml/2006/main">
              <a:ext uri="{FF2B5EF4-FFF2-40B4-BE49-F238E27FC236}">
                <a16:creationId xmlns:a16="http://schemas.microsoft.com/office/drawing/2014/main" id="{2F7EB6CA-E0A3-4394-872C-95D0B9CC155C}"/>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67">
            <a:extLst xmlns:a="http://schemas.openxmlformats.org/drawingml/2006/main">
              <a:ext uri="{FF2B5EF4-FFF2-40B4-BE49-F238E27FC236}">
                <a16:creationId xmlns:a16="http://schemas.microsoft.com/office/drawing/2014/main" id="{8C0E3FCA-5721-4316-B2A8-FA7E05952E52}"/>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68">
            <a:extLst xmlns:a="http://schemas.openxmlformats.org/drawingml/2006/main">
              <a:ext uri="{FF2B5EF4-FFF2-40B4-BE49-F238E27FC236}">
                <a16:creationId xmlns:a16="http://schemas.microsoft.com/office/drawing/2014/main" id="{81E0782C-82CC-4098-8714-04A258C0A103}"/>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69">
            <a:extLst xmlns:a="http://schemas.openxmlformats.org/drawingml/2006/main">
              <a:ext uri="{FF2B5EF4-FFF2-40B4-BE49-F238E27FC236}">
                <a16:creationId xmlns:a16="http://schemas.microsoft.com/office/drawing/2014/main" id="{7FD0E1D8-D9CD-4E6E-9282-EC227E9C9727}"/>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70">
            <a:extLst xmlns:a="http://schemas.openxmlformats.org/drawingml/2006/main">
              <a:ext uri="{FF2B5EF4-FFF2-40B4-BE49-F238E27FC236}">
                <a16:creationId xmlns:a16="http://schemas.microsoft.com/office/drawing/2014/main" id="{926CDC88-7F4B-482C-AA69-ED45BA5F78B2}"/>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71">
            <a:extLst xmlns:a="http://schemas.openxmlformats.org/drawingml/2006/main">
              <a:ext uri="{FF2B5EF4-FFF2-40B4-BE49-F238E27FC236}">
                <a16:creationId xmlns:a16="http://schemas.microsoft.com/office/drawing/2014/main" id="{32026FA7-6CF1-4824-867D-BCCB52A1AA55}"/>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2025</a:t>
            </a:r>
          </a:p>
        </p:txBody>
      </p:sp>
      <p:sp>
        <p:nvSpPr>
          <p:cNvPr id="23" name="profile-2272">
            <a:extLst xmlns:a="http://schemas.openxmlformats.org/drawingml/2006/main">
              <a:ext uri="{FF2B5EF4-FFF2-40B4-BE49-F238E27FC236}">
                <a16:creationId xmlns:a16="http://schemas.microsoft.com/office/drawing/2014/main" id="{310CEDA6-3D5A-48CE-8730-EF11C039B753}"/>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VALIDITY ENDED</a:t>
            </a:r>
          </a:p>
        </p:txBody>
      </p:sp>
      <p:sp>
        <p:nvSpPr>
          <p:cNvPr id="24" name="profile-2273">
            <a:extLst xmlns:a="http://schemas.openxmlformats.org/drawingml/2006/main">
              <a:ext uri="{FF2B5EF4-FFF2-40B4-BE49-F238E27FC236}">
                <a16:creationId xmlns:a16="http://schemas.microsoft.com/office/drawing/2014/main" id="{4AE241A3-E99F-41CF-80DD-FC0EC436F1DF}"/>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2026</a:t>
            </a:r>
          </a:p>
        </p:txBody>
      </p:sp>
      <p:sp>
        <p:nvSpPr>
          <p:cNvPr id="25" name="profile-2274">
            <a:extLst xmlns:a="http://schemas.openxmlformats.org/drawingml/2006/main">
              <a:ext uri="{FF2B5EF4-FFF2-40B4-BE49-F238E27FC236}">
                <a16:creationId xmlns:a16="http://schemas.microsoft.com/office/drawing/2014/main" id="{11F3E2DC-7452-4FD2-9B8B-029DEB764416}"/>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Historical supplied copy. Updated renewal copy required; current</a:t>
            </a:r>
          </a:p>
        </p:txBody>
      </p:sp>
      <p:sp>
        <p:nvSpPr>
          <p:cNvPr id="26" name="profile-2275">
            <a:extLst xmlns:a="http://schemas.openxmlformats.org/drawingml/2006/main">
              <a:ext uri="{FF2B5EF4-FFF2-40B4-BE49-F238E27FC236}">
                <a16:creationId xmlns:a16="http://schemas.microsoft.com/office/drawing/2014/main" id="{F3C46F01-CBF9-4F03-99EC-294C4BDA5F08}"/>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status is not established by this copy.</a:t>
            </a:r>
          </a:p>
        </p:txBody>
      </p:sp>
      <p:pic>
        <p:nvPicPr>
          <p:cNvPr id="27" name="">
            <a:extLst xmlns:a="http://schemas.openxmlformats.org/drawingml/2006/main">
              <a:ext uri="{FF2B5EF4-FFF2-40B4-BE49-F238E27FC236}">
                <a16:creationId xmlns:a16="http://schemas.microsoft.com/office/drawing/2014/main" id="{B9050D4D-0B38-40CF-8463-490543C009B5}"/>
              </a:ext>
            </a:extLst>
          </p:cNvPr>
          <p:cNvPicPr>
            <a:picLocks xmlns:a="http://schemas.openxmlformats.org/drawingml/2006/main" noChangeAspect="1"/>
          </p:cNvPicPr>
          <p:nvPr/>
        </p:nvPicPr>
        <p:blipFill>
          <a:blip xmlns:r="http://schemas.openxmlformats.org/officeDocument/2006/relationships" xmlns:a="http://schemas.openxmlformats.org/drawingml/2006/main" r:embed="Raed67fd416b348c5"/>
          <a:srcRect xmlns:a="http://schemas.openxmlformats.org/drawingml/2006/main" l="0" t="0" r="0" b="0"/>
          <a:stretch xmlns:a="http://schemas.openxmlformats.org/drawingml/2006/main">
            <a:fillRect l="0" t="0" r="0" b="0"/>
          </a:stretch>
        </p:blipFill>
        <p:spPr>
          <a:xfrm xmlns:a="http://schemas.openxmlformats.org/drawingml/2006/main">
            <a:off x="7694799" y="2076450"/>
            <a:ext cx="2498352" cy="4114800"/>
          </a:xfrm>
          <a:prstGeom xmlns:a="http://schemas.openxmlformats.org/drawingml/2006/main" prst="rect">
            <a:avLst/>
          </a:prstGeom>
        </p:spPr>
      </p:pic>
      <p:sp>
        <p:nvSpPr>
          <p:cNvPr id="28" name="profile-2276">
            <a:extLst xmlns:a="http://schemas.openxmlformats.org/drawingml/2006/main">
              <a:ext uri="{FF2B5EF4-FFF2-40B4-BE49-F238E27FC236}">
                <a16:creationId xmlns:a16="http://schemas.microsoft.com/office/drawing/2014/main" id="{6EEC075A-F06C-4C49-9026-727A19C80EC1}"/>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1 of 2 | Owner-supplied copy</a:t>
            </a:r>
          </a:p>
        </p:txBody>
      </p:sp>
    </p:spTree>
    <p:extLst>
      <p:ext uri="{BB962C8B-B14F-4D97-AF65-F5344CB8AC3E}">
        <p14:creationId xmlns:p14="http://schemas.microsoft.com/office/powerpoint/2010/main" val="72342373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rofile-2277">
            <a:extLst xmlns:a="http://schemas.openxmlformats.org/drawingml/2006/main">
              <a:ext uri="{FF2B5EF4-FFF2-40B4-BE49-F238E27FC236}">
                <a16:creationId xmlns:a16="http://schemas.microsoft.com/office/drawing/2014/main" id="{649DD1D2-B3B0-40B3-B1F7-3077F49445C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278">
            <a:extLst xmlns:a="http://schemas.openxmlformats.org/drawingml/2006/main">
              <a:ext uri="{FF2B5EF4-FFF2-40B4-BE49-F238E27FC236}">
                <a16:creationId xmlns:a16="http://schemas.microsoft.com/office/drawing/2014/main" id="{43A3CA9A-A8CC-44B8-9139-5EB1B16E744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48FBB1D-0CD7-47E5-82C2-B3B3019ABF74}"/>
              </a:ext>
            </a:extLst>
          </p:cNvPr>
          <p:cNvPicPr>
            <a:picLocks xmlns:a="http://schemas.openxmlformats.org/drawingml/2006/main" noChangeAspect="1"/>
          </p:cNvPicPr>
          <p:nvPr/>
        </p:nvPicPr>
        <p:blipFill>
          <a:blip xmlns:r="http://schemas.openxmlformats.org/officeDocument/2006/relationships" xmlns:a="http://schemas.openxmlformats.org/drawingml/2006/main" r:embed="Rec549f7d0cfa4a5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279">
            <a:extLst xmlns:a="http://schemas.openxmlformats.org/drawingml/2006/main">
              <a:ext uri="{FF2B5EF4-FFF2-40B4-BE49-F238E27FC236}">
                <a16:creationId xmlns:a16="http://schemas.microsoft.com/office/drawing/2014/main" id="{2BA8CC22-ADCB-4228-9387-2E54911DCCA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280">
            <a:extLst xmlns:a="http://schemas.openxmlformats.org/drawingml/2006/main">
              <a:ext uri="{FF2B5EF4-FFF2-40B4-BE49-F238E27FC236}">
                <a16:creationId xmlns:a16="http://schemas.microsoft.com/office/drawing/2014/main" id="{A53A71C4-CC5B-4DB2-A80C-96D62D18E7A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&amp; Pest Management Services OPC</a:t>
            </a:r>
          </a:p>
        </p:txBody>
      </p:sp>
      <p:sp>
        <p:nvSpPr>
          <p:cNvPr id="6" name="profile-2281">
            <a:extLst xmlns:a="http://schemas.openxmlformats.org/drawingml/2006/main">
              <a:ext uri="{FF2B5EF4-FFF2-40B4-BE49-F238E27FC236}">
                <a16:creationId xmlns:a16="http://schemas.microsoft.com/office/drawing/2014/main" id="{0B4D72C8-0983-4027-A21D-771B5ED69EA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8330 1329   |   Globe 0917 671 6383   |   Smart 0939 245 6217</a:t>
            </a:r>
          </a:p>
        </p:txBody>
      </p:sp>
      <p:sp>
        <p:nvSpPr>
          <p:cNvPr id="7" name="profile-2282">
            <a:extLst xmlns:a="http://schemas.openxmlformats.org/drawingml/2006/main">
              <a:ext uri="{FF2B5EF4-FFF2-40B4-BE49-F238E27FC236}">
                <a16:creationId xmlns:a16="http://schemas.microsoft.com/office/drawing/2014/main" id="{7BB8A228-1F4C-4EFB-BA5D-EF3F4419640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283">
            <a:extLst xmlns:a="http://schemas.openxmlformats.org/drawingml/2006/main">
              <a:ext uri="{FF2B5EF4-FFF2-40B4-BE49-F238E27FC236}">
                <a16:creationId xmlns:a16="http://schemas.microsoft.com/office/drawing/2014/main" id="{63D286A3-DDC1-478C-A092-F0E285F9DAB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693-974-075-00000</a:t>
            </a:r>
          </a:p>
        </p:txBody>
      </p:sp>
      <p:sp>
        <p:nvSpPr>
          <p:cNvPr id="9" name="profile-2284">
            <a:extLst xmlns:a="http://schemas.openxmlformats.org/drawingml/2006/main">
              <a:ext uri="{FF2B5EF4-FFF2-40B4-BE49-F238E27FC236}">
                <a16:creationId xmlns:a16="http://schemas.microsoft.com/office/drawing/2014/main" id="{225C216B-96F7-4FCB-A967-BC3DC3CAD93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85">
            <a:extLst xmlns:a="http://schemas.openxmlformats.org/drawingml/2006/main">
              <a:ext uri="{FF2B5EF4-FFF2-40B4-BE49-F238E27FC236}">
                <a16:creationId xmlns:a16="http://schemas.microsoft.com/office/drawing/2014/main" id="{7E469496-3CE7-4541-A87B-7BE5208705B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86">
            <a:extLst xmlns:a="http://schemas.openxmlformats.org/drawingml/2006/main">
              <a:ext uri="{FF2B5EF4-FFF2-40B4-BE49-F238E27FC236}">
                <a16:creationId xmlns:a16="http://schemas.microsoft.com/office/drawing/2014/main" id="{815E6915-2A47-46DF-BF03-F8017176DDFA}"/>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87">
            <a:extLst xmlns:a="http://schemas.openxmlformats.org/drawingml/2006/main">
              <a:ext uri="{FF2B5EF4-FFF2-40B4-BE49-F238E27FC236}">
                <a16:creationId xmlns:a16="http://schemas.microsoft.com/office/drawing/2014/main" id="{A2BD9259-0EA3-4F6A-9D14-049189A74F6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88">
            <a:extLst xmlns:a="http://schemas.openxmlformats.org/drawingml/2006/main">
              <a:ext uri="{FF2B5EF4-FFF2-40B4-BE49-F238E27FC236}">
                <a16:creationId xmlns:a16="http://schemas.microsoft.com/office/drawing/2014/main" id="{96F0FD87-A477-4615-A4D8-933C9170F58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89">
            <a:extLst xmlns:a="http://schemas.openxmlformats.org/drawingml/2006/main">
              <a:ext uri="{FF2B5EF4-FFF2-40B4-BE49-F238E27FC236}">
                <a16:creationId xmlns:a16="http://schemas.microsoft.com/office/drawing/2014/main" id="{9B6DE0DF-46F7-4800-B364-77A77AE7D0C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90">
            <a:extLst xmlns:a="http://schemas.openxmlformats.org/drawingml/2006/main">
              <a:ext uri="{FF2B5EF4-FFF2-40B4-BE49-F238E27FC236}">
                <a16:creationId xmlns:a16="http://schemas.microsoft.com/office/drawing/2014/main" id="{7AC6CF55-9F18-4B75-8880-F4538E6602A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69</a:t>
            </a:r>
          </a:p>
        </p:txBody>
      </p:sp>
      <p:sp>
        <p:nvSpPr>
          <p:cNvPr id="16" name="profile-2291">
            <a:extLst xmlns:a="http://schemas.openxmlformats.org/drawingml/2006/main">
              <a:ext uri="{FF2B5EF4-FFF2-40B4-BE49-F238E27FC236}">
                <a16:creationId xmlns:a16="http://schemas.microsoft.com/office/drawing/2014/main" id="{2FF10437-018A-4558-96B4-F733768DD79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Historical Discharge Permit</a:t>
            </a:r>
          </a:p>
        </p:txBody>
      </p:sp>
      <p:sp>
        <p:nvSpPr>
          <p:cNvPr id="17" name="profile-2292">
            <a:extLst xmlns:a="http://schemas.openxmlformats.org/drawingml/2006/main">
              <a:ext uri="{FF2B5EF4-FFF2-40B4-BE49-F238E27FC236}">
                <a16:creationId xmlns:a16="http://schemas.microsoft.com/office/drawing/2014/main" id="{B8AB8547-C1F1-414A-9B04-2C7714BFF9C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93">
            <a:extLst xmlns:a="http://schemas.openxmlformats.org/drawingml/2006/main">
              <a:ext uri="{FF2B5EF4-FFF2-40B4-BE49-F238E27FC236}">
                <a16:creationId xmlns:a16="http://schemas.microsoft.com/office/drawing/2014/main" id="{D5EC2298-D752-4B10-93CF-3286F69DEF7C}"/>
              </a:ext>
            </a:extLst>
          </p:cNvPr>
          <p:cNvSpPr>
            <a:spLocks xmlns:a="http://schemas.openxmlformats.org/drawingml/2006/main" noGrp="1"/>
          </p:cNvSpPr>
          <p:nvPr/>
        </p:nvSpPr>
        <p:spPr>
          <a:xfrm xmlns:a="http://schemas.openxmlformats.org/drawingml/2006/main">
            <a:off x="400050" y="225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GLOBALTEC PROVIDER RECORD</a:t>
            </a:r>
          </a:p>
        </p:txBody>
      </p:sp>
      <p:sp>
        <p:nvSpPr>
          <p:cNvPr id="19" name="profile-2294">
            <a:extLst xmlns:a="http://schemas.openxmlformats.org/drawingml/2006/main">
              <a:ext uri="{FF2B5EF4-FFF2-40B4-BE49-F238E27FC236}">
                <a16:creationId xmlns:a16="http://schemas.microsoft.com/office/drawing/2014/main" id="{303CF89A-4CE3-48F6-B1F1-599D444798CC}"/>
              </a:ext>
            </a:extLst>
          </p:cNvPr>
          <p:cNvSpPr>
            <a:spLocks xmlns:a="http://schemas.openxmlformats.org/drawingml/2006/main" noGrp="1"/>
          </p:cNvSpPr>
          <p:nvPr/>
        </p:nvSpPr>
        <p:spPr>
          <a:xfrm xmlns:a="http://schemas.openxmlformats.org/drawingml/2006/main">
            <a:off x="400050" y="27146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RECORD HOLDER</a:t>
            </a:r>
          </a:p>
        </p:txBody>
      </p:sp>
      <p:sp>
        <p:nvSpPr>
          <p:cNvPr id="20" name="profile-2295">
            <a:extLst xmlns:a="http://schemas.openxmlformats.org/drawingml/2006/main">
              <a:ext uri="{FF2B5EF4-FFF2-40B4-BE49-F238E27FC236}">
                <a16:creationId xmlns:a16="http://schemas.microsoft.com/office/drawing/2014/main" id="{8F7E3D56-2E70-4A75-9E69-980F54D683E1}"/>
              </a:ext>
            </a:extLst>
          </p:cNvPr>
          <p:cNvSpPr>
            <a:spLocks xmlns:a="http://schemas.openxmlformats.org/drawingml/2006/main" noGrp="1"/>
          </p:cNvSpPr>
          <p:nvPr/>
        </p:nvSpPr>
        <p:spPr>
          <a:xfrm xmlns:a="http://schemas.openxmlformats.org/drawingml/2006/main">
            <a:off x="400050" y="298132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Globaltec Waste Management, Inc.</a:t>
            </a:r>
          </a:p>
        </p:txBody>
      </p:sp>
      <p:sp>
        <p:nvSpPr>
          <p:cNvPr id="21" name="profile-2296">
            <a:extLst xmlns:a="http://schemas.openxmlformats.org/drawingml/2006/main">
              <a:ext uri="{FF2B5EF4-FFF2-40B4-BE49-F238E27FC236}">
                <a16:creationId xmlns:a16="http://schemas.microsoft.com/office/drawing/2014/main" id="{5170B890-5881-4321-8E7E-D6D7F3796D03}"/>
              </a:ext>
            </a:extLst>
          </p:cNvPr>
          <p:cNvSpPr>
            <a:spLocks xmlns:a="http://schemas.openxmlformats.org/drawingml/2006/main" noGrp="1"/>
          </p:cNvSpPr>
          <p:nvPr/>
        </p:nvSpPr>
        <p:spPr>
          <a:xfrm xmlns:a="http://schemas.openxmlformats.org/drawingml/2006/main">
            <a:off x="400050" y="34480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ISSUED</a:t>
            </a:r>
          </a:p>
        </p:txBody>
      </p:sp>
      <p:sp>
        <p:nvSpPr>
          <p:cNvPr id="22" name="profile-2297">
            <a:extLst xmlns:a="http://schemas.openxmlformats.org/drawingml/2006/main">
              <a:ext uri="{FF2B5EF4-FFF2-40B4-BE49-F238E27FC236}">
                <a16:creationId xmlns:a16="http://schemas.microsoft.com/office/drawing/2014/main" id="{4A63A066-1F7A-4405-8619-55B728819EC1}"/>
              </a:ext>
            </a:extLst>
          </p:cNvPr>
          <p:cNvSpPr>
            <a:spLocks xmlns:a="http://schemas.openxmlformats.org/drawingml/2006/main" noGrp="1"/>
          </p:cNvSpPr>
          <p:nvPr/>
        </p:nvSpPr>
        <p:spPr>
          <a:xfrm xmlns:a="http://schemas.openxmlformats.org/drawingml/2006/main">
            <a:off x="400050" y="3714750"/>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2025</a:t>
            </a:r>
          </a:p>
        </p:txBody>
      </p:sp>
      <p:sp>
        <p:nvSpPr>
          <p:cNvPr id="23" name="profile-2298">
            <a:extLst xmlns:a="http://schemas.openxmlformats.org/drawingml/2006/main">
              <a:ext uri="{FF2B5EF4-FFF2-40B4-BE49-F238E27FC236}">
                <a16:creationId xmlns:a16="http://schemas.microsoft.com/office/drawing/2014/main" id="{7F65ED69-6221-4644-AF56-6AA5CAAEDFE0}"/>
              </a:ext>
            </a:extLst>
          </p:cNvPr>
          <p:cNvSpPr>
            <a:spLocks xmlns:a="http://schemas.openxmlformats.org/drawingml/2006/main" noGrp="1"/>
          </p:cNvSpPr>
          <p:nvPr/>
        </p:nvSpPr>
        <p:spPr>
          <a:xfrm xmlns:a="http://schemas.openxmlformats.org/drawingml/2006/main">
            <a:off x="400050" y="418147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1267A5"/>
                </a:solidFill>
                <a:latin typeface="Segoe UI"/>
                <a:ea typeface="Segoe UI"/>
                <a:cs typeface="Segoe UI"/>
              </a:defRPr>
            </a:defPPr>
          </a:lstStyle>
          <a:p xmlns:a="http://schemas.openxmlformats.org/drawingml/2006/main">
            <a:pPr algn="l">
              <a:defRPr sz="1125" b="1">
                <a:solidFill>
                  <a:srgbClr val="1267A5"/>
                </a:solidFill>
                <a:latin typeface="Segoe UI"/>
                <a:ea typeface="Segoe UI"/>
                <a:cs typeface="Segoe UI"/>
              </a:defRPr>
            </a:pPr>
            <a:r>
              <a:rPr sz="1125" b="1">
                <a:solidFill>
                  <a:srgbClr val="1267A5"/>
                </a:solidFill>
                <a:latin typeface="Segoe UI"/>
                <a:ea typeface="Segoe UI"/>
                <a:cs typeface="Segoe UI"/>
              </a:rPr>
              <a:t>PRINTED VALIDITY ENDED</a:t>
            </a:r>
          </a:p>
        </p:txBody>
      </p:sp>
      <p:sp>
        <p:nvSpPr>
          <p:cNvPr id="24" name="profile-2299">
            <a:extLst xmlns:a="http://schemas.openxmlformats.org/drawingml/2006/main">
              <a:ext uri="{FF2B5EF4-FFF2-40B4-BE49-F238E27FC236}">
                <a16:creationId xmlns:a16="http://schemas.microsoft.com/office/drawing/2014/main" id="{6DEC4E4F-BB13-4FDB-B525-54DA9A3C164D}"/>
              </a:ext>
            </a:extLst>
          </p:cNvPr>
          <p:cNvSpPr>
            <a:spLocks xmlns:a="http://schemas.openxmlformats.org/drawingml/2006/main" noGrp="1"/>
          </p:cNvSpPr>
          <p:nvPr/>
        </p:nvSpPr>
        <p:spPr>
          <a:xfrm xmlns:a="http://schemas.openxmlformats.org/drawingml/2006/main">
            <a:off x="400050" y="4448175"/>
            <a:ext cx="5334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02B49"/>
                </a:solidFill>
                <a:latin typeface="Segoe UI"/>
                <a:ea typeface="Segoe UI"/>
                <a:cs typeface="Segoe UI"/>
              </a:defRPr>
            </a:defPPr>
          </a:lstStyle>
          <a:p xmlns:a="http://schemas.openxmlformats.org/drawingml/2006/main">
            <a:pPr algn="l">
              <a:defRPr sz="1650" b="0">
                <a:solidFill>
                  <a:srgbClr val="102B49"/>
                </a:solidFill>
                <a:latin typeface="Segoe UI"/>
                <a:ea typeface="Segoe UI"/>
                <a:cs typeface="Segoe UI"/>
              </a:defRPr>
            </a:pPr>
            <a:r>
              <a:rPr sz="1650" b="0">
                <a:solidFill>
                  <a:srgbClr val="102B49"/>
                </a:solidFill>
                <a:latin typeface="Segoe UI"/>
                <a:ea typeface="Segoe UI"/>
                <a:cs typeface="Segoe UI"/>
              </a:rPr>
              <a:t>24 July 2026</a:t>
            </a:r>
          </a:p>
        </p:txBody>
      </p:sp>
      <p:sp>
        <p:nvSpPr>
          <p:cNvPr id="25" name="profile-2300">
            <a:extLst xmlns:a="http://schemas.openxmlformats.org/drawingml/2006/main">
              <a:ext uri="{FF2B5EF4-FFF2-40B4-BE49-F238E27FC236}">
                <a16:creationId xmlns:a16="http://schemas.microsoft.com/office/drawing/2014/main" id="{8EAABD94-F5E6-4EC2-A9D7-6493ACD15295}"/>
              </a:ext>
            </a:extLst>
          </p:cNvPr>
          <p:cNvSpPr>
            <a:spLocks xmlns:a="http://schemas.openxmlformats.org/drawingml/2006/main" noGrp="1"/>
          </p:cNvSpPr>
          <p:nvPr/>
        </p:nvSpPr>
        <p:spPr>
          <a:xfrm xmlns:a="http://schemas.openxmlformats.org/drawingml/2006/main">
            <a:off x="400050" y="49911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Historical supplied copy. Updated renewal copy required; current</a:t>
            </a:r>
          </a:p>
        </p:txBody>
      </p:sp>
      <p:sp>
        <p:nvSpPr>
          <p:cNvPr id="26" name="profile-2301">
            <a:extLst xmlns:a="http://schemas.openxmlformats.org/drawingml/2006/main">
              <a:ext uri="{FF2B5EF4-FFF2-40B4-BE49-F238E27FC236}">
                <a16:creationId xmlns:a16="http://schemas.microsoft.com/office/drawing/2014/main" id="{1769573D-D74D-4BB6-9376-E1AF07E9F91A}"/>
              </a:ext>
            </a:extLst>
          </p:cNvPr>
          <p:cNvSpPr>
            <a:spLocks xmlns:a="http://schemas.openxmlformats.org/drawingml/2006/main" noGrp="1"/>
          </p:cNvSpPr>
          <p:nvPr/>
        </p:nvSpPr>
        <p:spPr>
          <a:xfrm xmlns:a="http://schemas.openxmlformats.org/drawingml/2006/main">
            <a:off x="400050" y="5219700"/>
            <a:ext cx="538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status is not established by this copy.</a:t>
            </a:r>
          </a:p>
        </p:txBody>
      </p:sp>
      <p:pic>
        <p:nvPicPr>
          <p:cNvPr id="27" name="">
            <a:extLst xmlns:a="http://schemas.openxmlformats.org/drawingml/2006/main">
              <a:ext uri="{FF2B5EF4-FFF2-40B4-BE49-F238E27FC236}">
                <a16:creationId xmlns:a16="http://schemas.microsoft.com/office/drawing/2014/main" id="{886314B4-9B2F-460B-9152-DB014B6CCA74}"/>
              </a:ext>
            </a:extLst>
          </p:cNvPr>
          <p:cNvPicPr>
            <a:picLocks xmlns:a="http://schemas.openxmlformats.org/drawingml/2006/main" noChangeAspect="1"/>
          </p:cNvPicPr>
          <p:nvPr/>
        </p:nvPicPr>
        <p:blipFill>
          <a:blip xmlns:r="http://schemas.openxmlformats.org/officeDocument/2006/relationships" xmlns:a="http://schemas.openxmlformats.org/drawingml/2006/main" r:embed="R4399ed0831324603"/>
          <a:srcRect xmlns:a="http://schemas.openxmlformats.org/drawingml/2006/main" l="0" t="0" r="0" b="0"/>
          <a:stretch xmlns:a="http://schemas.openxmlformats.org/drawingml/2006/main">
            <a:fillRect l="0" t="0" r="0" b="0"/>
          </a:stretch>
        </p:blipFill>
        <p:spPr>
          <a:xfrm xmlns:a="http://schemas.openxmlformats.org/drawingml/2006/main">
            <a:off x="7694799" y="2076450"/>
            <a:ext cx="2498352" cy="4114800"/>
          </a:xfrm>
          <a:prstGeom xmlns:a="http://schemas.openxmlformats.org/drawingml/2006/main" prst="rect">
            <a:avLst/>
          </a:prstGeom>
        </p:spPr>
      </p:pic>
      <p:sp>
        <p:nvSpPr>
          <p:cNvPr id="28" name="profile-2302">
            <a:extLst xmlns:a="http://schemas.openxmlformats.org/drawingml/2006/main">
              <a:ext uri="{FF2B5EF4-FFF2-40B4-BE49-F238E27FC236}">
                <a16:creationId xmlns:a16="http://schemas.microsoft.com/office/drawing/2014/main" id="{3A95138B-43F7-4DB0-A31A-B29C4F04FFE4}"/>
              </a:ext>
            </a:extLst>
          </p:cNvPr>
          <p:cNvSpPr>
            <a:spLocks xmlns:a="http://schemas.openxmlformats.org/drawingml/2006/main" noGrp="1"/>
          </p:cNvSpPr>
          <p:nvPr/>
        </p:nvSpPr>
        <p:spPr>
          <a:xfrm xmlns:a="http://schemas.openxmlformats.org/drawingml/2006/main">
            <a:off x="400050" y="5972175"/>
            <a:ext cx="5524500" cy="201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456079"/>
                </a:solidFill>
                <a:latin typeface="Segoe UI"/>
                <a:ea typeface="Segoe UI"/>
                <a:cs typeface="Segoe UI"/>
              </a:defRPr>
            </a:defPPr>
          </a:lstStyle>
          <a:p xmlns:a="http://schemas.openxmlformats.org/drawingml/2006/main">
            <a:pPr algn="l">
              <a:defRPr sz="1050" b="0">
                <a:solidFill>
                  <a:srgbClr val="456079"/>
                </a:solidFill>
                <a:latin typeface="Segoe UI"/>
                <a:ea typeface="Segoe UI"/>
                <a:cs typeface="Segoe UI"/>
              </a:defRPr>
            </a:pPr>
            <a:r>
              <a:rPr sz="1050" b="0">
                <a:solidFill>
                  <a:srgbClr val="456079"/>
                </a:solidFill>
                <a:latin typeface="Segoe UI"/>
                <a:ea typeface="Segoe UI"/>
                <a:cs typeface="Segoe UI"/>
              </a:rPr>
              <a:t>Source page 2 of 2 | Owner-supplied copy</a:t>
            </a:r>
          </a:p>
        </p:txBody>
      </p:sp>
    </p:spTree>
    <p:extLst>
      <p:ext uri="{BB962C8B-B14F-4D97-AF65-F5344CB8AC3E}">
        <p14:creationId xmlns:p14="http://schemas.microsoft.com/office/powerpoint/2010/main" val="1175193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2026-10-13T15:19:21.7850000Z</dcterms:created>
  <dcterms:modified xsi:type="dcterms:W3CDTF">2026-10-13T15:19:21.7850000Z</dcterms:modified>
</coreProperties>
</file>