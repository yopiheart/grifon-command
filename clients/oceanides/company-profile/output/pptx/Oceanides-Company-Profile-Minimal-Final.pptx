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a01342cf4f44cbc" /><Relationship Type="http://schemas.openxmlformats.org/officeDocument/2006/relationships/extended-properties" Target="/docProps/app.xml" Id="Rf7b5d4599aa248df" /><Relationship Type="http://schemas.openxmlformats.org/officeDocument/2006/relationships/officeDocument" Target="/ppt/presentation.xml" Id="R166914f211f049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1793379da54ab2"/>
  </p:sldMasterIdLst>
  <p:notesMasterIdLst>
    <p:notesMasterId xmlns:r="http://schemas.openxmlformats.org/officeDocument/2006/relationships" r:id="Rb442352902d943e3"/>
  </p:notesMasterIdLst>
  <p:sldIdLst>
    <p:sldId xmlns:r="http://schemas.openxmlformats.org/officeDocument/2006/relationships" id="256" r:id="Rd6c5bc3c8e2e41ad"/>
    <p:sldId xmlns:r="http://schemas.openxmlformats.org/officeDocument/2006/relationships" id="257" r:id="R5ae7ce1478b64048"/>
    <p:sldId xmlns:r="http://schemas.openxmlformats.org/officeDocument/2006/relationships" id="258" r:id="Rd6154b2d55794377"/>
    <p:sldId xmlns:r="http://schemas.openxmlformats.org/officeDocument/2006/relationships" id="259" r:id="R197bf373a5ba4d60"/>
    <p:sldId xmlns:r="http://schemas.openxmlformats.org/officeDocument/2006/relationships" id="260" r:id="R594d364fde954bfa"/>
    <p:sldId xmlns:r="http://schemas.openxmlformats.org/officeDocument/2006/relationships" id="261" r:id="R2592e80df10449ce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8ccb816b9c4d14" /><Relationship Type="http://schemas.openxmlformats.org/officeDocument/2006/relationships/slideMaster" Target="/ppt/slideMasters/slideMaster1.xml" Id="R2b1793379da54ab2" /><Relationship Type="http://schemas.openxmlformats.org/officeDocument/2006/relationships/notesMaster" Target="/ppt/notesMasters/notesMaster1.xml" Id="Rb442352902d943e3" /><Relationship Type="http://schemas.openxmlformats.org/officeDocument/2006/relationships/presProps" Target="/ppt/presProps.xml" Id="R0f5c102a6e7b46af" /><Relationship Type="http://schemas.openxmlformats.org/officeDocument/2006/relationships/tableStyles" Target="/ppt/tableStyles.xml" Id="R3a7c30bca3b84a64" /><Relationship Type="http://schemas.openxmlformats.org/officeDocument/2006/relationships/slide" Target="/ppt/slides/slide1.xml" Id="Rd6c5bc3c8e2e41ad" /><Relationship Type="http://schemas.openxmlformats.org/officeDocument/2006/relationships/slide" Target="/ppt/slides/slide2.xml" Id="R5ae7ce1478b64048" /><Relationship Type="http://schemas.openxmlformats.org/officeDocument/2006/relationships/slide" Target="/ppt/slides/slide3.xml" Id="Rd6154b2d55794377" /><Relationship Type="http://schemas.openxmlformats.org/officeDocument/2006/relationships/slide" Target="/ppt/slides/slide4.xml" Id="R197bf373a5ba4d60" /><Relationship Type="http://schemas.openxmlformats.org/officeDocument/2006/relationships/slide" Target="/ppt/slides/slide5.xml" Id="R594d364fde954bfa" /><Relationship Type="http://schemas.openxmlformats.org/officeDocument/2006/relationships/slide" Target="/ppt/slides/slide6.xml" Id="R2592e80df10449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1d2d3eca074a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7e978e5d894bb0" /><Relationship Type="http://schemas.openxmlformats.org/officeDocument/2006/relationships/notesMaster" Target="/ppt/notesMasters/notesMaster1.xml" Id="R5b939b8adbf74e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7be08666544399" /><Relationship Type="http://schemas.openxmlformats.org/officeDocument/2006/relationships/notesMaster" Target="/ppt/notesMasters/notesMaster1.xml" Id="R7738ab534c41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1802b606d041d6" /><Relationship Type="http://schemas.openxmlformats.org/officeDocument/2006/relationships/notesMaster" Target="/ppt/notesMasters/notesMaster1.xml" Id="Ra8859f4324ed49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a935d81e4e4ee8" /><Relationship Type="http://schemas.openxmlformats.org/officeDocument/2006/relationships/notesMaster" Target="/ppt/notesMasters/notesMaster1.xml" Id="R64c0bfcf140541d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46be92f808444f" /><Relationship Type="http://schemas.openxmlformats.org/officeDocument/2006/relationships/notesMaster" Target="/ppt/notesMasters/notesMaster1.xml" Id="R4ccb5c03de0e42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6d79f4b57b4620" /><Relationship Type="http://schemas.openxmlformats.org/officeDocument/2006/relationships/notesMaster" Target="/ppt/notesMasters/notesMaster1.xml" Id="Rcec34fafe7a2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Cover: AI-generated conceptual property cutaway, not a real project or engineering plan.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Matched before/after pair: clients/oceanides/assets/tb2-ba2-before.png and tb2-ba2-after.png. Neil confirmed real job photos on 2026-08-01; see client DESIGN.md and asset-builder source.Service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>Service scene: AI-generated fictional specialist, visibly labeled. Not an actual Oceanides employee or completed project. Exact generation brief: company-profile/assets/generated-sources.json.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latest JPG supplied by Neil on 2026-10-01, canonical clients/oceanides/assets/logo.jpg.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No assertion of supplier accreditation, equipment ownership, licenses, project volume, treatment-system capability or maintenance-free operation.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5a1a326ac45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a5353d7096e4df7" /><Relationship Type="http://schemas.openxmlformats.org/officeDocument/2006/relationships/slideLayout" Target="/ppt/slideLayouts/slideLayout1.xml" Id="R55dfe665d81242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dfe665d81242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c3181ed9fe49b5" /><Relationship Type="http://schemas.openxmlformats.org/officeDocument/2006/relationships/image" Target="/ppt/media/image.jpeg" Id="Re231515c0ca54136" /><Relationship Type="http://schemas.openxmlformats.org/officeDocument/2006/relationships/image" Target="/ppt/media/image2.jpeg" Id="Ra7e8eb98cc774d7d" /><Relationship Type="http://schemas.openxmlformats.org/officeDocument/2006/relationships/notesSlide" Target="/ppt/notesSlides/notesSlide1.xml" Id="Re9595df33ac548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1cd6bfb324c93" /><Relationship Type="http://schemas.openxmlformats.org/officeDocument/2006/relationships/notesSlide" Target="/ppt/notesSlides/notesSlide2.xml" Id="R0ad027f413de43f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0c93ec6804276" /><Relationship Type="http://schemas.openxmlformats.org/officeDocument/2006/relationships/image" Target="/ppt/media/image3.jpeg" Id="R1b4ff4495ee940df" /><Relationship Type="http://schemas.openxmlformats.org/officeDocument/2006/relationships/image" Target="/ppt/media/image4.jpeg" Id="R6f6d36d003714c5e" /><Relationship Type="http://schemas.openxmlformats.org/officeDocument/2006/relationships/image" Target="/ppt/media/image5.jpeg" Id="R72e0418477974966" /><Relationship Type="http://schemas.openxmlformats.org/officeDocument/2006/relationships/notesSlide" Target="/ppt/notesSlides/notesSlide3.xml" Id="R8085cb9491774a6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3076ac88645ea" /><Relationship Type="http://schemas.openxmlformats.org/officeDocument/2006/relationships/image" Target="/ppt/media/image6.jpeg" Id="R564a21a294834054" /><Relationship Type="http://schemas.openxmlformats.org/officeDocument/2006/relationships/notesSlide" Target="/ppt/notesSlides/notesSlide4.xml" Id="R810842ccb2ef423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9d1a3bbcf14b78" /><Relationship Type="http://schemas.openxmlformats.org/officeDocument/2006/relationships/image" Target="/ppt/media/image7.jpeg" Id="R8bfa30a76d6a426f" /><Relationship Type="http://schemas.openxmlformats.org/officeDocument/2006/relationships/notesSlide" Target="/ppt/notesSlides/notesSlide5.xml" Id="Rb823fb5293774c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bd8702559413d" /><Relationship Type="http://schemas.openxmlformats.org/officeDocument/2006/relationships/image" Target="/ppt/media/image8.jpeg" Id="Rd2ed318280514f25" /><Relationship Type="http://schemas.openxmlformats.org/officeDocument/2006/relationships/notesSlide" Target="/ppt/notesSlides/notesSlide6.xml" Id="R59c59fd4e8c04e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rofile-1">
            <a:extLst xmlns:a="http://schemas.openxmlformats.org/drawingml/2006/main">
              <a:ext uri="{FF2B5EF4-FFF2-40B4-BE49-F238E27FC236}">
                <a16:creationId xmlns:a16="http://schemas.microsoft.com/office/drawing/2014/main" id="{484353D5-D2DE-4D28-B6A8-A786E50E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0482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31515c0ca54136"/>
          <a:stretch xmlns:a="http://schemas.openxmlformats.org/drawingml/2006/main"/>
        </p:blipFill>
        <p:spPr>
          <a:xfrm xmlns:a="http://schemas.openxmlformats.org/drawingml/2006/main">
            <a:off x="6400800" y="390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profile-2">
            <a:extLst xmlns:a="http://schemas.openxmlformats.org/drawingml/2006/main">
              <a:ext uri="{FF2B5EF4-FFF2-40B4-BE49-F238E27FC236}">
                <a16:creationId xmlns:a16="http://schemas.microsoft.com/office/drawing/2014/main" id="{670AB63B-B45A-4829-800E-7FC17AC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4" name="profile-3">
            <a:extLst xmlns:a="http://schemas.openxmlformats.org/drawingml/2006/main">
              <a:ext uri="{FF2B5EF4-FFF2-40B4-BE49-F238E27FC236}">
                <a16:creationId xmlns:a16="http://schemas.microsoft.com/office/drawing/2014/main" id="{0DCB5C45-0C41-4271-82DB-DC5CACBD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Property services</a:t>
            </a:r>
          </a:p>
        </p:txBody>
      </p:sp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BB00121D-722C-4B4A-87FF-160602BB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6343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45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point of contact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e8eb98cc774d7d"/>
          <a:stretch xmlns:a="http://schemas.openxmlformats.org/drawingml/2006/main"/>
        </p:blipFill>
        <p:spPr>
          <a:xfrm xmlns:a="http://schemas.openxmlformats.org/drawingml/2006/main">
            <a:off x="0" y="3638550"/>
            <a:ext cx="7562850" cy="5041900"/>
          </a:xfrm>
          <a:prstGeom xmlns:a="http://schemas.openxmlformats.org/drawingml/2006/main" prst="rect">
            <a:avLst/>
          </a:prstGeom>
        </p:spPr>
      </p:pic>
      <p:sp>
        <p:nvSpPr>
          <p:cNvPr id="7" name="profile-5">
            <a:extLst xmlns:a="http://schemas.openxmlformats.org/drawingml/2006/main">
              <a:ext uri="{FF2B5EF4-FFF2-40B4-BE49-F238E27FC236}">
                <a16:creationId xmlns:a16="http://schemas.microsoft.com/office/drawing/2014/main" id="{970AA784-C80E-4815-B9D2-FFB9FAB6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8205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8" name="profile-6">
            <a:extLst xmlns:a="http://schemas.openxmlformats.org/drawingml/2006/main">
              <a:ext uri="{FF2B5EF4-FFF2-40B4-BE49-F238E27FC236}">
                <a16:creationId xmlns:a16="http://schemas.microsoft.com/office/drawing/2014/main" id="{7B817604-0B14-4A87-9F1D-EDE05AD3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2773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 Renovation &amp; restoration. Pest control.</a:t>
            </a:r>
          </a:p>
        </p:txBody>
      </p:sp>
      <p:sp>
        <p:nvSpPr>
          <p:cNvPr id="9" name="profile-7">
            <a:extLst xmlns:a="http://schemas.openxmlformats.org/drawingml/2006/main">
              <a:ext uri="{FF2B5EF4-FFF2-40B4-BE49-F238E27FC236}">
                <a16:creationId xmlns:a16="http://schemas.microsoft.com/office/drawing/2014/main" id="{B98F1935-C20A-4F58-9145-FFC6487C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77400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0" name="profile-8">
            <a:extLst xmlns:a="http://schemas.openxmlformats.org/drawingml/2006/main">
              <a:ext uri="{FF2B5EF4-FFF2-40B4-BE49-F238E27FC236}">
                <a16:creationId xmlns:a16="http://schemas.microsoft.com/office/drawing/2014/main" id="{9605EB18-19D9-4356-A5F8-53445184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9">
            <a:extLst xmlns:a="http://schemas.openxmlformats.org/drawingml/2006/main">
              <a:ext uri="{FF2B5EF4-FFF2-40B4-BE49-F238E27FC236}">
                <a16:creationId xmlns:a16="http://schemas.microsoft.com/office/drawing/2014/main" id="{291F933A-02ED-425D-B681-51980433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2" name="profile-10">
            <a:extLst xmlns:a="http://schemas.openxmlformats.org/drawingml/2006/main">
              <a:ext uri="{FF2B5EF4-FFF2-40B4-BE49-F238E27FC236}">
                <a16:creationId xmlns:a16="http://schemas.microsoft.com/office/drawing/2014/main" id="{DF456A09-ED46-4692-8823-C87E088F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232240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rofile-11">
            <a:extLst xmlns:a="http://schemas.openxmlformats.org/drawingml/2006/main">
              <a:ext uri="{FF2B5EF4-FFF2-40B4-BE49-F238E27FC236}">
                <a16:creationId xmlns:a16="http://schemas.microsoft.com/office/drawing/2014/main" id="{B3C62156-EEC6-41D3-A97F-04CE7C73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12">
            <a:extLst xmlns:a="http://schemas.openxmlformats.org/drawingml/2006/main">
              <a:ext uri="{FF2B5EF4-FFF2-40B4-BE49-F238E27FC236}">
                <a16:creationId xmlns:a16="http://schemas.microsoft.com/office/drawing/2014/main" id="{433D20CE-E41C-40C8-AA2E-F419EDDB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13">
            <a:extLst xmlns:a="http://schemas.openxmlformats.org/drawingml/2006/main">
              <a:ext uri="{FF2B5EF4-FFF2-40B4-BE49-F238E27FC236}">
                <a16:creationId xmlns:a16="http://schemas.microsoft.com/office/drawing/2014/main" id="{C74E5921-C76F-405B-AB80-3D4DBF79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85875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Services for the places</a:t>
            </a:r>
          </a:p>
        </p:txBody>
      </p:sp>
      <p:sp>
        <p:nvSpPr>
          <p:cNvPr id="4" name="profile-14">
            <a:extLst xmlns:a="http://schemas.openxmlformats.org/drawingml/2006/main">
              <a:ext uri="{FF2B5EF4-FFF2-40B4-BE49-F238E27FC236}">
                <a16:creationId xmlns:a16="http://schemas.microsoft.com/office/drawing/2014/main" id="{648A0DD7-D8FA-453C-B7B9-241AF9C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63436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you live and work</a:t>
            </a:r>
          </a:p>
        </p:txBody>
      </p:sp>
      <p:sp>
        <p:nvSpPr>
          <p:cNvPr id="5" name="profile-15">
            <a:extLst xmlns:a="http://schemas.openxmlformats.org/drawingml/2006/main">
              <a:ext uri="{FF2B5EF4-FFF2-40B4-BE49-F238E27FC236}">
                <a16:creationId xmlns:a16="http://schemas.microsoft.com/office/drawing/2014/main" id="{5DEFC5AF-FA9A-445E-921B-2F83ECD4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</a:t>
            </a:r>
          </a:p>
        </p:txBody>
      </p:sp>
      <p:sp>
        <p:nvSpPr>
          <p:cNvPr id="6" name="profile-16">
            <a:extLst xmlns:a="http://schemas.openxmlformats.org/drawingml/2006/main">
              <a:ext uri="{FF2B5EF4-FFF2-40B4-BE49-F238E27FC236}">
                <a16:creationId xmlns:a16="http://schemas.microsoft.com/office/drawing/2014/main" id="{F7325671-A0EE-4CB4-BABD-BA1D0A95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company facilities. Our service offering covers siphoning,</a:t>
            </a:r>
          </a:p>
        </p:txBody>
      </p:sp>
      <p:sp>
        <p:nvSpPr>
          <p:cNvPr id="7" name="profile-17">
            <a:extLst xmlns:a="http://schemas.openxmlformats.org/drawingml/2006/main">
              <a:ext uri="{FF2B5EF4-FFF2-40B4-BE49-F238E27FC236}">
                <a16:creationId xmlns:a16="http://schemas.microsoft.com/office/drawing/2014/main" id="{3514CFE0-7C57-4100-BCCE-894DD544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plumbing, renovation and restoration, and pest control.</a:t>
            </a:r>
          </a:p>
        </p:txBody>
      </p:sp>
      <p:sp>
        <p:nvSpPr>
          <p:cNvPr id="8" name="profile-18">
            <a:extLst xmlns:a="http://schemas.openxmlformats.org/drawingml/2006/main">
              <a:ext uri="{FF2B5EF4-FFF2-40B4-BE49-F238E27FC236}">
                <a16:creationId xmlns:a16="http://schemas.microsoft.com/office/drawing/2014/main" id="{153D88A7-E598-4F1F-87DF-D68BD2FC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9" name="profile-19">
            <a:extLst xmlns:a="http://schemas.openxmlformats.org/drawingml/2006/main">
              <a:ext uri="{FF2B5EF4-FFF2-40B4-BE49-F238E27FC236}">
                <a16:creationId xmlns:a16="http://schemas.microsoft.com/office/drawing/2014/main" id="{F9D9AD04-1DCF-4219-AE68-0B177B18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34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</a:t>
            </a:r>
          </a:p>
        </p:txBody>
      </p:sp>
      <p:sp>
        <p:nvSpPr>
          <p:cNvPr id="10" name="profile-20">
            <a:extLst xmlns:a="http://schemas.openxmlformats.org/drawingml/2006/main">
              <a:ext uri="{FF2B5EF4-FFF2-40B4-BE49-F238E27FC236}">
                <a16:creationId xmlns:a16="http://schemas.microsoft.com/office/drawing/2014/main" id="{A3013293-B0B7-4DFF-A56E-575291680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5529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1" name="profile-21">
            <a:extLst xmlns:a="http://schemas.openxmlformats.org/drawingml/2006/main">
              <a:ext uri="{FF2B5EF4-FFF2-40B4-BE49-F238E27FC236}">
                <a16:creationId xmlns:a16="http://schemas.microsoft.com/office/drawing/2014/main" id="{E213CA2E-6B27-4AFE-A0B8-9CF9483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2" name="profile-22">
            <a:extLst xmlns:a="http://schemas.openxmlformats.org/drawingml/2006/main">
              <a:ext uri="{FF2B5EF4-FFF2-40B4-BE49-F238E27FC236}">
                <a16:creationId xmlns:a16="http://schemas.microsoft.com/office/drawing/2014/main" id="{848F0428-922F-44DC-AE0C-D8551475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13" name="profile-23">
            <a:extLst xmlns:a="http://schemas.openxmlformats.org/drawingml/2006/main">
              <a:ext uri="{FF2B5EF4-FFF2-40B4-BE49-F238E27FC236}">
                <a16:creationId xmlns:a16="http://schemas.microsoft.com/office/drawing/2014/main" id="{8121DAD5-8E18-4087-861D-7ED81DF6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56388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4" name="profile-24">
            <a:extLst xmlns:a="http://schemas.openxmlformats.org/drawingml/2006/main">
              <a:ext uri="{FF2B5EF4-FFF2-40B4-BE49-F238E27FC236}">
                <a16:creationId xmlns:a16="http://schemas.microsoft.com/office/drawing/2014/main" id="{E3BCECFE-DB85-4487-9C86-102C566D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484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5" name="profile-25">
            <a:extLst xmlns:a="http://schemas.openxmlformats.org/drawingml/2006/main">
              <a:ext uri="{FF2B5EF4-FFF2-40B4-BE49-F238E27FC236}">
                <a16:creationId xmlns:a16="http://schemas.microsoft.com/office/drawing/2014/main" id="{A075ADDD-3276-4C68-B415-D76A992B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71512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16" name="profile-26">
            <a:extLst xmlns:a="http://schemas.openxmlformats.org/drawingml/2006/main">
              <a:ext uri="{FF2B5EF4-FFF2-40B4-BE49-F238E27FC236}">
                <a16:creationId xmlns:a16="http://schemas.microsoft.com/office/drawing/2014/main" id="{F74BC078-5770-44F1-9A3C-FD4742A2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91350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17" name="profile-27">
            <a:extLst xmlns:a="http://schemas.openxmlformats.org/drawingml/2006/main">
              <a:ext uri="{FF2B5EF4-FFF2-40B4-BE49-F238E27FC236}">
                <a16:creationId xmlns:a16="http://schemas.microsoft.com/office/drawing/2014/main" id="{4D943D1F-4391-4946-998D-3C9590AA3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72465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</a:t>
            </a:r>
          </a:p>
        </p:txBody>
      </p:sp>
      <p:sp>
        <p:nvSpPr>
          <p:cNvPr id="18" name="profile-28">
            <a:extLst xmlns:a="http://schemas.openxmlformats.org/drawingml/2006/main">
              <a:ext uri="{FF2B5EF4-FFF2-40B4-BE49-F238E27FC236}">
                <a16:creationId xmlns:a16="http://schemas.microsoft.com/office/drawing/2014/main" id="{422DF0A2-DB94-4A26-9CC5-D92BC4D03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698182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improvements.</a:t>
            </a:r>
          </a:p>
        </p:txBody>
      </p:sp>
      <p:sp>
        <p:nvSpPr>
          <p:cNvPr id="19" name="profile-29">
            <a:extLst xmlns:a="http://schemas.openxmlformats.org/drawingml/2006/main">
              <a:ext uri="{FF2B5EF4-FFF2-40B4-BE49-F238E27FC236}">
                <a16:creationId xmlns:a16="http://schemas.microsoft.com/office/drawing/2014/main" id="{F3B5C0CA-285E-4A75-A185-829B87A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342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30">
            <a:extLst xmlns:a="http://schemas.openxmlformats.org/drawingml/2006/main">
              <a:ext uri="{FF2B5EF4-FFF2-40B4-BE49-F238E27FC236}">
                <a16:creationId xmlns:a16="http://schemas.microsoft.com/office/drawing/2014/main" id="{09CC70DE-8A09-4B13-B039-F0B90797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00975"/>
            <a:ext cx="28003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21" name="profile-31">
            <a:extLst xmlns:a="http://schemas.openxmlformats.org/drawingml/2006/main">
              <a:ext uri="{FF2B5EF4-FFF2-40B4-BE49-F238E27FC236}">
                <a16:creationId xmlns:a16="http://schemas.microsoft.com/office/drawing/2014/main" id="{25B50D44-347D-453F-BEAA-179135B1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7810500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</a:t>
            </a:r>
          </a:p>
        </p:txBody>
      </p:sp>
      <p:sp>
        <p:nvSpPr>
          <p:cNvPr id="22" name="profile-32">
            <a:extLst xmlns:a="http://schemas.openxmlformats.org/drawingml/2006/main">
              <a:ext uri="{FF2B5EF4-FFF2-40B4-BE49-F238E27FC236}">
                <a16:creationId xmlns:a16="http://schemas.microsoft.com/office/drawing/2014/main" id="{5DAE7C28-9FD9-4140-BA9F-2B2E5FCF5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8067675"/>
            <a:ext cx="32480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service coordination.</a:t>
            </a:r>
          </a:p>
        </p:txBody>
      </p:sp>
      <p:sp>
        <p:nvSpPr>
          <p:cNvPr id="23" name="profile-33">
            <a:extLst xmlns:a="http://schemas.openxmlformats.org/drawingml/2006/main">
              <a:ext uri="{FF2B5EF4-FFF2-40B4-BE49-F238E27FC236}">
                <a16:creationId xmlns:a16="http://schemas.microsoft.com/office/drawing/2014/main" id="{CDFAC351-154D-4994-8EF7-E00A75D1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201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4" name="profile-34">
            <a:extLst xmlns:a="http://schemas.openxmlformats.org/drawingml/2006/main">
              <a:ext uri="{FF2B5EF4-FFF2-40B4-BE49-F238E27FC236}">
                <a16:creationId xmlns:a16="http://schemas.microsoft.com/office/drawing/2014/main" id="{4D735881-8138-4A5C-9AAE-EF0F3A9F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34450"/>
            <a:ext cx="63436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contact through turnover</a:t>
            </a:r>
          </a:p>
        </p:txBody>
      </p:sp>
      <p:sp>
        <p:nvSpPr>
          <p:cNvPr id="25" name="profile-35">
            <a:extLst xmlns:a="http://schemas.openxmlformats.org/drawingml/2006/main">
              <a:ext uri="{FF2B5EF4-FFF2-40B4-BE49-F238E27FC236}">
                <a16:creationId xmlns:a16="http://schemas.microsoft.com/office/drawing/2014/main" id="{8F6B68C6-42E7-4C34-9950-23D42F38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345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assessment, quotation and delivery, including specialist</a:t>
            </a:r>
          </a:p>
        </p:txBody>
      </p:sp>
      <p:sp>
        <p:nvSpPr>
          <p:cNvPr id="26" name="profile-36">
            <a:extLst xmlns:a="http://schemas.openxmlformats.org/drawingml/2006/main">
              <a:ext uri="{FF2B5EF4-FFF2-40B4-BE49-F238E27FC236}">
                <a16:creationId xmlns:a16="http://schemas.microsoft.com/office/drawing/2014/main" id="{36FD5EC3-F23E-4FCF-8953-1D233680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916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contractors where required.</a:t>
            </a:r>
          </a:p>
        </p:txBody>
      </p:sp>
      <p:sp>
        <p:nvSpPr>
          <p:cNvPr id="27" name="profile-37">
            <a:extLst xmlns:a="http://schemas.openxmlformats.org/drawingml/2006/main">
              <a:ext uri="{FF2B5EF4-FFF2-40B4-BE49-F238E27FC236}">
                <a16:creationId xmlns:a16="http://schemas.microsoft.com/office/drawing/2014/main" id="{CBA658D3-6759-440D-926A-C2DDA28D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8" name="profile-38">
            <a:extLst xmlns:a="http://schemas.openxmlformats.org/drawingml/2006/main">
              <a:ext uri="{FF2B5EF4-FFF2-40B4-BE49-F238E27FC236}">
                <a16:creationId xmlns:a16="http://schemas.microsoft.com/office/drawing/2014/main" id="{FA1238A8-2B40-4C58-A547-8D4BD29B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9" name="profile-39">
            <a:extLst xmlns:a="http://schemas.openxmlformats.org/drawingml/2006/main">
              <a:ext uri="{FF2B5EF4-FFF2-40B4-BE49-F238E27FC236}">
                <a16:creationId xmlns:a16="http://schemas.microsoft.com/office/drawing/2014/main" id="{1E435DA5-6435-4F51-A802-C05A8A287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286862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file-40">
            <a:extLst xmlns:a="http://schemas.openxmlformats.org/drawingml/2006/main">
              <a:ext uri="{FF2B5EF4-FFF2-40B4-BE49-F238E27FC236}">
                <a16:creationId xmlns:a16="http://schemas.microsoft.com/office/drawing/2014/main" id="{EF4CFB3C-2284-485C-8A9C-A2D7E3924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41">
            <a:extLst xmlns:a="http://schemas.openxmlformats.org/drawingml/2006/main">
              <a:ext uri="{FF2B5EF4-FFF2-40B4-BE49-F238E27FC236}">
                <a16:creationId xmlns:a16="http://schemas.microsoft.com/office/drawing/2014/main" id="{42C892D0-E501-4DF1-B936-D423C6D8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42">
            <a:extLst xmlns:a="http://schemas.openxmlformats.org/drawingml/2006/main">
              <a:ext uri="{FF2B5EF4-FFF2-40B4-BE49-F238E27FC236}">
                <a16:creationId xmlns:a16="http://schemas.microsoft.com/office/drawing/2014/main" id="{B17FD544-1215-473E-BE9F-F045B39B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 &amp;</a:t>
            </a:r>
          </a:p>
        </p:txBody>
      </p:sp>
      <p:sp>
        <p:nvSpPr>
          <p:cNvPr id="4" name="profile-43">
            <a:extLst xmlns:a="http://schemas.openxmlformats.org/drawingml/2006/main">
              <a:ext uri="{FF2B5EF4-FFF2-40B4-BE49-F238E27FC236}">
                <a16:creationId xmlns:a16="http://schemas.microsoft.com/office/drawing/2014/main" id="{257A8406-B12C-42B9-BD1A-F6047B3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plumbing</a:t>
            </a:r>
          </a:p>
        </p:txBody>
      </p:sp>
      <p:sp>
        <p:nvSpPr>
          <p:cNvPr id="5" name="profile-44">
            <a:extLst xmlns:a="http://schemas.openxmlformats.org/drawingml/2006/main">
              <a:ext uri="{FF2B5EF4-FFF2-40B4-BE49-F238E27FC236}">
                <a16:creationId xmlns:a16="http://schemas.microsoft.com/office/drawing/2014/main" id="{3511D740-14E8-4CD6-9E8D-0A43E7DA7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 and plumbing repairs.</a:t>
            </a:r>
          </a:p>
        </p:txBody>
      </p:sp>
      <p:sp>
        <p:nvSpPr>
          <p:cNvPr id="6" name="profile-45">
            <a:extLst xmlns:a="http://schemas.openxmlformats.org/drawingml/2006/main">
              <a:ext uri="{FF2B5EF4-FFF2-40B4-BE49-F238E27FC236}">
                <a16:creationId xmlns:a16="http://schemas.microsoft.com/office/drawing/2014/main" id="{457C7A96-D99F-4300-8281-2C3A2A57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2647950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scope</a:t>
            </a:r>
          </a:p>
        </p:txBody>
      </p:sp>
      <p:sp>
        <p:nvSpPr>
          <p:cNvPr id="7" name="profile-46">
            <a:extLst xmlns:a="http://schemas.openxmlformats.org/drawingml/2006/main">
              <a:ext uri="{FF2B5EF4-FFF2-40B4-BE49-F238E27FC236}">
                <a16:creationId xmlns:a16="http://schemas.microsoft.com/office/drawing/2014/main" id="{2D4C3BF2-321F-442A-B9EB-E291158F3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8" name="profile-47">
            <a:extLst xmlns:a="http://schemas.openxmlformats.org/drawingml/2006/main">
              <a:ext uri="{FF2B5EF4-FFF2-40B4-BE49-F238E27FC236}">
                <a16:creationId xmlns:a16="http://schemas.microsoft.com/office/drawing/2014/main" id="{8378793A-AF24-48E3-A51E-CD3BE03B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9" name="profile-48">
            <a:extLst xmlns:a="http://schemas.openxmlformats.org/drawingml/2006/main">
              <a:ext uri="{FF2B5EF4-FFF2-40B4-BE49-F238E27FC236}">
                <a16:creationId xmlns:a16="http://schemas.microsoft.com/office/drawing/2014/main" id="{18BBF0FE-F532-4161-921C-4840D90DF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0" name="profile-49">
            <a:extLst xmlns:a="http://schemas.openxmlformats.org/drawingml/2006/main">
              <a:ext uri="{FF2B5EF4-FFF2-40B4-BE49-F238E27FC236}">
                <a16:creationId xmlns:a16="http://schemas.microsoft.com/office/drawing/2014/main" id="{4881EE64-2773-4C54-A656-066C7F4C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24475"/>
            <a:ext cx="2647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ff4495ee940df"/>
          <a:stretch xmlns:a="http://schemas.openxmlformats.org/drawingml/2006/main"/>
        </p:blipFill>
        <p:spPr>
          <a:xfrm xmlns:a="http://schemas.openxmlformats.org/drawingml/2006/main">
            <a:off x="3543300" y="3648075"/>
            <a:ext cx="3409950" cy="2273300"/>
          </a:xfrm>
          <a:prstGeom xmlns:a="http://schemas.openxmlformats.org/drawingml/2006/main" prst="rect">
            <a:avLst/>
          </a:prstGeom>
        </p:spPr>
      </p:pic>
      <p:sp>
        <p:nvSpPr>
          <p:cNvPr id="12" name="profile-50">
            <a:extLst xmlns:a="http://schemas.openxmlformats.org/drawingml/2006/main">
              <a:ext uri="{FF2B5EF4-FFF2-40B4-BE49-F238E27FC236}">
                <a16:creationId xmlns:a16="http://schemas.microsoft.com/office/drawing/2014/main" id="{6D5E0AA4-AEF5-4699-8E0B-FA2667E6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76950"/>
            <a:ext cx="3409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3" name="profile-51">
            <a:extLst xmlns:a="http://schemas.openxmlformats.org/drawingml/2006/main">
              <a:ext uri="{FF2B5EF4-FFF2-40B4-BE49-F238E27FC236}">
                <a16:creationId xmlns:a16="http://schemas.microsoft.com/office/drawing/2014/main" id="{C74D9A19-F445-4781-97F3-075A21D5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52">
            <a:extLst xmlns:a="http://schemas.openxmlformats.org/drawingml/2006/main">
              <a:ext uri="{FF2B5EF4-FFF2-40B4-BE49-F238E27FC236}">
                <a16:creationId xmlns:a16="http://schemas.microsoft.com/office/drawing/2014/main" id="{2BF319E2-38D3-4E73-BB54-539C77674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67525"/>
            <a:ext cx="634365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Actual siphoning work</a:t>
            </a:r>
          </a:p>
        </p:txBody>
      </p:sp>
      <p:sp>
        <p:nvSpPr>
          <p:cNvPr id="15" name="profile-53">
            <a:extLst xmlns:a="http://schemas.openxmlformats.org/drawingml/2006/main">
              <a:ext uri="{FF2B5EF4-FFF2-40B4-BE49-F238E27FC236}">
                <a16:creationId xmlns:a16="http://schemas.microsoft.com/office/drawing/2014/main" id="{555DBC9A-68B7-4CAD-ABEE-66D66E29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58050"/>
            <a:ext cx="634365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6d36d003714c5e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7629525"/>
            <a:ext cx="3105150" cy="175260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0418477974966"/>
          <a:srcRect xmlns:a="http://schemas.openxmlformats.org/drawingml/2006/main" l="0" t="31186" r="0" b="31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8100" y="7629525"/>
            <a:ext cx="3105150" cy="1752600"/>
          </a:xfrm>
          <a:prstGeom xmlns:a="http://schemas.openxmlformats.org/drawingml/2006/main" prst="rect">
            <a:avLst/>
          </a:prstGeom>
        </p:spPr>
      </p:pic>
      <p:sp>
        <p:nvSpPr>
          <p:cNvPr id="18" name="profile-54">
            <a:extLst xmlns:a="http://schemas.openxmlformats.org/drawingml/2006/main">
              <a:ext uri="{FF2B5EF4-FFF2-40B4-BE49-F238E27FC236}">
                <a16:creationId xmlns:a16="http://schemas.microsoft.com/office/drawing/2014/main" id="{D230FD3E-3E2A-47CD-B8E6-07748928F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19" name="profile-55">
            <a:extLst xmlns:a="http://schemas.openxmlformats.org/drawingml/2006/main">
              <a:ext uri="{FF2B5EF4-FFF2-40B4-BE49-F238E27FC236}">
                <a16:creationId xmlns:a16="http://schemas.microsoft.com/office/drawing/2014/main" id="{A53BA4B8-89ED-483B-9462-E27D7A0E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9515475"/>
            <a:ext cx="31051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20" name="profile-56">
            <a:extLst xmlns:a="http://schemas.openxmlformats.org/drawingml/2006/main">
              <a:ext uri="{FF2B5EF4-FFF2-40B4-BE49-F238E27FC236}">
                <a16:creationId xmlns:a16="http://schemas.microsoft.com/office/drawing/2014/main" id="{DD55A280-ACBE-4E3C-8143-38AF7178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810750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21" name="profile-57">
            <a:extLst xmlns:a="http://schemas.openxmlformats.org/drawingml/2006/main">
              <a:ext uri="{FF2B5EF4-FFF2-40B4-BE49-F238E27FC236}">
                <a16:creationId xmlns:a16="http://schemas.microsoft.com/office/drawing/2014/main" id="{2EA075A4-DFE8-4A17-8A56-1378CE1B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2" name="profile-58">
            <a:extLst xmlns:a="http://schemas.openxmlformats.org/drawingml/2006/main">
              <a:ext uri="{FF2B5EF4-FFF2-40B4-BE49-F238E27FC236}">
                <a16:creationId xmlns:a16="http://schemas.microsoft.com/office/drawing/2014/main" id="{E7452D63-A1DE-46FC-A4EA-0D867ED6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3" name="profile-59">
            <a:extLst xmlns:a="http://schemas.openxmlformats.org/drawingml/2006/main">
              <a:ext uri="{FF2B5EF4-FFF2-40B4-BE49-F238E27FC236}">
                <a16:creationId xmlns:a16="http://schemas.microsoft.com/office/drawing/2014/main" id="{5EFBDE33-684C-4403-BB2D-7BD91CC0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765648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rofile-60">
            <a:extLst xmlns:a="http://schemas.openxmlformats.org/drawingml/2006/main">
              <a:ext uri="{FF2B5EF4-FFF2-40B4-BE49-F238E27FC236}">
                <a16:creationId xmlns:a16="http://schemas.microsoft.com/office/drawing/2014/main" id="{1E60510B-0413-494D-975D-23595EDA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61">
            <a:extLst xmlns:a="http://schemas.openxmlformats.org/drawingml/2006/main">
              <a:ext uri="{FF2B5EF4-FFF2-40B4-BE49-F238E27FC236}">
                <a16:creationId xmlns:a16="http://schemas.microsoft.com/office/drawing/2014/main" id="{4B0B4166-A5A7-4425-A69D-70EF278F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3" name="profile-62">
            <a:extLst xmlns:a="http://schemas.openxmlformats.org/drawingml/2006/main">
              <a:ext uri="{FF2B5EF4-FFF2-40B4-BE49-F238E27FC236}">
                <a16:creationId xmlns:a16="http://schemas.microsoft.com/office/drawing/2014/main" id="{9D3A677F-3B2E-4A4A-86FC-F810E2C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</a:t>
            </a:r>
          </a:p>
        </p:txBody>
      </p:sp>
      <p:sp>
        <p:nvSpPr>
          <p:cNvPr id="4" name="profile-63">
            <a:extLst xmlns:a="http://schemas.openxmlformats.org/drawingml/2006/main">
              <a:ext uri="{FF2B5EF4-FFF2-40B4-BE49-F238E27FC236}">
                <a16:creationId xmlns:a16="http://schemas.microsoft.com/office/drawing/2014/main" id="{3060FFFD-503D-4AFC-BC86-2E5AAAA1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63436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7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restoration</a:t>
            </a:r>
          </a:p>
        </p:txBody>
      </p:sp>
      <p:sp>
        <p:nvSpPr>
          <p:cNvPr id="5" name="profile-64">
            <a:extLst xmlns:a="http://schemas.openxmlformats.org/drawingml/2006/main">
              <a:ext uri="{FF2B5EF4-FFF2-40B4-BE49-F238E27FC236}">
                <a16:creationId xmlns:a16="http://schemas.microsoft.com/office/drawing/2014/main" id="{821C135D-2865-4643-9CA7-41203B33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747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 houses and condominiums.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a21a294834054"/>
          <a:stretch xmlns:a="http://schemas.openxmlformats.org/drawingml/2006/main"/>
        </p:blipFill>
        <p:spPr>
          <a:xfrm xmlns:a="http://schemas.openxmlformats.org/drawingml/2006/main">
            <a:off x="609600" y="3419475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7" name="profile-65">
            <a:extLst xmlns:a="http://schemas.openxmlformats.org/drawingml/2006/main">
              <a:ext uri="{FF2B5EF4-FFF2-40B4-BE49-F238E27FC236}">
                <a16:creationId xmlns:a16="http://schemas.microsoft.com/office/drawing/2014/main" id="{B768D485-1FA5-4B17-A407-0FB1BD1B8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72400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66">
            <a:extLst xmlns:a="http://schemas.openxmlformats.org/drawingml/2006/main">
              <a:ext uri="{FF2B5EF4-FFF2-40B4-BE49-F238E27FC236}">
                <a16:creationId xmlns:a16="http://schemas.microsoft.com/office/drawing/2014/main" id="{000DEEE2-FE00-4E60-95D8-EA4160BF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Ceilings</a:t>
            </a:r>
          </a:p>
        </p:txBody>
      </p:sp>
      <p:sp>
        <p:nvSpPr>
          <p:cNvPr id="9" name="profile-67">
            <a:extLst xmlns:a="http://schemas.openxmlformats.org/drawingml/2006/main">
              <a:ext uri="{FF2B5EF4-FFF2-40B4-BE49-F238E27FC236}">
                <a16:creationId xmlns:a16="http://schemas.microsoft.com/office/drawing/2014/main" id="{E540FE1D-E8A2-4076-A23D-682E56E9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replacement</a:t>
            </a:r>
          </a:p>
        </p:txBody>
      </p:sp>
      <p:sp>
        <p:nvSpPr>
          <p:cNvPr id="10" name="profile-68">
            <a:extLst xmlns:a="http://schemas.openxmlformats.org/drawingml/2006/main">
              <a:ext uri="{FF2B5EF4-FFF2-40B4-BE49-F238E27FC236}">
                <a16:creationId xmlns:a16="http://schemas.microsoft.com/office/drawing/2014/main" id="{7CBDCCB6-C991-4903-8685-A3780215C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01025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Water protection</a:t>
            </a:r>
          </a:p>
        </p:txBody>
      </p:sp>
      <p:sp>
        <p:nvSpPr>
          <p:cNvPr id="11" name="profile-69">
            <a:extLst xmlns:a="http://schemas.openxmlformats.org/drawingml/2006/main">
              <a:ext uri="{FF2B5EF4-FFF2-40B4-BE49-F238E27FC236}">
                <a16:creationId xmlns:a16="http://schemas.microsoft.com/office/drawing/2014/main" id="{7CD8D731-7F60-46CA-B39F-F1124F64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553450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 and waterproofing</a:t>
            </a:r>
          </a:p>
        </p:txBody>
      </p:sp>
      <p:sp>
        <p:nvSpPr>
          <p:cNvPr id="12" name="profile-70">
            <a:extLst xmlns:a="http://schemas.openxmlformats.org/drawingml/2006/main">
              <a:ext uri="{FF2B5EF4-FFF2-40B4-BE49-F238E27FC236}">
                <a16:creationId xmlns:a16="http://schemas.microsoft.com/office/drawing/2014/main" id="{96280347-747B-42ED-A5EB-3C7C5C3F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 restoration</a:t>
            </a:r>
          </a:p>
        </p:txBody>
      </p:sp>
      <p:sp>
        <p:nvSpPr>
          <p:cNvPr id="13" name="profile-71">
            <a:extLst xmlns:a="http://schemas.openxmlformats.org/drawingml/2006/main">
              <a:ext uri="{FF2B5EF4-FFF2-40B4-BE49-F238E27FC236}">
                <a16:creationId xmlns:a16="http://schemas.microsoft.com/office/drawing/2014/main" id="{7C54806E-8BB9-4A29-92C0-8C3CC3FF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</a:t>
            </a:r>
          </a:p>
        </p:txBody>
      </p:sp>
      <p:sp>
        <p:nvSpPr>
          <p:cNvPr id="14" name="profile-72">
            <a:extLst xmlns:a="http://schemas.openxmlformats.org/drawingml/2006/main">
              <a:ext uri="{FF2B5EF4-FFF2-40B4-BE49-F238E27FC236}">
                <a16:creationId xmlns:a16="http://schemas.microsoft.com/office/drawing/2014/main" id="{472DC5D0-41C9-4963-8441-B8610B85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29700"/>
            <a:ext cx="3009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Cleaning</a:t>
            </a:r>
          </a:p>
        </p:txBody>
      </p:sp>
      <p:sp>
        <p:nvSpPr>
          <p:cNvPr id="15" name="profile-73">
            <a:extLst xmlns:a="http://schemas.openxmlformats.org/drawingml/2006/main">
              <a:ext uri="{FF2B5EF4-FFF2-40B4-BE49-F238E27FC236}">
                <a16:creationId xmlns:a16="http://schemas.microsoft.com/office/drawing/2014/main" id="{D9BF6EBA-0873-4C39-9224-AB5329DA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82125"/>
            <a:ext cx="3009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 agreed scope</a:t>
            </a:r>
          </a:p>
        </p:txBody>
      </p:sp>
      <p:sp>
        <p:nvSpPr>
          <p:cNvPr id="16" name="profile-74">
            <a:extLst xmlns:a="http://schemas.openxmlformats.org/drawingml/2006/main">
              <a:ext uri="{FF2B5EF4-FFF2-40B4-BE49-F238E27FC236}">
                <a16:creationId xmlns:a16="http://schemas.microsoft.com/office/drawing/2014/main" id="{5E0D95D0-D189-4413-B596-FAD9A989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75">
            <a:extLst xmlns:a="http://schemas.openxmlformats.org/drawingml/2006/main">
              <a:ext uri="{FF2B5EF4-FFF2-40B4-BE49-F238E27FC236}">
                <a16:creationId xmlns:a16="http://schemas.microsoft.com/office/drawing/2014/main" id="{5ACDD5EC-EA6F-402C-AA5B-321998C0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8" name="profile-76">
            <a:extLst xmlns:a="http://schemas.openxmlformats.org/drawingml/2006/main">
              <a:ext uri="{FF2B5EF4-FFF2-40B4-BE49-F238E27FC236}">
                <a16:creationId xmlns:a16="http://schemas.microsoft.com/office/drawing/2014/main" id="{568C0489-37F6-4D3D-8E4E-CF1ACC38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67746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rofile-77">
            <a:extLst xmlns:a="http://schemas.openxmlformats.org/drawingml/2006/main">
              <a:ext uri="{FF2B5EF4-FFF2-40B4-BE49-F238E27FC236}">
                <a16:creationId xmlns:a16="http://schemas.microsoft.com/office/drawing/2014/main" id="{B7D473DE-8B20-470F-B38F-1AAD9D37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" name="profile-78">
            <a:extLst xmlns:a="http://schemas.openxmlformats.org/drawingml/2006/main">
              <a:ext uri="{FF2B5EF4-FFF2-40B4-BE49-F238E27FC236}">
                <a16:creationId xmlns:a16="http://schemas.microsoft.com/office/drawing/2014/main" id="{FC4DF012-5495-402C-80CA-2237BBB5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5775"/>
            <a:ext cx="1971675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30a76d6a426f"/>
          <a:stretch xmlns:a="http://schemas.openxmlformats.org/drawingml/2006/main"/>
        </p:blipFill>
        <p:spPr>
          <a:xfrm xmlns:a="http://schemas.openxmlformats.org/drawingml/2006/main">
            <a:off x="609600" y="1257300"/>
            <a:ext cx="6343650" cy="4229100"/>
          </a:xfrm>
          <a:prstGeom xmlns:a="http://schemas.openxmlformats.org/drawingml/2006/main" prst="rect">
            <a:avLst/>
          </a:prstGeom>
        </p:spPr>
      </p:pic>
      <p:sp>
        <p:nvSpPr>
          <p:cNvPr id="4" name="profile-79">
            <a:extLst xmlns:a="http://schemas.openxmlformats.org/drawingml/2006/main">
              <a:ext uri="{FF2B5EF4-FFF2-40B4-BE49-F238E27FC236}">
                <a16:creationId xmlns:a16="http://schemas.microsoft.com/office/drawing/2014/main" id="{9DA3254D-72C0-4433-B9EE-E6E0ADE6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5" name="profile-80">
            <a:extLst xmlns:a="http://schemas.openxmlformats.org/drawingml/2006/main">
              <a:ext uri="{FF2B5EF4-FFF2-40B4-BE49-F238E27FC236}">
                <a16:creationId xmlns:a16="http://schemas.microsoft.com/office/drawing/2014/main" id="{5B783B14-D416-433D-B538-1FE7E360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6343650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</a:t>
            </a:r>
          </a:p>
        </p:txBody>
      </p:sp>
      <p:sp>
        <p:nvSpPr>
          <p:cNvPr id="6" name="profile-81">
            <a:extLst xmlns:a="http://schemas.openxmlformats.org/drawingml/2006/main">
              <a:ext uri="{FF2B5EF4-FFF2-40B4-BE49-F238E27FC236}">
                <a16:creationId xmlns:a16="http://schemas.microsoft.com/office/drawing/2014/main" id="{214FC1A4-8931-495B-AFB4-0CF9DF93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05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 assessment of the property and the</a:t>
            </a:r>
          </a:p>
        </p:txBody>
      </p:sp>
      <p:sp>
        <p:nvSpPr>
          <p:cNvPr id="7" name="profile-82">
            <a:extLst xmlns:a="http://schemas.openxmlformats.org/drawingml/2006/main">
              <a:ext uri="{FF2B5EF4-FFF2-40B4-BE49-F238E27FC236}">
                <a16:creationId xmlns:a16="http://schemas.microsoft.com/office/drawing/2014/main" id="{A2ADFE9E-2E9F-4384-9816-96B58D59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00900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concerns reported by the client.</a:t>
            </a:r>
          </a:p>
        </p:txBody>
      </p:sp>
      <p:sp>
        <p:nvSpPr>
          <p:cNvPr id="8" name="profile-83">
            <a:extLst xmlns:a="http://schemas.openxmlformats.org/drawingml/2006/main">
              <a:ext uri="{FF2B5EF4-FFF2-40B4-BE49-F238E27FC236}">
                <a16:creationId xmlns:a16="http://schemas.microsoft.com/office/drawing/2014/main" id="{EEAACCCF-0FF9-4F93-A572-6E6EC66F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9" name="profile-84">
            <a:extLst xmlns:a="http://schemas.openxmlformats.org/drawingml/2006/main">
              <a:ext uri="{FF2B5EF4-FFF2-40B4-BE49-F238E27FC236}">
                <a16:creationId xmlns:a16="http://schemas.microsoft.com/office/drawing/2014/main" id="{322CD216-E58D-45CE-9875-33741893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9724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0" name="profile-85">
            <a:extLst xmlns:a="http://schemas.openxmlformats.org/drawingml/2006/main">
              <a:ext uri="{FF2B5EF4-FFF2-40B4-BE49-F238E27FC236}">
                <a16:creationId xmlns:a16="http://schemas.microsoft.com/office/drawing/2014/main" id="{B44D4355-152D-4C0C-B8A5-32431101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6295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86">
            <a:extLst xmlns:a="http://schemas.openxmlformats.org/drawingml/2006/main">
              <a:ext uri="{FF2B5EF4-FFF2-40B4-BE49-F238E27FC236}">
                <a16:creationId xmlns:a16="http://schemas.microsoft.com/office/drawing/2014/main" id="{A5C704CB-EE5B-4EF6-99C5-991A1D95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2487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 on site findings</a:t>
            </a:r>
          </a:p>
        </p:txBody>
      </p:sp>
      <p:sp>
        <p:nvSpPr>
          <p:cNvPr id="12" name="profile-87">
            <a:extLst xmlns:a="http://schemas.openxmlformats.org/drawingml/2006/main">
              <a:ext uri="{FF2B5EF4-FFF2-40B4-BE49-F238E27FC236}">
                <a16:creationId xmlns:a16="http://schemas.microsoft.com/office/drawing/2014/main" id="{4B2CEC77-68EE-473F-A677-8AE8509F0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15400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88">
            <a:extLst xmlns:a="http://schemas.openxmlformats.org/drawingml/2006/main">
              <a:ext uri="{FF2B5EF4-FFF2-40B4-BE49-F238E27FC236}">
                <a16:creationId xmlns:a16="http://schemas.microsoft.com/office/drawing/2014/main" id="{83181906-07A4-499C-9A29-87659F8C3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77325"/>
            <a:ext cx="6343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 contractor coordination</a:t>
            </a:r>
          </a:p>
        </p:txBody>
      </p:sp>
      <p:sp>
        <p:nvSpPr>
          <p:cNvPr id="14" name="profile-89">
            <a:extLst xmlns:a="http://schemas.openxmlformats.org/drawingml/2006/main">
              <a:ext uri="{FF2B5EF4-FFF2-40B4-BE49-F238E27FC236}">
                <a16:creationId xmlns:a16="http://schemas.microsoft.com/office/drawing/2014/main" id="{2440B7F5-CEE3-47FB-B81E-708FF031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63125"/>
            <a:ext cx="63436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5" name="profile-90">
            <a:extLst xmlns:a="http://schemas.openxmlformats.org/drawingml/2006/main">
              <a:ext uri="{FF2B5EF4-FFF2-40B4-BE49-F238E27FC236}">
                <a16:creationId xmlns:a16="http://schemas.microsoft.com/office/drawing/2014/main" id="{C7FD57E8-2333-402A-9128-DD5C0E66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0602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6" name="profile-91">
            <a:extLst xmlns:a="http://schemas.openxmlformats.org/drawingml/2006/main">
              <a:ext uri="{FF2B5EF4-FFF2-40B4-BE49-F238E27FC236}">
                <a16:creationId xmlns:a16="http://schemas.microsoft.com/office/drawing/2014/main" id="{D360061C-A337-44F5-AB55-0F3549BB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0"/>
            <a:ext cx="38100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7" name="profile-92">
            <a:extLst xmlns:a="http://schemas.openxmlformats.org/drawingml/2006/main">
              <a:ext uri="{FF2B5EF4-FFF2-40B4-BE49-F238E27FC236}">
                <a16:creationId xmlns:a16="http://schemas.microsoft.com/office/drawing/2014/main" id="{3E92336E-2388-4A30-A05F-2DE7F9DF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10287000"/>
            <a:ext cx="276225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91939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profile-93">
            <a:extLst xmlns:a="http://schemas.openxmlformats.org/drawingml/2006/main">
              <a:ext uri="{FF2B5EF4-FFF2-40B4-BE49-F238E27FC236}">
                <a16:creationId xmlns:a16="http://schemas.microsoft.com/office/drawing/2014/main" id="{74C817A7-653A-41C0-ABDF-173369FF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5048250" cy="35337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ed318280514f25"/>
          <a:stretch xmlns:a="http://schemas.openxmlformats.org/drawingml/2006/main"/>
        </p:blipFill>
        <p:spPr>
          <a:xfrm xmlns:a="http://schemas.openxmlformats.org/drawingml/2006/main">
            <a:off x="6400800" y="390525"/>
            <a:ext cx="552450" cy="552450"/>
          </a:xfrm>
          <a:prstGeom xmlns:a="http://schemas.openxmlformats.org/drawingml/2006/main" prst="rect">
            <a:avLst/>
          </a:prstGeom>
        </p:spPr>
      </p:pic>
      <p:sp>
        <p:nvSpPr>
          <p:cNvPr id="3" name="profile-94">
            <a:extLst xmlns:a="http://schemas.openxmlformats.org/drawingml/2006/main">
              <a:ext uri="{FF2B5EF4-FFF2-40B4-BE49-F238E27FC236}">
                <a16:creationId xmlns:a16="http://schemas.microsoft.com/office/drawing/2014/main" id="{7DEE2861-F9FD-43B1-A569-35454600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6343650" cy="22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4" name="profile-95">
            <a:extLst xmlns:a="http://schemas.openxmlformats.org/drawingml/2006/main">
              <a:ext uri="{FF2B5EF4-FFF2-40B4-BE49-F238E27FC236}">
                <a16:creationId xmlns:a16="http://schemas.microsoft.com/office/drawing/2014/main" id="{AC4EBE7B-3553-4525-9AA4-40E042EF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5" name="profile-96">
            <a:extLst xmlns:a="http://schemas.openxmlformats.org/drawingml/2006/main">
              <a:ext uri="{FF2B5EF4-FFF2-40B4-BE49-F238E27FC236}">
                <a16:creationId xmlns:a16="http://schemas.microsoft.com/office/drawing/2014/main" id="{78DAADDD-4616-4E37-9C8A-562FEAAA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6343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6" name="profile-97">
            <a:extLst xmlns:a="http://schemas.openxmlformats.org/drawingml/2006/main">
              <a:ext uri="{FF2B5EF4-FFF2-40B4-BE49-F238E27FC236}">
                <a16:creationId xmlns:a16="http://schemas.microsoft.com/office/drawing/2014/main" id="{26B96574-CD46-43CF-AB13-B5EBBA8D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6343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 preferred inspection schedule.</a:t>
            </a:r>
          </a:p>
        </p:txBody>
      </p:sp>
      <p:sp>
        <p:nvSpPr>
          <p:cNvPr id="7" name="profile-98">
            <a:extLst xmlns:a="http://schemas.openxmlformats.org/drawingml/2006/main">
              <a:ext uri="{FF2B5EF4-FFF2-40B4-BE49-F238E27FC236}">
                <a16:creationId xmlns:a16="http://schemas.microsoft.com/office/drawing/2014/main" id="{E6DA440E-14B7-4504-A600-959145CD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6343650" cy="601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0917 671 6383</a:t>
            </a:r>
          </a:p>
        </p:txBody>
      </p:sp>
      <p:sp>
        <p:nvSpPr>
          <p:cNvPr id="8" name="profile-99">
            <a:extLst xmlns:a="http://schemas.openxmlformats.org/drawingml/2006/main">
              <a:ext uri="{FF2B5EF4-FFF2-40B4-BE49-F238E27FC236}">
                <a16:creationId xmlns:a16="http://schemas.microsoft.com/office/drawing/2014/main" id="{88653CCF-9D84-40CF-B02E-B7BB67FE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9" name="profile-100">
            <a:extLst xmlns:a="http://schemas.openxmlformats.org/drawingml/2006/main">
              <a:ext uri="{FF2B5EF4-FFF2-40B4-BE49-F238E27FC236}">
                <a16:creationId xmlns:a16="http://schemas.microsoft.com/office/drawing/2014/main" id="{6FC73DE8-FB39-4D7B-B800-03A13382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343650" cy="1924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0" name="profile-101">
            <a:extLst xmlns:a="http://schemas.openxmlformats.org/drawingml/2006/main">
              <a:ext uri="{FF2B5EF4-FFF2-40B4-BE49-F238E27FC236}">
                <a16:creationId xmlns:a16="http://schemas.microsoft.com/office/drawing/2014/main" id="{05B33998-BD84-42D2-9315-BFD3C7D7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6343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1" name="profile-102">
            <a:extLst xmlns:a="http://schemas.openxmlformats.org/drawingml/2006/main">
              <a:ext uri="{FF2B5EF4-FFF2-40B4-BE49-F238E27FC236}">
                <a16:creationId xmlns:a16="http://schemas.microsoft.com/office/drawing/2014/main" id="{E3708821-67C6-4331-BE9B-AA27ED61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12" name="profile-103">
            <a:extLst xmlns:a="http://schemas.openxmlformats.org/drawingml/2006/main">
              <a:ext uri="{FF2B5EF4-FFF2-40B4-BE49-F238E27FC236}">
                <a16:creationId xmlns:a16="http://schemas.microsoft.com/office/drawing/2014/main" id="{90398534-8509-43A5-868F-D349799C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924675"/>
            <a:ext cx="634365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Supplier accreditation</a:t>
            </a:r>
          </a:p>
        </p:txBody>
      </p:sp>
      <p:sp>
        <p:nvSpPr>
          <p:cNvPr id="13" name="profile-104">
            <a:extLst xmlns:a="http://schemas.openxmlformats.org/drawingml/2006/main">
              <a:ext uri="{FF2B5EF4-FFF2-40B4-BE49-F238E27FC236}">
                <a16:creationId xmlns:a16="http://schemas.microsoft.com/office/drawing/2014/main" id="{C615DB28-F4BA-48DB-9BCB-8A6B97F5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315200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 requirements. Oceanides can coordinate the company</a:t>
            </a:r>
          </a:p>
        </p:txBody>
      </p:sp>
      <p:sp>
        <p:nvSpPr>
          <p:cNvPr id="14" name="profile-105">
            <a:extLst xmlns:a="http://schemas.openxmlformats.org/drawingml/2006/main">
              <a:ext uri="{FF2B5EF4-FFF2-40B4-BE49-F238E27FC236}">
                <a16:creationId xmlns:a16="http://schemas.microsoft.com/office/drawing/2014/main" id="{3223371C-158E-4901-8CF5-EF949814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72375"/>
            <a:ext cx="63436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documents and project information for your review.</a:t>
            </a:r>
          </a:p>
        </p:txBody>
      </p:sp>
      <p:sp>
        <p:nvSpPr>
          <p:cNvPr id="15" name="profile-106">
            <a:extLst xmlns:a="http://schemas.openxmlformats.org/drawingml/2006/main">
              <a:ext uri="{FF2B5EF4-FFF2-40B4-BE49-F238E27FC236}">
                <a16:creationId xmlns:a16="http://schemas.microsoft.com/office/drawing/2014/main" id="{82AFFE25-00CF-4E5A-88E9-5061B447B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Site assessment</a:t>
            </a:r>
          </a:p>
        </p:txBody>
      </p:sp>
      <p:sp>
        <p:nvSpPr>
          <p:cNvPr id="16" name="profile-107">
            <a:extLst xmlns:a="http://schemas.openxmlformats.org/drawingml/2006/main">
              <a:ext uri="{FF2B5EF4-FFF2-40B4-BE49-F238E27FC236}">
                <a16:creationId xmlns:a16="http://schemas.microsoft.com/office/drawing/2014/main" id="{8C911A58-BADD-4B38-99CC-2AEA1878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site and requirements.</a:t>
            </a:r>
          </a:p>
        </p:txBody>
      </p:sp>
      <p:sp>
        <p:nvSpPr>
          <p:cNvPr id="17" name="profile-108">
            <a:extLst xmlns:a="http://schemas.openxmlformats.org/drawingml/2006/main">
              <a:ext uri="{FF2B5EF4-FFF2-40B4-BE49-F238E27FC236}">
                <a16:creationId xmlns:a16="http://schemas.microsoft.com/office/drawing/2014/main" id="{504B36E8-EAF3-4FB9-B639-BF740B0A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296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Written quotation</a:t>
            </a:r>
          </a:p>
        </p:txBody>
      </p:sp>
      <p:sp>
        <p:nvSpPr>
          <p:cNvPr id="18" name="profile-109">
            <a:extLst xmlns:a="http://schemas.openxmlformats.org/drawingml/2006/main">
              <a:ext uri="{FF2B5EF4-FFF2-40B4-BE49-F238E27FC236}">
                <a16:creationId xmlns:a16="http://schemas.microsoft.com/office/drawing/2014/main" id="{16B10983-3567-46D8-8B54-B52D4927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8610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Confirm the proposed scope and price.</a:t>
            </a:r>
          </a:p>
        </p:txBody>
      </p:sp>
      <p:sp>
        <p:nvSpPr>
          <p:cNvPr id="19" name="profile-110">
            <a:extLst xmlns:a="http://schemas.openxmlformats.org/drawingml/2006/main">
              <a:ext uri="{FF2B5EF4-FFF2-40B4-BE49-F238E27FC236}">
                <a16:creationId xmlns:a16="http://schemas.microsoft.com/office/drawing/2014/main" id="{5443C554-DFF7-4C47-8A06-B47ADC765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Service coordination</a:t>
            </a:r>
          </a:p>
        </p:txBody>
      </p:sp>
      <p:sp>
        <p:nvSpPr>
          <p:cNvPr id="20" name="profile-111">
            <a:extLst xmlns:a="http://schemas.openxmlformats.org/drawingml/2006/main">
              <a:ext uri="{FF2B5EF4-FFF2-40B4-BE49-F238E27FC236}">
                <a16:creationId xmlns:a16="http://schemas.microsoft.com/office/drawing/2014/main" id="{78294F25-057E-42F3-9B2C-8185FD43E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Arrange the field team or specialist.</a:t>
            </a:r>
          </a:p>
        </p:txBody>
      </p:sp>
      <p:sp>
        <p:nvSpPr>
          <p:cNvPr id="21" name="profile-112">
            <a:extLst xmlns:a="http://schemas.openxmlformats.org/drawingml/2006/main">
              <a:ext uri="{FF2B5EF4-FFF2-40B4-BE49-F238E27FC236}">
                <a16:creationId xmlns:a16="http://schemas.microsoft.com/office/drawing/2014/main" id="{ABDE8144-CA53-4BAD-A8D2-A4AE1F25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058275"/>
            <a:ext cx="3009900" cy="2543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Turnover</a:t>
            </a:r>
          </a:p>
        </p:txBody>
      </p:sp>
      <p:sp>
        <p:nvSpPr>
          <p:cNvPr id="22" name="profile-113">
            <a:extLst xmlns:a="http://schemas.openxmlformats.org/drawingml/2006/main">
              <a:ext uri="{FF2B5EF4-FFF2-40B4-BE49-F238E27FC236}">
                <a16:creationId xmlns:a16="http://schemas.microsoft.com/office/drawing/2014/main" id="{E6E5B266-CA51-4BA1-BF65-1DB5A6D3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3726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Review the agreed work with the client.</a:t>
            </a:r>
          </a:p>
        </p:txBody>
      </p:sp>
      <p:sp>
        <p:nvSpPr>
          <p:cNvPr id="23" name="profile-114">
            <a:extLst xmlns:a="http://schemas.openxmlformats.org/drawingml/2006/main">
              <a:ext uri="{FF2B5EF4-FFF2-40B4-BE49-F238E27FC236}">
                <a16:creationId xmlns:a16="http://schemas.microsoft.com/office/drawing/2014/main" id="{ADDC8DDD-4B81-405E-B012-FB61818E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934575"/>
            <a:ext cx="63436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4" name="profile-115">
            <a:extLst xmlns:a="http://schemas.openxmlformats.org/drawingml/2006/main">
              <a:ext uri="{FF2B5EF4-FFF2-40B4-BE49-F238E27FC236}">
                <a16:creationId xmlns:a16="http://schemas.microsoft.com/office/drawing/2014/main" id="{0DF7C252-B640-49D7-8CC7-AFCA908D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125075"/>
            <a:ext cx="6343650" cy="167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25" name="profile-116">
            <a:extLst xmlns:a="http://schemas.openxmlformats.org/drawingml/2006/main">
              <a:ext uri="{FF2B5EF4-FFF2-40B4-BE49-F238E27FC236}">
                <a16:creationId xmlns:a16="http://schemas.microsoft.com/office/drawing/2014/main" id="{08AFD84F-5EB8-43F7-A8D9-05B8AAE6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382250"/>
            <a:ext cx="63436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Final scope, pricing and scheduling depend on the site assessment and the agreed quotation.</a:t>
            </a:r>
          </a:p>
        </p:txBody>
      </p:sp>
    </p:spTree>
    <p:extLst>
      <p:ext uri="{BB962C8B-B14F-4D97-AF65-F5344CB8AC3E}">
        <p14:creationId xmlns:p14="http://schemas.microsoft.com/office/powerpoint/2010/main" val="7733301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2026-10-01T13:47:37.8420000Z</dcterms:created>
  <dcterms:modified xsi:type="dcterms:W3CDTF">2026-10-01T13:47:37.8430000Z</dcterms:modified>
</coreProperties>
</file>